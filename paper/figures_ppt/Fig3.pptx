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24955500" cy="7915275"/>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RG-MTM (Reference-Guided Merge Tree Maps, 参考引导合并树图), four-feature model illustration. The conflict path H&gt;theta is shown. Colors identify branches, rather than quantitative scalar values. No feature letters are shown on the 2D field. The 2D grid, minima and merge tree are retained from the previous version.</a:t>
            </a:r>
          </a:p>
          <a:p/>
          <a:p>
            <a:r>
              <a:t>Original hierarchy T=((A,B)_8,(C,D)_1)_10; leaf values A1.2, B3.8, C-3, D-0.8. References q=(A0,C2,D4,B6), canvas[-1,7], equal widths0.8, eccentricity radius0, and minimum gap1.4. The larger illustrative gap makes packing error visible; these are model-example settings, not empirical paper defaults. Capacity is7.4 on a canvas of length8. All24 orders are evaluated using the paper's closed-form fixed-order positional cost. Free optimum tau_free0.3; original-tree optimum tau_star3.8 (ABCD or CDAB); initial BADC cost6.0. The depicted initial anchors are B0,A2.2,D4.4,C6.6, and the best ABCD anchors are A0,B2.2,C4.4,D6.6. Both sets satisfy exact widths, gaps and containment. The reference and layout rows share a coordinate scale. In every position comparison, solid axes and filled feature boxes denote true spatial reference coordinates q_i, while dashed axes and capped point markers denote selected layout coordinates u_i. The boxes are reference glyphs drawn at q_i for correspondence; they are not a claim that a feasible rendered interval can remain at q_i. The actual rendering still allocates area-scaled intervals at u_i. Tree drawings with mapping axes are embedded horizontally at those u_i coordinates, so each leaf projects vertically onto its dashed marker. Embedding a tree at a chosen layout does not mean that T intrinsically determines geographic coordinates. Free anchors A-0.3,C1.9,D4.1,B6.3 attain the positive free optimum. The free cost is not forced to zero by dropping hierarchy: widths, gaps and canvas remain. The displayed tau_free dimension uses A; tau_star and the initial-row dimension use B. No visible u_i=q_i assertion is used.</a:t>
            </a:r>
          </a:p>
          <a:p/>
          <a:p>
            <a:r>
              <a:t>H=3.5 exceeds theta0.5. The free panel is labelled Geometry only and the constrained panel Geometry + hierarchy, with q_i and u_i marked locally. The formula beneath the free panel defines tau_free alone; H=tau_star-tau_free appears immediately left of the actual downward decision arrow, and H&gt;theta appears to its right. Scalar eligibility kappa3 permits the AB gap2 and retains the CD gap9. Expand/Retain marks use one neutral charcoal color distinct from all branch colors. Both callout leaders approach their rings diagonally outside the tree edges. The operation label reads Flatten then prune. All straight lines are geometrically clipped at diamond boundaries, preventing tree edges and projection baselines from passing through diamond interiors regardless of shape ordering. The spatial direction d uses neutral charcoal rather than a feature color. Threshold-and-prune is a hierarchy policy, not a guarantee of an optimal position-topology frontier. The same relaxed Tprime is drawn in stages3 and4. It permits ACDB. The chosen illustrative final layout attains the relaxed certificate0.3 and is feasible under the position budget0.3+beta0.2=0.5. The method's general final construction is budget-constrained multi-objective optimization, not an assertion that every chosen layout attains the certificate. Both displayed centres and anchors use the same values in this model illustration. The Tprime leaf x-coordinates are embedded at u_i, with direct dashed vertical projections. The solid reference-box axis below uses q_i, and the actual B residual is dimensioned. The x difference between the tree embedding and reference boxes shows the nonzero residual. All tree chains have exposed short connecting segments; regular nodes provide scalar context rather than independent geographic anchors. The solid/dashed position grammar concerns coordinate-comparison axes; within the scalar-filling graph, its own legend distinguishes the dashed LCA-path algorithm from the solid corrected scalar function.</a:t>
            </a:r>
          </a:p>
          <a:p/>
          <a:p>
            <a:r>
              <a:t>Filling uses original T, not Tprime, as merge-level ground truth. With order ACDB, the gap bounds C_k are8,1,8 and the fixed-leaf term does not dominate. Optimal delta_star1 gives barriers9,2,9; initial adjacent LCA filling gives10,1,10. Scalar values at extrema remain unchanged. The horizontal positions of extrema are the same selected final anchors as the interval layout; barriers lie between adjacent intervals. The plot uses its real scalar scale. The profile connects consecutive extrema and barriers with monotone cubic interpolation with zero endpoint slopes. This smooth interpolation retains every horizontal critical position and every endpoint scalar value, hence every pairwise merge maximum and error. The previously abrupt rising segment represents scalar values increasing from the blue extremum to the first merge barrier, not an extra topology edge. Each curve is trimmed at the visible node boundaries. Burnt-orange dashed lines represent initial LCA filling, dark-blue solid lines represent correction. Diamonds identify extrema and barrier levels. Eight colored ordinary sample circles lie on the optimized curve, with the same horizontal positions, order and branch colors as the circles in the projection row. Each lies at the exact midpoint parameter of one monotone cubic segment; it is a regular sample rather than an additional critical point.</a:t>
            </a:r>
          </a:p>
          <a:p/>
          <a:p>
            <a:r>
              <a:t>Error annotation witness: the selected leaf pair is A,B, identified by blue and orange swatches beside T and matching colored endpoints of a full-span bracket below the profile. The range extends from u_A=-0.3 to u_B=6.3, not merely across one adjacent gap. m_T(A,B)=8. The maximum over that ENTIRE span is10 in the baseline and9 after correction. The orange delta_LCA dimension runs from the original-pair target8 to the baseline pairwise maximum10; the blue delta_star dimension runs from8 to9. These differences2 and1 equal the respective largest errors over all six original-tree leaf pairs. They are witnesses of global pairwise merge error, not differences between the two plotted curves. The corrected AC,AD,CB,DB merge levels also differ from10 by1, and CD differs from1 by1. The full pairwise definition is d_top=max_ij |max_[u_i,u_j] psi - m_T(i,j)|. Outer root endpoints are not part of this pairwise metric.</a:t>
            </a:r>
          </a:p>
          <a:p/>
          <a:p>
            <a:r>
              <a:t>The critical-diamond and regular-circle row preserves optimized profile coordinates, sample classes, order and branch colors. The first rendered strip uses the exact same intervals as the final layout. Four temporal examples retain the previous area widths and orders ACDB,ACDB,ADCB,CDAB, while repacking their intervals using the new common gap1.4. The first strip matches the filling output. Every final output column is exactly its source strip rotated counterclockwise90 degrees. Color transitions are appearance-only and columns meet without white seams. These time examples are illustrative, not measured outcomes.</a:t>
            </a:r>
          </a:p>
          <a:p/>
          <a:p>
            <a:r>
              <a:t>Scientific sources: local 01_项目代码与结果/CD-MTM/paper/pacificvis2027-content-draft/distortion_analysis.tex (free certificate and optimal filling), supplement_proofs.tex (fixed-order cost and labelled pairwise merge error), method.tex (budget-constrained layout and original-tree correction), pipeline_algorithm.tex, and domain_filling.tex. The method name in the diagram follows the user's requested RG-MTM rename; the local draft retains its earlier CD-MTM name.</a:t>
            </a:r>
          </a:p>
          <a:p>
            <a:r>
              <a:t>Final-map display revision, 2026-10-26: retain the original four upper time-step layouts and all original labels. Only the lower temporal map has continuous color ribbons, using cubic interpolation of feature positions and widths derived from the original schematic. The interpolated display is illustrative, with no added observations or new scientific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2495550" y="3238500"/>
            <a:ext cx="19964400" cy="1238250"/>
          </a:xfrm>
          <a:prstGeom prst="rect">
            <a:avLst/>
          </a:prstGeom>
          <a:noFill/>
          <a:ln>
            <a:noFill/>
            <a:prstDash val="solid"/>
          </a:ln>
        </p:spPr>
        <p:txBody>
          <a:bodyPr wrap="square" lIns="0" tIns="0" rIns="0" bIns="0" anchor="ctr">
            <a:normAutofit/>
          </a:bodyPr>
          <a:lstStyle>
            <a:defPPr algn="ctr">
              <a:defRPr sz="6000"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3743325" y="4714875"/>
            <a:ext cx="17468850" cy="952500"/>
          </a:xfrm>
          <a:prstGeom prst="rect">
            <a:avLst/>
          </a:prstGeom>
          <a:noFill/>
          <a:ln>
            <a:noFill/>
            <a:prstDash val="solid"/>
          </a:ln>
        </p:spPr>
        <p:txBody>
          <a:bodyPr wrap="square" lIns="0" tIns="0" rIns="0" bIns="0" anchor="ctr">
            <a:normAutofit/>
          </a:bodyPr>
          <a:lstStyle>
            <a:defPPr algn="ctr">
              <a:defRPr sz="2625" b="0">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2495550" y="3571875"/>
            <a:ext cx="19964400" cy="1428750"/>
          </a:xfrm>
          <a:prstGeom prst="rect">
            <a:avLst/>
          </a:prstGeom>
          <a:noFill/>
          <a:ln>
            <a:noFill/>
            <a:prstDash val="solid"/>
          </a:ln>
        </p:spPr>
        <p:txBody>
          <a:bodyPr wrap="square" lIns="0" tIns="0" rIns="0" bIns="0" anchor="ctr">
            <a:normAutofit/>
          </a:bodyPr>
          <a:lstStyle>
            <a:defPPr algn="ctr">
              <a:defRPr sz="5250"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1403747" y="2381250"/>
            <a:ext cx="22148006" cy="5334000"/>
          </a:xfrm>
          <a:prstGeom prst="rect">
            <a:avLst/>
          </a:prstGeom>
          <a:noFill/>
          <a:ln>
            <a:noFill/>
            <a:prstDash val="solid"/>
          </a:ln>
        </p:spPr>
        <p:txBody>
          <a:bodyPr wrap="square" lIns="0" tIns="0" rIns="0" bIns="0" anchor="t">
            <a:normAutofit/>
          </a:bodyPr>
          <a:lstStyle>
            <a:defPPr algn="l">
              <a:defRPr sz="281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403747" y="2381250"/>
            <a:ext cx="10294144" cy="5334000"/>
          </a:xfrm>
          <a:prstGeom prst="rect">
            <a:avLst/>
          </a:prstGeom>
          <a:noFill/>
          <a:ln>
            <a:noFill/>
            <a:prstDash val="solid"/>
          </a:ln>
        </p:spPr>
        <p:txBody>
          <a:bodyPr wrap="square" lIns="0" tIns="0" rIns="0" bIns="0" anchor="t">
            <a:normAutofit/>
          </a:bodyPr>
          <a:lstStyle>
            <a:defPPr algn="l">
              <a:defRPr sz="262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
        <p:nvSpPr>
          <p:cNvPr id="3" name="Right column"/>
          <p:cNvSpPr>
            <a:spLocks noGrp="1"/>
          </p:cNvSpPr>
          <p:nvPr>
            <p:ph type="body" idx="2"/>
          </p:nvPr>
        </p:nvSpPr>
        <p:spPr>
          <a:xfrm>
            <a:off x="13257609" y="2381250"/>
            <a:ext cx="10294144" cy="5334000"/>
          </a:xfrm>
          <a:prstGeom prst="rect">
            <a:avLst/>
          </a:prstGeom>
          <a:noFill/>
          <a:ln>
            <a:noFill/>
            <a:prstDash val="solid"/>
          </a:ln>
        </p:spPr>
        <p:txBody>
          <a:bodyPr wrap="square" lIns="0" tIns="0" rIns="0" bIns="0" anchor="t">
            <a:normAutofit/>
          </a:bodyPr>
          <a:lstStyle>
            <a:defPPr algn="l">
              <a:defRPr sz="262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1403747" y="666750"/>
            <a:ext cx="22148006" cy="1047750"/>
          </a:xfrm>
          <a:prstGeom prst="rect">
            <a:avLst/>
          </a:prstGeom>
          <a:noFill/>
          <a:ln>
            <a:noFill/>
            <a:prstDash val="solid"/>
          </a:ln>
        </p:spPr>
        <p:txBody>
          <a:bodyPr wrap="square" lIns="0" tIns="0" rIns="0" bIns="0" anchor="t">
            <a:normAutofit/>
          </a:bodyPr>
          <a:lstStyle>
            <a:defPPr algn="l">
              <a:defRPr sz="4125" b="1">
                <a:solidFill>
                  <a:schemeClr val="tx1"/>
                </a:solidFill>
                <a:latin typeface="Arial" panose="020B0604020202090204"/>
                <a:ea typeface="Arial" panose="020B0604020202090204"/>
                <a:cs typeface="Arial" panose="020B06040202020902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1403747" y="2381250"/>
            <a:ext cx="10294144" cy="5334000"/>
          </a:xfrm>
          <a:prstGeom prst="rect">
            <a:avLst/>
          </a:prstGeom>
          <a:noFill/>
          <a:ln>
            <a:noFill/>
            <a:prstDash val="solid"/>
          </a:ln>
        </p:spPr>
        <p:txBody>
          <a:bodyPr wrap="square" lIns="0" tIns="0" rIns="0" bIns="0" anchor="t">
            <a:normAutofit/>
          </a:bodyPr>
          <a:lstStyle>
            <a:defPPr algn="l">
              <a:defRPr sz="2815" b="0">
                <a:solidFill>
                  <a:schemeClr val="tx1"/>
                </a:solidFill>
                <a:latin typeface="Arial" panose="020B0604020202090204"/>
                <a:ea typeface="Arial" panose="020B0604020202090204"/>
                <a:cs typeface="Arial" panose="020B0604020202090204"/>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Arial" panose="020B0604020202090204"/>
          <a:ea typeface="Arial" panose="020B0604020202090204"/>
          <a:cs typeface="Arial" panose="020B0604020202090204"/>
        </a:defRPr>
      </a:lvl1pPr>
    </p:titleStyle>
    <p:bodyStyle>
      <a:lvl1pPr marL="228600" indent="-228600" algn="l">
        <a:lnSpc>
          <a:spcPct val="90000"/>
        </a:lnSpc>
        <a:spcBef>
          <a:spcPts val="1000"/>
        </a:spcBef>
        <a:buChar char="•"/>
        <a:defRPr sz="2800">
          <a:solidFill>
            <a:schemeClr val="tx1"/>
          </a:solidFill>
          <a:latin typeface="Arial" panose="020B0604020202090204"/>
          <a:ea typeface="Arial" panose="020B0604020202090204"/>
          <a:cs typeface="Arial" panose="020B0604020202090204"/>
        </a:defRPr>
      </a:lvl1pPr>
      <a:lvl2pPr marL="685800" indent="-228600" algn="l">
        <a:lnSpc>
          <a:spcPct val="90000"/>
        </a:lnSpc>
        <a:spcBef>
          <a:spcPts val="500"/>
        </a:spcBef>
        <a:buChar char="•"/>
        <a:defRPr sz="2400">
          <a:solidFill>
            <a:schemeClr val="tx1"/>
          </a:solidFill>
          <a:latin typeface="Arial" panose="020B0604020202090204"/>
          <a:ea typeface="Arial" panose="020B0604020202090204"/>
          <a:cs typeface="Arial" panose="020B0604020202090204"/>
        </a:defRPr>
      </a:lvl2pPr>
      <a:lvl3pPr marL="1143000" indent="-228600" algn="l">
        <a:lnSpc>
          <a:spcPct val="90000"/>
        </a:lnSpc>
        <a:spcBef>
          <a:spcPts val="500"/>
        </a:spcBef>
        <a:buChar char="•"/>
        <a:defRPr sz="2000">
          <a:solidFill>
            <a:schemeClr val="tx1"/>
          </a:solidFill>
          <a:latin typeface="Arial" panose="020B0604020202090204"/>
          <a:ea typeface="Arial" panose="020B0604020202090204"/>
          <a:cs typeface="Arial" panose="020B0604020202090204"/>
        </a:defRPr>
      </a:lvl3pPr>
      <a:lvl4pPr marL="16002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4pPr>
      <a:lvl5pPr marL="20574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5pPr>
      <a:lvl6pPr marL="25146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6pPr>
      <a:lvl7pPr marL="29718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7pPr>
      <a:lvl8pPr marL="34290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8pPr>
      <a:lvl9pPr marL="3886200" indent="-228600" algn="l">
        <a:lnSpc>
          <a:spcPct val="90000"/>
        </a:lnSpc>
        <a:spcBef>
          <a:spcPts val="500"/>
        </a:spcBef>
        <a:buChar char="•"/>
        <a:defRPr sz="1800">
          <a:solidFill>
            <a:schemeClr val="tx1"/>
          </a:solidFill>
          <a:latin typeface="Arial" panose="020B0604020202090204"/>
          <a:ea typeface="Arial" panose="020B0604020202090204"/>
          <a:cs typeface="Arial" panose="020B0604020202090204"/>
        </a:defRPr>
      </a:lvl9pPr>
    </p:bodyStyle>
    <p:otherStyle>
      <a:lvl1pPr marL="0" algn="l">
        <a:buNone/>
        <a:defRPr sz="1800">
          <a:solidFill>
            <a:schemeClr val="tx1"/>
          </a:solidFill>
          <a:latin typeface="Arial" panose="020B0604020202090204"/>
          <a:ea typeface="Arial" panose="020B0604020202090204"/>
          <a:cs typeface="Arial" panose="020B0604020202090204"/>
        </a:defRPr>
      </a:lvl1pPr>
      <a:lvl2pPr marL="457200" algn="l">
        <a:buNone/>
        <a:defRPr sz="1800">
          <a:solidFill>
            <a:schemeClr val="tx1"/>
          </a:solidFill>
          <a:latin typeface="Arial" panose="020B0604020202090204"/>
          <a:ea typeface="Arial" panose="020B0604020202090204"/>
          <a:cs typeface="Arial" panose="020B0604020202090204"/>
        </a:defRPr>
      </a:lvl2pPr>
      <a:lvl3pPr marL="914400" algn="l">
        <a:buNone/>
        <a:defRPr sz="1800">
          <a:solidFill>
            <a:schemeClr val="tx1"/>
          </a:solidFill>
          <a:latin typeface="Arial" panose="020B0604020202090204"/>
          <a:ea typeface="Arial" panose="020B0604020202090204"/>
          <a:cs typeface="Arial" panose="020B0604020202090204"/>
        </a:defRPr>
      </a:lvl3pPr>
      <a:lvl4pPr marL="1371600" algn="l">
        <a:buNone/>
        <a:defRPr sz="1800">
          <a:solidFill>
            <a:schemeClr val="tx1"/>
          </a:solidFill>
          <a:latin typeface="Arial" panose="020B0604020202090204"/>
          <a:ea typeface="Arial" panose="020B0604020202090204"/>
          <a:cs typeface="Arial" panose="020B0604020202090204"/>
        </a:defRPr>
      </a:lvl4pPr>
      <a:lvl5pPr marL="1828800" algn="l">
        <a:buNone/>
        <a:defRPr sz="1800">
          <a:solidFill>
            <a:schemeClr val="tx1"/>
          </a:solidFill>
          <a:latin typeface="Arial" panose="020B0604020202090204"/>
          <a:ea typeface="Arial" panose="020B0604020202090204"/>
          <a:cs typeface="Arial" panose="020B0604020202090204"/>
        </a:defRPr>
      </a:lvl5pPr>
      <a:lvl6pPr marL="2286000" algn="l">
        <a:buNone/>
        <a:defRPr sz="1800">
          <a:solidFill>
            <a:schemeClr val="tx1"/>
          </a:solidFill>
          <a:latin typeface="Arial" panose="020B0604020202090204"/>
          <a:ea typeface="Arial" panose="020B0604020202090204"/>
          <a:cs typeface="Arial" panose="020B0604020202090204"/>
        </a:defRPr>
      </a:lvl6pPr>
      <a:lvl7pPr marL="2743200" algn="l">
        <a:buNone/>
        <a:defRPr sz="1800">
          <a:solidFill>
            <a:schemeClr val="tx1"/>
          </a:solidFill>
          <a:latin typeface="Arial" panose="020B0604020202090204"/>
          <a:ea typeface="Arial" panose="020B0604020202090204"/>
          <a:cs typeface="Arial" panose="020B0604020202090204"/>
        </a:defRPr>
      </a:lvl7pPr>
      <a:lvl8pPr marL="3200400" algn="l">
        <a:buNone/>
        <a:defRPr sz="1800">
          <a:solidFill>
            <a:schemeClr val="tx1"/>
          </a:solidFill>
          <a:latin typeface="Arial" panose="020B0604020202090204"/>
          <a:ea typeface="Arial" panose="020B0604020202090204"/>
          <a:cs typeface="Arial" panose="020B0604020202090204"/>
        </a:defRPr>
      </a:lvl8pPr>
      <a:lvl9pPr marL="3657600" algn="l">
        <a:buNone/>
        <a:defRPr sz="1800">
          <a:solidFill>
            <a:schemeClr val="tx1"/>
          </a:solidFill>
          <a:latin typeface="Arial" panose="020B0604020202090204"/>
          <a:ea typeface="Arial" panose="020B0604020202090204"/>
          <a:cs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 name="structure"/>
          <p:cNvGrpSpPr/>
          <p:nvPr/>
        </p:nvGrpSpPr>
        <p:grpSpPr>
          <a:xfrm>
            <a:off x="0" y="0"/>
            <a:ext cx="24955500" cy="8572500"/>
            <a:chOff x="0" y="0"/>
            <a:chExt cx="24955500" cy="8572500"/>
          </a:xfrm>
        </p:grpSpPr>
        <p:sp>
          <p:nvSpPr>
            <p:cNvPr id="3" name="four:structure:substep-frame:4"/>
            <p:cNvSpPr>
              <a:spLocks noGrp="1"/>
            </p:cNvSpPr>
            <p:nvPr/>
          </p:nvSpPr>
          <p:spPr>
            <a:xfrm>
              <a:off x="266700" y="209550"/>
              <a:ext cx="2571750" cy="7534275"/>
            </a:xfrm>
            <a:prstGeom prst="roundRect">
              <a:avLst>
                <a:gd name="adj" fmla="val 4444"/>
              </a:avLst>
            </a:prstGeom>
            <a:solidFill>
              <a:srgbClr val="F7F9FA"/>
            </a:solidFill>
            <a:ln w="12383">
              <a:solidFill>
                <a:srgbClr val="A9CDDF"/>
              </a:solidFill>
              <a:prstDash val="solid"/>
            </a:ln>
          </p:spPr>
        </p:sp>
        <p:sp>
          <p:nvSpPr>
            <p:cNvPr id="4" name="four:structure:substep-frame:5"/>
            <p:cNvSpPr>
              <a:spLocks noGrp="1"/>
            </p:cNvSpPr>
            <p:nvPr/>
          </p:nvSpPr>
          <p:spPr>
            <a:xfrm>
              <a:off x="266700" y="209550"/>
              <a:ext cx="2571750" cy="581025"/>
            </a:xfrm>
            <a:prstGeom prst="roundRect">
              <a:avLst>
                <a:gd name="adj" fmla="val 19672"/>
              </a:avLst>
            </a:prstGeom>
            <a:solidFill>
              <a:srgbClr val="E7EDF0"/>
            </a:solidFill>
            <a:ln w="0">
              <a:noFill/>
              <a:prstDash val="solid"/>
            </a:ln>
          </p:spPr>
        </p:sp>
        <p:sp>
          <p:nvSpPr>
            <p:cNvPr id="5" name="four:structure:rect:6"/>
            <p:cNvSpPr>
              <a:spLocks noGrp="1"/>
            </p:cNvSpPr>
            <p:nvPr/>
          </p:nvSpPr>
          <p:spPr>
            <a:xfrm>
              <a:off x="266700" y="533400"/>
              <a:ext cx="2571750" cy="257175"/>
            </a:xfrm>
            <a:prstGeom prst="rect">
              <a:avLst/>
            </a:prstGeom>
            <a:solidFill>
              <a:srgbClr val="E7EDF0"/>
            </a:solidFill>
            <a:ln w="0">
              <a:noFill/>
              <a:prstDash val="solid"/>
            </a:ln>
          </p:spPr>
        </p:sp>
        <p:sp>
          <p:nvSpPr>
            <p:cNvPr id="6" name="four:structure:regular-node:7"/>
            <p:cNvSpPr>
              <a:spLocks noGrp="1"/>
            </p:cNvSpPr>
            <p:nvPr/>
          </p:nvSpPr>
          <p:spPr>
            <a:xfrm>
              <a:off x="352425" y="323850"/>
              <a:ext cx="342900" cy="342900"/>
            </a:xfrm>
            <a:prstGeom prst="ellipse">
              <a:avLst/>
            </a:prstGeom>
            <a:solidFill>
              <a:srgbClr val="E7EDF0"/>
            </a:solidFill>
            <a:ln w="0">
              <a:noFill/>
              <a:prstDash val="solid"/>
            </a:ln>
          </p:spPr>
        </p:sp>
        <p:sp>
          <p:nvSpPr>
            <p:cNvPr id="7" name="four:structure:textbox:8"/>
            <p:cNvSpPr>
              <a:spLocks noGrp="1"/>
            </p:cNvSpPr>
            <p:nvPr/>
          </p:nvSpPr>
          <p:spPr>
            <a:xfrm>
              <a:off x="2762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(a)</a:t>
              </a:r>
              <a:endParaRPr sz="1500" b="1">
                <a:solidFill>
                  <a:srgbClr val="263238"/>
                </a:solidFill>
                <a:latin typeface="Arial" panose="020B0604020202090204"/>
                <a:ea typeface="Arial" panose="020B0604020202090204"/>
                <a:cs typeface="Arial" panose="020B0604020202090204"/>
              </a:endParaRPr>
            </a:p>
          </p:txBody>
        </p:sp>
        <p:sp>
          <p:nvSpPr>
            <p:cNvPr id="8" name="four:structure:textbox:9"/>
            <p:cNvSpPr>
              <a:spLocks noGrp="1"/>
            </p:cNvSpPr>
            <p:nvPr/>
          </p:nvSpPr>
          <p:spPr>
            <a:xfrm>
              <a:off x="781050" y="285750"/>
              <a:ext cx="210312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Scalar fields (2D / 3D)</a:t>
              </a:r>
              <a:endParaRPr sz="1500" b="1">
                <a:solidFill>
                  <a:srgbClr val="263238"/>
                </a:solidFill>
                <a:latin typeface="Arial" panose="020B0604020202090204"/>
                <a:ea typeface="Arial" panose="020B0604020202090204"/>
                <a:cs typeface="Arial" panose="020B0604020202090204"/>
              </a:endParaRPr>
            </a:p>
          </p:txBody>
        </p:sp>
        <p:sp>
          <p:nvSpPr>
            <p:cNvPr id="9" name="four:structure:substep-frame:10"/>
            <p:cNvSpPr>
              <a:spLocks noGrp="1"/>
            </p:cNvSpPr>
            <p:nvPr/>
          </p:nvSpPr>
          <p:spPr>
            <a:xfrm>
              <a:off x="3162300" y="209550"/>
              <a:ext cx="4762500" cy="7534275"/>
            </a:xfrm>
            <a:prstGeom prst="roundRect">
              <a:avLst>
                <a:gd name="adj" fmla="val 2400"/>
              </a:avLst>
            </a:prstGeom>
            <a:solidFill>
              <a:srgbClr val="F7F9FA"/>
            </a:solidFill>
            <a:ln w="12383">
              <a:solidFill>
                <a:srgbClr val="A9CDDF"/>
              </a:solidFill>
              <a:prstDash val="solid"/>
            </a:ln>
          </p:spPr>
        </p:sp>
        <p:sp>
          <p:nvSpPr>
            <p:cNvPr id="10" name="four:structure:substep-frame:11"/>
            <p:cNvSpPr>
              <a:spLocks noGrp="1"/>
            </p:cNvSpPr>
            <p:nvPr/>
          </p:nvSpPr>
          <p:spPr>
            <a:xfrm>
              <a:off x="3162300" y="209550"/>
              <a:ext cx="4762500" cy="581025"/>
            </a:xfrm>
            <a:prstGeom prst="roundRect">
              <a:avLst>
                <a:gd name="adj" fmla="val 19672"/>
              </a:avLst>
            </a:prstGeom>
            <a:solidFill>
              <a:srgbClr val="E7EDF0"/>
            </a:solidFill>
            <a:ln w="0">
              <a:noFill/>
              <a:prstDash val="solid"/>
            </a:ln>
          </p:spPr>
        </p:sp>
        <p:sp>
          <p:nvSpPr>
            <p:cNvPr id="11" name="four:structure:rect:12"/>
            <p:cNvSpPr>
              <a:spLocks noGrp="1"/>
            </p:cNvSpPr>
            <p:nvPr/>
          </p:nvSpPr>
          <p:spPr>
            <a:xfrm>
              <a:off x="3162300" y="533400"/>
              <a:ext cx="4762500" cy="257175"/>
            </a:xfrm>
            <a:prstGeom prst="rect">
              <a:avLst/>
            </a:prstGeom>
            <a:solidFill>
              <a:srgbClr val="E7EDF0"/>
            </a:solidFill>
            <a:ln w="0">
              <a:noFill/>
              <a:prstDash val="solid"/>
            </a:ln>
          </p:spPr>
        </p:sp>
        <p:sp>
          <p:nvSpPr>
            <p:cNvPr id="12" name="four:structure:regular-node:13"/>
            <p:cNvSpPr>
              <a:spLocks noGrp="1"/>
            </p:cNvSpPr>
            <p:nvPr/>
          </p:nvSpPr>
          <p:spPr>
            <a:xfrm>
              <a:off x="3248025" y="323850"/>
              <a:ext cx="342900" cy="342900"/>
            </a:xfrm>
            <a:prstGeom prst="ellipse">
              <a:avLst/>
            </a:prstGeom>
            <a:solidFill>
              <a:srgbClr val="E7EDF0"/>
            </a:solidFill>
            <a:ln w="0">
              <a:noFill/>
              <a:prstDash val="solid"/>
            </a:ln>
          </p:spPr>
        </p:sp>
        <p:sp>
          <p:nvSpPr>
            <p:cNvPr id="13" name="four:structure:textbox:14"/>
            <p:cNvSpPr>
              <a:spLocks noGrp="1"/>
            </p:cNvSpPr>
            <p:nvPr/>
          </p:nvSpPr>
          <p:spPr>
            <a:xfrm>
              <a:off x="31718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(b)</a:t>
              </a:r>
              <a:endParaRPr sz="1500" b="1">
                <a:solidFill>
                  <a:srgbClr val="263238"/>
                </a:solidFill>
                <a:latin typeface="Arial" panose="020B0604020202090204"/>
                <a:ea typeface="Arial" panose="020B0604020202090204"/>
                <a:cs typeface="Arial" panose="020B0604020202090204"/>
              </a:endParaRPr>
            </a:p>
          </p:txBody>
        </p:sp>
        <p:sp>
          <p:nvSpPr>
            <p:cNvPr id="14" name="four:structure:textbox:15"/>
            <p:cNvSpPr>
              <a:spLocks noGrp="1"/>
            </p:cNvSpPr>
            <p:nvPr/>
          </p:nvSpPr>
          <p:spPr>
            <a:xfrm>
              <a:off x="3676650" y="285750"/>
              <a:ext cx="41719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Topology analysis</a:t>
              </a:r>
              <a:endParaRPr sz="1875" b="1">
                <a:solidFill>
                  <a:srgbClr val="263238"/>
                </a:solidFill>
                <a:latin typeface="Arial" panose="020B0604020202090204"/>
                <a:ea typeface="Arial" panose="020B0604020202090204"/>
                <a:cs typeface="Arial" panose="020B0604020202090204"/>
              </a:endParaRPr>
            </a:p>
          </p:txBody>
        </p:sp>
        <p:sp>
          <p:nvSpPr>
            <p:cNvPr id="15" name="four:structure:substep-frame:16"/>
            <p:cNvSpPr>
              <a:spLocks noGrp="1"/>
            </p:cNvSpPr>
            <p:nvPr/>
          </p:nvSpPr>
          <p:spPr>
            <a:xfrm>
              <a:off x="8248650" y="209550"/>
              <a:ext cx="6858000" cy="7534275"/>
            </a:xfrm>
            <a:prstGeom prst="roundRect">
              <a:avLst>
                <a:gd name="adj" fmla="val 1667"/>
              </a:avLst>
            </a:prstGeom>
            <a:solidFill>
              <a:srgbClr val="F7F9FA"/>
            </a:solidFill>
            <a:ln w="12383">
              <a:solidFill>
                <a:srgbClr val="A9CDDF"/>
              </a:solidFill>
              <a:prstDash val="solid"/>
            </a:ln>
          </p:spPr>
        </p:sp>
        <p:sp>
          <p:nvSpPr>
            <p:cNvPr id="16" name="four:structure:substep-frame:17"/>
            <p:cNvSpPr>
              <a:spLocks noGrp="1"/>
            </p:cNvSpPr>
            <p:nvPr/>
          </p:nvSpPr>
          <p:spPr>
            <a:xfrm>
              <a:off x="8248650" y="209550"/>
              <a:ext cx="6858000" cy="581025"/>
            </a:xfrm>
            <a:prstGeom prst="roundRect">
              <a:avLst>
                <a:gd name="adj" fmla="val 19672"/>
              </a:avLst>
            </a:prstGeom>
            <a:solidFill>
              <a:srgbClr val="E7EDF0"/>
            </a:solidFill>
            <a:ln w="0">
              <a:noFill/>
              <a:prstDash val="solid"/>
            </a:ln>
          </p:spPr>
        </p:sp>
        <p:sp>
          <p:nvSpPr>
            <p:cNvPr id="17" name="four:structure:rect:18"/>
            <p:cNvSpPr>
              <a:spLocks noGrp="1"/>
            </p:cNvSpPr>
            <p:nvPr/>
          </p:nvSpPr>
          <p:spPr>
            <a:xfrm>
              <a:off x="8248650" y="533400"/>
              <a:ext cx="6858000" cy="257175"/>
            </a:xfrm>
            <a:prstGeom prst="rect">
              <a:avLst/>
            </a:prstGeom>
            <a:solidFill>
              <a:srgbClr val="E7EDF0"/>
            </a:solidFill>
            <a:ln w="0">
              <a:noFill/>
              <a:prstDash val="solid"/>
            </a:ln>
          </p:spPr>
        </p:sp>
        <p:sp>
          <p:nvSpPr>
            <p:cNvPr id="18" name="four:structure:regular-node:19"/>
            <p:cNvSpPr>
              <a:spLocks noGrp="1"/>
            </p:cNvSpPr>
            <p:nvPr/>
          </p:nvSpPr>
          <p:spPr>
            <a:xfrm>
              <a:off x="8334375" y="323850"/>
              <a:ext cx="342900" cy="342900"/>
            </a:xfrm>
            <a:prstGeom prst="ellipse">
              <a:avLst/>
            </a:prstGeom>
            <a:solidFill>
              <a:srgbClr val="E7EDF0"/>
            </a:solidFill>
            <a:ln w="0">
              <a:noFill/>
              <a:prstDash val="solid"/>
            </a:ln>
          </p:spPr>
        </p:sp>
        <p:sp>
          <p:nvSpPr>
            <p:cNvPr id="19" name="four:structure:textbox:20"/>
            <p:cNvSpPr>
              <a:spLocks noGrp="1"/>
            </p:cNvSpPr>
            <p:nvPr/>
          </p:nvSpPr>
          <p:spPr>
            <a:xfrm>
              <a:off x="825817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(c)</a:t>
              </a:r>
              <a:endParaRPr sz="1500" b="1">
                <a:solidFill>
                  <a:srgbClr val="263238"/>
                </a:solidFill>
                <a:latin typeface="Arial" panose="020B0604020202090204"/>
                <a:ea typeface="Arial" panose="020B0604020202090204"/>
                <a:cs typeface="Arial" panose="020B0604020202090204"/>
              </a:endParaRPr>
            </a:p>
          </p:txBody>
        </p:sp>
        <p:sp>
          <p:nvSpPr>
            <p:cNvPr id="20" name="four:structure:textbox:21"/>
            <p:cNvSpPr>
              <a:spLocks noGrp="1"/>
            </p:cNvSpPr>
            <p:nvPr/>
          </p:nvSpPr>
          <p:spPr>
            <a:xfrm>
              <a:off x="8763000" y="285750"/>
              <a:ext cx="62674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Certificate and relaxation</a:t>
              </a:r>
              <a:endParaRPr sz="1875" b="1">
                <a:solidFill>
                  <a:srgbClr val="263238"/>
                </a:solidFill>
                <a:latin typeface="Arial" panose="020B0604020202090204"/>
                <a:ea typeface="Arial" panose="020B0604020202090204"/>
                <a:cs typeface="Arial" panose="020B0604020202090204"/>
              </a:endParaRPr>
            </a:p>
          </p:txBody>
        </p:sp>
        <p:sp>
          <p:nvSpPr>
            <p:cNvPr id="21" name="four:structure:substep-frame:22"/>
            <p:cNvSpPr>
              <a:spLocks noGrp="1"/>
            </p:cNvSpPr>
            <p:nvPr/>
          </p:nvSpPr>
          <p:spPr>
            <a:xfrm>
              <a:off x="15430500" y="209550"/>
              <a:ext cx="4762500" cy="7534275"/>
            </a:xfrm>
            <a:prstGeom prst="roundRect">
              <a:avLst>
                <a:gd name="adj" fmla="val 2400"/>
              </a:avLst>
            </a:prstGeom>
            <a:solidFill>
              <a:srgbClr val="F7F9FA"/>
            </a:solidFill>
            <a:ln w="12383">
              <a:solidFill>
                <a:srgbClr val="A9CDDF"/>
              </a:solidFill>
              <a:prstDash val="solid"/>
            </a:ln>
          </p:spPr>
        </p:sp>
        <p:sp>
          <p:nvSpPr>
            <p:cNvPr id="22" name="four:structure:substep-frame:23"/>
            <p:cNvSpPr>
              <a:spLocks noGrp="1"/>
            </p:cNvSpPr>
            <p:nvPr/>
          </p:nvSpPr>
          <p:spPr>
            <a:xfrm>
              <a:off x="15430500" y="209550"/>
              <a:ext cx="4762500" cy="581025"/>
            </a:xfrm>
            <a:prstGeom prst="roundRect">
              <a:avLst>
                <a:gd name="adj" fmla="val 19672"/>
              </a:avLst>
            </a:prstGeom>
            <a:solidFill>
              <a:srgbClr val="E7EDF0"/>
            </a:solidFill>
            <a:ln w="0">
              <a:noFill/>
              <a:prstDash val="solid"/>
            </a:ln>
          </p:spPr>
        </p:sp>
        <p:sp>
          <p:nvSpPr>
            <p:cNvPr id="23" name="four:structure:rect:24"/>
            <p:cNvSpPr>
              <a:spLocks noGrp="1"/>
            </p:cNvSpPr>
            <p:nvPr/>
          </p:nvSpPr>
          <p:spPr>
            <a:xfrm>
              <a:off x="15430500" y="533400"/>
              <a:ext cx="4762500" cy="257175"/>
            </a:xfrm>
            <a:prstGeom prst="rect">
              <a:avLst/>
            </a:prstGeom>
            <a:solidFill>
              <a:srgbClr val="E7EDF0"/>
            </a:solidFill>
            <a:ln w="0">
              <a:noFill/>
              <a:prstDash val="solid"/>
            </a:ln>
          </p:spPr>
        </p:sp>
        <p:sp>
          <p:nvSpPr>
            <p:cNvPr id="24" name="four:structure:regular-node:25"/>
            <p:cNvSpPr>
              <a:spLocks noGrp="1"/>
            </p:cNvSpPr>
            <p:nvPr/>
          </p:nvSpPr>
          <p:spPr>
            <a:xfrm>
              <a:off x="15516225" y="323850"/>
              <a:ext cx="342900" cy="342900"/>
            </a:xfrm>
            <a:prstGeom prst="ellipse">
              <a:avLst/>
            </a:prstGeom>
            <a:solidFill>
              <a:srgbClr val="E7EDF0"/>
            </a:solidFill>
            <a:ln w="0">
              <a:noFill/>
              <a:prstDash val="solid"/>
            </a:ln>
          </p:spPr>
        </p:sp>
        <p:sp>
          <p:nvSpPr>
            <p:cNvPr id="25" name="four:structure:textbox:26"/>
            <p:cNvSpPr>
              <a:spLocks noGrp="1"/>
            </p:cNvSpPr>
            <p:nvPr/>
          </p:nvSpPr>
          <p:spPr>
            <a:xfrm>
              <a:off x="1544002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(d)</a:t>
              </a:r>
              <a:endParaRPr sz="1500" b="1">
                <a:solidFill>
                  <a:srgbClr val="263238"/>
                </a:solidFill>
                <a:latin typeface="Arial" panose="020B0604020202090204"/>
                <a:ea typeface="Arial" panose="020B0604020202090204"/>
                <a:cs typeface="Arial" panose="020B0604020202090204"/>
              </a:endParaRPr>
            </a:p>
          </p:txBody>
        </p:sp>
        <p:sp>
          <p:nvSpPr>
            <p:cNvPr id="26" name="four:structure:textbox:27"/>
            <p:cNvSpPr>
              <a:spLocks noGrp="1"/>
            </p:cNvSpPr>
            <p:nvPr/>
          </p:nvSpPr>
          <p:spPr>
            <a:xfrm>
              <a:off x="15944850" y="285750"/>
              <a:ext cx="417195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Layout and optimal filling</a:t>
              </a:r>
              <a:endParaRPr sz="1875" b="1">
                <a:solidFill>
                  <a:srgbClr val="263238"/>
                </a:solidFill>
                <a:latin typeface="Arial" panose="020B0604020202090204"/>
                <a:ea typeface="Arial" panose="020B0604020202090204"/>
                <a:cs typeface="Arial" panose="020B0604020202090204"/>
              </a:endParaRPr>
            </a:p>
          </p:txBody>
        </p:sp>
        <p:sp>
          <p:nvSpPr>
            <p:cNvPr id="27" name="four:structure:substep-frame:28"/>
            <p:cNvSpPr>
              <a:spLocks noGrp="1"/>
            </p:cNvSpPr>
            <p:nvPr/>
          </p:nvSpPr>
          <p:spPr>
            <a:xfrm>
              <a:off x="20516850" y="209550"/>
              <a:ext cx="4171950" cy="7534275"/>
            </a:xfrm>
            <a:prstGeom prst="roundRect">
              <a:avLst>
                <a:gd name="adj" fmla="val 2740"/>
              </a:avLst>
            </a:prstGeom>
            <a:solidFill>
              <a:srgbClr val="F7F9FA"/>
            </a:solidFill>
            <a:ln w="12383">
              <a:solidFill>
                <a:srgbClr val="A9CDDF"/>
              </a:solidFill>
              <a:prstDash val="solid"/>
            </a:ln>
          </p:spPr>
        </p:sp>
        <p:sp>
          <p:nvSpPr>
            <p:cNvPr id="28" name="four:structure:substep-frame:29"/>
            <p:cNvSpPr>
              <a:spLocks noGrp="1"/>
            </p:cNvSpPr>
            <p:nvPr/>
          </p:nvSpPr>
          <p:spPr>
            <a:xfrm>
              <a:off x="20516850" y="209550"/>
              <a:ext cx="4171950" cy="581025"/>
            </a:xfrm>
            <a:prstGeom prst="roundRect">
              <a:avLst>
                <a:gd name="adj" fmla="val 19672"/>
              </a:avLst>
            </a:prstGeom>
            <a:solidFill>
              <a:srgbClr val="E7EDF0"/>
            </a:solidFill>
            <a:ln w="0">
              <a:noFill/>
              <a:prstDash val="solid"/>
            </a:ln>
          </p:spPr>
        </p:sp>
        <p:sp>
          <p:nvSpPr>
            <p:cNvPr id="29" name="four:structure:rect:30"/>
            <p:cNvSpPr>
              <a:spLocks noGrp="1"/>
            </p:cNvSpPr>
            <p:nvPr/>
          </p:nvSpPr>
          <p:spPr>
            <a:xfrm>
              <a:off x="20516850" y="533400"/>
              <a:ext cx="4171950" cy="257175"/>
            </a:xfrm>
            <a:prstGeom prst="rect">
              <a:avLst/>
            </a:prstGeom>
            <a:solidFill>
              <a:srgbClr val="E7EDF0"/>
            </a:solidFill>
            <a:ln w="0">
              <a:noFill/>
              <a:prstDash val="solid"/>
            </a:ln>
          </p:spPr>
        </p:sp>
        <p:sp>
          <p:nvSpPr>
            <p:cNvPr id="30" name="four:structure:regular-node:31"/>
            <p:cNvSpPr>
              <a:spLocks noGrp="1"/>
            </p:cNvSpPr>
            <p:nvPr/>
          </p:nvSpPr>
          <p:spPr>
            <a:xfrm>
              <a:off x="20602575" y="323850"/>
              <a:ext cx="342900" cy="342900"/>
            </a:xfrm>
            <a:prstGeom prst="ellipse">
              <a:avLst/>
            </a:prstGeom>
            <a:solidFill>
              <a:srgbClr val="E7EDF0"/>
            </a:solidFill>
            <a:ln w="0">
              <a:noFill/>
              <a:prstDash val="solid"/>
            </a:ln>
          </p:spPr>
        </p:sp>
        <p:sp>
          <p:nvSpPr>
            <p:cNvPr id="31" name="four:structure:textbox:32"/>
            <p:cNvSpPr>
              <a:spLocks noGrp="1"/>
            </p:cNvSpPr>
            <p:nvPr/>
          </p:nvSpPr>
          <p:spPr>
            <a:xfrm>
              <a:off x="20526375" y="295275"/>
              <a:ext cx="438150" cy="381000"/>
            </a:xfrm>
            <a:prstGeom prst="rect">
              <a:avLst/>
            </a:prstGeom>
            <a:noFill/>
            <a:ln w="0">
              <a:noFill/>
              <a:prstDash val="solid"/>
            </a:ln>
          </p:spPr>
          <p:txBody>
            <a:bodyPr wrap="none" lIns="0" tIns="0" rIns="0" bIns="0" anchor="ctr">
              <a:normAutofit/>
            </a:bodyPr>
            <a:lstStyle>
              <a:defPPr algn="ctr">
                <a:defRPr sz="1875" b="1">
                  <a:solidFill>
                    <a:srgbClr val="263238"/>
                  </a:solidFill>
                  <a:latin typeface="Arial" panose="020B0604020202090204"/>
                  <a:ea typeface="Arial" panose="020B0604020202090204"/>
                  <a:cs typeface="Arial" panose="020B0604020202090204"/>
                </a:defRPr>
              </a:defPPr>
            </a:lstStyle>
            <a:p>
              <a:pPr algn="ctr">
                <a:defRPr sz="1875"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(e)</a:t>
              </a:r>
              <a:endParaRPr sz="1500" b="1">
                <a:solidFill>
                  <a:srgbClr val="263238"/>
                </a:solidFill>
                <a:latin typeface="Arial" panose="020B0604020202090204"/>
                <a:ea typeface="Arial" panose="020B0604020202090204"/>
                <a:cs typeface="Arial" panose="020B0604020202090204"/>
              </a:endParaRPr>
            </a:p>
          </p:txBody>
        </p:sp>
        <p:sp>
          <p:nvSpPr>
            <p:cNvPr id="32" name="four:structure:textbox:33"/>
            <p:cNvSpPr>
              <a:spLocks noGrp="1"/>
            </p:cNvSpPr>
            <p:nvPr/>
          </p:nvSpPr>
          <p:spPr>
            <a:xfrm>
              <a:off x="21031200" y="285750"/>
              <a:ext cx="3581400" cy="409575"/>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Temporal output</a:t>
              </a:r>
              <a:endParaRPr sz="1875" b="1">
                <a:solidFill>
                  <a:srgbClr val="263238"/>
                </a:solidFill>
                <a:latin typeface="Arial" panose="020B0604020202090204"/>
                <a:ea typeface="Arial" panose="020B0604020202090204"/>
                <a:cs typeface="Arial" panose="020B0604020202090204"/>
              </a:endParaRPr>
            </a:p>
          </p:txBody>
        </p:sp>
        <p:sp>
          <p:nvSpPr>
            <p:cNvPr id="33" name="four:structure:chevron:34"/>
            <p:cNvSpPr>
              <a:spLocks noGrp="1"/>
            </p:cNvSpPr>
            <p:nvPr/>
          </p:nvSpPr>
          <p:spPr>
            <a:xfrm>
              <a:off x="2924175" y="381000"/>
              <a:ext cx="152400" cy="238125"/>
            </a:xfrm>
            <a:prstGeom prst="chevron">
              <a:avLst/>
            </a:prstGeom>
            <a:solidFill>
              <a:srgbClr val="A3B3BF"/>
            </a:solidFill>
            <a:ln w="0">
              <a:noFill/>
              <a:prstDash val="solid"/>
            </a:ln>
          </p:spPr>
        </p:sp>
        <p:sp>
          <p:nvSpPr>
            <p:cNvPr id="34" name="four:structure:chevron:35"/>
            <p:cNvSpPr>
              <a:spLocks noGrp="1"/>
            </p:cNvSpPr>
            <p:nvPr/>
          </p:nvSpPr>
          <p:spPr>
            <a:xfrm>
              <a:off x="8010525" y="381000"/>
              <a:ext cx="152400" cy="238125"/>
            </a:xfrm>
            <a:prstGeom prst="chevron">
              <a:avLst/>
            </a:prstGeom>
            <a:solidFill>
              <a:srgbClr val="A3B3BF"/>
            </a:solidFill>
            <a:ln w="0">
              <a:noFill/>
              <a:prstDash val="solid"/>
            </a:ln>
          </p:spPr>
        </p:sp>
        <p:sp>
          <p:nvSpPr>
            <p:cNvPr id="35" name="four:structure:chevron:36"/>
            <p:cNvSpPr>
              <a:spLocks noGrp="1"/>
            </p:cNvSpPr>
            <p:nvPr/>
          </p:nvSpPr>
          <p:spPr>
            <a:xfrm>
              <a:off x="15192375" y="381000"/>
              <a:ext cx="152400" cy="238125"/>
            </a:xfrm>
            <a:prstGeom prst="chevron">
              <a:avLst/>
            </a:prstGeom>
            <a:solidFill>
              <a:srgbClr val="A3B3BF"/>
            </a:solidFill>
            <a:ln w="0">
              <a:noFill/>
              <a:prstDash val="solid"/>
            </a:ln>
          </p:spPr>
        </p:sp>
        <p:sp>
          <p:nvSpPr>
            <p:cNvPr id="36" name="four:structure:chevron:37"/>
            <p:cNvSpPr>
              <a:spLocks noGrp="1"/>
            </p:cNvSpPr>
            <p:nvPr/>
          </p:nvSpPr>
          <p:spPr>
            <a:xfrm>
              <a:off x="20278725" y="381000"/>
              <a:ext cx="152400" cy="238125"/>
            </a:xfrm>
            <a:prstGeom prst="chevron">
              <a:avLst/>
            </a:prstGeom>
            <a:solidFill>
              <a:srgbClr val="A3B3BF"/>
            </a:solidFill>
            <a:ln w="0">
              <a:noFill/>
              <a:prstDash val="solid"/>
            </a:ln>
          </p:spPr>
        </p:sp>
      </p:grpSp>
      <p:grpSp>
        <p:nvGrpSpPr>
          <p:cNvPr id="37" name="substep-backgrounds"/>
          <p:cNvGrpSpPr/>
          <p:nvPr/>
        </p:nvGrpSpPr>
        <p:grpSpPr>
          <a:xfrm>
            <a:off x="-66675" y="0"/>
            <a:ext cx="24955500" cy="8572500"/>
            <a:chOff x="0" y="0"/>
            <a:chExt cx="24955500" cy="8572500"/>
          </a:xfrm>
        </p:grpSpPr>
        <p:sp>
          <p:nvSpPr>
            <p:cNvPr id="38" name="four:substep-backgrounds:substep-frame:38"/>
            <p:cNvSpPr>
              <a:spLocks noGrp="1"/>
            </p:cNvSpPr>
            <p:nvPr/>
          </p:nvSpPr>
          <p:spPr>
            <a:xfrm>
              <a:off x="371475" y="1266825"/>
              <a:ext cx="2362200" cy="3019425"/>
            </a:xfrm>
            <a:prstGeom prst="roundRect">
              <a:avLst>
                <a:gd name="adj" fmla="val 4839"/>
              </a:avLst>
            </a:prstGeom>
            <a:solidFill>
              <a:srgbClr val="FFFFFF"/>
            </a:solidFill>
            <a:ln w="7620">
              <a:solidFill>
                <a:srgbClr val="D2DFE8"/>
              </a:solidFill>
              <a:prstDash val="solid"/>
            </a:ln>
          </p:spPr>
        </p:sp>
        <p:sp>
          <p:nvSpPr>
            <p:cNvPr id="39" name="four:substep-backgrounds:substep-frame:39"/>
            <p:cNvSpPr>
              <a:spLocks noGrp="1"/>
            </p:cNvSpPr>
            <p:nvPr/>
          </p:nvSpPr>
          <p:spPr>
            <a:xfrm>
              <a:off x="3305175" y="4333875"/>
              <a:ext cx="4476750" cy="3333750"/>
            </a:xfrm>
            <a:prstGeom prst="roundRect">
              <a:avLst>
                <a:gd name="adj" fmla="val 3429"/>
              </a:avLst>
            </a:prstGeom>
            <a:solidFill>
              <a:srgbClr val="FFFFFF"/>
            </a:solidFill>
            <a:ln w="7620">
              <a:solidFill>
                <a:srgbClr val="D2DFE8"/>
              </a:solidFill>
              <a:prstDash val="solid"/>
            </a:ln>
          </p:spPr>
        </p:sp>
        <p:sp>
          <p:nvSpPr>
            <p:cNvPr id="40" name="four:substep-backgrounds:substep-frame:40"/>
            <p:cNvSpPr>
              <a:spLocks noGrp="1"/>
            </p:cNvSpPr>
            <p:nvPr/>
          </p:nvSpPr>
          <p:spPr>
            <a:xfrm>
              <a:off x="3324225" y="4714875"/>
              <a:ext cx="1990725" cy="2895600"/>
            </a:xfrm>
            <a:prstGeom prst="roundRect">
              <a:avLst>
                <a:gd name="adj" fmla="val 5742"/>
              </a:avLst>
            </a:prstGeom>
            <a:solidFill>
              <a:srgbClr val="F7F9FA"/>
            </a:solidFill>
            <a:ln w="7620">
              <a:noFill/>
              <a:prstDash val="solid"/>
            </a:ln>
          </p:spPr>
        </p:sp>
        <p:sp>
          <p:nvSpPr>
            <p:cNvPr id="41" name="four:substep-backgrounds:substep-frame:41"/>
            <p:cNvSpPr>
              <a:spLocks noGrp="1"/>
            </p:cNvSpPr>
            <p:nvPr/>
          </p:nvSpPr>
          <p:spPr>
            <a:xfrm>
              <a:off x="5705475" y="4714875"/>
              <a:ext cx="2076450" cy="2895600"/>
            </a:xfrm>
            <a:prstGeom prst="roundRect">
              <a:avLst>
                <a:gd name="adj" fmla="val 5505"/>
              </a:avLst>
            </a:prstGeom>
            <a:solidFill>
              <a:srgbClr val="F7F9FA"/>
            </a:solidFill>
            <a:ln w="7620">
              <a:noFill/>
              <a:prstDash val="solid"/>
            </a:ln>
          </p:spPr>
        </p:sp>
        <p:sp>
          <p:nvSpPr>
            <p:cNvPr id="42" name="four:substep-backgrounds:substep-frame:42"/>
            <p:cNvSpPr>
              <a:spLocks noGrp="1"/>
            </p:cNvSpPr>
            <p:nvPr/>
          </p:nvSpPr>
          <p:spPr>
            <a:xfrm>
              <a:off x="3305175" y="962025"/>
              <a:ext cx="4476750" cy="3314700"/>
            </a:xfrm>
            <a:prstGeom prst="roundRect">
              <a:avLst>
                <a:gd name="adj" fmla="val 3448"/>
              </a:avLst>
            </a:prstGeom>
            <a:solidFill>
              <a:srgbClr val="FFFFFF"/>
            </a:solidFill>
            <a:ln w="7620">
              <a:solidFill>
                <a:srgbClr val="D2DFE8"/>
              </a:solidFill>
              <a:prstDash val="solid"/>
            </a:ln>
          </p:spPr>
        </p:sp>
        <p:sp>
          <p:nvSpPr>
            <p:cNvPr id="43" name="four:substep-backgrounds:substep-frame:43"/>
            <p:cNvSpPr>
              <a:spLocks noGrp="1"/>
            </p:cNvSpPr>
            <p:nvPr/>
          </p:nvSpPr>
          <p:spPr>
            <a:xfrm>
              <a:off x="8401050" y="962025"/>
              <a:ext cx="6553200" cy="3143250"/>
            </a:xfrm>
            <a:prstGeom prst="roundRect">
              <a:avLst>
                <a:gd name="adj" fmla="val 3636"/>
              </a:avLst>
            </a:prstGeom>
            <a:solidFill>
              <a:srgbClr val="FFFFFF"/>
            </a:solidFill>
            <a:ln w="7620">
              <a:solidFill>
                <a:srgbClr val="D2DFE8"/>
              </a:solidFill>
              <a:prstDash val="solid"/>
            </a:ln>
          </p:spPr>
        </p:sp>
        <p:sp>
          <p:nvSpPr>
            <p:cNvPr id="44" name="four:substep-backgrounds:substep-frame:44"/>
            <p:cNvSpPr>
              <a:spLocks noGrp="1"/>
            </p:cNvSpPr>
            <p:nvPr/>
          </p:nvSpPr>
          <p:spPr>
            <a:xfrm>
              <a:off x="8534400" y="1352550"/>
              <a:ext cx="3028950" cy="2219325"/>
            </a:xfrm>
            <a:prstGeom prst="roundRect">
              <a:avLst>
                <a:gd name="adj" fmla="val 5150"/>
              </a:avLst>
            </a:prstGeom>
            <a:solidFill>
              <a:srgbClr val="F7F9FA"/>
            </a:solidFill>
            <a:ln w="7620">
              <a:noFill/>
              <a:prstDash val="solid"/>
            </a:ln>
          </p:spPr>
        </p:sp>
        <p:sp>
          <p:nvSpPr>
            <p:cNvPr id="45" name="four:substep-backgrounds:substep-frame:45"/>
            <p:cNvSpPr>
              <a:spLocks noGrp="1"/>
            </p:cNvSpPr>
            <p:nvPr/>
          </p:nvSpPr>
          <p:spPr>
            <a:xfrm>
              <a:off x="11811000" y="1352550"/>
              <a:ext cx="3009900" cy="2219325"/>
            </a:xfrm>
            <a:prstGeom prst="roundRect">
              <a:avLst>
                <a:gd name="adj" fmla="val 5150"/>
              </a:avLst>
            </a:prstGeom>
            <a:solidFill>
              <a:srgbClr val="F7F9FA"/>
            </a:solidFill>
            <a:ln w="7620">
              <a:noFill/>
              <a:prstDash val="solid"/>
            </a:ln>
          </p:spPr>
        </p:sp>
        <p:sp>
          <p:nvSpPr>
            <p:cNvPr id="46" name="four:substep-backgrounds:substep-frame:46"/>
            <p:cNvSpPr>
              <a:spLocks noGrp="1"/>
            </p:cNvSpPr>
            <p:nvPr/>
          </p:nvSpPr>
          <p:spPr>
            <a:xfrm>
              <a:off x="8401050" y="4772025"/>
              <a:ext cx="6553200" cy="2895600"/>
            </a:xfrm>
            <a:prstGeom prst="roundRect">
              <a:avLst>
                <a:gd name="adj" fmla="val 3947"/>
              </a:avLst>
            </a:prstGeom>
            <a:solidFill>
              <a:srgbClr val="FFFFFF"/>
            </a:solidFill>
            <a:ln w="7620">
              <a:solidFill>
                <a:srgbClr val="D2DFE8"/>
              </a:solidFill>
              <a:prstDash val="solid"/>
            </a:ln>
          </p:spPr>
        </p:sp>
        <p:sp>
          <p:nvSpPr>
            <p:cNvPr id="47" name="four:substep-backgrounds:substep-frame:47"/>
            <p:cNvSpPr>
              <a:spLocks noGrp="1"/>
            </p:cNvSpPr>
            <p:nvPr/>
          </p:nvSpPr>
          <p:spPr>
            <a:xfrm>
              <a:off x="15582900" y="962025"/>
              <a:ext cx="4457700" cy="3076575"/>
            </a:xfrm>
            <a:prstGeom prst="roundRect">
              <a:avLst>
                <a:gd name="adj" fmla="val 3715"/>
              </a:avLst>
            </a:prstGeom>
            <a:solidFill>
              <a:srgbClr val="FFFFFF"/>
            </a:solidFill>
            <a:ln w="7620">
              <a:solidFill>
                <a:srgbClr val="D2DFE8"/>
              </a:solidFill>
              <a:prstDash val="solid"/>
            </a:ln>
          </p:spPr>
        </p:sp>
        <p:sp>
          <p:nvSpPr>
            <p:cNvPr id="48" name="four:substep-backgrounds:substep-frame:48"/>
            <p:cNvSpPr>
              <a:spLocks noGrp="1"/>
            </p:cNvSpPr>
            <p:nvPr/>
          </p:nvSpPr>
          <p:spPr>
            <a:xfrm>
              <a:off x="15582900" y="4191000"/>
              <a:ext cx="4457700" cy="3476625"/>
            </a:xfrm>
            <a:prstGeom prst="roundRect">
              <a:avLst>
                <a:gd name="adj" fmla="val 3288"/>
              </a:avLst>
            </a:prstGeom>
            <a:solidFill>
              <a:srgbClr val="FFFFFF"/>
            </a:solidFill>
            <a:ln w="7620">
              <a:solidFill>
                <a:srgbClr val="D2DFE8"/>
              </a:solidFill>
              <a:prstDash val="solid"/>
            </a:ln>
          </p:spPr>
        </p:sp>
        <p:sp>
          <p:nvSpPr>
            <p:cNvPr id="49" name="four:substep-backgrounds:substep-frame:49"/>
            <p:cNvSpPr>
              <a:spLocks noGrp="1"/>
            </p:cNvSpPr>
            <p:nvPr/>
          </p:nvSpPr>
          <p:spPr>
            <a:xfrm>
              <a:off x="20669250" y="962025"/>
              <a:ext cx="3867150" cy="3305175"/>
            </a:xfrm>
            <a:prstGeom prst="roundRect">
              <a:avLst>
                <a:gd name="adj" fmla="val 3458"/>
              </a:avLst>
            </a:prstGeom>
            <a:solidFill>
              <a:srgbClr val="FFFFFF"/>
            </a:solidFill>
            <a:ln w="7620">
              <a:solidFill>
                <a:srgbClr val="D2DFE8"/>
              </a:solidFill>
              <a:prstDash val="solid"/>
            </a:ln>
          </p:spPr>
        </p:sp>
        <p:sp>
          <p:nvSpPr>
            <p:cNvPr id="50" name="four:substep-backgrounds:substep-frame:50"/>
            <p:cNvSpPr>
              <a:spLocks noGrp="1"/>
            </p:cNvSpPr>
            <p:nvPr/>
          </p:nvSpPr>
          <p:spPr>
            <a:xfrm>
              <a:off x="21936075" y="4419600"/>
              <a:ext cx="1428750" cy="704850"/>
            </a:xfrm>
            <a:prstGeom prst="roundRect">
              <a:avLst>
                <a:gd name="adj" fmla="val 16216"/>
              </a:avLst>
            </a:prstGeom>
            <a:solidFill>
              <a:srgbClr val="F7F9FA"/>
            </a:solidFill>
            <a:ln w="7620">
              <a:noFill/>
              <a:prstDash val="solid"/>
            </a:ln>
          </p:spPr>
        </p:sp>
        <p:sp>
          <p:nvSpPr>
            <p:cNvPr id="51" name="four:substep-backgrounds:substep-frame:51"/>
            <p:cNvSpPr>
              <a:spLocks noGrp="1"/>
            </p:cNvSpPr>
            <p:nvPr/>
          </p:nvSpPr>
          <p:spPr>
            <a:xfrm>
              <a:off x="20669250" y="5334000"/>
              <a:ext cx="3867150" cy="2333625"/>
            </a:xfrm>
            <a:prstGeom prst="roundRect">
              <a:avLst>
                <a:gd name="adj" fmla="val 4898"/>
              </a:avLst>
            </a:prstGeom>
            <a:solidFill>
              <a:srgbClr val="FFFFFF"/>
            </a:solidFill>
            <a:ln w="7620">
              <a:solidFill>
                <a:srgbClr val="D2DFE8"/>
              </a:solidFill>
              <a:prstDash val="solid"/>
            </a:ln>
          </p:spPr>
        </p:sp>
      </p:grpSp>
      <p:grpSp>
        <p:nvGrpSpPr>
          <p:cNvPr id="52" name="scalar-input"/>
          <p:cNvGrpSpPr/>
          <p:nvPr/>
        </p:nvGrpSpPr>
        <p:grpSpPr>
          <a:xfrm>
            <a:off x="0" y="0"/>
            <a:ext cx="24955500" cy="8572500"/>
            <a:chOff x="0" y="0"/>
            <a:chExt cx="24955500" cy="8572500"/>
          </a:xfrm>
        </p:grpSpPr>
        <p:sp>
          <p:nvSpPr>
            <p:cNvPr id="53" name="four:scalar-input:textbox:52"/>
            <p:cNvSpPr>
              <a:spLocks noGrp="1"/>
            </p:cNvSpPr>
            <p:nvPr/>
          </p:nvSpPr>
          <p:spPr>
            <a:xfrm>
              <a:off x="447675" y="1438275"/>
              <a:ext cx="2190750" cy="304800"/>
            </a:xfrm>
            <a:prstGeom prst="rect">
              <a:avLst/>
            </a:prstGeom>
            <a:noFill/>
            <a:ln w="0">
              <a:noFill/>
              <a:prstDash val="solid"/>
            </a:ln>
          </p:spPr>
          <p:txBody>
            <a:bodyPr wrap="none" lIns="0" tIns="0" rIns="0" bIns="0" anchor="ctr">
              <a:normAutofit fontScale="93672"/>
            </a:bodyPr>
            <a:lstStyle>
              <a:defPPr algn="l">
                <a:defRPr sz="1500" b="1">
                  <a:solidFill>
                    <a:srgbClr val="263238"/>
                  </a:solidFill>
                  <a:latin typeface="Arial" panose="020B0604020202090204"/>
                  <a:ea typeface="Arial" panose="020B0604020202090204"/>
                  <a:cs typeface="Arial" panose="020B0604020202090204"/>
                </a:defRPr>
              </a:defPPr>
            </a:lstStyle>
            <a:p>
              <a:pPr algn="l">
                <a:defRPr sz="1500" b="1">
                  <a:solidFill>
                    <a:srgbClr val="263238"/>
                  </a:solidFill>
                  <a:latin typeface="Arial" panose="020B0604020202090204"/>
                  <a:ea typeface="Arial" panose="020B0604020202090204"/>
                  <a:cs typeface="Arial" panose="020B0604020202090204"/>
                </a:defRPr>
              </a:pPr>
              <a:r>
                <a:rPr sz="1240" b="1">
                  <a:solidFill>
                    <a:srgbClr val="263238"/>
                  </a:solidFill>
                  <a:latin typeface="Arial" panose="020B0604020202090204"/>
                  <a:ea typeface="Arial" panose="020B0604020202090204"/>
                  <a:cs typeface="Arial" panose="020B0604020202090204"/>
                </a:rPr>
                <a:t>2D time-varying scalar fields</a:t>
              </a:r>
              <a:endParaRPr sz="1240" b="1">
                <a:solidFill>
                  <a:srgbClr val="263238"/>
                </a:solidFill>
                <a:latin typeface="Arial" panose="020B0604020202090204"/>
                <a:ea typeface="Arial" panose="020B0604020202090204"/>
                <a:cs typeface="Arial" panose="020B0604020202090204"/>
              </a:endParaRPr>
            </a:p>
          </p:txBody>
        </p:sp>
        <p:sp>
          <p:nvSpPr>
            <p:cNvPr id="54" name="four:scalar-input:rect:53"/>
            <p:cNvSpPr>
              <a:spLocks noGrp="1"/>
            </p:cNvSpPr>
            <p:nvPr/>
          </p:nvSpPr>
          <p:spPr>
            <a:xfrm>
              <a:off x="561975" y="1905000"/>
              <a:ext cx="2095500" cy="1885950"/>
            </a:xfrm>
            <a:prstGeom prst="rect">
              <a:avLst/>
            </a:prstGeom>
            <a:solidFill>
              <a:srgbClr val="E0E1E3"/>
            </a:solidFill>
            <a:ln w="8573">
              <a:solidFill>
                <a:srgbClr val="263238"/>
              </a:solidFill>
              <a:prstDash val="solid"/>
            </a:ln>
          </p:spPr>
        </p:sp>
        <p:sp>
          <p:nvSpPr>
            <p:cNvPr id="55" name="four:scalar-input:rect:54"/>
            <p:cNvSpPr>
              <a:spLocks noGrp="1"/>
            </p:cNvSpPr>
            <p:nvPr/>
          </p:nvSpPr>
          <p:spPr>
            <a:xfrm>
              <a:off x="495300" y="1971675"/>
              <a:ext cx="2095500" cy="1885950"/>
            </a:xfrm>
            <a:prstGeom prst="rect">
              <a:avLst/>
            </a:prstGeom>
            <a:solidFill>
              <a:srgbClr val="E0E1E3"/>
            </a:solidFill>
            <a:ln w="8573">
              <a:solidFill>
                <a:srgbClr val="263238"/>
              </a:solidFill>
              <a:prstDash val="solid"/>
            </a:ln>
          </p:spPr>
        </p:sp>
        <p:sp>
          <p:nvSpPr>
            <p:cNvPr id="56" name="four:scalar-input:rect:55"/>
            <p:cNvSpPr>
              <a:spLocks noGrp="1"/>
            </p:cNvSpPr>
            <p:nvPr/>
          </p:nvSpPr>
          <p:spPr>
            <a:xfrm>
              <a:off x="428625" y="2038350"/>
              <a:ext cx="2095500" cy="1885950"/>
            </a:xfrm>
            <a:prstGeom prst="rect">
              <a:avLst/>
            </a:prstGeom>
            <a:solidFill>
              <a:srgbClr val="E0E1E3"/>
            </a:solidFill>
            <a:ln w="8573">
              <a:solidFill>
                <a:srgbClr val="263238"/>
              </a:solidFill>
              <a:prstDash val="solid"/>
            </a:ln>
          </p:spPr>
        </p:sp>
        <p:sp>
          <p:nvSpPr>
            <p:cNvPr id="57" name="four:scalar-input:grid-cell:56"/>
            <p:cNvSpPr>
              <a:spLocks noGrp="1"/>
            </p:cNvSpPr>
            <p:nvPr/>
          </p:nvSpPr>
          <p:spPr>
            <a:xfrm>
              <a:off x="361950" y="2105025"/>
              <a:ext cx="104966" cy="104966"/>
            </a:xfrm>
            <a:prstGeom prst="rect">
              <a:avLst/>
            </a:prstGeom>
            <a:solidFill>
              <a:srgbClr val="DCE8ED"/>
            </a:solidFill>
            <a:ln w="0">
              <a:noFill/>
              <a:prstDash val="solid"/>
            </a:ln>
          </p:spPr>
        </p:sp>
        <p:sp>
          <p:nvSpPr>
            <p:cNvPr id="58" name="four:scalar-input:grid-cell:57"/>
            <p:cNvSpPr>
              <a:spLocks noGrp="1"/>
            </p:cNvSpPr>
            <p:nvPr/>
          </p:nvSpPr>
          <p:spPr>
            <a:xfrm>
              <a:off x="466725" y="2105025"/>
              <a:ext cx="104966" cy="104966"/>
            </a:xfrm>
            <a:prstGeom prst="rect">
              <a:avLst/>
            </a:prstGeom>
            <a:solidFill>
              <a:srgbClr val="DCE8ED"/>
            </a:solidFill>
            <a:ln w="0">
              <a:noFill/>
              <a:prstDash val="solid"/>
            </a:ln>
          </p:spPr>
        </p:sp>
        <p:sp>
          <p:nvSpPr>
            <p:cNvPr id="59" name="four:scalar-input:grid-cell:58"/>
            <p:cNvSpPr>
              <a:spLocks noGrp="1"/>
            </p:cNvSpPr>
            <p:nvPr/>
          </p:nvSpPr>
          <p:spPr>
            <a:xfrm>
              <a:off x="571500" y="2105025"/>
              <a:ext cx="104966" cy="104966"/>
            </a:xfrm>
            <a:prstGeom prst="rect">
              <a:avLst/>
            </a:prstGeom>
            <a:solidFill>
              <a:srgbClr val="DCE8ED"/>
            </a:solidFill>
            <a:ln w="0">
              <a:noFill/>
              <a:prstDash val="solid"/>
            </a:ln>
          </p:spPr>
        </p:sp>
        <p:sp>
          <p:nvSpPr>
            <p:cNvPr id="60" name="four:scalar-input:grid-cell:59"/>
            <p:cNvSpPr>
              <a:spLocks noGrp="1"/>
            </p:cNvSpPr>
            <p:nvPr/>
          </p:nvSpPr>
          <p:spPr>
            <a:xfrm>
              <a:off x="676275" y="2105025"/>
              <a:ext cx="104966" cy="104966"/>
            </a:xfrm>
            <a:prstGeom prst="rect">
              <a:avLst/>
            </a:prstGeom>
            <a:solidFill>
              <a:srgbClr val="DCE8ED"/>
            </a:solidFill>
            <a:ln w="0">
              <a:noFill/>
              <a:prstDash val="solid"/>
            </a:ln>
          </p:spPr>
        </p:sp>
        <p:sp>
          <p:nvSpPr>
            <p:cNvPr id="61" name="four:scalar-input:grid-cell:60"/>
            <p:cNvSpPr>
              <a:spLocks noGrp="1"/>
            </p:cNvSpPr>
            <p:nvPr/>
          </p:nvSpPr>
          <p:spPr>
            <a:xfrm>
              <a:off x="781050" y="2105025"/>
              <a:ext cx="104966" cy="104966"/>
            </a:xfrm>
            <a:prstGeom prst="rect">
              <a:avLst/>
            </a:prstGeom>
            <a:solidFill>
              <a:srgbClr val="DCE8ED"/>
            </a:solidFill>
            <a:ln w="0">
              <a:noFill/>
              <a:prstDash val="solid"/>
            </a:ln>
          </p:spPr>
        </p:sp>
        <p:sp>
          <p:nvSpPr>
            <p:cNvPr id="62" name="four:scalar-input:grid-cell:61"/>
            <p:cNvSpPr>
              <a:spLocks noGrp="1"/>
            </p:cNvSpPr>
            <p:nvPr/>
          </p:nvSpPr>
          <p:spPr>
            <a:xfrm>
              <a:off x="885825" y="2105025"/>
              <a:ext cx="104966" cy="104966"/>
            </a:xfrm>
            <a:prstGeom prst="rect">
              <a:avLst/>
            </a:prstGeom>
            <a:solidFill>
              <a:srgbClr val="DCE8ED"/>
            </a:solidFill>
            <a:ln w="0">
              <a:noFill/>
              <a:prstDash val="solid"/>
            </a:ln>
          </p:spPr>
        </p:sp>
        <p:sp>
          <p:nvSpPr>
            <p:cNvPr id="63" name="four:scalar-input:grid-cell:62"/>
            <p:cNvSpPr>
              <a:spLocks noGrp="1"/>
            </p:cNvSpPr>
            <p:nvPr/>
          </p:nvSpPr>
          <p:spPr>
            <a:xfrm>
              <a:off x="990600" y="2105025"/>
              <a:ext cx="104966" cy="104966"/>
            </a:xfrm>
            <a:prstGeom prst="rect">
              <a:avLst/>
            </a:prstGeom>
            <a:solidFill>
              <a:srgbClr val="DCE8ED"/>
            </a:solidFill>
            <a:ln w="0">
              <a:noFill/>
              <a:prstDash val="solid"/>
            </a:ln>
          </p:spPr>
        </p:sp>
        <p:sp>
          <p:nvSpPr>
            <p:cNvPr id="64" name="four:scalar-input:grid-cell:63"/>
            <p:cNvSpPr>
              <a:spLocks noGrp="1"/>
            </p:cNvSpPr>
            <p:nvPr/>
          </p:nvSpPr>
          <p:spPr>
            <a:xfrm>
              <a:off x="1095375" y="2105025"/>
              <a:ext cx="104966" cy="104966"/>
            </a:xfrm>
            <a:prstGeom prst="rect">
              <a:avLst/>
            </a:prstGeom>
            <a:solidFill>
              <a:srgbClr val="DCE8ED"/>
            </a:solidFill>
            <a:ln w="0">
              <a:noFill/>
              <a:prstDash val="solid"/>
            </a:ln>
          </p:spPr>
        </p:sp>
        <p:sp>
          <p:nvSpPr>
            <p:cNvPr id="65" name="four:scalar-input:grid-cell:64"/>
            <p:cNvSpPr>
              <a:spLocks noGrp="1"/>
            </p:cNvSpPr>
            <p:nvPr/>
          </p:nvSpPr>
          <p:spPr>
            <a:xfrm>
              <a:off x="1200150" y="2105025"/>
              <a:ext cx="104966" cy="104966"/>
            </a:xfrm>
            <a:prstGeom prst="rect">
              <a:avLst/>
            </a:prstGeom>
            <a:solidFill>
              <a:srgbClr val="D4B4CC"/>
            </a:solidFill>
            <a:ln w="0">
              <a:noFill/>
              <a:prstDash val="solid"/>
            </a:ln>
          </p:spPr>
        </p:sp>
        <p:sp>
          <p:nvSpPr>
            <p:cNvPr id="66" name="four:scalar-input:grid-cell:65"/>
            <p:cNvSpPr>
              <a:spLocks noGrp="1"/>
            </p:cNvSpPr>
            <p:nvPr/>
          </p:nvSpPr>
          <p:spPr>
            <a:xfrm>
              <a:off x="1304925" y="2105025"/>
              <a:ext cx="104966" cy="104966"/>
            </a:xfrm>
            <a:prstGeom prst="rect">
              <a:avLst/>
            </a:prstGeom>
            <a:solidFill>
              <a:srgbClr val="D4B4CC"/>
            </a:solidFill>
            <a:ln w="0">
              <a:noFill/>
              <a:prstDash val="solid"/>
            </a:ln>
          </p:spPr>
        </p:sp>
        <p:sp>
          <p:nvSpPr>
            <p:cNvPr id="67" name="four:scalar-input:grid-cell:66"/>
            <p:cNvSpPr>
              <a:spLocks noGrp="1"/>
            </p:cNvSpPr>
            <p:nvPr/>
          </p:nvSpPr>
          <p:spPr>
            <a:xfrm>
              <a:off x="1409700" y="2105025"/>
              <a:ext cx="104966" cy="104966"/>
            </a:xfrm>
            <a:prstGeom prst="rect">
              <a:avLst/>
            </a:prstGeom>
            <a:solidFill>
              <a:srgbClr val="D4B4CC"/>
            </a:solidFill>
            <a:ln w="0">
              <a:noFill/>
              <a:prstDash val="solid"/>
            </a:ln>
          </p:spPr>
        </p:sp>
        <p:sp>
          <p:nvSpPr>
            <p:cNvPr id="68" name="four:scalar-input:grid-cell:67"/>
            <p:cNvSpPr>
              <a:spLocks noGrp="1"/>
            </p:cNvSpPr>
            <p:nvPr/>
          </p:nvSpPr>
          <p:spPr>
            <a:xfrm>
              <a:off x="1514475" y="2105025"/>
              <a:ext cx="104966" cy="104966"/>
            </a:xfrm>
            <a:prstGeom prst="rect">
              <a:avLst/>
            </a:prstGeom>
            <a:solidFill>
              <a:srgbClr val="CC79A7"/>
            </a:solidFill>
            <a:ln w="0">
              <a:noFill/>
              <a:prstDash val="solid"/>
            </a:ln>
          </p:spPr>
        </p:sp>
        <p:sp>
          <p:nvSpPr>
            <p:cNvPr id="69" name="four:scalar-input:grid-cell:68"/>
            <p:cNvSpPr>
              <a:spLocks noGrp="1"/>
            </p:cNvSpPr>
            <p:nvPr/>
          </p:nvSpPr>
          <p:spPr>
            <a:xfrm>
              <a:off x="1619250" y="2105025"/>
              <a:ext cx="104966" cy="104966"/>
            </a:xfrm>
            <a:prstGeom prst="rect">
              <a:avLst/>
            </a:prstGeom>
            <a:solidFill>
              <a:srgbClr val="CC79A7"/>
            </a:solidFill>
            <a:ln w="0">
              <a:noFill/>
              <a:prstDash val="solid"/>
            </a:ln>
          </p:spPr>
        </p:sp>
        <p:sp>
          <p:nvSpPr>
            <p:cNvPr id="70" name="four:scalar-input:grid-cell:69"/>
            <p:cNvSpPr>
              <a:spLocks noGrp="1"/>
            </p:cNvSpPr>
            <p:nvPr/>
          </p:nvSpPr>
          <p:spPr>
            <a:xfrm>
              <a:off x="1724025" y="2105025"/>
              <a:ext cx="104966" cy="104966"/>
            </a:xfrm>
            <a:prstGeom prst="rect">
              <a:avLst/>
            </a:prstGeom>
            <a:solidFill>
              <a:srgbClr val="CC79A7"/>
            </a:solidFill>
            <a:ln w="0">
              <a:noFill/>
              <a:prstDash val="solid"/>
            </a:ln>
          </p:spPr>
        </p:sp>
        <p:sp>
          <p:nvSpPr>
            <p:cNvPr id="71" name="four:scalar-input:grid-cell:70"/>
            <p:cNvSpPr>
              <a:spLocks noGrp="1"/>
            </p:cNvSpPr>
            <p:nvPr/>
          </p:nvSpPr>
          <p:spPr>
            <a:xfrm>
              <a:off x="1828800" y="2105025"/>
              <a:ext cx="104966" cy="104966"/>
            </a:xfrm>
            <a:prstGeom prst="rect">
              <a:avLst/>
            </a:prstGeom>
            <a:solidFill>
              <a:srgbClr val="CC79A7"/>
            </a:solidFill>
            <a:ln w="0">
              <a:noFill/>
              <a:prstDash val="solid"/>
            </a:ln>
          </p:spPr>
        </p:sp>
        <p:sp>
          <p:nvSpPr>
            <p:cNvPr id="72" name="four:scalar-input:grid-cell:71"/>
            <p:cNvSpPr>
              <a:spLocks noGrp="1"/>
            </p:cNvSpPr>
            <p:nvPr/>
          </p:nvSpPr>
          <p:spPr>
            <a:xfrm>
              <a:off x="1933575" y="2105025"/>
              <a:ext cx="104966" cy="104966"/>
            </a:xfrm>
            <a:prstGeom prst="rect">
              <a:avLst/>
            </a:prstGeom>
            <a:solidFill>
              <a:srgbClr val="CC79A7"/>
            </a:solidFill>
            <a:ln w="0">
              <a:noFill/>
              <a:prstDash val="solid"/>
            </a:ln>
          </p:spPr>
        </p:sp>
        <p:sp>
          <p:nvSpPr>
            <p:cNvPr id="73" name="four:scalar-input:grid-cell:72"/>
            <p:cNvSpPr>
              <a:spLocks noGrp="1"/>
            </p:cNvSpPr>
            <p:nvPr/>
          </p:nvSpPr>
          <p:spPr>
            <a:xfrm>
              <a:off x="2038350" y="2105025"/>
              <a:ext cx="104966" cy="104966"/>
            </a:xfrm>
            <a:prstGeom prst="rect">
              <a:avLst/>
            </a:prstGeom>
            <a:solidFill>
              <a:srgbClr val="CC79A7"/>
            </a:solidFill>
            <a:ln w="0">
              <a:noFill/>
              <a:prstDash val="solid"/>
            </a:ln>
          </p:spPr>
        </p:sp>
        <p:sp>
          <p:nvSpPr>
            <p:cNvPr id="74" name="four:scalar-input:grid-cell:73"/>
            <p:cNvSpPr>
              <a:spLocks noGrp="1"/>
            </p:cNvSpPr>
            <p:nvPr/>
          </p:nvSpPr>
          <p:spPr>
            <a:xfrm>
              <a:off x="2143125" y="2105025"/>
              <a:ext cx="104966" cy="104966"/>
            </a:xfrm>
            <a:prstGeom prst="rect">
              <a:avLst/>
            </a:prstGeom>
            <a:solidFill>
              <a:srgbClr val="CC79A7"/>
            </a:solidFill>
            <a:ln w="0">
              <a:noFill/>
              <a:prstDash val="solid"/>
            </a:ln>
          </p:spPr>
        </p:sp>
        <p:sp>
          <p:nvSpPr>
            <p:cNvPr id="75" name="four:scalar-input:grid-cell:74"/>
            <p:cNvSpPr>
              <a:spLocks noGrp="1"/>
            </p:cNvSpPr>
            <p:nvPr/>
          </p:nvSpPr>
          <p:spPr>
            <a:xfrm>
              <a:off x="2247900" y="2105025"/>
              <a:ext cx="104966" cy="104966"/>
            </a:xfrm>
            <a:prstGeom prst="rect">
              <a:avLst/>
            </a:prstGeom>
            <a:solidFill>
              <a:srgbClr val="CC79A7"/>
            </a:solidFill>
            <a:ln w="0">
              <a:noFill/>
              <a:prstDash val="solid"/>
            </a:ln>
          </p:spPr>
        </p:sp>
        <p:sp>
          <p:nvSpPr>
            <p:cNvPr id="76" name="four:scalar-input:grid-cell:75"/>
            <p:cNvSpPr>
              <a:spLocks noGrp="1"/>
            </p:cNvSpPr>
            <p:nvPr/>
          </p:nvSpPr>
          <p:spPr>
            <a:xfrm>
              <a:off x="2352675" y="2105025"/>
              <a:ext cx="104966" cy="104966"/>
            </a:xfrm>
            <a:prstGeom prst="rect">
              <a:avLst/>
            </a:prstGeom>
            <a:solidFill>
              <a:srgbClr val="CC79A7"/>
            </a:solidFill>
            <a:ln w="0">
              <a:noFill/>
              <a:prstDash val="solid"/>
            </a:ln>
          </p:spPr>
        </p:sp>
        <p:sp>
          <p:nvSpPr>
            <p:cNvPr id="77" name="four:scalar-input:grid-cell:76"/>
            <p:cNvSpPr>
              <a:spLocks noGrp="1"/>
            </p:cNvSpPr>
            <p:nvPr/>
          </p:nvSpPr>
          <p:spPr>
            <a:xfrm>
              <a:off x="361950" y="2209800"/>
              <a:ext cx="104966" cy="104966"/>
            </a:xfrm>
            <a:prstGeom prst="rect">
              <a:avLst/>
            </a:prstGeom>
            <a:solidFill>
              <a:srgbClr val="DCE8ED"/>
            </a:solidFill>
            <a:ln w="0">
              <a:noFill/>
              <a:prstDash val="solid"/>
            </a:ln>
          </p:spPr>
        </p:sp>
        <p:sp>
          <p:nvSpPr>
            <p:cNvPr id="78" name="four:scalar-input:grid-cell:77"/>
            <p:cNvSpPr>
              <a:spLocks noGrp="1"/>
            </p:cNvSpPr>
            <p:nvPr/>
          </p:nvSpPr>
          <p:spPr>
            <a:xfrm>
              <a:off x="466725" y="2209800"/>
              <a:ext cx="104966" cy="104966"/>
            </a:xfrm>
            <a:prstGeom prst="rect">
              <a:avLst/>
            </a:prstGeom>
            <a:solidFill>
              <a:srgbClr val="DCE8ED"/>
            </a:solidFill>
            <a:ln w="0">
              <a:noFill/>
              <a:prstDash val="solid"/>
            </a:ln>
          </p:spPr>
        </p:sp>
        <p:sp>
          <p:nvSpPr>
            <p:cNvPr id="79" name="four:scalar-input:grid-cell:78"/>
            <p:cNvSpPr>
              <a:spLocks noGrp="1"/>
            </p:cNvSpPr>
            <p:nvPr/>
          </p:nvSpPr>
          <p:spPr>
            <a:xfrm>
              <a:off x="571500" y="2209800"/>
              <a:ext cx="104966" cy="104966"/>
            </a:xfrm>
            <a:prstGeom prst="rect">
              <a:avLst/>
            </a:prstGeom>
            <a:solidFill>
              <a:srgbClr val="DCE8ED"/>
            </a:solidFill>
            <a:ln w="0">
              <a:noFill/>
              <a:prstDash val="solid"/>
            </a:ln>
          </p:spPr>
        </p:sp>
        <p:sp>
          <p:nvSpPr>
            <p:cNvPr id="80" name="four:scalar-input:grid-cell:79"/>
            <p:cNvSpPr>
              <a:spLocks noGrp="1"/>
            </p:cNvSpPr>
            <p:nvPr/>
          </p:nvSpPr>
          <p:spPr>
            <a:xfrm>
              <a:off x="676275" y="2209800"/>
              <a:ext cx="104966" cy="104966"/>
            </a:xfrm>
            <a:prstGeom prst="rect">
              <a:avLst/>
            </a:prstGeom>
            <a:solidFill>
              <a:srgbClr val="D4B4CC"/>
            </a:solidFill>
            <a:ln w="0">
              <a:noFill/>
              <a:prstDash val="solid"/>
            </a:ln>
          </p:spPr>
        </p:sp>
        <p:sp>
          <p:nvSpPr>
            <p:cNvPr id="81" name="four:scalar-input:grid-cell:80"/>
            <p:cNvSpPr>
              <a:spLocks noGrp="1"/>
            </p:cNvSpPr>
            <p:nvPr/>
          </p:nvSpPr>
          <p:spPr>
            <a:xfrm>
              <a:off x="781050" y="2209800"/>
              <a:ext cx="104966" cy="104966"/>
            </a:xfrm>
            <a:prstGeom prst="rect">
              <a:avLst/>
            </a:prstGeom>
            <a:solidFill>
              <a:srgbClr val="D4B4CC"/>
            </a:solidFill>
            <a:ln w="0">
              <a:noFill/>
              <a:prstDash val="solid"/>
            </a:ln>
          </p:spPr>
        </p:sp>
        <p:sp>
          <p:nvSpPr>
            <p:cNvPr id="82" name="four:scalar-input:grid-cell:81"/>
            <p:cNvSpPr>
              <a:spLocks noGrp="1"/>
            </p:cNvSpPr>
            <p:nvPr/>
          </p:nvSpPr>
          <p:spPr>
            <a:xfrm>
              <a:off x="885825" y="2209800"/>
              <a:ext cx="104966" cy="104966"/>
            </a:xfrm>
            <a:prstGeom prst="rect">
              <a:avLst/>
            </a:prstGeom>
            <a:solidFill>
              <a:srgbClr val="D4B4CC"/>
            </a:solidFill>
            <a:ln w="0">
              <a:noFill/>
              <a:prstDash val="solid"/>
            </a:ln>
          </p:spPr>
        </p:sp>
        <p:sp>
          <p:nvSpPr>
            <p:cNvPr id="83" name="four:scalar-input:grid-cell:82"/>
            <p:cNvSpPr>
              <a:spLocks noGrp="1"/>
            </p:cNvSpPr>
            <p:nvPr/>
          </p:nvSpPr>
          <p:spPr>
            <a:xfrm>
              <a:off x="990600" y="2209800"/>
              <a:ext cx="104966" cy="104966"/>
            </a:xfrm>
            <a:prstGeom prst="rect">
              <a:avLst/>
            </a:prstGeom>
            <a:solidFill>
              <a:srgbClr val="D4B4CC"/>
            </a:solidFill>
            <a:ln w="0">
              <a:noFill/>
              <a:prstDash val="solid"/>
            </a:ln>
          </p:spPr>
        </p:sp>
        <p:sp>
          <p:nvSpPr>
            <p:cNvPr id="84" name="four:scalar-input:grid-cell:83"/>
            <p:cNvSpPr>
              <a:spLocks noGrp="1"/>
            </p:cNvSpPr>
            <p:nvPr/>
          </p:nvSpPr>
          <p:spPr>
            <a:xfrm>
              <a:off x="1095375" y="2209800"/>
              <a:ext cx="104966" cy="104966"/>
            </a:xfrm>
            <a:prstGeom prst="rect">
              <a:avLst/>
            </a:prstGeom>
            <a:solidFill>
              <a:srgbClr val="D4B4CC"/>
            </a:solidFill>
            <a:ln w="0">
              <a:noFill/>
              <a:prstDash val="solid"/>
            </a:ln>
          </p:spPr>
        </p:sp>
        <p:sp>
          <p:nvSpPr>
            <p:cNvPr id="85" name="four:scalar-input:grid-cell:84"/>
            <p:cNvSpPr>
              <a:spLocks noGrp="1"/>
            </p:cNvSpPr>
            <p:nvPr/>
          </p:nvSpPr>
          <p:spPr>
            <a:xfrm>
              <a:off x="1200150" y="2209800"/>
              <a:ext cx="104966" cy="104966"/>
            </a:xfrm>
            <a:prstGeom prst="rect">
              <a:avLst/>
            </a:prstGeom>
            <a:solidFill>
              <a:srgbClr val="D4B4CC"/>
            </a:solidFill>
            <a:ln w="0">
              <a:noFill/>
              <a:prstDash val="solid"/>
            </a:ln>
          </p:spPr>
        </p:sp>
        <p:sp>
          <p:nvSpPr>
            <p:cNvPr id="86" name="four:scalar-input:grid-cell:85"/>
            <p:cNvSpPr>
              <a:spLocks noGrp="1"/>
            </p:cNvSpPr>
            <p:nvPr/>
          </p:nvSpPr>
          <p:spPr>
            <a:xfrm>
              <a:off x="1304925" y="2209800"/>
              <a:ext cx="104966" cy="104966"/>
            </a:xfrm>
            <a:prstGeom prst="rect">
              <a:avLst/>
            </a:prstGeom>
            <a:solidFill>
              <a:srgbClr val="D4B4CC"/>
            </a:solidFill>
            <a:ln w="0">
              <a:noFill/>
              <a:prstDash val="solid"/>
            </a:ln>
          </p:spPr>
        </p:sp>
        <p:sp>
          <p:nvSpPr>
            <p:cNvPr id="87" name="four:scalar-input:grid-cell:86"/>
            <p:cNvSpPr>
              <a:spLocks noGrp="1"/>
            </p:cNvSpPr>
            <p:nvPr/>
          </p:nvSpPr>
          <p:spPr>
            <a:xfrm>
              <a:off x="1409700" y="2209800"/>
              <a:ext cx="104966" cy="104966"/>
            </a:xfrm>
            <a:prstGeom prst="rect">
              <a:avLst/>
            </a:prstGeom>
            <a:solidFill>
              <a:srgbClr val="CC79A7"/>
            </a:solidFill>
            <a:ln w="0">
              <a:noFill/>
              <a:prstDash val="solid"/>
            </a:ln>
          </p:spPr>
        </p:sp>
        <p:sp>
          <p:nvSpPr>
            <p:cNvPr id="88" name="four:scalar-input:grid-cell:87"/>
            <p:cNvSpPr>
              <a:spLocks noGrp="1"/>
            </p:cNvSpPr>
            <p:nvPr/>
          </p:nvSpPr>
          <p:spPr>
            <a:xfrm>
              <a:off x="1514475" y="2209800"/>
              <a:ext cx="104966" cy="104966"/>
            </a:xfrm>
            <a:prstGeom prst="rect">
              <a:avLst/>
            </a:prstGeom>
            <a:solidFill>
              <a:srgbClr val="CC79A7"/>
            </a:solidFill>
            <a:ln w="0">
              <a:noFill/>
              <a:prstDash val="solid"/>
            </a:ln>
          </p:spPr>
        </p:sp>
        <p:sp>
          <p:nvSpPr>
            <p:cNvPr id="89" name="four:scalar-input:grid-cell:88"/>
            <p:cNvSpPr>
              <a:spLocks noGrp="1"/>
            </p:cNvSpPr>
            <p:nvPr/>
          </p:nvSpPr>
          <p:spPr>
            <a:xfrm>
              <a:off x="1619250" y="2209800"/>
              <a:ext cx="104966" cy="104966"/>
            </a:xfrm>
            <a:prstGeom prst="rect">
              <a:avLst/>
            </a:prstGeom>
            <a:solidFill>
              <a:srgbClr val="CC79A7"/>
            </a:solidFill>
            <a:ln w="0">
              <a:noFill/>
              <a:prstDash val="solid"/>
            </a:ln>
          </p:spPr>
        </p:sp>
        <p:sp>
          <p:nvSpPr>
            <p:cNvPr id="90" name="four:scalar-input:grid-cell:89"/>
            <p:cNvSpPr>
              <a:spLocks noGrp="1"/>
            </p:cNvSpPr>
            <p:nvPr/>
          </p:nvSpPr>
          <p:spPr>
            <a:xfrm>
              <a:off x="1724025" y="2209800"/>
              <a:ext cx="104966" cy="104966"/>
            </a:xfrm>
            <a:prstGeom prst="rect">
              <a:avLst/>
            </a:prstGeom>
            <a:solidFill>
              <a:srgbClr val="CC79A7"/>
            </a:solidFill>
            <a:ln w="0">
              <a:noFill/>
              <a:prstDash val="solid"/>
            </a:ln>
          </p:spPr>
        </p:sp>
        <p:sp>
          <p:nvSpPr>
            <p:cNvPr id="91" name="four:scalar-input:grid-cell:90"/>
            <p:cNvSpPr>
              <a:spLocks noGrp="1"/>
            </p:cNvSpPr>
            <p:nvPr/>
          </p:nvSpPr>
          <p:spPr>
            <a:xfrm>
              <a:off x="1828800" y="2209800"/>
              <a:ext cx="104966" cy="104966"/>
            </a:xfrm>
            <a:prstGeom prst="rect">
              <a:avLst/>
            </a:prstGeom>
            <a:solidFill>
              <a:srgbClr val="CC79A7"/>
            </a:solidFill>
            <a:ln w="0">
              <a:noFill/>
              <a:prstDash val="solid"/>
            </a:ln>
          </p:spPr>
        </p:sp>
        <p:sp>
          <p:nvSpPr>
            <p:cNvPr id="92" name="four:scalar-input:grid-cell:91"/>
            <p:cNvSpPr>
              <a:spLocks noGrp="1"/>
            </p:cNvSpPr>
            <p:nvPr/>
          </p:nvSpPr>
          <p:spPr>
            <a:xfrm>
              <a:off x="1933575" y="2209800"/>
              <a:ext cx="104966" cy="104966"/>
            </a:xfrm>
            <a:prstGeom prst="rect">
              <a:avLst/>
            </a:prstGeom>
            <a:solidFill>
              <a:srgbClr val="CC79A7"/>
            </a:solidFill>
            <a:ln w="0">
              <a:noFill/>
              <a:prstDash val="solid"/>
            </a:ln>
          </p:spPr>
        </p:sp>
        <p:sp>
          <p:nvSpPr>
            <p:cNvPr id="93" name="four:scalar-input:grid-cell:92"/>
            <p:cNvSpPr>
              <a:spLocks noGrp="1"/>
            </p:cNvSpPr>
            <p:nvPr/>
          </p:nvSpPr>
          <p:spPr>
            <a:xfrm>
              <a:off x="2038350" y="2209800"/>
              <a:ext cx="104966" cy="104966"/>
            </a:xfrm>
            <a:prstGeom prst="rect">
              <a:avLst/>
            </a:prstGeom>
            <a:solidFill>
              <a:srgbClr val="CC79A7"/>
            </a:solidFill>
            <a:ln w="0">
              <a:noFill/>
              <a:prstDash val="solid"/>
            </a:ln>
          </p:spPr>
        </p:sp>
        <p:sp>
          <p:nvSpPr>
            <p:cNvPr id="94" name="four:scalar-input:grid-cell:93"/>
            <p:cNvSpPr>
              <a:spLocks noGrp="1"/>
            </p:cNvSpPr>
            <p:nvPr/>
          </p:nvSpPr>
          <p:spPr>
            <a:xfrm>
              <a:off x="2143125" y="2209800"/>
              <a:ext cx="104966" cy="104966"/>
            </a:xfrm>
            <a:prstGeom prst="rect">
              <a:avLst/>
            </a:prstGeom>
            <a:solidFill>
              <a:srgbClr val="CC79A7"/>
            </a:solidFill>
            <a:ln w="0">
              <a:noFill/>
              <a:prstDash val="solid"/>
            </a:ln>
          </p:spPr>
        </p:sp>
        <p:sp>
          <p:nvSpPr>
            <p:cNvPr id="95" name="four:scalar-input:grid-cell:94"/>
            <p:cNvSpPr>
              <a:spLocks noGrp="1"/>
            </p:cNvSpPr>
            <p:nvPr/>
          </p:nvSpPr>
          <p:spPr>
            <a:xfrm>
              <a:off x="2247900" y="2209800"/>
              <a:ext cx="104966" cy="104966"/>
            </a:xfrm>
            <a:prstGeom prst="rect">
              <a:avLst/>
            </a:prstGeom>
            <a:solidFill>
              <a:srgbClr val="CC79A7"/>
            </a:solidFill>
            <a:ln w="0">
              <a:noFill/>
              <a:prstDash val="solid"/>
            </a:ln>
          </p:spPr>
        </p:sp>
        <p:sp>
          <p:nvSpPr>
            <p:cNvPr id="96" name="four:scalar-input:grid-cell:95"/>
            <p:cNvSpPr>
              <a:spLocks noGrp="1"/>
            </p:cNvSpPr>
            <p:nvPr/>
          </p:nvSpPr>
          <p:spPr>
            <a:xfrm>
              <a:off x="2352675" y="2209800"/>
              <a:ext cx="104966" cy="104966"/>
            </a:xfrm>
            <a:prstGeom prst="rect">
              <a:avLst/>
            </a:prstGeom>
            <a:solidFill>
              <a:srgbClr val="CC79A7"/>
            </a:solidFill>
            <a:ln w="0">
              <a:noFill/>
              <a:prstDash val="solid"/>
            </a:ln>
          </p:spPr>
        </p:sp>
        <p:sp>
          <p:nvSpPr>
            <p:cNvPr id="97" name="four:scalar-input:grid-cell:96"/>
            <p:cNvSpPr>
              <a:spLocks noGrp="1"/>
            </p:cNvSpPr>
            <p:nvPr/>
          </p:nvSpPr>
          <p:spPr>
            <a:xfrm>
              <a:off x="361950" y="2314575"/>
              <a:ext cx="104966" cy="104966"/>
            </a:xfrm>
            <a:prstGeom prst="rect">
              <a:avLst/>
            </a:prstGeom>
            <a:solidFill>
              <a:srgbClr val="D4B4CC"/>
            </a:solidFill>
            <a:ln w="0">
              <a:noFill/>
              <a:prstDash val="solid"/>
            </a:ln>
          </p:spPr>
        </p:sp>
        <p:sp>
          <p:nvSpPr>
            <p:cNvPr id="98" name="four:scalar-input:grid-cell:97"/>
            <p:cNvSpPr>
              <a:spLocks noGrp="1"/>
            </p:cNvSpPr>
            <p:nvPr/>
          </p:nvSpPr>
          <p:spPr>
            <a:xfrm>
              <a:off x="466725" y="2314575"/>
              <a:ext cx="104966" cy="104966"/>
            </a:xfrm>
            <a:prstGeom prst="rect">
              <a:avLst/>
            </a:prstGeom>
            <a:solidFill>
              <a:srgbClr val="D4B4CC"/>
            </a:solidFill>
            <a:ln w="0">
              <a:noFill/>
              <a:prstDash val="solid"/>
            </a:ln>
          </p:spPr>
        </p:sp>
        <p:sp>
          <p:nvSpPr>
            <p:cNvPr id="99" name="four:scalar-input:grid-cell:98"/>
            <p:cNvSpPr>
              <a:spLocks noGrp="1"/>
            </p:cNvSpPr>
            <p:nvPr/>
          </p:nvSpPr>
          <p:spPr>
            <a:xfrm>
              <a:off x="571500" y="2314575"/>
              <a:ext cx="104966" cy="104966"/>
            </a:xfrm>
            <a:prstGeom prst="rect">
              <a:avLst/>
            </a:prstGeom>
            <a:solidFill>
              <a:srgbClr val="D4B4CC"/>
            </a:solidFill>
            <a:ln w="0">
              <a:noFill/>
              <a:prstDash val="solid"/>
            </a:ln>
          </p:spPr>
        </p:sp>
        <p:sp>
          <p:nvSpPr>
            <p:cNvPr id="100" name="four:scalar-input:grid-cell:99"/>
            <p:cNvSpPr>
              <a:spLocks noGrp="1"/>
            </p:cNvSpPr>
            <p:nvPr/>
          </p:nvSpPr>
          <p:spPr>
            <a:xfrm>
              <a:off x="676275" y="2314575"/>
              <a:ext cx="104966" cy="104966"/>
            </a:xfrm>
            <a:prstGeom prst="rect">
              <a:avLst/>
            </a:prstGeom>
            <a:solidFill>
              <a:srgbClr val="D4B4CC"/>
            </a:solidFill>
            <a:ln w="0">
              <a:noFill/>
              <a:prstDash val="solid"/>
            </a:ln>
          </p:spPr>
        </p:sp>
        <p:sp>
          <p:nvSpPr>
            <p:cNvPr id="101" name="four:scalar-input:grid-cell:100"/>
            <p:cNvSpPr>
              <a:spLocks noGrp="1"/>
            </p:cNvSpPr>
            <p:nvPr/>
          </p:nvSpPr>
          <p:spPr>
            <a:xfrm>
              <a:off x="781050" y="2314575"/>
              <a:ext cx="104966" cy="104966"/>
            </a:xfrm>
            <a:prstGeom prst="rect">
              <a:avLst/>
            </a:prstGeom>
            <a:solidFill>
              <a:srgbClr val="D4B4CC"/>
            </a:solidFill>
            <a:ln w="0">
              <a:noFill/>
              <a:prstDash val="solid"/>
            </a:ln>
          </p:spPr>
        </p:sp>
        <p:sp>
          <p:nvSpPr>
            <p:cNvPr id="102" name="four:scalar-input:grid-cell:101"/>
            <p:cNvSpPr>
              <a:spLocks noGrp="1"/>
            </p:cNvSpPr>
            <p:nvPr/>
          </p:nvSpPr>
          <p:spPr>
            <a:xfrm>
              <a:off x="885825" y="2314575"/>
              <a:ext cx="104966" cy="104966"/>
            </a:xfrm>
            <a:prstGeom prst="rect">
              <a:avLst/>
            </a:prstGeom>
            <a:solidFill>
              <a:srgbClr val="D4B4CC"/>
            </a:solidFill>
            <a:ln w="0">
              <a:noFill/>
              <a:prstDash val="solid"/>
            </a:ln>
          </p:spPr>
        </p:sp>
        <p:sp>
          <p:nvSpPr>
            <p:cNvPr id="103" name="four:scalar-input:grid-cell:102"/>
            <p:cNvSpPr>
              <a:spLocks noGrp="1"/>
            </p:cNvSpPr>
            <p:nvPr/>
          </p:nvSpPr>
          <p:spPr>
            <a:xfrm>
              <a:off x="990600" y="2314575"/>
              <a:ext cx="104966" cy="104966"/>
            </a:xfrm>
            <a:prstGeom prst="rect">
              <a:avLst/>
            </a:prstGeom>
            <a:solidFill>
              <a:srgbClr val="D4B4CC"/>
            </a:solidFill>
            <a:ln w="0">
              <a:noFill/>
              <a:prstDash val="solid"/>
            </a:ln>
          </p:spPr>
        </p:sp>
        <p:sp>
          <p:nvSpPr>
            <p:cNvPr id="104" name="four:scalar-input:grid-cell:103"/>
            <p:cNvSpPr>
              <a:spLocks noGrp="1"/>
            </p:cNvSpPr>
            <p:nvPr/>
          </p:nvSpPr>
          <p:spPr>
            <a:xfrm>
              <a:off x="1095375" y="2314575"/>
              <a:ext cx="104966" cy="104966"/>
            </a:xfrm>
            <a:prstGeom prst="rect">
              <a:avLst/>
            </a:prstGeom>
            <a:solidFill>
              <a:srgbClr val="D4B4CC"/>
            </a:solidFill>
            <a:ln w="0">
              <a:noFill/>
              <a:prstDash val="solid"/>
            </a:ln>
          </p:spPr>
        </p:sp>
        <p:sp>
          <p:nvSpPr>
            <p:cNvPr id="105" name="four:scalar-input:grid-cell:104"/>
            <p:cNvSpPr>
              <a:spLocks noGrp="1"/>
            </p:cNvSpPr>
            <p:nvPr/>
          </p:nvSpPr>
          <p:spPr>
            <a:xfrm>
              <a:off x="1200150" y="2314575"/>
              <a:ext cx="104966" cy="104966"/>
            </a:xfrm>
            <a:prstGeom prst="rect">
              <a:avLst/>
            </a:prstGeom>
            <a:solidFill>
              <a:srgbClr val="D4B4CC"/>
            </a:solidFill>
            <a:ln w="0">
              <a:noFill/>
              <a:prstDash val="solid"/>
            </a:ln>
          </p:spPr>
        </p:sp>
        <p:sp>
          <p:nvSpPr>
            <p:cNvPr id="106" name="four:scalar-input:grid-cell:105"/>
            <p:cNvSpPr>
              <a:spLocks noGrp="1"/>
            </p:cNvSpPr>
            <p:nvPr/>
          </p:nvSpPr>
          <p:spPr>
            <a:xfrm>
              <a:off x="1304925" y="2314575"/>
              <a:ext cx="104966" cy="104966"/>
            </a:xfrm>
            <a:prstGeom prst="rect">
              <a:avLst/>
            </a:prstGeom>
            <a:solidFill>
              <a:srgbClr val="CC79A7"/>
            </a:solidFill>
            <a:ln w="0">
              <a:noFill/>
              <a:prstDash val="solid"/>
            </a:ln>
          </p:spPr>
        </p:sp>
        <p:sp>
          <p:nvSpPr>
            <p:cNvPr id="107" name="four:scalar-input:grid-cell:106"/>
            <p:cNvSpPr>
              <a:spLocks noGrp="1"/>
            </p:cNvSpPr>
            <p:nvPr/>
          </p:nvSpPr>
          <p:spPr>
            <a:xfrm>
              <a:off x="1409700" y="2314575"/>
              <a:ext cx="104966" cy="104966"/>
            </a:xfrm>
            <a:prstGeom prst="rect">
              <a:avLst/>
            </a:prstGeom>
            <a:solidFill>
              <a:srgbClr val="CC79A7"/>
            </a:solidFill>
            <a:ln w="0">
              <a:noFill/>
              <a:prstDash val="solid"/>
            </a:ln>
          </p:spPr>
        </p:sp>
        <p:sp>
          <p:nvSpPr>
            <p:cNvPr id="108" name="four:scalar-input:grid-cell:107"/>
            <p:cNvSpPr>
              <a:spLocks noGrp="1"/>
            </p:cNvSpPr>
            <p:nvPr/>
          </p:nvSpPr>
          <p:spPr>
            <a:xfrm>
              <a:off x="1514475" y="2314575"/>
              <a:ext cx="104966" cy="104966"/>
            </a:xfrm>
            <a:prstGeom prst="rect">
              <a:avLst/>
            </a:prstGeom>
            <a:solidFill>
              <a:srgbClr val="CC79A7"/>
            </a:solidFill>
            <a:ln w="0">
              <a:noFill/>
              <a:prstDash val="solid"/>
            </a:ln>
          </p:spPr>
        </p:sp>
        <p:sp>
          <p:nvSpPr>
            <p:cNvPr id="109" name="four:scalar-input:grid-cell:108"/>
            <p:cNvSpPr>
              <a:spLocks noGrp="1"/>
            </p:cNvSpPr>
            <p:nvPr/>
          </p:nvSpPr>
          <p:spPr>
            <a:xfrm>
              <a:off x="1619250" y="2314575"/>
              <a:ext cx="104966" cy="104966"/>
            </a:xfrm>
            <a:prstGeom prst="rect">
              <a:avLst/>
            </a:prstGeom>
            <a:solidFill>
              <a:srgbClr val="CC79A7"/>
            </a:solidFill>
            <a:ln w="0">
              <a:noFill/>
              <a:prstDash val="solid"/>
            </a:ln>
          </p:spPr>
        </p:sp>
        <p:sp>
          <p:nvSpPr>
            <p:cNvPr id="110" name="four:scalar-input:grid-cell:109"/>
            <p:cNvSpPr>
              <a:spLocks noGrp="1"/>
            </p:cNvSpPr>
            <p:nvPr/>
          </p:nvSpPr>
          <p:spPr>
            <a:xfrm>
              <a:off x="1724025" y="2314575"/>
              <a:ext cx="104966" cy="104966"/>
            </a:xfrm>
            <a:prstGeom prst="rect">
              <a:avLst/>
            </a:prstGeom>
            <a:solidFill>
              <a:srgbClr val="CC79A7"/>
            </a:solidFill>
            <a:ln w="0">
              <a:noFill/>
              <a:prstDash val="solid"/>
            </a:ln>
          </p:spPr>
        </p:sp>
        <p:sp>
          <p:nvSpPr>
            <p:cNvPr id="111" name="four:scalar-input:grid-cell:110"/>
            <p:cNvSpPr>
              <a:spLocks noGrp="1"/>
            </p:cNvSpPr>
            <p:nvPr/>
          </p:nvSpPr>
          <p:spPr>
            <a:xfrm>
              <a:off x="1828800" y="2314575"/>
              <a:ext cx="104966" cy="104966"/>
            </a:xfrm>
            <a:prstGeom prst="rect">
              <a:avLst/>
            </a:prstGeom>
            <a:solidFill>
              <a:srgbClr val="CC79A7"/>
            </a:solidFill>
            <a:ln w="0">
              <a:noFill/>
              <a:prstDash val="solid"/>
            </a:ln>
          </p:spPr>
        </p:sp>
        <p:sp>
          <p:nvSpPr>
            <p:cNvPr id="112" name="four:scalar-input:grid-cell:111"/>
            <p:cNvSpPr>
              <a:spLocks noGrp="1"/>
            </p:cNvSpPr>
            <p:nvPr/>
          </p:nvSpPr>
          <p:spPr>
            <a:xfrm>
              <a:off x="1933575" y="2314575"/>
              <a:ext cx="104966" cy="104966"/>
            </a:xfrm>
            <a:prstGeom prst="rect">
              <a:avLst/>
            </a:prstGeom>
            <a:solidFill>
              <a:srgbClr val="CC79A7"/>
            </a:solidFill>
            <a:ln w="0">
              <a:noFill/>
              <a:prstDash val="solid"/>
            </a:ln>
          </p:spPr>
        </p:sp>
        <p:sp>
          <p:nvSpPr>
            <p:cNvPr id="113" name="four:scalar-input:grid-cell:112"/>
            <p:cNvSpPr>
              <a:spLocks noGrp="1"/>
            </p:cNvSpPr>
            <p:nvPr/>
          </p:nvSpPr>
          <p:spPr>
            <a:xfrm>
              <a:off x="2038350" y="2314575"/>
              <a:ext cx="104966" cy="104966"/>
            </a:xfrm>
            <a:prstGeom prst="rect">
              <a:avLst/>
            </a:prstGeom>
            <a:solidFill>
              <a:srgbClr val="CC79A7"/>
            </a:solidFill>
            <a:ln w="0">
              <a:noFill/>
              <a:prstDash val="solid"/>
            </a:ln>
          </p:spPr>
        </p:sp>
        <p:sp>
          <p:nvSpPr>
            <p:cNvPr id="114" name="four:scalar-input:grid-cell:113"/>
            <p:cNvSpPr>
              <a:spLocks noGrp="1"/>
            </p:cNvSpPr>
            <p:nvPr/>
          </p:nvSpPr>
          <p:spPr>
            <a:xfrm>
              <a:off x="2143125" y="2314575"/>
              <a:ext cx="104966" cy="104966"/>
            </a:xfrm>
            <a:prstGeom prst="rect">
              <a:avLst/>
            </a:prstGeom>
            <a:solidFill>
              <a:srgbClr val="CC79A7"/>
            </a:solidFill>
            <a:ln w="0">
              <a:noFill/>
              <a:prstDash val="solid"/>
            </a:ln>
          </p:spPr>
        </p:sp>
        <p:sp>
          <p:nvSpPr>
            <p:cNvPr id="115" name="four:scalar-input:grid-cell:114"/>
            <p:cNvSpPr>
              <a:spLocks noGrp="1"/>
            </p:cNvSpPr>
            <p:nvPr/>
          </p:nvSpPr>
          <p:spPr>
            <a:xfrm>
              <a:off x="2247900" y="2314575"/>
              <a:ext cx="104966" cy="104966"/>
            </a:xfrm>
            <a:prstGeom prst="rect">
              <a:avLst/>
            </a:prstGeom>
            <a:solidFill>
              <a:srgbClr val="CC79A7"/>
            </a:solidFill>
            <a:ln w="0">
              <a:noFill/>
              <a:prstDash val="solid"/>
            </a:ln>
          </p:spPr>
        </p:sp>
        <p:sp>
          <p:nvSpPr>
            <p:cNvPr id="116" name="four:scalar-input:grid-cell:115"/>
            <p:cNvSpPr>
              <a:spLocks noGrp="1"/>
            </p:cNvSpPr>
            <p:nvPr/>
          </p:nvSpPr>
          <p:spPr>
            <a:xfrm>
              <a:off x="2352675" y="2314575"/>
              <a:ext cx="104966" cy="104966"/>
            </a:xfrm>
            <a:prstGeom prst="rect">
              <a:avLst/>
            </a:prstGeom>
            <a:solidFill>
              <a:srgbClr val="CC79A7"/>
            </a:solidFill>
            <a:ln w="0">
              <a:noFill/>
              <a:prstDash val="solid"/>
            </a:ln>
          </p:spPr>
        </p:sp>
        <p:sp>
          <p:nvSpPr>
            <p:cNvPr id="117" name="four:scalar-input:grid-cell:116"/>
            <p:cNvSpPr>
              <a:spLocks noGrp="1"/>
            </p:cNvSpPr>
            <p:nvPr/>
          </p:nvSpPr>
          <p:spPr>
            <a:xfrm>
              <a:off x="361950" y="2419350"/>
              <a:ext cx="104966" cy="104966"/>
            </a:xfrm>
            <a:prstGeom prst="rect">
              <a:avLst/>
            </a:prstGeom>
            <a:solidFill>
              <a:srgbClr val="D4B4CC"/>
            </a:solidFill>
            <a:ln w="0">
              <a:noFill/>
              <a:prstDash val="solid"/>
            </a:ln>
          </p:spPr>
        </p:sp>
        <p:sp>
          <p:nvSpPr>
            <p:cNvPr id="118" name="four:scalar-input:grid-cell:117"/>
            <p:cNvSpPr>
              <a:spLocks noGrp="1"/>
            </p:cNvSpPr>
            <p:nvPr/>
          </p:nvSpPr>
          <p:spPr>
            <a:xfrm>
              <a:off x="466725" y="2419350"/>
              <a:ext cx="104966" cy="104966"/>
            </a:xfrm>
            <a:prstGeom prst="rect">
              <a:avLst/>
            </a:prstGeom>
            <a:solidFill>
              <a:srgbClr val="D4B4CC"/>
            </a:solidFill>
            <a:ln w="0">
              <a:noFill/>
              <a:prstDash val="solid"/>
            </a:ln>
          </p:spPr>
        </p:sp>
        <p:sp>
          <p:nvSpPr>
            <p:cNvPr id="119" name="four:scalar-input:grid-cell:118"/>
            <p:cNvSpPr>
              <a:spLocks noGrp="1"/>
            </p:cNvSpPr>
            <p:nvPr/>
          </p:nvSpPr>
          <p:spPr>
            <a:xfrm>
              <a:off x="571500" y="2419350"/>
              <a:ext cx="104966" cy="104966"/>
            </a:xfrm>
            <a:prstGeom prst="rect">
              <a:avLst/>
            </a:prstGeom>
            <a:solidFill>
              <a:srgbClr val="0072B2"/>
            </a:solidFill>
            <a:ln w="0">
              <a:noFill/>
              <a:prstDash val="solid"/>
            </a:ln>
          </p:spPr>
        </p:sp>
        <p:sp>
          <p:nvSpPr>
            <p:cNvPr id="120" name="four:scalar-input:grid-cell:119"/>
            <p:cNvSpPr>
              <a:spLocks noGrp="1"/>
            </p:cNvSpPr>
            <p:nvPr/>
          </p:nvSpPr>
          <p:spPr>
            <a:xfrm>
              <a:off x="676275" y="2419350"/>
              <a:ext cx="104966" cy="104966"/>
            </a:xfrm>
            <a:prstGeom prst="rect">
              <a:avLst/>
            </a:prstGeom>
            <a:solidFill>
              <a:srgbClr val="0072B2"/>
            </a:solidFill>
            <a:ln w="0">
              <a:noFill/>
              <a:prstDash val="solid"/>
            </a:ln>
          </p:spPr>
        </p:sp>
        <p:sp>
          <p:nvSpPr>
            <p:cNvPr id="121" name="four:scalar-input:grid-cell:120"/>
            <p:cNvSpPr>
              <a:spLocks noGrp="1"/>
            </p:cNvSpPr>
            <p:nvPr/>
          </p:nvSpPr>
          <p:spPr>
            <a:xfrm>
              <a:off x="781050" y="2419350"/>
              <a:ext cx="104966" cy="104966"/>
            </a:xfrm>
            <a:prstGeom prst="rect">
              <a:avLst/>
            </a:prstGeom>
            <a:solidFill>
              <a:srgbClr val="0072B2"/>
            </a:solidFill>
            <a:ln w="0">
              <a:noFill/>
              <a:prstDash val="solid"/>
            </a:ln>
          </p:spPr>
        </p:sp>
        <p:sp>
          <p:nvSpPr>
            <p:cNvPr id="122" name="four:scalar-input:grid-cell:121"/>
            <p:cNvSpPr>
              <a:spLocks noGrp="1"/>
            </p:cNvSpPr>
            <p:nvPr/>
          </p:nvSpPr>
          <p:spPr>
            <a:xfrm>
              <a:off x="885825" y="2419350"/>
              <a:ext cx="104966" cy="104966"/>
            </a:xfrm>
            <a:prstGeom prst="rect">
              <a:avLst/>
            </a:prstGeom>
            <a:solidFill>
              <a:srgbClr val="0072B2"/>
            </a:solidFill>
            <a:ln w="0">
              <a:noFill/>
              <a:prstDash val="solid"/>
            </a:ln>
          </p:spPr>
        </p:sp>
        <p:sp>
          <p:nvSpPr>
            <p:cNvPr id="123" name="four:scalar-input:grid-cell:122"/>
            <p:cNvSpPr>
              <a:spLocks noGrp="1"/>
            </p:cNvSpPr>
            <p:nvPr/>
          </p:nvSpPr>
          <p:spPr>
            <a:xfrm>
              <a:off x="990600" y="2419350"/>
              <a:ext cx="104966" cy="104966"/>
            </a:xfrm>
            <a:prstGeom prst="rect">
              <a:avLst/>
            </a:prstGeom>
            <a:solidFill>
              <a:srgbClr val="D4B4CC"/>
            </a:solidFill>
            <a:ln w="0">
              <a:noFill/>
              <a:prstDash val="solid"/>
            </a:ln>
          </p:spPr>
        </p:sp>
        <p:sp>
          <p:nvSpPr>
            <p:cNvPr id="124" name="four:scalar-input:grid-cell:123"/>
            <p:cNvSpPr>
              <a:spLocks noGrp="1"/>
            </p:cNvSpPr>
            <p:nvPr/>
          </p:nvSpPr>
          <p:spPr>
            <a:xfrm>
              <a:off x="1095375" y="2419350"/>
              <a:ext cx="104966" cy="104966"/>
            </a:xfrm>
            <a:prstGeom prst="rect">
              <a:avLst/>
            </a:prstGeom>
            <a:solidFill>
              <a:srgbClr val="D4B4CC"/>
            </a:solidFill>
            <a:ln w="0">
              <a:noFill/>
              <a:prstDash val="solid"/>
            </a:ln>
          </p:spPr>
        </p:sp>
        <p:sp>
          <p:nvSpPr>
            <p:cNvPr id="125" name="four:scalar-input:grid-cell:124"/>
            <p:cNvSpPr>
              <a:spLocks noGrp="1"/>
            </p:cNvSpPr>
            <p:nvPr/>
          </p:nvSpPr>
          <p:spPr>
            <a:xfrm>
              <a:off x="1200150" y="2419350"/>
              <a:ext cx="104966" cy="104966"/>
            </a:xfrm>
            <a:prstGeom prst="rect">
              <a:avLst/>
            </a:prstGeom>
            <a:solidFill>
              <a:srgbClr val="CC79A7"/>
            </a:solidFill>
            <a:ln w="0">
              <a:noFill/>
              <a:prstDash val="solid"/>
            </a:ln>
          </p:spPr>
        </p:sp>
        <p:sp>
          <p:nvSpPr>
            <p:cNvPr id="126" name="four:scalar-input:grid-cell:125"/>
            <p:cNvSpPr>
              <a:spLocks noGrp="1"/>
            </p:cNvSpPr>
            <p:nvPr/>
          </p:nvSpPr>
          <p:spPr>
            <a:xfrm>
              <a:off x="1304925" y="2419350"/>
              <a:ext cx="104966" cy="104966"/>
            </a:xfrm>
            <a:prstGeom prst="rect">
              <a:avLst/>
            </a:prstGeom>
            <a:solidFill>
              <a:srgbClr val="CC79A7"/>
            </a:solidFill>
            <a:ln w="0">
              <a:noFill/>
              <a:prstDash val="solid"/>
            </a:ln>
          </p:spPr>
        </p:sp>
        <p:sp>
          <p:nvSpPr>
            <p:cNvPr id="127" name="four:scalar-input:grid-cell:126"/>
            <p:cNvSpPr>
              <a:spLocks noGrp="1"/>
            </p:cNvSpPr>
            <p:nvPr/>
          </p:nvSpPr>
          <p:spPr>
            <a:xfrm>
              <a:off x="1409700" y="2419350"/>
              <a:ext cx="104966" cy="104966"/>
            </a:xfrm>
            <a:prstGeom prst="rect">
              <a:avLst/>
            </a:prstGeom>
            <a:solidFill>
              <a:srgbClr val="CC79A7"/>
            </a:solidFill>
            <a:ln w="0">
              <a:noFill/>
              <a:prstDash val="solid"/>
            </a:ln>
          </p:spPr>
        </p:sp>
        <p:sp>
          <p:nvSpPr>
            <p:cNvPr id="128" name="four:scalar-input:grid-cell:127"/>
            <p:cNvSpPr>
              <a:spLocks noGrp="1"/>
            </p:cNvSpPr>
            <p:nvPr/>
          </p:nvSpPr>
          <p:spPr>
            <a:xfrm>
              <a:off x="1514475" y="2419350"/>
              <a:ext cx="104966" cy="104966"/>
            </a:xfrm>
            <a:prstGeom prst="rect">
              <a:avLst/>
            </a:prstGeom>
            <a:solidFill>
              <a:srgbClr val="CC79A7"/>
            </a:solidFill>
            <a:ln w="0">
              <a:noFill/>
              <a:prstDash val="solid"/>
            </a:ln>
          </p:spPr>
        </p:sp>
        <p:sp>
          <p:nvSpPr>
            <p:cNvPr id="129" name="four:scalar-input:grid-cell:128"/>
            <p:cNvSpPr>
              <a:spLocks noGrp="1"/>
            </p:cNvSpPr>
            <p:nvPr/>
          </p:nvSpPr>
          <p:spPr>
            <a:xfrm>
              <a:off x="1619250" y="2419350"/>
              <a:ext cx="104966" cy="104966"/>
            </a:xfrm>
            <a:prstGeom prst="rect">
              <a:avLst/>
            </a:prstGeom>
            <a:solidFill>
              <a:srgbClr val="CC79A7"/>
            </a:solidFill>
            <a:ln w="0">
              <a:noFill/>
              <a:prstDash val="solid"/>
            </a:ln>
          </p:spPr>
        </p:sp>
        <p:sp>
          <p:nvSpPr>
            <p:cNvPr id="130" name="four:scalar-input:grid-cell:129"/>
            <p:cNvSpPr>
              <a:spLocks noGrp="1"/>
            </p:cNvSpPr>
            <p:nvPr/>
          </p:nvSpPr>
          <p:spPr>
            <a:xfrm>
              <a:off x="1724025" y="2419350"/>
              <a:ext cx="104966" cy="104966"/>
            </a:xfrm>
            <a:prstGeom prst="rect">
              <a:avLst/>
            </a:prstGeom>
            <a:solidFill>
              <a:srgbClr val="CC79A7"/>
            </a:solidFill>
            <a:ln w="0">
              <a:noFill/>
              <a:prstDash val="solid"/>
            </a:ln>
          </p:spPr>
        </p:sp>
        <p:sp>
          <p:nvSpPr>
            <p:cNvPr id="131" name="four:scalar-input:grid-cell:130"/>
            <p:cNvSpPr>
              <a:spLocks noGrp="1"/>
            </p:cNvSpPr>
            <p:nvPr/>
          </p:nvSpPr>
          <p:spPr>
            <a:xfrm>
              <a:off x="1828800" y="2419350"/>
              <a:ext cx="104966" cy="104966"/>
            </a:xfrm>
            <a:prstGeom prst="rect">
              <a:avLst/>
            </a:prstGeom>
            <a:solidFill>
              <a:srgbClr val="CC79A7"/>
            </a:solidFill>
            <a:ln w="0">
              <a:noFill/>
              <a:prstDash val="solid"/>
            </a:ln>
          </p:spPr>
        </p:sp>
        <p:sp>
          <p:nvSpPr>
            <p:cNvPr id="132" name="four:scalar-input:grid-cell:131"/>
            <p:cNvSpPr>
              <a:spLocks noGrp="1"/>
            </p:cNvSpPr>
            <p:nvPr/>
          </p:nvSpPr>
          <p:spPr>
            <a:xfrm>
              <a:off x="1933575" y="2419350"/>
              <a:ext cx="104966" cy="104966"/>
            </a:xfrm>
            <a:prstGeom prst="rect">
              <a:avLst/>
            </a:prstGeom>
            <a:solidFill>
              <a:srgbClr val="CC79A7"/>
            </a:solidFill>
            <a:ln w="0">
              <a:noFill/>
              <a:prstDash val="solid"/>
            </a:ln>
          </p:spPr>
        </p:sp>
        <p:sp>
          <p:nvSpPr>
            <p:cNvPr id="133" name="four:scalar-input:grid-cell:132"/>
            <p:cNvSpPr>
              <a:spLocks noGrp="1"/>
            </p:cNvSpPr>
            <p:nvPr/>
          </p:nvSpPr>
          <p:spPr>
            <a:xfrm>
              <a:off x="2038350" y="2419350"/>
              <a:ext cx="104966" cy="104966"/>
            </a:xfrm>
            <a:prstGeom prst="rect">
              <a:avLst/>
            </a:prstGeom>
            <a:solidFill>
              <a:srgbClr val="CC79A7"/>
            </a:solidFill>
            <a:ln w="0">
              <a:noFill/>
              <a:prstDash val="solid"/>
            </a:ln>
          </p:spPr>
        </p:sp>
        <p:sp>
          <p:nvSpPr>
            <p:cNvPr id="134" name="four:scalar-input:grid-cell:133"/>
            <p:cNvSpPr>
              <a:spLocks noGrp="1"/>
            </p:cNvSpPr>
            <p:nvPr/>
          </p:nvSpPr>
          <p:spPr>
            <a:xfrm>
              <a:off x="2143125" y="2419350"/>
              <a:ext cx="104966" cy="104966"/>
            </a:xfrm>
            <a:prstGeom prst="rect">
              <a:avLst/>
            </a:prstGeom>
            <a:solidFill>
              <a:srgbClr val="CC79A7"/>
            </a:solidFill>
            <a:ln w="0">
              <a:noFill/>
              <a:prstDash val="solid"/>
            </a:ln>
          </p:spPr>
        </p:sp>
        <p:sp>
          <p:nvSpPr>
            <p:cNvPr id="135" name="four:scalar-input:grid-cell:134"/>
            <p:cNvSpPr>
              <a:spLocks noGrp="1"/>
            </p:cNvSpPr>
            <p:nvPr/>
          </p:nvSpPr>
          <p:spPr>
            <a:xfrm>
              <a:off x="2247900" y="2419350"/>
              <a:ext cx="104966" cy="104966"/>
            </a:xfrm>
            <a:prstGeom prst="rect">
              <a:avLst/>
            </a:prstGeom>
            <a:solidFill>
              <a:srgbClr val="CC79A7"/>
            </a:solidFill>
            <a:ln w="0">
              <a:noFill/>
              <a:prstDash val="solid"/>
            </a:ln>
          </p:spPr>
        </p:sp>
        <p:sp>
          <p:nvSpPr>
            <p:cNvPr id="136" name="four:scalar-input:grid-cell:135"/>
            <p:cNvSpPr>
              <a:spLocks noGrp="1"/>
            </p:cNvSpPr>
            <p:nvPr/>
          </p:nvSpPr>
          <p:spPr>
            <a:xfrm>
              <a:off x="2352675" y="2419350"/>
              <a:ext cx="104966" cy="104966"/>
            </a:xfrm>
            <a:prstGeom prst="rect">
              <a:avLst/>
            </a:prstGeom>
            <a:solidFill>
              <a:srgbClr val="D4B4CC"/>
            </a:solidFill>
            <a:ln w="0">
              <a:noFill/>
              <a:prstDash val="solid"/>
            </a:ln>
          </p:spPr>
        </p:sp>
        <p:sp>
          <p:nvSpPr>
            <p:cNvPr id="137" name="four:scalar-input:grid-cell:136"/>
            <p:cNvSpPr>
              <a:spLocks noGrp="1"/>
            </p:cNvSpPr>
            <p:nvPr/>
          </p:nvSpPr>
          <p:spPr>
            <a:xfrm>
              <a:off x="361950" y="2524125"/>
              <a:ext cx="104966" cy="104966"/>
            </a:xfrm>
            <a:prstGeom prst="rect">
              <a:avLst/>
            </a:prstGeom>
            <a:solidFill>
              <a:srgbClr val="D4B4CC"/>
            </a:solidFill>
            <a:ln w="0">
              <a:noFill/>
              <a:prstDash val="solid"/>
            </a:ln>
          </p:spPr>
        </p:sp>
        <p:sp>
          <p:nvSpPr>
            <p:cNvPr id="138" name="four:scalar-input:grid-cell:137"/>
            <p:cNvSpPr>
              <a:spLocks noGrp="1"/>
            </p:cNvSpPr>
            <p:nvPr/>
          </p:nvSpPr>
          <p:spPr>
            <a:xfrm>
              <a:off x="466725" y="2524125"/>
              <a:ext cx="104966" cy="104966"/>
            </a:xfrm>
            <a:prstGeom prst="rect">
              <a:avLst/>
            </a:prstGeom>
            <a:solidFill>
              <a:srgbClr val="0072B2"/>
            </a:solidFill>
            <a:ln w="0">
              <a:noFill/>
              <a:prstDash val="solid"/>
            </a:ln>
          </p:spPr>
        </p:sp>
        <p:sp>
          <p:nvSpPr>
            <p:cNvPr id="139" name="four:scalar-input:grid-cell:138"/>
            <p:cNvSpPr>
              <a:spLocks noGrp="1"/>
            </p:cNvSpPr>
            <p:nvPr/>
          </p:nvSpPr>
          <p:spPr>
            <a:xfrm>
              <a:off x="571500" y="2524125"/>
              <a:ext cx="104966" cy="104966"/>
            </a:xfrm>
            <a:prstGeom prst="rect">
              <a:avLst/>
            </a:prstGeom>
            <a:solidFill>
              <a:srgbClr val="0072B2"/>
            </a:solidFill>
            <a:ln w="0">
              <a:noFill/>
              <a:prstDash val="solid"/>
            </a:ln>
          </p:spPr>
        </p:sp>
        <p:sp>
          <p:nvSpPr>
            <p:cNvPr id="140" name="four:scalar-input:grid-cell:139"/>
            <p:cNvSpPr>
              <a:spLocks noGrp="1"/>
            </p:cNvSpPr>
            <p:nvPr/>
          </p:nvSpPr>
          <p:spPr>
            <a:xfrm>
              <a:off x="676275" y="2524125"/>
              <a:ext cx="104966" cy="104966"/>
            </a:xfrm>
            <a:prstGeom prst="rect">
              <a:avLst/>
            </a:prstGeom>
            <a:solidFill>
              <a:srgbClr val="0072B2"/>
            </a:solidFill>
            <a:ln w="0">
              <a:noFill/>
              <a:prstDash val="solid"/>
            </a:ln>
          </p:spPr>
        </p:sp>
        <p:sp>
          <p:nvSpPr>
            <p:cNvPr id="141" name="four:scalar-input:grid-cell:140"/>
            <p:cNvSpPr>
              <a:spLocks noGrp="1"/>
            </p:cNvSpPr>
            <p:nvPr/>
          </p:nvSpPr>
          <p:spPr>
            <a:xfrm>
              <a:off x="781050" y="2524125"/>
              <a:ext cx="104966" cy="104966"/>
            </a:xfrm>
            <a:prstGeom prst="rect">
              <a:avLst/>
            </a:prstGeom>
            <a:solidFill>
              <a:srgbClr val="0072B2"/>
            </a:solidFill>
            <a:ln w="0">
              <a:noFill/>
              <a:prstDash val="solid"/>
            </a:ln>
          </p:spPr>
        </p:sp>
        <p:sp>
          <p:nvSpPr>
            <p:cNvPr id="142" name="four:scalar-input:grid-cell:141"/>
            <p:cNvSpPr>
              <a:spLocks noGrp="1"/>
            </p:cNvSpPr>
            <p:nvPr/>
          </p:nvSpPr>
          <p:spPr>
            <a:xfrm>
              <a:off x="885825" y="2524125"/>
              <a:ext cx="104966" cy="104966"/>
            </a:xfrm>
            <a:prstGeom prst="rect">
              <a:avLst/>
            </a:prstGeom>
            <a:solidFill>
              <a:srgbClr val="0072B2"/>
            </a:solidFill>
            <a:ln w="0">
              <a:noFill/>
              <a:prstDash val="solid"/>
            </a:ln>
          </p:spPr>
        </p:sp>
        <p:sp>
          <p:nvSpPr>
            <p:cNvPr id="143" name="four:scalar-input:grid-cell:142"/>
            <p:cNvSpPr>
              <a:spLocks noGrp="1"/>
            </p:cNvSpPr>
            <p:nvPr/>
          </p:nvSpPr>
          <p:spPr>
            <a:xfrm>
              <a:off x="990600" y="2524125"/>
              <a:ext cx="104966" cy="104966"/>
            </a:xfrm>
            <a:prstGeom prst="rect">
              <a:avLst/>
            </a:prstGeom>
            <a:solidFill>
              <a:srgbClr val="0072B2"/>
            </a:solidFill>
            <a:ln w="0">
              <a:noFill/>
              <a:prstDash val="solid"/>
            </a:ln>
          </p:spPr>
        </p:sp>
        <p:sp>
          <p:nvSpPr>
            <p:cNvPr id="144" name="four:scalar-input:grid-cell:143"/>
            <p:cNvSpPr>
              <a:spLocks noGrp="1"/>
            </p:cNvSpPr>
            <p:nvPr/>
          </p:nvSpPr>
          <p:spPr>
            <a:xfrm>
              <a:off x="1095375" y="2524125"/>
              <a:ext cx="104966" cy="104966"/>
            </a:xfrm>
            <a:prstGeom prst="rect">
              <a:avLst/>
            </a:prstGeom>
            <a:solidFill>
              <a:srgbClr val="D4B4CC"/>
            </a:solidFill>
            <a:ln w="0">
              <a:noFill/>
              <a:prstDash val="solid"/>
            </a:ln>
          </p:spPr>
        </p:sp>
        <p:sp>
          <p:nvSpPr>
            <p:cNvPr id="145" name="four:scalar-input:grid-cell:144"/>
            <p:cNvSpPr>
              <a:spLocks noGrp="1"/>
            </p:cNvSpPr>
            <p:nvPr/>
          </p:nvSpPr>
          <p:spPr>
            <a:xfrm>
              <a:off x="1200150" y="2524125"/>
              <a:ext cx="104966" cy="104966"/>
            </a:xfrm>
            <a:prstGeom prst="rect">
              <a:avLst/>
            </a:prstGeom>
            <a:solidFill>
              <a:srgbClr val="CC79A7"/>
            </a:solidFill>
            <a:ln w="0">
              <a:noFill/>
              <a:prstDash val="solid"/>
            </a:ln>
          </p:spPr>
        </p:sp>
        <p:sp>
          <p:nvSpPr>
            <p:cNvPr id="146" name="four:scalar-input:grid-cell:145"/>
            <p:cNvSpPr>
              <a:spLocks noGrp="1"/>
            </p:cNvSpPr>
            <p:nvPr/>
          </p:nvSpPr>
          <p:spPr>
            <a:xfrm>
              <a:off x="1304925" y="2524125"/>
              <a:ext cx="104966" cy="104966"/>
            </a:xfrm>
            <a:prstGeom prst="rect">
              <a:avLst/>
            </a:prstGeom>
            <a:solidFill>
              <a:srgbClr val="CC79A7"/>
            </a:solidFill>
            <a:ln w="0">
              <a:noFill/>
              <a:prstDash val="solid"/>
            </a:ln>
          </p:spPr>
        </p:sp>
        <p:sp>
          <p:nvSpPr>
            <p:cNvPr id="147" name="four:scalar-input:grid-cell:146"/>
            <p:cNvSpPr>
              <a:spLocks noGrp="1"/>
            </p:cNvSpPr>
            <p:nvPr/>
          </p:nvSpPr>
          <p:spPr>
            <a:xfrm>
              <a:off x="1409700" y="2524125"/>
              <a:ext cx="104966" cy="104966"/>
            </a:xfrm>
            <a:prstGeom prst="rect">
              <a:avLst/>
            </a:prstGeom>
            <a:solidFill>
              <a:srgbClr val="CC79A7"/>
            </a:solidFill>
            <a:ln w="0">
              <a:noFill/>
              <a:prstDash val="solid"/>
            </a:ln>
          </p:spPr>
        </p:sp>
        <p:sp>
          <p:nvSpPr>
            <p:cNvPr id="148" name="four:scalar-input:grid-cell:147"/>
            <p:cNvSpPr>
              <a:spLocks noGrp="1"/>
            </p:cNvSpPr>
            <p:nvPr/>
          </p:nvSpPr>
          <p:spPr>
            <a:xfrm>
              <a:off x="1514475" y="2524125"/>
              <a:ext cx="104966" cy="104966"/>
            </a:xfrm>
            <a:prstGeom prst="rect">
              <a:avLst/>
            </a:prstGeom>
            <a:solidFill>
              <a:srgbClr val="CC79A7"/>
            </a:solidFill>
            <a:ln w="0">
              <a:noFill/>
              <a:prstDash val="solid"/>
            </a:ln>
          </p:spPr>
        </p:sp>
        <p:sp>
          <p:nvSpPr>
            <p:cNvPr id="149" name="four:scalar-input:grid-cell:148"/>
            <p:cNvSpPr>
              <a:spLocks noGrp="1"/>
            </p:cNvSpPr>
            <p:nvPr/>
          </p:nvSpPr>
          <p:spPr>
            <a:xfrm>
              <a:off x="1619250" y="2524125"/>
              <a:ext cx="104966" cy="104966"/>
            </a:xfrm>
            <a:prstGeom prst="rect">
              <a:avLst/>
            </a:prstGeom>
            <a:solidFill>
              <a:srgbClr val="CC79A7"/>
            </a:solidFill>
            <a:ln w="0">
              <a:noFill/>
              <a:prstDash val="solid"/>
            </a:ln>
          </p:spPr>
        </p:sp>
        <p:sp>
          <p:nvSpPr>
            <p:cNvPr id="150" name="four:scalar-input:grid-cell:149"/>
            <p:cNvSpPr>
              <a:spLocks noGrp="1"/>
            </p:cNvSpPr>
            <p:nvPr/>
          </p:nvSpPr>
          <p:spPr>
            <a:xfrm>
              <a:off x="1724025" y="2524125"/>
              <a:ext cx="104966" cy="104966"/>
            </a:xfrm>
            <a:prstGeom prst="rect">
              <a:avLst/>
            </a:prstGeom>
            <a:solidFill>
              <a:srgbClr val="CC79A7"/>
            </a:solidFill>
            <a:ln w="0">
              <a:noFill/>
              <a:prstDash val="solid"/>
            </a:ln>
          </p:spPr>
        </p:sp>
        <p:sp>
          <p:nvSpPr>
            <p:cNvPr id="151" name="four:scalar-input:grid-cell:150"/>
            <p:cNvSpPr>
              <a:spLocks noGrp="1"/>
            </p:cNvSpPr>
            <p:nvPr/>
          </p:nvSpPr>
          <p:spPr>
            <a:xfrm>
              <a:off x="1828800" y="2524125"/>
              <a:ext cx="104966" cy="104966"/>
            </a:xfrm>
            <a:prstGeom prst="rect">
              <a:avLst/>
            </a:prstGeom>
            <a:solidFill>
              <a:srgbClr val="CC79A7"/>
            </a:solidFill>
            <a:ln w="0">
              <a:noFill/>
              <a:prstDash val="solid"/>
            </a:ln>
          </p:spPr>
        </p:sp>
        <p:sp>
          <p:nvSpPr>
            <p:cNvPr id="152" name="four:scalar-input:grid-cell:151"/>
            <p:cNvSpPr>
              <a:spLocks noGrp="1"/>
            </p:cNvSpPr>
            <p:nvPr/>
          </p:nvSpPr>
          <p:spPr>
            <a:xfrm>
              <a:off x="1933575" y="2524125"/>
              <a:ext cx="104966" cy="104966"/>
            </a:xfrm>
            <a:prstGeom prst="rect">
              <a:avLst/>
            </a:prstGeom>
            <a:solidFill>
              <a:srgbClr val="CC79A7"/>
            </a:solidFill>
            <a:ln w="0">
              <a:noFill/>
              <a:prstDash val="solid"/>
            </a:ln>
          </p:spPr>
        </p:sp>
        <p:sp>
          <p:nvSpPr>
            <p:cNvPr id="153" name="four:scalar-input:grid-cell:152"/>
            <p:cNvSpPr>
              <a:spLocks noGrp="1"/>
            </p:cNvSpPr>
            <p:nvPr/>
          </p:nvSpPr>
          <p:spPr>
            <a:xfrm>
              <a:off x="2038350" y="2524125"/>
              <a:ext cx="104966" cy="104966"/>
            </a:xfrm>
            <a:prstGeom prst="rect">
              <a:avLst/>
            </a:prstGeom>
            <a:solidFill>
              <a:srgbClr val="CC79A7"/>
            </a:solidFill>
            <a:ln w="0">
              <a:noFill/>
              <a:prstDash val="solid"/>
            </a:ln>
          </p:spPr>
        </p:sp>
        <p:sp>
          <p:nvSpPr>
            <p:cNvPr id="154" name="four:scalar-input:grid-cell:153"/>
            <p:cNvSpPr>
              <a:spLocks noGrp="1"/>
            </p:cNvSpPr>
            <p:nvPr/>
          </p:nvSpPr>
          <p:spPr>
            <a:xfrm>
              <a:off x="2143125" y="2524125"/>
              <a:ext cx="104966" cy="104966"/>
            </a:xfrm>
            <a:prstGeom prst="rect">
              <a:avLst/>
            </a:prstGeom>
            <a:solidFill>
              <a:srgbClr val="CC79A7"/>
            </a:solidFill>
            <a:ln w="0">
              <a:noFill/>
              <a:prstDash val="solid"/>
            </a:ln>
          </p:spPr>
        </p:sp>
        <p:sp>
          <p:nvSpPr>
            <p:cNvPr id="155" name="four:scalar-input:grid-cell:154"/>
            <p:cNvSpPr>
              <a:spLocks noGrp="1"/>
            </p:cNvSpPr>
            <p:nvPr/>
          </p:nvSpPr>
          <p:spPr>
            <a:xfrm>
              <a:off x="2247900" y="2524125"/>
              <a:ext cx="104966" cy="104966"/>
            </a:xfrm>
            <a:prstGeom prst="rect">
              <a:avLst/>
            </a:prstGeom>
            <a:solidFill>
              <a:srgbClr val="CC79A7"/>
            </a:solidFill>
            <a:ln w="0">
              <a:noFill/>
              <a:prstDash val="solid"/>
            </a:ln>
          </p:spPr>
        </p:sp>
        <p:sp>
          <p:nvSpPr>
            <p:cNvPr id="156" name="four:scalar-input:grid-cell:155"/>
            <p:cNvSpPr>
              <a:spLocks noGrp="1"/>
            </p:cNvSpPr>
            <p:nvPr/>
          </p:nvSpPr>
          <p:spPr>
            <a:xfrm>
              <a:off x="2352675" y="2524125"/>
              <a:ext cx="104966" cy="104966"/>
            </a:xfrm>
            <a:prstGeom prst="rect">
              <a:avLst/>
            </a:prstGeom>
            <a:solidFill>
              <a:srgbClr val="D4B4CC"/>
            </a:solidFill>
            <a:ln w="0">
              <a:noFill/>
              <a:prstDash val="solid"/>
            </a:ln>
          </p:spPr>
        </p:sp>
        <p:sp>
          <p:nvSpPr>
            <p:cNvPr id="157" name="four:scalar-input:grid-cell:156"/>
            <p:cNvSpPr>
              <a:spLocks noGrp="1"/>
            </p:cNvSpPr>
            <p:nvPr/>
          </p:nvSpPr>
          <p:spPr>
            <a:xfrm>
              <a:off x="361950" y="2628900"/>
              <a:ext cx="104966" cy="104966"/>
            </a:xfrm>
            <a:prstGeom prst="rect">
              <a:avLst/>
            </a:prstGeom>
            <a:solidFill>
              <a:srgbClr val="0072B2"/>
            </a:solidFill>
            <a:ln w="0">
              <a:noFill/>
              <a:prstDash val="solid"/>
            </a:ln>
          </p:spPr>
        </p:sp>
        <p:sp>
          <p:nvSpPr>
            <p:cNvPr id="158" name="four:scalar-input:grid-cell:157"/>
            <p:cNvSpPr>
              <a:spLocks noGrp="1"/>
            </p:cNvSpPr>
            <p:nvPr/>
          </p:nvSpPr>
          <p:spPr>
            <a:xfrm>
              <a:off x="466725" y="2628900"/>
              <a:ext cx="104966" cy="104966"/>
            </a:xfrm>
            <a:prstGeom prst="rect">
              <a:avLst/>
            </a:prstGeom>
            <a:solidFill>
              <a:srgbClr val="0072B2"/>
            </a:solidFill>
            <a:ln w="0">
              <a:noFill/>
              <a:prstDash val="solid"/>
            </a:ln>
          </p:spPr>
        </p:sp>
        <p:sp>
          <p:nvSpPr>
            <p:cNvPr id="159" name="four:scalar-input:grid-cell:158"/>
            <p:cNvSpPr>
              <a:spLocks noGrp="1"/>
            </p:cNvSpPr>
            <p:nvPr/>
          </p:nvSpPr>
          <p:spPr>
            <a:xfrm>
              <a:off x="571500" y="2628900"/>
              <a:ext cx="104966" cy="104966"/>
            </a:xfrm>
            <a:prstGeom prst="rect">
              <a:avLst/>
            </a:prstGeom>
            <a:solidFill>
              <a:srgbClr val="0072B2"/>
            </a:solidFill>
            <a:ln w="0">
              <a:noFill/>
              <a:prstDash val="solid"/>
            </a:ln>
          </p:spPr>
        </p:sp>
        <p:sp>
          <p:nvSpPr>
            <p:cNvPr id="160" name="four:scalar-input:grid-cell:159"/>
            <p:cNvSpPr>
              <a:spLocks noGrp="1"/>
            </p:cNvSpPr>
            <p:nvPr/>
          </p:nvSpPr>
          <p:spPr>
            <a:xfrm>
              <a:off x="676275" y="2628900"/>
              <a:ext cx="104966" cy="104966"/>
            </a:xfrm>
            <a:prstGeom prst="rect">
              <a:avLst/>
            </a:prstGeom>
            <a:solidFill>
              <a:srgbClr val="0072B2"/>
            </a:solidFill>
            <a:ln w="0">
              <a:noFill/>
              <a:prstDash val="solid"/>
            </a:ln>
          </p:spPr>
        </p:sp>
        <p:sp>
          <p:nvSpPr>
            <p:cNvPr id="161" name="four:scalar-input:grid-cell:160"/>
            <p:cNvSpPr>
              <a:spLocks noGrp="1"/>
            </p:cNvSpPr>
            <p:nvPr/>
          </p:nvSpPr>
          <p:spPr>
            <a:xfrm>
              <a:off x="781050" y="2628900"/>
              <a:ext cx="104966" cy="104966"/>
            </a:xfrm>
            <a:prstGeom prst="rect">
              <a:avLst/>
            </a:prstGeom>
            <a:solidFill>
              <a:srgbClr val="0072B2"/>
            </a:solidFill>
            <a:ln w="0">
              <a:noFill/>
              <a:prstDash val="solid"/>
            </a:ln>
          </p:spPr>
        </p:sp>
        <p:sp>
          <p:nvSpPr>
            <p:cNvPr id="162" name="four:scalar-input:grid-cell:161"/>
            <p:cNvSpPr>
              <a:spLocks noGrp="1"/>
            </p:cNvSpPr>
            <p:nvPr/>
          </p:nvSpPr>
          <p:spPr>
            <a:xfrm>
              <a:off x="885825" y="2628900"/>
              <a:ext cx="104966" cy="104966"/>
            </a:xfrm>
            <a:prstGeom prst="rect">
              <a:avLst/>
            </a:prstGeom>
            <a:solidFill>
              <a:srgbClr val="0072B2"/>
            </a:solidFill>
            <a:ln w="0">
              <a:noFill/>
              <a:prstDash val="solid"/>
            </a:ln>
          </p:spPr>
        </p:sp>
        <p:sp>
          <p:nvSpPr>
            <p:cNvPr id="163" name="four:scalar-input:grid-cell:162"/>
            <p:cNvSpPr>
              <a:spLocks noGrp="1"/>
            </p:cNvSpPr>
            <p:nvPr/>
          </p:nvSpPr>
          <p:spPr>
            <a:xfrm>
              <a:off x="990600" y="2628900"/>
              <a:ext cx="104966" cy="104966"/>
            </a:xfrm>
            <a:prstGeom prst="rect">
              <a:avLst/>
            </a:prstGeom>
            <a:solidFill>
              <a:srgbClr val="0072B2"/>
            </a:solidFill>
            <a:ln w="0">
              <a:noFill/>
              <a:prstDash val="solid"/>
            </a:ln>
          </p:spPr>
        </p:sp>
        <p:sp>
          <p:nvSpPr>
            <p:cNvPr id="164" name="four:scalar-input:grid-cell:163"/>
            <p:cNvSpPr>
              <a:spLocks noGrp="1"/>
            </p:cNvSpPr>
            <p:nvPr/>
          </p:nvSpPr>
          <p:spPr>
            <a:xfrm>
              <a:off x="1095375" y="2628900"/>
              <a:ext cx="104966" cy="104966"/>
            </a:xfrm>
            <a:prstGeom prst="rect">
              <a:avLst/>
            </a:prstGeom>
            <a:solidFill>
              <a:srgbClr val="0072B2"/>
            </a:solidFill>
            <a:ln w="0">
              <a:noFill/>
              <a:prstDash val="solid"/>
            </a:ln>
          </p:spPr>
        </p:sp>
        <p:sp>
          <p:nvSpPr>
            <p:cNvPr id="165" name="four:scalar-input:grid-cell:164"/>
            <p:cNvSpPr>
              <a:spLocks noGrp="1"/>
            </p:cNvSpPr>
            <p:nvPr/>
          </p:nvSpPr>
          <p:spPr>
            <a:xfrm>
              <a:off x="1200150" y="2628900"/>
              <a:ext cx="104966" cy="104966"/>
            </a:xfrm>
            <a:prstGeom prst="rect">
              <a:avLst/>
            </a:prstGeom>
            <a:solidFill>
              <a:srgbClr val="D4B4CC"/>
            </a:solidFill>
            <a:ln w="0">
              <a:noFill/>
              <a:prstDash val="solid"/>
            </a:ln>
          </p:spPr>
        </p:sp>
        <p:sp>
          <p:nvSpPr>
            <p:cNvPr id="166" name="four:scalar-input:grid-cell:165"/>
            <p:cNvSpPr>
              <a:spLocks noGrp="1"/>
            </p:cNvSpPr>
            <p:nvPr/>
          </p:nvSpPr>
          <p:spPr>
            <a:xfrm>
              <a:off x="1304925" y="2628900"/>
              <a:ext cx="104966" cy="104966"/>
            </a:xfrm>
            <a:prstGeom prst="rect">
              <a:avLst/>
            </a:prstGeom>
            <a:solidFill>
              <a:srgbClr val="CC79A7"/>
            </a:solidFill>
            <a:ln w="0">
              <a:noFill/>
              <a:prstDash val="solid"/>
            </a:ln>
          </p:spPr>
        </p:sp>
        <p:sp>
          <p:nvSpPr>
            <p:cNvPr id="167" name="four:scalar-input:grid-cell:166"/>
            <p:cNvSpPr>
              <a:spLocks noGrp="1"/>
            </p:cNvSpPr>
            <p:nvPr/>
          </p:nvSpPr>
          <p:spPr>
            <a:xfrm>
              <a:off x="1409700" y="2628900"/>
              <a:ext cx="104966" cy="104966"/>
            </a:xfrm>
            <a:prstGeom prst="rect">
              <a:avLst/>
            </a:prstGeom>
            <a:solidFill>
              <a:srgbClr val="CC79A7"/>
            </a:solidFill>
            <a:ln w="0">
              <a:noFill/>
              <a:prstDash val="solid"/>
            </a:ln>
          </p:spPr>
        </p:sp>
        <p:sp>
          <p:nvSpPr>
            <p:cNvPr id="168" name="four:scalar-input:grid-cell:167"/>
            <p:cNvSpPr>
              <a:spLocks noGrp="1"/>
            </p:cNvSpPr>
            <p:nvPr/>
          </p:nvSpPr>
          <p:spPr>
            <a:xfrm>
              <a:off x="1514475" y="2628900"/>
              <a:ext cx="104966" cy="104966"/>
            </a:xfrm>
            <a:prstGeom prst="rect">
              <a:avLst/>
            </a:prstGeom>
            <a:solidFill>
              <a:srgbClr val="CC79A7"/>
            </a:solidFill>
            <a:ln w="0">
              <a:noFill/>
              <a:prstDash val="solid"/>
            </a:ln>
          </p:spPr>
        </p:sp>
        <p:sp>
          <p:nvSpPr>
            <p:cNvPr id="169" name="four:scalar-input:grid-cell:168"/>
            <p:cNvSpPr>
              <a:spLocks noGrp="1"/>
            </p:cNvSpPr>
            <p:nvPr/>
          </p:nvSpPr>
          <p:spPr>
            <a:xfrm>
              <a:off x="1619250" y="2628900"/>
              <a:ext cx="104966" cy="104966"/>
            </a:xfrm>
            <a:prstGeom prst="rect">
              <a:avLst/>
            </a:prstGeom>
            <a:solidFill>
              <a:srgbClr val="CC79A7"/>
            </a:solidFill>
            <a:ln w="0">
              <a:noFill/>
              <a:prstDash val="solid"/>
            </a:ln>
          </p:spPr>
        </p:sp>
        <p:sp>
          <p:nvSpPr>
            <p:cNvPr id="170" name="four:scalar-input:grid-cell:169"/>
            <p:cNvSpPr>
              <a:spLocks noGrp="1"/>
            </p:cNvSpPr>
            <p:nvPr/>
          </p:nvSpPr>
          <p:spPr>
            <a:xfrm>
              <a:off x="1724025" y="2628900"/>
              <a:ext cx="104966" cy="104966"/>
            </a:xfrm>
            <a:prstGeom prst="rect">
              <a:avLst/>
            </a:prstGeom>
            <a:solidFill>
              <a:srgbClr val="CC79A7"/>
            </a:solidFill>
            <a:ln w="0">
              <a:noFill/>
              <a:prstDash val="solid"/>
            </a:ln>
          </p:spPr>
        </p:sp>
        <p:sp>
          <p:nvSpPr>
            <p:cNvPr id="171" name="four:scalar-input:grid-cell:170"/>
            <p:cNvSpPr>
              <a:spLocks noGrp="1"/>
            </p:cNvSpPr>
            <p:nvPr/>
          </p:nvSpPr>
          <p:spPr>
            <a:xfrm>
              <a:off x="1828800" y="2628900"/>
              <a:ext cx="104966" cy="104966"/>
            </a:xfrm>
            <a:prstGeom prst="rect">
              <a:avLst/>
            </a:prstGeom>
            <a:solidFill>
              <a:srgbClr val="CC79A7"/>
            </a:solidFill>
            <a:ln w="0">
              <a:noFill/>
              <a:prstDash val="solid"/>
            </a:ln>
          </p:spPr>
        </p:sp>
        <p:sp>
          <p:nvSpPr>
            <p:cNvPr id="172" name="four:scalar-input:grid-cell:171"/>
            <p:cNvSpPr>
              <a:spLocks noGrp="1"/>
            </p:cNvSpPr>
            <p:nvPr/>
          </p:nvSpPr>
          <p:spPr>
            <a:xfrm>
              <a:off x="1933575" y="2628900"/>
              <a:ext cx="104966" cy="104966"/>
            </a:xfrm>
            <a:prstGeom prst="rect">
              <a:avLst/>
            </a:prstGeom>
            <a:solidFill>
              <a:srgbClr val="CC79A7"/>
            </a:solidFill>
            <a:ln w="0">
              <a:noFill/>
              <a:prstDash val="solid"/>
            </a:ln>
          </p:spPr>
        </p:sp>
        <p:sp>
          <p:nvSpPr>
            <p:cNvPr id="173" name="four:scalar-input:grid-cell:172"/>
            <p:cNvSpPr>
              <a:spLocks noGrp="1"/>
            </p:cNvSpPr>
            <p:nvPr/>
          </p:nvSpPr>
          <p:spPr>
            <a:xfrm>
              <a:off x="2038350" y="2628900"/>
              <a:ext cx="104966" cy="104966"/>
            </a:xfrm>
            <a:prstGeom prst="rect">
              <a:avLst/>
            </a:prstGeom>
            <a:solidFill>
              <a:srgbClr val="D4B4CC"/>
            </a:solidFill>
            <a:ln w="0">
              <a:noFill/>
              <a:prstDash val="solid"/>
            </a:ln>
          </p:spPr>
        </p:sp>
        <p:sp>
          <p:nvSpPr>
            <p:cNvPr id="174" name="four:scalar-input:grid-cell:173"/>
            <p:cNvSpPr>
              <a:spLocks noGrp="1"/>
            </p:cNvSpPr>
            <p:nvPr/>
          </p:nvSpPr>
          <p:spPr>
            <a:xfrm>
              <a:off x="2143125" y="2628900"/>
              <a:ext cx="104966" cy="104966"/>
            </a:xfrm>
            <a:prstGeom prst="rect">
              <a:avLst/>
            </a:prstGeom>
            <a:solidFill>
              <a:srgbClr val="D4B4CC"/>
            </a:solidFill>
            <a:ln w="0">
              <a:noFill/>
              <a:prstDash val="solid"/>
            </a:ln>
          </p:spPr>
        </p:sp>
        <p:sp>
          <p:nvSpPr>
            <p:cNvPr id="175" name="four:scalar-input:grid-cell:174"/>
            <p:cNvSpPr>
              <a:spLocks noGrp="1"/>
            </p:cNvSpPr>
            <p:nvPr/>
          </p:nvSpPr>
          <p:spPr>
            <a:xfrm>
              <a:off x="2247900" y="2628900"/>
              <a:ext cx="104966" cy="104966"/>
            </a:xfrm>
            <a:prstGeom prst="rect">
              <a:avLst/>
            </a:prstGeom>
            <a:solidFill>
              <a:srgbClr val="D4B4CC"/>
            </a:solidFill>
            <a:ln w="0">
              <a:noFill/>
              <a:prstDash val="solid"/>
            </a:ln>
          </p:spPr>
        </p:sp>
        <p:sp>
          <p:nvSpPr>
            <p:cNvPr id="176" name="four:scalar-input:grid-cell:175"/>
            <p:cNvSpPr>
              <a:spLocks noGrp="1"/>
            </p:cNvSpPr>
            <p:nvPr/>
          </p:nvSpPr>
          <p:spPr>
            <a:xfrm>
              <a:off x="2352675" y="2628900"/>
              <a:ext cx="104966" cy="104966"/>
            </a:xfrm>
            <a:prstGeom prst="rect">
              <a:avLst/>
            </a:prstGeom>
            <a:solidFill>
              <a:srgbClr val="D4B4CC"/>
            </a:solidFill>
            <a:ln w="0">
              <a:noFill/>
              <a:prstDash val="solid"/>
            </a:ln>
          </p:spPr>
        </p:sp>
        <p:sp>
          <p:nvSpPr>
            <p:cNvPr id="177" name="four:scalar-input:grid-cell:176"/>
            <p:cNvSpPr>
              <a:spLocks noGrp="1"/>
            </p:cNvSpPr>
            <p:nvPr/>
          </p:nvSpPr>
          <p:spPr>
            <a:xfrm>
              <a:off x="361950" y="2733675"/>
              <a:ext cx="104966" cy="104966"/>
            </a:xfrm>
            <a:prstGeom prst="rect">
              <a:avLst/>
            </a:prstGeom>
            <a:solidFill>
              <a:srgbClr val="0072B2"/>
            </a:solidFill>
            <a:ln w="0">
              <a:noFill/>
              <a:prstDash val="solid"/>
            </a:ln>
          </p:spPr>
        </p:sp>
        <p:sp>
          <p:nvSpPr>
            <p:cNvPr id="178" name="four:scalar-input:grid-cell:177"/>
            <p:cNvSpPr>
              <a:spLocks noGrp="1"/>
            </p:cNvSpPr>
            <p:nvPr/>
          </p:nvSpPr>
          <p:spPr>
            <a:xfrm>
              <a:off x="466725" y="2733675"/>
              <a:ext cx="104966" cy="104966"/>
            </a:xfrm>
            <a:prstGeom prst="rect">
              <a:avLst/>
            </a:prstGeom>
            <a:solidFill>
              <a:srgbClr val="0072B2"/>
            </a:solidFill>
            <a:ln w="0">
              <a:noFill/>
              <a:prstDash val="solid"/>
            </a:ln>
          </p:spPr>
        </p:sp>
        <p:sp>
          <p:nvSpPr>
            <p:cNvPr id="179" name="four:scalar-input:grid-cell:178"/>
            <p:cNvSpPr>
              <a:spLocks noGrp="1"/>
            </p:cNvSpPr>
            <p:nvPr/>
          </p:nvSpPr>
          <p:spPr>
            <a:xfrm>
              <a:off x="571500" y="2733675"/>
              <a:ext cx="104966" cy="104966"/>
            </a:xfrm>
            <a:prstGeom prst="rect">
              <a:avLst/>
            </a:prstGeom>
            <a:solidFill>
              <a:srgbClr val="0072B2"/>
            </a:solidFill>
            <a:ln w="0">
              <a:noFill/>
              <a:prstDash val="solid"/>
            </a:ln>
          </p:spPr>
        </p:sp>
        <p:sp>
          <p:nvSpPr>
            <p:cNvPr id="180" name="four:scalar-input:grid-cell:179"/>
            <p:cNvSpPr>
              <a:spLocks noGrp="1"/>
            </p:cNvSpPr>
            <p:nvPr/>
          </p:nvSpPr>
          <p:spPr>
            <a:xfrm>
              <a:off x="676275" y="2733675"/>
              <a:ext cx="104966" cy="104966"/>
            </a:xfrm>
            <a:prstGeom prst="rect">
              <a:avLst/>
            </a:prstGeom>
            <a:solidFill>
              <a:srgbClr val="0072B2"/>
            </a:solidFill>
            <a:ln w="0">
              <a:noFill/>
              <a:prstDash val="solid"/>
            </a:ln>
          </p:spPr>
        </p:sp>
        <p:sp>
          <p:nvSpPr>
            <p:cNvPr id="181" name="four:scalar-input:grid-cell:180"/>
            <p:cNvSpPr>
              <a:spLocks noGrp="1"/>
            </p:cNvSpPr>
            <p:nvPr/>
          </p:nvSpPr>
          <p:spPr>
            <a:xfrm>
              <a:off x="781050" y="2733675"/>
              <a:ext cx="104966" cy="104966"/>
            </a:xfrm>
            <a:prstGeom prst="rect">
              <a:avLst/>
            </a:prstGeom>
            <a:solidFill>
              <a:srgbClr val="0072B2"/>
            </a:solidFill>
            <a:ln w="0">
              <a:noFill/>
              <a:prstDash val="solid"/>
            </a:ln>
          </p:spPr>
        </p:sp>
        <p:sp>
          <p:nvSpPr>
            <p:cNvPr id="182" name="four:scalar-input:grid-cell:181"/>
            <p:cNvSpPr>
              <a:spLocks noGrp="1"/>
            </p:cNvSpPr>
            <p:nvPr/>
          </p:nvSpPr>
          <p:spPr>
            <a:xfrm>
              <a:off x="885825" y="2733675"/>
              <a:ext cx="104966" cy="104966"/>
            </a:xfrm>
            <a:prstGeom prst="rect">
              <a:avLst/>
            </a:prstGeom>
            <a:solidFill>
              <a:srgbClr val="0072B2"/>
            </a:solidFill>
            <a:ln w="0">
              <a:noFill/>
              <a:prstDash val="solid"/>
            </a:ln>
          </p:spPr>
        </p:sp>
        <p:sp>
          <p:nvSpPr>
            <p:cNvPr id="183" name="four:scalar-input:grid-cell:182"/>
            <p:cNvSpPr>
              <a:spLocks noGrp="1"/>
            </p:cNvSpPr>
            <p:nvPr/>
          </p:nvSpPr>
          <p:spPr>
            <a:xfrm>
              <a:off x="990600" y="2733675"/>
              <a:ext cx="104966" cy="104966"/>
            </a:xfrm>
            <a:prstGeom prst="rect">
              <a:avLst/>
            </a:prstGeom>
            <a:solidFill>
              <a:srgbClr val="0072B2"/>
            </a:solidFill>
            <a:ln w="0">
              <a:noFill/>
              <a:prstDash val="solid"/>
            </a:ln>
          </p:spPr>
        </p:sp>
        <p:sp>
          <p:nvSpPr>
            <p:cNvPr id="184" name="four:scalar-input:grid-cell:183"/>
            <p:cNvSpPr>
              <a:spLocks noGrp="1"/>
            </p:cNvSpPr>
            <p:nvPr/>
          </p:nvSpPr>
          <p:spPr>
            <a:xfrm>
              <a:off x="1095375" y="2733675"/>
              <a:ext cx="104966" cy="104966"/>
            </a:xfrm>
            <a:prstGeom prst="rect">
              <a:avLst/>
            </a:prstGeom>
            <a:solidFill>
              <a:srgbClr val="0072B2"/>
            </a:solidFill>
            <a:ln w="0">
              <a:noFill/>
              <a:prstDash val="solid"/>
            </a:ln>
          </p:spPr>
        </p:sp>
        <p:sp>
          <p:nvSpPr>
            <p:cNvPr id="185" name="four:scalar-input:grid-cell:184"/>
            <p:cNvSpPr>
              <a:spLocks noGrp="1"/>
            </p:cNvSpPr>
            <p:nvPr/>
          </p:nvSpPr>
          <p:spPr>
            <a:xfrm>
              <a:off x="1200150" y="2733675"/>
              <a:ext cx="104966" cy="104966"/>
            </a:xfrm>
            <a:prstGeom prst="rect">
              <a:avLst/>
            </a:prstGeom>
            <a:solidFill>
              <a:srgbClr val="D4B4CC"/>
            </a:solidFill>
            <a:ln w="0">
              <a:noFill/>
              <a:prstDash val="solid"/>
            </a:ln>
          </p:spPr>
        </p:sp>
        <p:sp>
          <p:nvSpPr>
            <p:cNvPr id="186" name="four:scalar-input:grid-cell:185"/>
            <p:cNvSpPr>
              <a:spLocks noGrp="1"/>
            </p:cNvSpPr>
            <p:nvPr/>
          </p:nvSpPr>
          <p:spPr>
            <a:xfrm>
              <a:off x="1304925" y="2733675"/>
              <a:ext cx="104966" cy="104966"/>
            </a:xfrm>
            <a:prstGeom prst="rect">
              <a:avLst/>
            </a:prstGeom>
            <a:solidFill>
              <a:srgbClr val="D4B4CC"/>
            </a:solidFill>
            <a:ln w="0">
              <a:noFill/>
              <a:prstDash val="solid"/>
            </a:ln>
          </p:spPr>
        </p:sp>
        <p:sp>
          <p:nvSpPr>
            <p:cNvPr id="187" name="four:scalar-input:grid-cell:186"/>
            <p:cNvSpPr>
              <a:spLocks noGrp="1"/>
            </p:cNvSpPr>
            <p:nvPr/>
          </p:nvSpPr>
          <p:spPr>
            <a:xfrm>
              <a:off x="1409700" y="2733675"/>
              <a:ext cx="104966" cy="104966"/>
            </a:xfrm>
            <a:prstGeom prst="rect">
              <a:avLst/>
            </a:prstGeom>
            <a:solidFill>
              <a:srgbClr val="D4B4CC"/>
            </a:solidFill>
            <a:ln w="0">
              <a:noFill/>
              <a:prstDash val="solid"/>
            </a:ln>
          </p:spPr>
        </p:sp>
        <p:sp>
          <p:nvSpPr>
            <p:cNvPr id="188" name="four:scalar-input:grid-cell:187"/>
            <p:cNvSpPr>
              <a:spLocks noGrp="1"/>
            </p:cNvSpPr>
            <p:nvPr/>
          </p:nvSpPr>
          <p:spPr>
            <a:xfrm>
              <a:off x="1514475" y="2733675"/>
              <a:ext cx="104966" cy="104966"/>
            </a:xfrm>
            <a:prstGeom prst="rect">
              <a:avLst/>
            </a:prstGeom>
            <a:solidFill>
              <a:srgbClr val="D4B4CC"/>
            </a:solidFill>
            <a:ln w="0">
              <a:noFill/>
              <a:prstDash val="solid"/>
            </a:ln>
          </p:spPr>
        </p:sp>
        <p:sp>
          <p:nvSpPr>
            <p:cNvPr id="189" name="four:scalar-input:grid-cell:188"/>
            <p:cNvSpPr>
              <a:spLocks noGrp="1"/>
            </p:cNvSpPr>
            <p:nvPr/>
          </p:nvSpPr>
          <p:spPr>
            <a:xfrm>
              <a:off x="1619250" y="2733675"/>
              <a:ext cx="104966" cy="104966"/>
            </a:xfrm>
            <a:prstGeom prst="rect">
              <a:avLst/>
            </a:prstGeom>
            <a:solidFill>
              <a:srgbClr val="D4B4CC"/>
            </a:solidFill>
            <a:ln w="0">
              <a:noFill/>
              <a:prstDash val="solid"/>
            </a:ln>
          </p:spPr>
        </p:sp>
        <p:sp>
          <p:nvSpPr>
            <p:cNvPr id="190" name="four:scalar-input:grid-cell:189"/>
            <p:cNvSpPr>
              <a:spLocks noGrp="1"/>
            </p:cNvSpPr>
            <p:nvPr/>
          </p:nvSpPr>
          <p:spPr>
            <a:xfrm>
              <a:off x="1724025" y="2733675"/>
              <a:ext cx="104966" cy="104966"/>
            </a:xfrm>
            <a:prstGeom prst="rect">
              <a:avLst/>
            </a:prstGeom>
            <a:solidFill>
              <a:srgbClr val="D4B4CC"/>
            </a:solidFill>
            <a:ln w="0">
              <a:noFill/>
              <a:prstDash val="solid"/>
            </a:ln>
          </p:spPr>
        </p:sp>
        <p:sp>
          <p:nvSpPr>
            <p:cNvPr id="191" name="four:scalar-input:grid-cell:190"/>
            <p:cNvSpPr>
              <a:spLocks noGrp="1"/>
            </p:cNvSpPr>
            <p:nvPr/>
          </p:nvSpPr>
          <p:spPr>
            <a:xfrm>
              <a:off x="1828800" y="2733675"/>
              <a:ext cx="104966" cy="104966"/>
            </a:xfrm>
            <a:prstGeom prst="rect">
              <a:avLst/>
            </a:prstGeom>
            <a:solidFill>
              <a:srgbClr val="D4B4CC"/>
            </a:solidFill>
            <a:ln w="0">
              <a:noFill/>
              <a:prstDash val="solid"/>
            </a:ln>
          </p:spPr>
        </p:sp>
        <p:sp>
          <p:nvSpPr>
            <p:cNvPr id="192" name="four:scalar-input:grid-cell:191"/>
            <p:cNvSpPr>
              <a:spLocks noGrp="1"/>
            </p:cNvSpPr>
            <p:nvPr/>
          </p:nvSpPr>
          <p:spPr>
            <a:xfrm>
              <a:off x="1933575" y="2733675"/>
              <a:ext cx="104966" cy="104966"/>
            </a:xfrm>
            <a:prstGeom prst="rect">
              <a:avLst/>
            </a:prstGeom>
            <a:solidFill>
              <a:srgbClr val="D4B4CC"/>
            </a:solidFill>
            <a:ln w="0">
              <a:noFill/>
              <a:prstDash val="solid"/>
            </a:ln>
          </p:spPr>
        </p:sp>
        <p:sp>
          <p:nvSpPr>
            <p:cNvPr id="193" name="four:scalar-input:grid-cell:192"/>
            <p:cNvSpPr>
              <a:spLocks noGrp="1"/>
            </p:cNvSpPr>
            <p:nvPr/>
          </p:nvSpPr>
          <p:spPr>
            <a:xfrm>
              <a:off x="2038350" y="2733675"/>
              <a:ext cx="104966" cy="104966"/>
            </a:xfrm>
            <a:prstGeom prst="rect">
              <a:avLst/>
            </a:prstGeom>
            <a:solidFill>
              <a:srgbClr val="D4B4CC"/>
            </a:solidFill>
            <a:ln w="0">
              <a:noFill/>
              <a:prstDash val="solid"/>
            </a:ln>
          </p:spPr>
        </p:sp>
        <p:sp>
          <p:nvSpPr>
            <p:cNvPr id="194" name="four:scalar-input:grid-cell:193"/>
            <p:cNvSpPr>
              <a:spLocks noGrp="1"/>
            </p:cNvSpPr>
            <p:nvPr/>
          </p:nvSpPr>
          <p:spPr>
            <a:xfrm>
              <a:off x="2143125" y="2733675"/>
              <a:ext cx="104966" cy="104966"/>
            </a:xfrm>
            <a:prstGeom prst="rect">
              <a:avLst/>
            </a:prstGeom>
            <a:solidFill>
              <a:srgbClr val="D4B4CC"/>
            </a:solidFill>
            <a:ln w="0">
              <a:noFill/>
              <a:prstDash val="solid"/>
            </a:ln>
          </p:spPr>
        </p:sp>
        <p:sp>
          <p:nvSpPr>
            <p:cNvPr id="195" name="four:scalar-input:grid-cell:194"/>
            <p:cNvSpPr>
              <a:spLocks noGrp="1"/>
            </p:cNvSpPr>
            <p:nvPr/>
          </p:nvSpPr>
          <p:spPr>
            <a:xfrm>
              <a:off x="2247900" y="2733675"/>
              <a:ext cx="104966" cy="104966"/>
            </a:xfrm>
            <a:prstGeom prst="rect">
              <a:avLst/>
            </a:prstGeom>
            <a:solidFill>
              <a:srgbClr val="D4B4CC"/>
            </a:solidFill>
            <a:ln w="0">
              <a:noFill/>
              <a:prstDash val="solid"/>
            </a:ln>
          </p:spPr>
        </p:sp>
        <p:sp>
          <p:nvSpPr>
            <p:cNvPr id="196" name="four:scalar-input:grid-cell:195"/>
            <p:cNvSpPr>
              <a:spLocks noGrp="1"/>
            </p:cNvSpPr>
            <p:nvPr/>
          </p:nvSpPr>
          <p:spPr>
            <a:xfrm>
              <a:off x="2352675" y="2733675"/>
              <a:ext cx="104966" cy="104966"/>
            </a:xfrm>
            <a:prstGeom prst="rect">
              <a:avLst/>
            </a:prstGeom>
            <a:solidFill>
              <a:srgbClr val="DCE8ED"/>
            </a:solidFill>
            <a:ln w="0">
              <a:noFill/>
              <a:prstDash val="solid"/>
            </a:ln>
          </p:spPr>
        </p:sp>
        <p:sp>
          <p:nvSpPr>
            <p:cNvPr id="197" name="four:scalar-input:grid-cell:196"/>
            <p:cNvSpPr>
              <a:spLocks noGrp="1"/>
            </p:cNvSpPr>
            <p:nvPr/>
          </p:nvSpPr>
          <p:spPr>
            <a:xfrm>
              <a:off x="361950" y="2838450"/>
              <a:ext cx="104966" cy="104966"/>
            </a:xfrm>
            <a:prstGeom prst="rect">
              <a:avLst/>
            </a:prstGeom>
            <a:solidFill>
              <a:srgbClr val="0072B2"/>
            </a:solidFill>
            <a:ln w="0">
              <a:noFill/>
              <a:prstDash val="solid"/>
            </a:ln>
          </p:spPr>
        </p:sp>
        <p:sp>
          <p:nvSpPr>
            <p:cNvPr id="198" name="four:scalar-input:grid-cell:197"/>
            <p:cNvSpPr>
              <a:spLocks noGrp="1"/>
            </p:cNvSpPr>
            <p:nvPr/>
          </p:nvSpPr>
          <p:spPr>
            <a:xfrm>
              <a:off x="466725" y="2838450"/>
              <a:ext cx="104966" cy="104966"/>
            </a:xfrm>
            <a:prstGeom prst="rect">
              <a:avLst/>
            </a:prstGeom>
            <a:solidFill>
              <a:srgbClr val="0072B2"/>
            </a:solidFill>
            <a:ln w="0">
              <a:noFill/>
              <a:prstDash val="solid"/>
            </a:ln>
          </p:spPr>
        </p:sp>
        <p:sp>
          <p:nvSpPr>
            <p:cNvPr id="199" name="four:scalar-input:grid-cell:198"/>
            <p:cNvSpPr>
              <a:spLocks noGrp="1"/>
            </p:cNvSpPr>
            <p:nvPr/>
          </p:nvSpPr>
          <p:spPr>
            <a:xfrm>
              <a:off x="571500" y="2838450"/>
              <a:ext cx="104966" cy="104966"/>
            </a:xfrm>
            <a:prstGeom prst="rect">
              <a:avLst/>
            </a:prstGeom>
            <a:solidFill>
              <a:srgbClr val="0072B2"/>
            </a:solidFill>
            <a:ln w="0">
              <a:noFill/>
              <a:prstDash val="solid"/>
            </a:ln>
          </p:spPr>
        </p:sp>
        <p:sp>
          <p:nvSpPr>
            <p:cNvPr id="200" name="four:scalar-input:grid-cell:199"/>
            <p:cNvSpPr>
              <a:spLocks noGrp="1"/>
            </p:cNvSpPr>
            <p:nvPr/>
          </p:nvSpPr>
          <p:spPr>
            <a:xfrm>
              <a:off x="676275" y="2838450"/>
              <a:ext cx="104966" cy="104966"/>
            </a:xfrm>
            <a:prstGeom prst="rect">
              <a:avLst/>
            </a:prstGeom>
            <a:solidFill>
              <a:srgbClr val="0072B2"/>
            </a:solidFill>
            <a:ln w="0">
              <a:noFill/>
              <a:prstDash val="solid"/>
            </a:ln>
          </p:spPr>
        </p:sp>
        <p:sp>
          <p:nvSpPr>
            <p:cNvPr id="201" name="four:scalar-input:grid-cell:200"/>
            <p:cNvSpPr>
              <a:spLocks noGrp="1"/>
            </p:cNvSpPr>
            <p:nvPr/>
          </p:nvSpPr>
          <p:spPr>
            <a:xfrm>
              <a:off x="781050" y="2838450"/>
              <a:ext cx="104966" cy="104966"/>
            </a:xfrm>
            <a:prstGeom prst="rect">
              <a:avLst/>
            </a:prstGeom>
            <a:solidFill>
              <a:srgbClr val="0072B2"/>
            </a:solidFill>
            <a:ln w="0">
              <a:noFill/>
              <a:prstDash val="solid"/>
            </a:ln>
          </p:spPr>
        </p:sp>
        <p:sp>
          <p:nvSpPr>
            <p:cNvPr id="202" name="four:scalar-input:grid-cell:201"/>
            <p:cNvSpPr>
              <a:spLocks noGrp="1"/>
            </p:cNvSpPr>
            <p:nvPr/>
          </p:nvSpPr>
          <p:spPr>
            <a:xfrm>
              <a:off x="885825" y="2838450"/>
              <a:ext cx="104966" cy="104966"/>
            </a:xfrm>
            <a:prstGeom prst="rect">
              <a:avLst/>
            </a:prstGeom>
            <a:solidFill>
              <a:srgbClr val="0072B2"/>
            </a:solidFill>
            <a:ln w="0">
              <a:noFill/>
              <a:prstDash val="solid"/>
            </a:ln>
          </p:spPr>
        </p:sp>
        <p:sp>
          <p:nvSpPr>
            <p:cNvPr id="203" name="four:scalar-input:grid-cell:202"/>
            <p:cNvSpPr>
              <a:spLocks noGrp="1"/>
            </p:cNvSpPr>
            <p:nvPr/>
          </p:nvSpPr>
          <p:spPr>
            <a:xfrm>
              <a:off x="990600" y="2838450"/>
              <a:ext cx="104966" cy="104966"/>
            </a:xfrm>
            <a:prstGeom prst="rect">
              <a:avLst/>
            </a:prstGeom>
            <a:solidFill>
              <a:srgbClr val="0072B2"/>
            </a:solidFill>
            <a:ln w="0">
              <a:noFill/>
              <a:prstDash val="solid"/>
            </a:ln>
          </p:spPr>
        </p:sp>
        <p:sp>
          <p:nvSpPr>
            <p:cNvPr id="204" name="four:scalar-input:grid-cell:203"/>
            <p:cNvSpPr>
              <a:spLocks noGrp="1"/>
            </p:cNvSpPr>
            <p:nvPr/>
          </p:nvSpPr>
          <p:spPr>
            <a:xfrm>
              <a:off x="1095375" y="2838450"/>
              <a:ext cx="104966" cy="104966"/>
            </a:xfrm>
            <a:prstGeom prst="rect">
              <a:avLst/>
            </a:prstGeom>
            <a:solidFill>
              <a:srgbClr val="D4B4CC"/>
            </a:solidFill>
            <a:ln w="0">
              <a:noFill/>
              <a:prstDash val="solid"/>
            </a:ln>
          </p:spPr>
        </p:sp>
        <p:sp>
          <p:nvSpPr>
            <p:cNvPr id="205" name="four:scalar-input:grid-cell:204"/>
            <p:cNvSpPr>
              <a:spLocks noGrp="1"/>
            </p:cNvSpPr>
            <p:nvPr/>
          </p:nvSpPr>
          <p:spPr>
            <a:xfrm>
              <a:off x="1200150" y="2838450"/>
              <a:ext cx="104966" cy="104966"/>
            </a:xfrm>
            <a:prstGeom prst="rect">
              <a:avLst/>
            </a:prstGeom>
            <a:solidFill>
              <a:srgbClr val="D4B4CC"/>
            </a:solidFill>
            <a:ln w="0">
              <a:noFill/>
              <a:prstDash val="solid"/>
            </a:ln>
          </p:spPr>
        </p:sp>
        <p:sp>
          <p:nvSpPr>
            <p:cNvPr id="206" name="four:scalar-input:grid-cell:205"/>
            <p:cNvSpPr>
              <a:spLocks noGrp="1"/>
            </p:cNvSpPr>
            <p:nvPr/>
          </p:nvSpPr>
          <p:spPr>
            <a:xfrm>
              <a:off x="1304925" y="2838450"/>
              <a:ext cx="104966" cy="104966"/>
            </a:xfrm>
            <a:prstGeom prst="rect">
              <a:avLst/>
            </a:prstGeom>
            <a:solidFill>
              <a:srgbClr val="D4B4CC"/>
            </a:solidFill>
            <a:ln w="0">
              <a:noFill/>
              <a:prstDash val="solid"/>
            </a:ln>
          </p:spPr>
        </p:sp>
        <p:sp>
          <p:nvSpPr>
            <p:cNvPr id="207" name="four:scalar-input:grid-cell:206"/>
            <p:cNvSpPr>
              <a:spLocks noGrp="1"/>
            </p:cNvSpPr>
            <p:nvPr/>
          </p:nvSpPr>
          <p:spPr>
            <a:xfrm>
              <a:off x="1409700" y="2838450"/>
              <a:ext cx="104966" cy="104966"/>
            </a:xfrm>
            <a:prstGeom prst="rect">
              <a:avLst/>
            </a:prstGeom>
            <a:solidFill>
              <a:srgbClr val="D4B4CC"/>
            </a:solidFill>
            <a:ln w="0">
              <a:noFill/>
              <a:prstDash val="solid"/>
            </a:ln>
          </p:spPr>
        </p:sp>
        <p:sp>
          <p:nvSpPr>
            <p:cNvPr id="208" name="four:scalar-input:grid-cell:207"/>
            <p:cNvSpPr>
              <a:spLocks noGrp="1"/>
            </p:cNvSpPr>
            <p:nvPr/>
          </p:nvSpPr>
          <p:spPr>
            <a:xfrm>
              <a:off x="1514475" y="2838450"/>
              <a:ext cx="104966" cy="104966"/>
            </a:xfrm>
            <a:prstGeom prst="rect">
              <a:avLst/>
            </a:prstGeom>
            <a:solidFill>
              <a:srgbClr val="D4B4CC"/>
            </a:solidFill>
            <a:ln w="0">
              <a:noFill/>
              <a:prstDash val="solid"/>
            </a:ln>
          </p:spPr>
        </p:sp>
        <p:sp>
          <p:nvSpPr>
            <p:cNvPr id="209" name="four:scalar-input:grid-cell:208"/>
            <p:cNvSpPr>
              <a:spLocks noGrp="1"/>
            </p:cNvSpPr>
            <p:nvPr/>
          </p:nvSpPr>
          <p:spPr>
            <a:xfrm>
              <a:off x="1619250" y="2838450"/>
              <a:ext cx="104966" cy="104966"/>
            </a:xfrm>
            <a:prstGeom prst="rect">
              <a:avLst/>
            </a:prstGeom>
            <a:solidFill>
              <a:srgbClr val="D4B4CC"/>
            </a:solidFill>
            <a:ln w="0">
              <a:noFill/>
              <a:prstDash val="solid"/>
            </a:ln>
          </p:spPr>
        </p:sp>
        <p:sp>
          <p:nvSpPr>
            <p:cNvPr id="210" name="four:scalar-input:grid-cell:209"/>
            <p:cNvSpPr>
              <a:spLocks noGrp="1"/>
            </p:cNvSpPr>
            <p:nvPr/>
          </p:nvSpPr>
          <p:spPr>
            <a:xfrm>
              <a:off x="1724025" y="2838450"/>
              <a:ext cx="104966" cy="104966"/>
            </a:xfrm>
            <a:prstGeom prst="rect">
              <a:avLst/>
            </a:prstGeom>
            <a:solidFill>
              <a:srgbClr val="D4B4CC"/>
            </a:solidFill>
            <a:ln w="0">
              <a:noFill/>
              <a:prstDash val="solid"/>
            </a:ln>
          </p:spPr>
        </p:sp>
        <p:sp>
          <p:nvSpPr>
            <p:cNvPr id="211" name="four:scalar-input:grid-cell:210"/>
            <p:cNvSpPr>
              <a:spLocks noGrp="1"/>
            </p:cNvSpPr>
            <p:nvPr/>
          </p:nvSpPr>
          <p:spPr>
            <a:xfrm>
              <a:off x="1828800" y="2838450"/>
              <a:ext cx="104966" cy="104966"/>
            </a:xfrm>
            <a:prstGeom prst="rect">
              <a:avLst/>
            </a:prstGeom>
            <a:solidFill>
              <a:srgbClr val="D4B4CC"/>
            </a:solidFill>
            <a:ln w="0">
              <a:noFill/>
              <a:prstDash val="solid"/>
            </a:ln>
          </p:spPr>
        </p:sp>
        <p:sp>
          <p:nvSpPr>
            <p:cNvPr id="212" name="four:scalar-input:grid-cell:211"/>
            <p:cNvSpPr>
              <a:spLocks noGrp="1"/>
            </p:cNvSpPr>
            <p:nvPr/>
          </p:nvSpPr>
          <p:spPr>
            <a:xfrm>
              <a:off x="1933575" y="2838450"/>
              <a:ext cx="104966" cy="104966"/>
            </a:xfrm>
            <a:prstGeom prst="rect">
              <a:avLst/>
            </a:prstGeom>
            <a:solidFill>
              <a:srgbClr val="D4B4CC"/>
            </a:solidFill>
            <a:ln w="0">
              <a:noFill/>
              <a:prstDash val="solid"/>
            </a:ln>
          </p:spPr>
        </p:sp>
        <p:sp>
          <p:nvSpPr>
            <p:cNvPr id="213" name="four:scalar-input:grid-cell:212"/>
            <p:cNvSpPr>
              <a:spLocks noGrp="1"/>
            </p:cNvSpPr>
            <p:nvPr/>
          </p:nvSpPr>
          <p:spPr>
            <a:xfrm>
              <a:off x="2038350" y="2838450"/>
              <a:ext cx="104966" cy="104966"/>
            </a:xfrm>
            <a:prstGeom prst="rect">
              <a:avLst/>
            </a:prstGeom>
            <a:solidFill>
              <a:srgbClr val="DCE8ED"/>
            </a:solidFill>
            <a:ln w="0">
              <a:noFill/>
              <a:prstDash val="solid"/>
            </a:ln>
          </p:spPr>
        </p:sp>
        <p:sp>
          <p:nvSpPr>
            <p:cNvPr id="214" name="four:scalar-input:grid-cell:213"/>
            <p:cNvSpPr>
              <a:spLocks noGrp="1"/>
            </p:cNvSpPr>
            <p:nvPr/>
          </p:nvSpPr>
          <p:spPr>
            <a:xfrm>
              <a:off x="2143125" y="2838450"/>
              <a:ext cx="104966" cy="104966"/>
            </a:xfrm>
            <a:prstGeom prst="rect">
              <a:avLst/>
            </a:prstGeom>
            <a:solidFill>
              <a:srgbClr val="DCE8ED"/>
            </a:solidFill>
            <a:ln w="0">
              <a:noFill/>
              <a:prstDash val="solid"/>
            </a:ln>
          </p:spPr>
        </p:sp>
        <p:sp>
          <p:nvSpPr>
            <p:cNvPr id="215" name="four:scalar-input:grid-cell:214"/>
            <p:cNvSpPr>
              <a:spLocks noGrp="1"/>
            </p:cNvSpPr>
            <p:nvPr/>
          </p:nvSpPr>
          <p:spPr>
            <a:xfrm>
              <a:off x="2247900" y="2838450"/>
              <a:ext cx="104966" cy="104966"/>
            </a:xfrm>
            <a:prstGeom prst="rect">
              <a:avLst/>
            </a:prstGeom>
            <a:solidFill>
              <a:srgbClr val="DCE8ED"/>
            </a:solidFill>
            <a:ln w="0">
              <a:noFill/>
              <a:prstDash val="solid"/>
            </a:ln>
          </p:spPr>
        </p:sp>
        <p:sp>
          <p:nvSpPr>
            <p:cNvPr id="216" name="four:scalar-input:grid-cell:215"/>
            <p:cNvSpPr>
              <a:spLocks noGrp="1"/>
            </p:cNvSpPr>
            <p:nvPr/>
          </p:nvSpPr>
          <p:spPr>
            <a:xfrm>
              <a:off x="2352675" y="2838450"/>
              <a:ext cx="104966" cy="104966"/>
            </a:xfrm>
            <a:prstGeom prst="rect">
              <a:avLst/>
            </a:prstGeom>
            <a:solidFill>
              <a:srgbClr val="DCE8ED"/>
            </a:solidFill>
            <a:ln w="0">
              <a:noFill/>
              <a:prstDash val="solid"/>
            </a:ln>
          </p:spPr>
        </p:sp>
        <p:sp>
          <p:nvSpPr>
            <p:cNvPr id="217" name="four:scalar-input:grid-cell:216"/>
            <p:cNvSpPr>
              <a:spLocks noGrp="1"/>
            </p:cNvSpPr>
            <p:nvPr/>
          </p:nvSpPr>
          <p:spPr>
            <a:xfrm>
              <a:off x="361950" y="2943225"/>
              <a:ext cx="104966" cy="104966"/>
            </a:xfrm>
            <a:prstGeom prst="rect">
              <a:avLst/>
            </a:prstGeom>
            <a:solidFill>
              <a:srgbClr val="0072B2"/>
            </a:solidFill>
            <a:ln w="0">
              <a:noFill/>
              <a:prstDash val="solid"/>
            </a:ln>
          </p:spPr>
        </p:sp>
        <p:sp>
          <p:nvSpPr>
            <p:cNvPr id="218" name="four:scalar-input:grid-cell:217"/>
            <p:cNvSpPr>
              <a:spLocks noGrp="1"/>
            </p:cNvSpPr>
            <p:nvPr/>
          </p:nvSpPr>
          <p:spPr>
            <a:xfrm>
              <a:off x="466725" y="2943225"/>
              <a:ext cx="104966" cy="104966"/>
            </a:xfrm>
            <a:prstGeom prst="rect">
              <a:avLst/>
            </a:prstGeom>
            <a:solidFill>
              <a:srgbClr val="0072B2"/>
            </a:solidFill>
            <a:ln w="0">
              <a:noFill/>
              <a:prstDash val="solid"/>
            </a:ln>
          </p:spPr>
        </p:sp>
        <p:sp>
          <p:nvSpPr>
            <p:cNvPr id="219" name="four:scalar-input:grid-cell:218"/>
            <p:cNvSpPr>
              <a:spLocks noGrp="1"/>
            </p:cNvSpPr>
            <p:nvPr/>
          </p:nvSpPr>
          <p:spPr>
            <a:xfrm>
              <a:off x="571500" y="2943225"/>
              <a:ext cx="104966" cy="104966"/>
            </a:xfrm>
            <a:prstGeom prst="rect">
              <a:avLst/>
            </a:prstGeom>
            <a:solidFill>
              <a:srgbClr val="0072B2"/>
            </a:solidFill>
            <a:ln w="0">
              <a:noFill/>
              <a:prstDash val="solid"/>
            </a:ln>
          </p:spPr>
        </p:sp>
        <p:sp>
          <p:nvSpPr>
            <p:cNvPr id="220" name="four:scalar-input:grid-cell:219"/>
            <p:cNvSpPr>
              <a:spLocks noGrp="1"/>
            </p:cNvSpPr>
            <p:nvPr/>
          </p:nvSpPr>
          <p:spPr>
            <a:xfrm>
              <a:off x="676275" y="2943225"/>
              <a:ext cx="104966" cy="104966"/>
            </a:xfrm>
            <a:prstGeom prst="rect">
              <a:avLst/>
            </a:prstGeom>
            <a:solidFill>
              <a:srgbClr val="0072B2"/>
            </a:solidFill>
            <a:ln w="0">
              <a:noFill/>
              <a:prstDash val="solid"/>
            </a:ln>
          </p:spPr>
        </p:sp>
        <p:sp>
          <p:nvSpPr>
            <p:cNvPr id="221" name="four:scalar-input:grid-cell:220"/>
            <p:cNvSpPr>
              <a:spLocks noGrp="1"/>
            </p:cNvSpPr>
            <p:nvPr/>
          </p:nvSpPr>
          <p:spPr>
            <a:xfrm>
              <a:off x="781050" y="2943225"/>
              <a:ext cx="104966" cy="104966"/>
            </a:xfrm>
            <a:prstGeom prst="rect">
              <a:avLst/>
            </a:prstGeom>
            <a:solidFill>
              <a:srgbClr val="0072B2"/>
            </a:solidFill>
            <a:ln w="0">
              <a:noFill/>
              <a:prstDash val="solid"/>
            </a:ln>
          </p:spPr>
        </p:sp>
        <p:sp>
          <p:nvSpPr>
            <p:cNvPr id="222" name="four:scalar-input:grid-cell:221"/>
            <p:cNvSpPr>
              <a:spLocks noGrp="1"/>
            </p:cNvSpPr>
            <p:nvPr/>
          </p:nvSpPr>
          <p:spPr>
            <a:xfrm>
              <a:off x="885825" y="2943225"/>
              <a:ext cx="104966" cy="104966"/>
            </a:xfrm>
            <a:prstGeom prst="rect">
              <a:avLst/>
            </a:prstGeom>
            <a:solidFill>
              <a:srgbClr val="0072B2"/>
            </a:solidFill>
            <a:ln w="0">
              <a:noFill/>
              <a:prstDash val="solid"/>
            </a:ln>
          </p:spPr>
        </p:sp>
        <p:sp>
          <p:nvSpPr>
            <p:cNvPr id="223" name="four:scalar-input:grid-cell:222"/>
            <p:cNvSpPr>
              <a:spLocks noGrp="1"/>
            </p:cNvSpPr>
            <p:nvPr/>
          </p:nvSpPr>
          <p:spPr>
            <a:xfrm>
              <a:off x="990600" y="2943225"/>
              <a:ext cx="104966" cy="104966"/>
            </a:xfrm>
            <a:prstGeom prst="rect">
              <a:avLst/>
            </a:prstGeom>
            <a:solidFill>
              <a:srgbClr val="D4B4CC"/>
            </a:solidFill>
            <a:ln w="0">
              <a:noFill/>
              <a:prstDash val="solid"/>
            </a:ln>
          </p:spPr>
        </p:sp>
        <p:sp>
          <p:nvSpPr>
            <p:cNvPr id="224" name="four:scalar-input:grid-cell:223"/>
            <p:cNvSpPr>
              <a:spLocks noGrp="1"/>
            </p:cNvSpPr>
            <p:nvPr/>
          </p:nvSpPr>
          <p:spPr>
            <a:xfrm>
              <a:off x="1095375" y="2943225"/>
              <a:ext cx="104966" cy="104966"/>
            </a:xfrm>
            <a:prstGeom prst="rect">
              <a:avLst/>
            </a:prstGeom>
            <a:solidFill>
              <a:srgbClr val="D4B4CC"/>
            </a:solidFill>
            <a:ln w="0">
              <a:noFill/>
              <a:prstDash val="solid"/>
            </a:ln>
          </p:spPr>
        </p:sp>
        <p:sp>
          <p:nvSpPr>
            <p:cNvPr id="225" name="four:scalar-input:grid-cell:224"/>
            <p:cNvSpPr>
              <a:spLocks noGrp="1"/>
            </p:cNvSpPr>
            <p:nvPr/>
          </p:nvSpPr>
          <p:spPr>
            <a:xfrm>
              <a:off x="1200150" y="2943225"/>
              <a:ext cx="104966" cy="104966"/>
            </a:xfrm>
            <a:prstGeom prst="rect">
              <a:avLst/>
            </a:prstGeom>
            <a:solidFill>
              <a:srgbClr val="D4B4CC"/>
            </a:solidFill>
            <a:ln w="0">
              <a:noFill/>
              <a:prstDash val="solid"/>
            </a:ln>
          </p:spPr>
        </p:sp>
        <p:sp>
          <p:nvSpPr>
            <p:cNvPr id="226" name="four:scalar-input:grid-cell:225"/>
            <p:cNvSpPr>
              <a:spLocks noGrp="1"/>
            </p:cNvSpPr>
            <p:nvPr/>
          </p:nvSpPr>
          <p:spPr>
            <a:xfrm>
              <a:off x="1304925" y="2943225"/>
              <a:ext cx="104966" cy="104966"/>
            </a:xfrm>
            <a:prstGeom prst="rect">
              <a:avLst/>
            </a:prstGeom>
            <a:solidFill>
              <a:srgbClr val="D4B4CC"/>
            </a:solidFill>
            <a:ln w="0">
              <a:noFill/>
              <a:prstDash val="solid"/>
            </a:ln>
          </p:spPr>
        </p:sp>
        <p:sp>
          <p:nvSpPr>
            <p:cNvPr id="227" name="four:scalar-input:grid-cell:226"/>
            <p:cNvSpPr>
              <a:spLocks noGrp="1"/>
            </p:cNvSpPr>
            <p:nvPr/>
          </p:nvSpPr>
          <p:spPr>
            <a:xfrm>
              <a:off x="1409700" y="2943225"/>
              <a:ext cx="104966" cy="104966"/>
            </a:xfrm>
            <a:prstGeom prst="rect">
              <a:avLst/>
            </a:prstGeom>
            <a:solidFill>
              <a:srgbClr val="DCE8ED"/>
            </a:solidFill>
            <a:ln w="0">
              <a:noFill/>
              <a:prstDash val="solid"/>
            </a:ln>
          </p:spPr>
        </p:sp>
        <p:sp>
          <p:nvSpPr>
            <p:cNvPr id="228" name="four:scalar-input:grid-cell:227"/>
            <p:cNvSpPr>
              <a:spLocks noGrp="1"/>
            </p:cNvSpPr>
            <p:nvPr/>
          </p:nvSpPr>
          <p:spPr>
            <a:xfrm>
              <a:off x="1514475" y="2943225"/>
              <a:ext cx="104966" cy="104966"/>
            </a:xfrm>
            <a:prstGeom prst="rect">
              <a:avLst/>
            </a:prstGeom>
            <a:solidFill>
              <a:srgbClr val="DCE8ED"/>
            </a:solidFill>
            <a:ln w="0">
              <a:noFill/>
              <a:prstDash val="solid"/>
            </a:ln>
          </p:spPr>
        </p:sp>
        <p:sp>
          <p:nvSpPr>
            <p:cNvPr id="229" name="four:scalar-input:grid-cell:228"/>
            <p:cNvSpPr>
              <a:spLocks noGrp="1"/>
            </p:cNvSpPr>
            <p:nvPr/>
          </p:nvSpPr>
          <p:spPr>
            <a:xfrm>
              <a:off x="1619250" y="2943225"/>
              <a:ext cx="104966" cy="104966"/>
            </a:xfrm>
            <a:prstGeom prst="rect">
              <a:avLst/>
            </a:prstGeom>
            <a:solidFill>
              <a:srgbClr val="DCE8ED"/>
            </a:solidFill>
            <a:ln w="0">
              <a:noFill/>
              <a:prstDash val="solid"/>
            </a:ln>
          </p:spPr>
        </p:sp>
        <p:sp>
          <p:nvSpPr>
            <p:cNvPr id="230" name="four:scalar-input:grid-cell:229"/>
            <p:cNvSpPr>
              <a:spLocks noGrp="1"/>
            </p:cNvSpPr>
            <p:nvPr/>
          </p:nvSpPr>
          <p:spPr>
            <a:xfrm>
              <a:off x="1724025" y="2943225"/>
              <a:ext cx="104966" cy="104966"/>
            </a:xfrm>
            <a:prstGeom prst="rect">
              <a:avLst/>
            </a:prstGeom>
            <a:solidFill>
              <a:srgbClr val="DCE8ED"/>
            </a:solidFill>
            <a:ln w="0">
              <a:noFill/>
              <a:prstDash val="solid"/>
            </a:ln>
          </p:spPr>
        </p:sp>
        <p:sp>
          <p:nvSpPr>
            <p:cNvPr id="231" name="four:scalar-input:grid-cell:230"/>
            <p:cNvSpPr>
              <a:spLocks noGrp="1"/>
            </p:cNvSpPr>
            <p:nvPr/>
          </p:nvSpPr>
          <p:spPr>
            <a:xfrm>
              <a:off x="1828800" y="2943225"/>
              <a:ext cx="104966" cy="104966"/>
            </a:xfrm>
            <a:prstGeom prst="rect">
              <a:avLst/>
            </a:prstGeom>
            <a:solidFill>
              <a:srgbClr val="DCE8ED"/>
            </a:solidFill>
            <a:ln w="0">
              <a:noFill/>
              <a:prstDash val="solid"/>
            </a:ln>
          </p:spPr>
        </p:sp>
        <p:sp>
          <p:nvSpPr>
            <p:cNvPr id="232" name="four:scalar-input:grid-cell:231"/>
            <p:cNvSpPr>
              <a:spLocks noGrp="1"/>
            </p:cNvSpPr>
            <p:nvPr/>
          </p:nvSpPr>
          <p:spPr>
            <a:xfrm>
              <a:off x="1933575" y="2943225"/>
              <a:ext cx="104966" cy="104966"/>
            </a:xfrm>
            <a:prstGeom prst="rect">
              <a:avLst/>
            </a:prstGeom>
            <a:solidFill>
              <a:srgbClr val="DCE8ED"/>
            </a:solidFill>
            <a:ln w="0">
              <a:noFill/>
              <a:prstDash val="solid"/>
            </a:ln>
          </p:spPr>
        </p:sp>
        <p:sp>
          <p:nvSpPr>
            <p:cNvPr id="233" name="four:scalar-input:grid-cell:232"/>
            <p:cNvSpPr>
              <a:spLocks noGrp="1"/>
            </p:cNvSpPr>
            <p:nvPr/>
          </p:nvSpPr>
          <p:spPr>
            <a:xfrm>
              <a:off x="2038350" y="2943225"/>
              <a:ext cx="104966" cy="104966"/>
            </a:xfrm>
            <a:prstGeom prst="rect">
              <a:avLst/>
            </a:prstGeom>
            <a:solidFill>
              <a:srgbClr val="DCE8ED"/>
            </a:solidFill>
            <a:ln w="0">
              <a:noFill/>
              <a:prstDash val="solid"/>
            </a:ln>
          </p:spPr>
        </p:sp>
        <p:sp>
          <p:nvSpPr>
            <p:cNvPr id="234" name="four:scalar-input:grid-cell:233"/>
            <p:cNvSpPr>
              <a:spLocks noGrp="1"/>
            </p:cNvSpPr>
            <p:nvPr/>
          </p:nvSpPr>
          <p:spPr>
            <a:xfrm>
              <a:off x="2143125" y="2943225"/>
              <a:ext cx="104966" cy="104966"/>
            </a:xfrm>
            <a:prstGeom prst="rect">
              <a:avLst/>
            </a:prstGeom>
            <a:solidFill>
              <a:srgbClr val="DCE8ED"/>
            </a:solidFill>
            <a:ln w="0">
              <a:noFill/>
              <a:prstDash val="solid"/>
            </a:ln>
          </p:spPr>
        </p:sp>
        <p:sp>
          <p:nvSpPr>
            <p:cNvPr id="235" name="four:scalar-input:grid-cell:234"/>
            <p:cNvSpPr>
              <a:spLocks noGrp="1"/>
            </p:cNvSpPr>
            <p:nvPr/>
          </p:nvSpPr>
          <p:spPr>
            <a:xfrm>
              <a:off x="2247900" y="2943225"/>
              <a:ext cx="104966" cy="104966"/>
            </a:xfrm>
            <a:prstGeom prst="rect">
              <a:avLst/>
            </a:prstGeom>
            <a:solidFill>
              <a:srgbClr val="DCE8ED"/>
            </a:solidFill>
            <a:ln w="0">
              <a:noFill/>
              <a:prstDash val="solid"/>
            </a:ln>
          </p:spPr>
        </p:sp>
        <p:sp>
          <p:nvSpPr>
            <p:cNvPr id="236" name="four:scalar-input:grid-cell:235"/>
            <p:cNvSpPr>
              <a:spLocks noGrp="1"/>
            </p:cNvSpPr>
            <p:nvPr/>
          </p:nvSpPr>
          <p:spPr>
            <a:xfrm>
              <a:off x="2352675" y="2943225"/>
              <a:ext cx="104966" cy="104966"/>
            </a:xfrm>
            <a:prstGeom prst="rect">
              <a:avLst/>
            </a:prstGeom>
            <a:solidFill>
              <a:srgbClr val="DCE8ED"/>
            </a:solidFill>
            <a:ln w="0">
              <a:noFill/>
              <a:prstDash val="solid"/>
            </a:ln>
          </p:spPr>
        </p:sp>
        <p:sp>
          <p:nvSpPr>
            <p:cNvPr id="237" name="four:scalar-input:grid-cell:236"/>
            <p:cNvSpPr>
              <a:spLocks noGrp="1"/>
            </p:cNvSpPr>
            <p:nvPr/>
          </p:nvSpPr>
          <p:spPr>
            <a:xfrm>
              <a:off x="361950" y="3048000"/>
              <a:ext cx="104966" cy="104966"/>
            </a:xfrm>
            <a:prstGeom prst="rect">
              <a:avLst/>
            </a:prstGeom>
            <a:solidFill>
              <a:srgbClr val="0072B2"/>
            </a:solidFill>
            <a:ln w="0">
              <a:noFill/>
              <a:prstDash val="solid"/>
            </a:ln>
          </p:spPr>
        </p:sp>
        <p:sp>
          <p:nvSpPr>
            <p:cNvPr id="238" name="four:scalar-input:grid-cell:237"/>
            <p:cNvSpPr>
              <a:spLocks noGrp="1"/>
            </p:cNvSpPr>
            <p:nvPr/>
          </p:nvSpPr>
          <p:spPr>
            <a:xfrm>
              <a:off x="466725" y="3048000"/>
              <a:ext cx="104966" cy="104966"/>
            </a:xfrm>
            <a:prstGeom prst="rect">
              <a:avLst/>
            </a:prstGeom>
            <a:solidFill>
              <a:srgbClr val="0072B2"/>
            </a:solidFill>
            <a:ln w="0">
              <a:noFill/>
              <a:prstDash val="solid"/>
            </a:ln>
          </p:spPr>
        </p:sp>
        <p:sp>
          <p:nvSpPr>
            <p:cNvPr id="239" name="four:scalar-input:grid-cell:238"/>
            <p:cNvSpPr>
              <a:spLocks noGrp="1"/>
            </p:cNvSpPr>
            <p:nvPr/>
          </p:nvSpPr>
          <p:spPr>
            <a:xfrm>
              <a:off x="571500" y="3048000"/>
              <a:ext cx="104966" cy="104966"/>
            </a:xfrm>
            <a:prstGeom prst="rect">
              <a:avLst/>
            </a:prstGeom>
            <a:solidFill>
              <a:srgbClr val="0072B2"/>
            </a:solidFill>
            <a:ln w="0">
              <a:noFill/>
              <a:prstDash val="solid"/>
            </a:ln>
          </p:spPr>
        </p:sp>
        <p:sp>
          <p:nvSpPr>
            <p:cNvPr id="240" name="four:scalar-input:grid-cell:239"/>
            <p:cNvSpPr>
              <a:spLocks noGrp="1"/>
            </p:cNvSpPr>
            <p:nvPr/>
          </p:nvSpPr>
          <p:spPr>
            <a:xfrm>
              <a:off x="676275" y="3048000"/>
              <a:ext cx="104966" cy="104966"/>
            </a:xfrm>
            <a:prstGeom prst="rect">
              <a:avLst/>
            </a:prstGeom>
            <a:solidFill>
              <a:srgbClr val="0072B2"/>
            </a:solidFill>
            <a:ln w="0">
              <a:noFill/>
              <a:prstDash val="solid"/>
            </a:ln>
          </p:spPr>
        </p:sp>
        <p:sp>
          <p:nvSpPr>
            <p:cNvPr id="241" name="four:scalar-input:grid-cell:240"/>
            <p:cNvSpPr>
              <a:spLocks noGrp="1"/>
            </p:cNvSpPr>
            <p:nvPr/>
          </p:nvSpPr>
          <p:spPr>
            <a:xfrm>
              <a:off x="781050" y="3048000"/>
              <a:ext cx="104966" cy="104966"/>
            </a:xfrm>
            <a:prstGeom prst="rect">
              <a:avLst/>
            </a:prstGeom>
            <a:solidFill>
              <a:srgbClr val="0072B2"/>
            </a:solidFill>
            <a:ln w="0">
              <a:noFill/>
              <a:prstDash val="solid"/>
            </a:ln>
          </p:spPr>
        </p:sp>
        <p:sp>
          <p:nvSpPr>
            <p:cNvPr id="242" name="four:scalar-input:grid-cell:241"/>
            <p:cNvSpPr>
              <a:spLocks noGrp="1"/>
            </p:cNvSpPr>
            <p:nvPr/>
          </p:nvSpPr>
          <p:spPr>
            <a:xfrm>
              <a:off x="885825" y="3048000"/>
              <a:ext cx="104966" cy="104966"/>
            </a:xfrm>
            <a:prstGeom prst="rect">
              <a:avLst/>
            </a:prstGeom>
            <a:solidFill>
              <a:srgbClr val="D4B4CC"/>
            </a:solidFill>
            <a:ln w="0">
              <a:noFill/>
              <a:prstDash val="solid"/>
            </a:ln>
          </p:spPr>
        </p:sp>
        <p:sp>
          <p:nvSpPr>
            <p:cNvPr id="243" name="four:scalar-input:grid-cell:242"/>
            <p:cNvSpPr>
              <a:spLocks noGrp="1"/>
            </p:cNvSpPr>
            <p:nvPr/>
          </p:nvSpPr>
          <p:spPr>
            <a:xfrm>
              <a:off x="990600" y="3048000"/>
              <a:ext cx="104966" cy="104966"/>
            </a:xfrm>
            <a:prstGeom prst="rect">
              <a:avLst/>
            </a:prstGeom>
            <a:solidFill>
              <a:srgbClr val="D4B4CC"/>
            </a:solidFill>
            <a:ln w="0">
              <a:noFill/>
              <a:prstDash val="solid"/>
            </a:ln>
          </p:spPr>
        </p:sp>
        <p:sp>
          <p:nvSpPr>
            <p:cNvPr id="244" name="four:scalar-input:grid-cell:243"/>
            <p:cNvSpPr>
              <a:spLocks noGrp="1"/>
            </p:cNvSpPr>
            <p:nvPr/>
          </p:nvSpPr>
          <p:spPr>
            <a:xfrm>
              <a:off x="1095375" y="3048000"/>
              <a:ext cx="104966" cy="104966"/>
            </a:xfrm>
            <a:prstGeom prst="rect">
              <a:avLst/>
            </a:prstGeom>
            <a:solidFill>
              <a:srgbClr val="D4B4CC"/>
            </a:solidFill>
            <a:ln w="0">
              <a:noFill/>
              <a:prstDash val="solid"/>
            </a:ln>
          </p:spPr>
        </p:sp>
        <p:sp>
          <p:nvSpPr>
            <p:cNvPr id="245" name="four:scalar-input:grid-cell:244"/>
            <p:cNvSpPr>
              <a:spLocks noGrp="1"/>
            </p:cNvSpPr>
            <p:nvPr/>
          </p:nvSpPr>
          <p:spPr>
            <a:xfrm>
              <a:off x="1200150" y="3048000"/>
              <a:ext cx="104966" cy="104966"/>
            </a:xfrm>
            <a:prstGeom prst="rect">
              <a:avLst/>
            </a:prstGeom>
            <a:solidFill>
              <a:srgbClr val="DCE8ED"/>
            </a:solidFill>
            <a:ln w="0">
              <a:noFill/>
              <a:prstDash val="solid"/>
            </a:ln>
          </p:spPr>
        </p:sp>
        <p:sp>
          <p:nvSpPr>
            <p:cNvPr id="246" name="four:scalar-input:grid-cell:245"/>
            <p:cNvSpPr>
              <a:spLocks noGrp="1"/>
            </p:cNvSpPr>
            <p:nvPr/>
          </p:nvSpPr>
          <p:spPr>
            <a:xfrm>
              <a:off x="1304925" y="3048000"/>
              <a:ext cx="104966" cy="104966"/>
            </a:xfrm>
            <a:prstGeom prst="rect">
              <a:avLst/>
            </a:prstGeom>
            <a:solidFill>
              <a:srgbClr val="DCE8ED"/>
            </a:solidFill>
            <a:ln w="0">
              <a:noFill/>
              <a:prstDash val="solid"/>
            </a:ln>
          </p:spPr>
        </p:sp>
        <p:sp>
          <p:nvSpPr>
            <p:cNvPr id="247" name="four:scalar-input:grid-cell:246"/>
            <p:cNvSpPr>
              <a:spLocks noGrp="1"/>
            </p:cNvSpPr>
            <p:nvPr/>
          </p:nvSpPr>
          <p:spPr>
            <a:xfrm>
              <a:off x="1409700" y="3048000"/>
              <a:ext cx="104966" cy="104966"/>
            </a:xfrm>
            <a:prstGeom prst="rect">
              <a:avLst/>
            </a:prstGeom>
            <a:solidFill>
              <a:srgbClr val="DCE8ED"/>
            </a:solidFill>
            <a:ln w="0">
              <a:noFill/>
              <a:prstDash val="solid"/>
            </a:ln>
          </p:spPr>
        </p:sp>
        <p:sp>
          <p:nvSpPr>
            <p:cNvPr id="248" name="four:scalar-input:grid-cell:247"/>
            <p:cNvSpPr>
              <a:spLocks noGrp="1"/>
            </p:cNvSpPr>
            <p:nvPr/>
          </p:nvSpPr>
          <p:spPr>
            <a:xfrm>
              <a:off x="1514475" y="3048000"/>
              <a:ext cx="104966" cy="104966"/>
            </a:xfrm>
            <a:prstGeom prst="rect">
              <a:avLst/>
            </a:prstGeom>
            <a:solidFill>
              <a:srgbClr val="DCE8ED"/>
            </a:solidFill>
            <a:ln w="0">
              <a:noFill/>
              <a:prstDash val="solid"/>
            </a:ln>
          </p:spPr>
        </p:sp>
        <p:sp>
          <p:nvSpPr>
            <p:cNvPr id="249" name="four:scalar-input:grid-cell:248"/>
            <p:cNvSpPr>
              <a:spLocks noGrp="1"/>
            </p:cNvSpPr>
            <p:nvPr/>
          </p:nvSpPr>
          <p:spPr>
            <a:xfrm>
              <a:off x="1619250" y="3048000"/>
              <a:ext cx="104966" cy="104966"/>
            </a:xfrm>
            <a:prstGeom prst="rect">
              <a:avLst/>
            </a:prstGeom>
            <a:solidFill>
              <a:srgbClr val="81C9BA"/>
            </a:solidFill>
            <a:ln w="0">
              <a:noFill/>
              <a:prstDash val="solid"/>
            </a:ln>
          </p:spPr>
        </p:sp>
        <p:sp>
          <p:nvSpPr>
            <p:cNvPr id="250" name="four:scalar-input:grid-cell:249"/>
            <p:cNvSpPr>
              <a:spLocks noGrp="1"/>
            </p:cNvSpPr>
            <p:nvPr/>
          </p:nvSpPr>
          <p:spPr>
            <a:xfrm>
              <a:off x="1724025" y="3048000"/>
              <a:ext cx="104966" cy="104966"/>
            </a:xfrm>
            <a:prstGeom prst="rect">
              <a:avLst/>
            </a:prstGeom>
            <a:solidFill>
              <a:srgbClr val="81C9BA"/>
            </a:solidFill>
            <a:ln w="0">
              <a:noFill/>
              <a:prstDash val="solid"/>
            </a:ln>
          </p:spPr>
        </p:sp>
        <p:sp>
          <p:nvSpPr>
            <p:cNvPr id="251" name="four:scalar-input:grid-cell:250"/>
            <p:cNvSpPr>
              <a:spLocks noGrp="1"/>
            </p:cNvSpPr>
            <p:nvPr/>
          </p:nvSpPr>
          <p:spPr>
            <a:xfrm>
              <a:off x="1828800" y="3048000"/>
              <a:ext cx="104966" cy="104966"/>
            </a:xfrm>
            <a:prstGeom prst="rect">
              <a:avLst/>
            </a:prstGeom>
            <a:solidFill>
              <a:srgbClr val="81C9BA"/>
            </a:solidFill>
            <a:ln w="0">
              <a:noFill/>
              <a:prstDash val="solid"/>
            </a:ln>
          </p:spPr>
        </p:sp>
        <p:sp>
          <p:nvSpPr>
            <p:cNvPr id="252" name="four:scalar-input:grid-cell:251"/>
            <p:cNvSpPr>
              <a:spLocks noGrp="1"/>
            </p:cNvSpPr>
            <p:nvPr/>
          </p:nvSpPr>
          <p:spPr>
            <a:xfrm>
              <a:off x="1933575" y="3048000"/>
              <a:ext cx="104966" cy="104966"/>
            </a:xfrm>
            <a:prstGeom prst="rect">
              <a:avLst/>
            </a:prstGeom>
            <a:solidFill>
              <a:srgbClr val="81C9BA"/>
            </a:solidFill>
            <a:ln w="0">
              <a:noFill/>
              <a:prstDash val="solid"/>
            </a:ln>
          </p:spPr>
        </p:sp>
        <p:sp>
          <p:nvSpPr>
            <p:cNvPr id="253" name="four:scalar-input:grid-cell:252"/>
            <p:cNvSpPr>
              <a:spLocks noGrp="1"/>
            </p:cNvSpPr>
            <p:nvPr/>
          </p:nvSpPr>
          <p:spPr>
            <a:xfrm>
              <a:off x="2038350" y="3048000"/>
              <a:ext cx="104966" cy="104966"/>
            </a:xfrm>
            <a:prstGeom prst="rect">
              <a:avLst/>
            </a:prstGeom>
            <a:solidFill>
              <a:srgbClr val="81C9BA"/>
            </a:solidFill>
            <a:ln w="0">
              <a:noFill/>
              <a:prstDash val="solid"/>
            </a:ln>
          </p:spPr>
        </p:sp>
        <p:sp>
          <p:nvSpPr>
            <p:cNvPr id="254" name="four:scalar-input:grid-cell:253"/>
            <p:cNvSpPr>
              <a:spLocks noGrp="1"/>
            </p:cNvSpPr>
            <p:nvPr/>
          </p:nvSpPr>
          <p:spPr>
            <a:xfrm>
              <a:off x="2143125" y="3048000"/>
              <a:ext cx="104966" cy="104966"/>
            </a:xfrm>
            <a:prstGeom prst="rect">
              <a:avLst/>
            </a:prstGeom>
            <a:solidFill>
              <a:srgbClr val="81C9BA"/>
            </a:solidFill>
            <a:ln w="0">
              <a:noFill/>
              <a:prstDash val="solid"/>
            </a:ln>
          </p:spPr>
        </p:sp>
        <p:sp>
          <p:nvSpPr>
            <p:cNvPr id="255" name="four:scalar-input:grid-cell:254"/>
            <p:cNvSpPr>
              <a:spLocks noGrp="1"/>
            </p:cNvSpPr>
            <p:nvPr/>
          </p:nvSpPr>
          <p:spPr>
            <a:xfrm>
              <a:off x="2247900" y="3048000"/>
              <a:ext cx="104966" cy="104966"/>
            </a:xfrm>
            <a:prstGeom prst="rect">
              <a:avLst/>
            </a:prstGeom>
            <a:solidFill>
              <a:srgbClr val="DCE8ED"/>
            </a:solidFill>
            <a:ln w="0">
              <a:noFill/>
              <a:prstDash val="solid"/>
            </a:ln>
          </p:spPr>
        </p:sp>
        <p:sp>
          <p:nvSpPr>
            <p:cNvPr id="256" name="four:scalar-input:grid-cell:255"/>
            <p:cNvSpPr>
              <a:spLocks noGrp="1"/>
            </p:cNvSpPr>
            <p:nvPr/>
          </p:nvSpPr>
          <p:spPr>
            <a:xfrm>
              <a:off x="2352675" y="3048000"/>
              <a:ext cx="104966" cy="104966"/>
            </a:xfrm>
            <a:prstGeom prst="rect">
              <a:avLst/>
            </a:prstGeom>
            <a:solidFill>
              <a:srgbClr val="DCE8ED"/>
            </a:solidFill>
            <a:ln w="0">
              <a:noFill/>
              <a:prstDash val="solid"/>
            </a:ln>
          </p:spPr>
        </p:sp>
        <p:sp>
          <p:nvSpPr>
            <p:cNvPr id="257" name="four:scalar-input:grid-cell:256"/>
            <p:cNvSpPr>
              <a:spLocks noGrp="1"/>
            </p:cNvSpPr>
            <p:nvPr/>
          </p:nvSpPr>
          <p:spPr>
            <a:xfrm>
              <a:off x="361950" y="3152775"/>
              <a:ext cx="104966" cy="104966"/>
            </a:xfrm>
            <a:prstGeom prst="rect">
              <a:avLst/>
            </a:prstGeom>
            <a:solidFill>
              <a:srgbClr val="D4B4CC"/>
            </a:solidFill>
            <a:ln w="0">
              <a:noFill/>
              <a:prstDash val="solid"/>
            </a:ln>
          </p:spPr>
        </p:sp>
        <p:sp>
          <p:nvSpPr>
            <p:cNvPr id="258" name="four:scalar-input:grid-cell:257"/>
            <p:cNvSpPr>
              <a:spLocks noGrp="1"/>
            </p:cNvSpPr>
            <p:nvPr/>
          </p:nvSpPr>
          <p:spPr>
            <a:xfrm>
              <a:off x="466725" y="3152775"/>
              <a:ext cx="104966" cy="104966"/>
            </a:xfrm>
            <a:prstGeom prst="rect">
              <a:avLst/>
            </a:prstGeom>
            <a:solidFill>
              <a:srgbClr val="0072B2"/>
            </a:solidFill>
            <a:ln w="0">
              <a:noFill/>
              <a:prstDash val="solid"/>
            </a:ln>
          </p:spPr>
        </p:sp>
        <p:sp>
          <p:nvSpPr>
            <p:cNvPr id="259" name="four:scalar-input:grid-cell:258"/>
            <p:cNvSpPr>
              <a:spLocks noGrp="1"/>
            </p:cNvSpPr>
            <p:nvPr/>
          </p:nvSpPr>
          <p:spPr>
            <a:xfrm>
              <a:off x="571500" y="3152775"/>
              <a:ext cx="104966" cy="104966"/>
            </a:xfrm>
            <a:prstGeom prst="rect">
              <a:avLst/>
            </a:prstGeom>
            <a:solidFill>
              <a:srgbClr val="0072B2"/>
            </a:solidFill>
            <a:ln w="0">
              <a:noFill/>
              <a:prstDash val="solid"/>
            </a:ln>
          </p:spPr>
        </p:sp>
        <p:sp>
          <p:nvSpPr>
            <p:cNvPr id="260" name="four:scalar-input:grid-cell:259"/>
            <p:cNvSpPr>
              <a:spLocks noGrp="1"/>
            </p:cNvSpPr>
            <p:nvPr/>
          </p:nvSpPr>
          <p:spPr>
            <a:xfrm>
              <a:off x="676275" y="3152775"/>
              <a:ext cx="104966" cy="104966"/>
            </a:xfrm>
            <a:prstGeom prst="rect">
              <a:avLst/>
            </a:prstGeom>
            <a:solidFill>
              <a:srgbClr val="D4B4CC"/>
            </a:solidFill>
            <a:ln w="0">
              <a:noFill/>
              <a:prstDash val="solid"/>
            </a:ln>
          </p:spPr>
        </p:sp>
        <p:sp>
          <p:nvSpPr>
            <p:cNvPr id="261" name="four:scalar-input:grid-cell:260"/>
            <p:cNvSpPr>
              <a:spLocks noGrp="1"/>
            </p:cNvSpPr>
            <p:nvPr/>
          </p:nvSpPr>
          <p:spPr>
            <a:xfrm>
              <a:off x="781050" y="3152775"/>
              <a:ext cx="104966" cy="104966"/>
            </a:xfrm>
            <a:prstGeom prst="rect">
              <a:avLst/>
            </a:prstGeom>
            <a:solidFill>
              <a:srgbClr val="D4B4CC"/>
            </a:solidFill>
            <a:ln w="0">
              <a:noFill/>
              <a:prstDash val="solid"/>
            </a:ln>
          </p:spPr>
        </p:sp>
        <p:sp>
          <p:nvSpPr>
            <p:cNvPr id="262" name="four:scalar-input:grid-cell:261"/>
            <p:cNvSpPr>
              <a:spLocks noGrp="1"/>
            </p:cNvSpPr>
            <p:nvPr/>
          </p:nvSpPr>
          <p:spPr>
            <a:xfrm>
              <a:off x="885825" y="3152775"/>
              <a:ext cx="104966" cy="104966"/>
            </a:xfrm>
            <a:prstGeom prst="rect">
              <a:avLst/>
            </a:prstGeom>
            <a:solidFill>
              <a:srgbClr val="D4B4CC"/>
            </a:solidFill>
            <a:ln w="0">
              <a:noFill/>
              <a:prstDash val="solid"/>
            </a:ln>
          </p:spPr>
        </p:sp>
        <p:sp>
          <p:nvSpPr>
            <p:cNvPr id="263" name="four:scalar-input:grid-cell:262"/>
            <p:cNvSpPr>
              <a:spLocks noGrp="1"/>
            </p:cNvSpPr>
            <p:nvPr/>
          </p:nvSpPr>
          <p:spPr>
            <a:xfrm>
              <a:off x="990600" y="3152775"/>
              <a:ext cx="104966" cy="104966"/>
            </a:xfrm>
            <a:prstGeom prst="rect">
              <a:avLst/>
            </a:prstGeom>
            <a:solidFill>
              <a:srgbClr val="D4B4CC"/>
            </a:solidFill>
            <a:ln w="0">
              <a:noFill/>
              <a:prstDash val="solid"/>
            </a:ln>
          </p:spPr>
        </p:sp>
        <p:sp>
          <p:nvSpPr>
            <p:cNvPr id="264" name="four:scalar-input:grid-cell:263"/>
            <p:cNvSpPr>
              <a:spLocks noGrp="1"/>
            </p:cNvSpPr>
            <p:nvPr/>
          </p:nvSpPr>
          <p:spPr>
            <a:xfrm>
              <a:off x="1095375" y="3152775"/>
              <a:ext cx="104966" cy="104966"/>
            </a:xfrm>
            <a:prstGeom prst="rect">
              <a:avLst/>
            </a:prstGeom>
            <a:solidFill>
              <a:srgbClr val="DCE8ED"/>
            </a:solidFill>
            <a:ln w="0">
              <a:noFill/>
              <a:prstDash val="solid"/>
            </a:ln>
          </p:spPr>
        </p:sp>
        <p:sp>
          <p:nvSpPr>
            <p:cNvPr id="265" name="four:scalar-input:grid-cell:264"/>
            <p:cNvSpPr>
              <a:spLocks noGrp="1"/>
            </p:cNvSpPr>
            <p:nvPr/>
          </p:nvSpPr>
          <p:spPr>
            <a:xfrm>
              <a:off x="1200150" y="3152775"/>
              <a:ext cx="104966" cy="104966"/>
            </a:xfrm>
            <a:prstGeom prst="rect">
              <a:avLst/>
            </a:prstGeom>
            <a:solidFill>
              <a:srgbClr val="DCE8ED"/>
            </a:solidFill>
            <a:ln w="0">
              <a:noFill/>
              <a:prstDash val="solid"/>
            </a:ln>
          </p:spPr>
        </p:sp>
        <p:sp>
          <p:nvSpPr>
            <p:cNvPr id="266" name="four:scalar-input:grid-cell:265"/>
            <p:cNvSpPr>
              <a:spLocks noGrp="1"/>
            </p:cNvSpPr>
            <p:nvPr/>
          </p:nvSpPr>
          <p:spPr>
            <a:xfrm>
              <a:off x="1304925" y="3152775"/>
              <a:ext cx="104966" cy="104966"/>
            </a:xfrm>
            <a:prstGeom prst="rect">
              <a:avLst/>
            </a:prstGeom>
            <a:solidFill>
              <a:srgbClr val="81C9BA"/>
            </a:solidFill>
            <a:ln w="0">
              <a:noFill/>
              <a:prstDash val="solid"/>
            </a:ln>
          </p:spPr>
        </p:sp>
        <p:sp>
          <p:nvSpPr>
            <p:cNvPr id="267" name="four:scalar-input:grid-cell:266"/>
            <p:cNvSpPr>
              <a:spLocks noGrp="1"/>
            </p:cNvSpPr>
            <p:nvPr/>
          </p:nvSpPr>
          <p:spPr>
            <a:xfrm>
              <a:off x="1409700" y="3152775"/>
              <a:ext cx="104966" cy="104966"/>
            </a:xfrm>
            <a:prstGeom prst="rect">
              <a:avLst/>
            </a:prstGeom>
            <a:solidFill>
              <a:srgbClr val="81C9BA"/>
            </a:solidFill>
            <a:ln w="0">
              <a:noFill/>
              <a:prstDash val="solid"/>
            </a:ln>
          </p:spPr>
        </p:sp>
        <p:sp>
          <p:nvSpPr>
            <p:cNvPr id="268" name="four:scalar-input:grid-cell:267"/>
            <p:cNvSpPr>
              <a:spLocks noGrp="1"/>
            </p:cNvSpPr>
            <p:nvPr/>
          </p:nvSpPr>
          <p:spPr>
            <a:xfrm>
              <a:off x="1514475" y="3152775"/>
              <a:ext cx="104966" cy="104966"/>
            </a:xfrm>
            <a:prstGeom prst="rect">
              <a:avLst/>
            </a:prstGeom>
            <a:solidFill>
              <a:srgbClr val="81C9BA"/>
            </a:solidFill>
            <a:ln w="0">
              <a:noFill/>
              <a:prstDash val="solid"/>
            </a:ln>
          </p:spPr>
        </p:sp>
        <p:sp>
          <p:nvSpPr>
            <p:cNvPr id="269" name="four:scalar-input:grid-cell:268"/>
            <p:cNvSpPr>
              <a:spLocks noGrp="1"/>
            </p:cNvSpPr>
            <p:nvPr/>
          </p:nvSpPr>
          <p:spPr>
            <a:xfrm>
              <a:off x="1619250" y="3152775"/>
              <a:ext cx="104966" cy="104966"/>
            </a:xfrm>
            <a:prstGeom prst="rect">
              <a:avLst/>
            </a:prstGeom>
            <a:solidFill>
              <a:srgbClr val="81C9BA"/>
            </a:solidFill>
            <a:ln w="0">
              <a:noFill/>
              <a:prstDash val="solid"/>
            </a:ln>
          </p:spPr>
        </p:sp>
        <p:sp>
          <p:nvSpPr>
            <p:cNvPr id="270" name="four:scalar-input:grid-cell:269"/>
            <p:cNvSpPr>
              <a:spLocks noGrp="1"/>
            </p:cNvSpPr>
            <p:nvPr/>
          </p:nvSpPr>
          <p:spPr>
            <a:xfrm>
              <a:off x="1724025" y="3152775"/>
              <a:ext cx="104966" cy="104966"/>
            </a:xfrm>
            <a:prstGeom prst="rect">
              <a:avLst/>
            </a:prstGeom>
            <a:solidFill>
              <a:srgbClr val="81C9BA"/>
            </a:solidFill>
            <a:ln w="0">
              <a:noFill/>
              <a:prstDash val="solid"/>
            </a:ln>
          </p:spPr>
        </p:sp>
        <p:sp>
          <p:nvSpPr>
            <p:cNvPr id="271" name="four:scalar-input:grid-cell:270"/>
            <p:cNvSpPr>
              <a:spLocks noGrp="1"/>
            </p:cNvSpPr>
            <p:nvPr/>
          </p:nvSpPr>
          <p:spPr>
            <a:xfrm>
              <a:off x="1828800" y="3152775"/>
              <a:ext cx="104966" cy="104966"/>
            </a:xfrm>
            <a:prstGeom prst="rect">
              <a:avLst/>
            </a:prstGeom>
            <a:solidFill>
              <a:srgbClr val="81C9BA"/>
            </a:solidFill>
            <a:ln w="0">
              <a:noFill/>
              <a:prstDash val="solid"/>
            </a:ln>
          </p:spPr>
        </p:sp>
        <p:sp>
          <p:nvSpPr>
            <p:cNvPr id="272" name="four:scalar-input:grid-cell:271"/>
            <p:cNvSpPr>
              <a:spLocks noGrp="1"/>
            </p:cNvSpPr>
            <p:nvPr/>
          </p:nvSpPr>
          <p:spPr>
            <a:xfrm>
              <a:off x="1933575" y="3152775"/>
              <a:ext cx="104966" cy="104966"/>
            </a:xfrm>
            <a:prstGeom prst="rect">
              <a:avLst/>
            </a:prstGeom>
            <a:solidFill>
              <a:srgbClr val="81C9BA"/>
            </a:solidFill>
            <a:ln w="0">
              <a:noFill/>
              <a:prstDash val="solid"/>
            </a:ln>
          </p:spPr>
        </p:sp>
        <p:sp>
          <p:nvSpPr>
            <p:cNvPr id="273" name="four:scalar-input:grid-cell:272"/>
            <p:cNvSpPr>
              <a:spLocks noGrp="1"/>
            </p:cNvSpPr>
            <p:nvPr/>
          </p:nvSpPr>
          <p:spPr>
            <a:xfrm>
              <a:off x="2038350" y="3152775"/>
              <a:ext cx="104966" cy="104966"/>
            </a:xfrm>
            <a:prstGeom prst="rect">
              <a:avLst/>
            </a:prstGeom>
            <a:solidFill>
              <a:srgbClr val="81C9BA"/>
            </a:solidFill>
            <a:ln w="0">
              <a:noFill/>
              <a:prstDash val="solid"/>
            </a:ln>
          </p:spPr>
        </p:sp>
        <p:sp>
          <p:nvSpPr>
            <p:cNvPr id="274" name="four:scalar-input:grid-cell:273"/>
            <p:cNvSpPr>
              <a:spLocks noGrp="1"/>
            </p:cNvSpPr>
            <p:nvPr/>
          </p:nvSpPr>
          <p:spPr>
            <a:xfrm>
              <a:off x="2143125" y="3152775"/>
              <a:ext cx="104966" cy="104966"/>
            </a:xfrm>
            <a:prstGeom prst="rect">
              <a:avLst/>
            </a:prstGeom>
            <a:solidFill>
              <a:srgbClr val="81C9BA"/>
            </a:solidFill>
            <a:ln w="0">
              <a:noFill/>
              <a:prstDash val="solid"/>
            </a:ln>
          </p:spPr>
        </p:sp>
        <p:sp>
          <p:nvSpPr>
            <p:cNvPr id="275" name="four:scalar-input:grid-cell:274"/>
            <p:cNvSpPr>
              <a:spLocks noGrp="1"/>
            </p:cNvSpPr>
            <p:nvPr/>
          </p:nvSpPr>
          <p:spPr>
            <a:xfrm>
              <a:off x="2247900" y="3152775"/>
              <a:ext cx="104966" cy="104966"/>
            </a:xfrm>
            <a:prstGeom prst="rect">
              <a:avLst/>
            </a:prstGeom>
            <a:solidFill>
              <a:srgbClr val="81C9BA"/>
            </a:solidFill>
            <a:ln w="0">
              <a:noFill/>
              <a:prstDash val="solid"/>
            </a:ln>
          </p:spPr>
        </p:sp>
        <p:sp>
          <p:nvSpPr>
            <p:cNvPr id="276" name="four:scalar-input:grid-cell:275"/>
            <p:cNvSpPr>
              <a:spLocks noGrp="1"/>
            </p:cNvSpPr>
            <p:nvPr/>
          </p:nvSpPr>
          <p:spPr>
            <a:xfrm>
              <a:off x="2352675" y="3152775"/>
              <a:ext cx="104966" cy="104966"/>
            </a:xfrm>
            <a:prstGeom prst="rect">
              <a:avLst/>
            </a:prstGeom>
            <a:solidFill>
              <a:srgbClr val="DCE8ED"/>
            </a:solidFill>
            <a:ln w="0">
              <a:noFill/>
              <a:prstDash val="solid"/>
            </a:ln>
          </p:spPr>
        </p:sp>
        <p:sp>
          <p:nvSpPr>
            <p:cNvPr id="277" name="four:scalar-input:grid-cell:276"/>
            <p:cNvSpPr>
              <a:spLocks noGrp="1"/>
            </p:cNvSpPr>
            <p:nvPr/>
          </p:nvSpPr>
          <p:spPr>
            <a:xfrm>
              <a:off x="361950" y="3257550"/>
              <a:ext cx="104966" cy="104966"/>
            </a:xfrm>
            <a:prstGeom prst="rect">
              <a:avLst/>
            </a:prstGeom>
            <a:solidFill>
              <a:srgbClr val="D4B4CC"/>
            </a:solidFill>
            <a:ln w="0">
              <a:noFill/>
              <a:prstDash val="solid"/>
            </a:ln>
          </p:spPr>
        </p:sp>
        <p:sp>
          <p:nvSpPr>
            <p:cNvPr id="278" name="four:scalar-input:grid-cell:277"/>
            <p:cNvSpPr>
              <a:spLocks noGrp="1"/>
            </p:cNvSpPr>
            <p:nvPr/>
          </p:nvSpPr>
          <p:spPr>
            <a:xfrm>
              <a:off x="466725" y="3257550"/>
              <a:ext cx="104966" cy="104966"/>
            </a:xfrm>
            <a:prstGeom prst="rect">
              <a:avLst/>
            </a:prstGeom>
            <a:solidFill>
              <a:srgbClr val="D4B4CC"/>
            </a:solidFill>
            <a:ln w="0">
              <a:noFill/>
              <a:prstDash val="solid"/>
            </a:ln>
          </p:spPr>
        </p:sp>
        <p:sp>
          <p:nvSpPr>
            <p:cNvPr id="279" name="four:scalar-input:grid-cell:278"/>
            <p:cNvSpPr>
              <a:spLocks noGrp="1"/>
            </p:cNvSpPr>
            <p:nvPr/>
          </p:nvSpPr>
          <p:spPr>
            <a:xfrm>
              <a:off x="571500" y="3257550"/>
              <a:ext cx="104966" cy="104966"/>
            </a:xfrm>
            <a:prstGeom prst="rect">
              <a:avLst/>
            </a:prstGeom>
            <a:solidFill>
              <a:srgbClr val="D4B4CC"/>
            </a:solidFill>
            <a:ln w="0">
              <a:noFill/>
              <a:prstDash val="solid"/>
            </a:ln>
          </p:spPr>
        </p:sp>
        <p:sp>
          <p:nvSpPr>
            <p:cNvPr id="280" name="four:scalar-input:grid-cell:279"/>
            <p:cNvSpPr>
              <a:spLocks noGrp="1"/>
            </p:cNvSpPr>
            <p:nvPr/>
          </p:nvSpPr>
          <p:spPr>
            <a:xfrm>
              <a:off x="676275" y="3257550"/>
              <a:ext cx="104966" cy="104966"/>
            </a:xfrm>
            <a:prstGeom prst="rect">
              <a:avLst/>
            </a:prstGeom>
            <a:solidFill>
              <a:srgbClr val="D4B4CC"/>
            </a:solidFill>
            <a:ln w="0">
              <a:noFill/>
              <a:prstDash val="solid"/>
            </a:ln>
          </p:spPr>
        </p:sp>
        <p:sp>
          <p:nvSpPr>
            <p:cNvPr id="281" name="four:scalar-input:grid-cell:280"/>
            <p:cNvSpPr>
              <a:spLocks noGrp="1"/>
            </p:cNvSpPr>
            <p:nvPr/>
          </p:nvSpPr>
          <p:spPr>
            <a:xfrm>
              <a:off x="781050" y="3257550"/>
              <a:ext cx="104966" cy="104966"/>
            </a:xfrm>
            <a:prstGeom prst="rect">
              <a:avLst/>
            </a:prstGeom>
            <a:solidFill>
              <a:srgbClr val="D4B4CC"/>
            </a:solidFill>
            <a:ln w="0">
              <a:noFill/>
              <a:prstDash val="solid"/>
            </a:ln>
          </p:spPr>
        </p:sp>
        <p:sp>
          <p:nvSpPr>
            <p:cNvPr id="282" name="four:scalar-input:grid-cell:281"/>
            <p:cNvSpPr>
              <a:spLocks noGrp="1"/>
            </p:cNvSpPr>
            <p:nvPr/>
          </p:nvSpPr>
          <p:spPr>
            <a:xfrm>
              <a:off x="885825" y="3257550"/>
              <a:ext cx="104966" cy="104966"/>
            </a:xfrm>
            <a:prstGeom prst="rect">
              <a:avLst/>
            </a:prstGeom>
            <a:solidFill>
              <a:srgbClr val="DCE8ED"/>
            </a:solidFill>
            <a:ln w="0">
              <a:noFill/>
              <a:prstDash val="solid"/>
            </a:ln>
          </p:spPr>
        </p:sp>
        <p:sp>
          <p:nvSpPr>
            <p:cNvPr id="283" name="four:scalar-input:grid-cell:282"/>
            <p:cNvSpPr>
              <a:spLocks noGrp="1"/>
            </p:cNvSpPr>
            <p:nvPr/>
          </p:nvSpPr>
          <p:spPr>
            <a:xfrm>
              <a:off x="990600" y="3257550"/>
              <a:ext cx="104966" cy="104966"/>
            </a:xfrm>
            <a:prstGeom prst="rect">
              <a:avLst/>
            </a:prstGeom>
            <a:solidFill>
              <a:srgbClr val="DCE8ED"/>
            </a:solidFill>
            <a:ln w="0">
              <a:noFill/>
              <a:prstDash val="solid"/>
            </a:ln>
          </p:spPr>
        </p:sp>
        <p:sp>
          <p:nvSpPr>
            <p:cNvPr id="284" name="four:scalar-input:grid-cell:283"/>
            <p:cNvSpPr>
              <a:spLocks noGrp="1"/>
            </p:cNvSpPr>
            <p:nvPr/>
          </p:nvSpPr>
          <p:spPr>
            <a:xfrm>
              <a:off x="1095375" y="3257550"/>
              <a:ext cx="104966" cy="104966"/>
            </a:xfrm>
            <a:prstGeom prst="rect">
              <a:avLst/>
            </a:prstGeom>
            <a:solidFill>
              <a:srgbClr val="81C9BA"/>
            </a:solidFill>
            <a:ln w="0">
              <a:noFill/>
              <a:prstDash val="solid"/>
            </a:ln>
          </p:spPr>
        </p:sp>
        <p:sp>
          <p:nvSpPr>
            <p:cNvPr id="285" name="four:scalar-input:grid-cell:284"/>
            <p:cNvSpPr>
              <a:spLocks noGrp="1"/>
            </p:cNvSpPr>
            <p:nvPr/>
          </p:nvSpPr>
          <p:spPr>
            <a:xfrm>
              <a:off x="1200150" y="3257550"/>
              <a:ext cx="104966" cy="104966"/>
            </a:xfrm>
            <a:prstGeom prst="rect">
              <a:avLst/>
            </a:prstGeom>
            <a:solidFill>
              <a:srgbClr val="81C9BA"/>
            </a:solidFill>
            <a:ln w="0">
              <a:noFill/>
              <a:prstDash val="solid"/>
            </a:ln>
          </p:spPr>
        </p:sp>
        <p:sp>
          <p:nvSpPr>
            <p:cNvPr id="286" name="four:scalar-input:grid-cell:285"/>
            <p:cNvSpPr>
              <a:spLocks noGrp="1"/>
            </p:cNvSpPr>
            <p:nvPr/>
          </p:nvSpPr>
          <p:spPr>
            <a:xfrm>
              <a:off x="1304925" y="3257550"/>
              <a:ext cx="104966" cy="104966"/>
            </a:xfrm>
            <a:prstGeom prst="rect">
              <a:avLst/>
            </a:prstGeom>
            <a:solidFill>
              <a:srgbClr val="81C9BA"/>
            </a:solidFill>
            <a:ln w="0">
              <a:noFill/>
              <a:prstDash val="solid"/>
            </a:ln>
          </p:spPr>
        </p:sp>
        <p:sp>
          <p:nvSpPr>
            <p:cNvPr id="287" name="four:scalar-input:grid-cell:286"/>
            <p:cNvSpPr>
              <a:spLocks noGrp="1"/>
            </p:cNvSpPr>
            <p:nvPr/>
          </p:nvSpPr>
          <p:spPr>
            <a:xfrm>
              <a:off x="1409700" y="3257550"/>
              <a:ext cx="104966" cy="104966"/>
            </a:xfrm>
            <a:prstGeom prst="rect">
              <a:avLst/>
            </a:prstGeom>
            <a:solidFill>
              <a:srgbClr val="81C9BA"/>
            </a:solidFill>
            <a:ln w="0">
              <a:noFill/>
              <a:prstDash val="solid"/>
            </a:ln>
          </p:spPr>
        </p:sp>
        <p:sp>
          <p:nvSpPr>
            <p:cNvPr id="288" name="four:scalar-input:grid-cell:287"/>
            <p:cNvSpPr>
              <a:spLocks noGrp="1"/>
            </p:cNvSpPr>
            <p:nvPr/>
          </p:nvSpPr>
          <p:spPr>
            <a:xfrm>
              <a:off x="1514475" y="3257550"/>
              <a:ext cx="104966" cy="104966"/>
            </a:xfrm>
            <a:prstGeom prst="rect">
              <a:avLst/>
            </a:prstGeom>
            <a:solidFill>
              <a:srgbClr val="81C9BA"/>
            </a:solidFill>
            <a:ln w="0">
              <a:noFill/>
              <a:prstDash val="solid"/>
            </a:ln>
          </p:spPr>
        </p:sp>
        <p:sp>
          <p:nvSpPr>
            <p:cNvPr id="289" name="four:scalar-input:grid-cell:288"/>
            <p:cNvSpPr>
              <a:spLocks noGrp="1"/>
            </p:cNvSpPr>
            <p:nvPr/>
          </p:nvSpPr>
          <p:spPr>
            <a:xfrm>
              <a:off x="1619250" y="3257550"/>
              <a:ext cx="104966" cy="104966"/>
            </a:xfrm>
            <a:prstGeom prst="rect">
              <a:avLst/>
            </a:prstGeom>
            <a:solidFill>
              <a:srgbClr val="81C9BA"/>
            </a:solidFill>
            <a:ln w="0">
              <a:noFill/>
              <a:prstDash val="solid"/>
            </a:ln>
          </p:spPr>
        </p:sp>
        <p:sp>
          <p:nvSpPr>
            <p:cNvPr id="290" name="four:scalar-input:grid-cell:289"/>
            <p:cNvSpPr>
              <a:spLocks noGrp="1"/>
            </p:cNvSpPr>
            <p:nvPr/>
          </p:nvSpPr>
          <p:spPr>
            <a:xfrm>
              <a:off x="1724025" y="3257550"/>
              <a:ext cx="104966" cy="104966"/>
            </a:xfrm>
            <a:prstGeom prst="rect">
              <a:avLst/>
            </a:prstGeom>
            <a:solidFill>
              <a:srgbClr val="81C9BA"/>
            </a:solidFill>
            <a:ln w="0">
              <a:noFill/>
              <a:prstDash val="solid"/>
            </a:ln>
          </p:spPr>
        </p:sp>
        <p:sp>
          <p:nvSpPr>
            <p:cNvPr id="291" name="four:scalar-input:grid-cell:290"/>
            <p:cNvSpPr>
              <a:spLocks noGrp="1"/>
            </p:cNvSpPr>
            <p:nvPr/>
          </p:nvSpPr>
          <p:spPr>
            <a:xfrm>
              <a:off x="1828800" y="3257550"/>
              <a:ext cx="104966" cy="104966"/>
            </a:xfrm>
            <a:prstGeom prst="rect">
              <a:avLst/>
            </a:prstGeom>
            <a:solidFill>
              <a:srgbClr val="009E73"/>
            </a:solidFill>
            <a:ln w="0">
              <a:noFill/>
              <a:prstDash val="solid"/>
            </a:ln>
          </p:spPr>
        </p:sp>
        <p:sp>
          <p:nvSpPr>
            <p:cNvPr id="292" name="four:scalar-input:grid-cell:291"/>
            <p:cNvSpPr>
              <a:spLocks noGrp="1"/>
            </p:cNvSpPr>
            <p:nvPr/>
          </p:nvSpPr>
          <p:spPr>
            <a:xfrm>
              <a:off x="1933575" y="3257550"/>
              <a:ext cx="104966" cy="104966"/>
            </a:xfrm>
            <a:prstGeom prst="rect">
              <a:avLst/>
            </a:prstGeom>
            <a:solidFill>
              <a:srgbClr val="81C9BA"/>
            </a:solidFill>
            <a:ln w="0">
              <a:noFill/>
              <a:prstDash val="solid"/>
            </a:ln>
          </p:spPr>
        </p:sp>
        <p:sp>
          <p:nvSpPr>
            <p:cNvPr id="293" name="four:scalar-input:grid-cell:292"/>
            <p:cNvSpPr>
              <a:spLocks noGrp="1"/>
            </p:cNvSpPr>
            <p:nvPr/>
          </p:nvSpPr>
          <p:spPr>
            <a:xfrm>
              <a:off x="2038350" y="3257550"/>
              <a:ext cx="104966" cy="104966"/>
            </a:xfrm>
            <a:prstGeom prst="rect">
              <a:avLst/>
            </a:prstGeom>
            <a:solidFill>
              <a:srgbClr val="81C9BA"/>
            </a:solidFill>
            <a:ln w="0">
              <a:noFill/>
              <a:prstDash val="solid"/>
            </a:ln>
          </p:spPr>
        </p:sp>
        <p:sp>
          <p:nvSpPr>
            <p:cNvPr id="294" name="four:scalar-input:grid-cell:293"/>
            <p:cNvSpPr>
              <a:spLocks noGrp="1"/>
            </p:cNvSpPr>
            <p:nvPr/>
          </p:nvSpPr>
          <p:spPr>
            <a:xfrm>
              <a:off x="2143125" y="3257550"/>
              <a:ext cx="104966" cy="104966"/>
            </a:xfrm>
            <a:prstGeom prst="rect">
              <a:avLst/>
            </a:prstGeom>
            <a:solidFill>
              <a:srgbClr val="81C9BA"/>
            </a:solidFill>
            <a:ln w="0">
              <a:noFill/>
              <a:prstDash val="solid"/>
            </a:ln>
          </p:spPr>
        </p:sp>
        <p:sp>
          <p:nvSpPr>
            <p:cNvPr id="295" name="four:scalar-input:grid-cell:294"/>
            <p:cNvSpPr>
              <a:spLocks noGrp="1"/>
            </p:cNvSpPr>
            <p:nvPr/>
          </p:nvSpPr>
          <p:spPr>
            <a:xfrm>
              <a:off x="2247900" y="3257550"/>
              <a:ext cx="104966" cy="104966"/>
            </a:xfrm>
            <a:prstGeom prst="rect">
              <a:avLst/>
            </a:prstGeom>
            <a:solidFill>
              <a:srgbClr val="81C9BA"/>
            </a:solidFill>
            <a:ln w="0">
              <a:noFill/>
              <a:prstDash val="solid"/>
            </a:ln>
          </p:spPr>
        </p:sp>
        <p:sp>
          <p:nvSpPr>
            <p:cNvPr id="296" name="four:scalar-input:grid-cell:295"/>
            <p:cNvSpPr>
              <a:spLocks noGrp="1"/>
            </p:cNvSpPr>
            <p:nvPr/>
          </p:nvSpPr>
          <p:spPr>
            <a:xfrm>
              <a:off x="2352675" y="3257550"/>
              <a:ext cx="104966" cy="104966"/>
            </a:xfrm>
            <a:prstGeom prst="rect">
              <a:avLst/>
            </a:prstGeom>
            <a:solidFill>
              <a:srgbClr val="DCE8ED"/>
            </a:solidFill>
            <a:ln w="0">
              <a:noFill/>
              <a:prstDash val="solid"/>
            </a:ln>
          </p:spPr>
        </p:sp>
        <p:sp>
          <p:nvSpPr>
            <p:cNvPr id="297" name="four:scalar-input:grid-cell:296"/>
            <p:cNvSpPr>
              <a:spLocks noGrp="1"/>
            </p:cNvSpPr>
            <p:nvPr/>
          </p:nvSpPr>
          <p:spPr>
            <a:xfrm>
              <a:off x="361950" y="3362325"/>
              <a:ext cx="104966" cy="104966"/>
            </a:xfrm>
            <a:prstGeom prst="rect">
              <a:avLst/>
            </a:prstGeom>
            <a:solidFill>
              <a:srgbClr val="D4B4CC"/>
            </a:solidFill>
            <a:ln w="0">
              <a:noFill/>
              <a:prstDash val="solid"/>
            </a:ln>
          </p:spPr>
        </p:sp>
        <p:sp>
          <p:nvSpPr>
            <p:cNvPr id="298" name="four:scalar-input:grid-cell:297"/>
            <p:cNvSpPr>
              <a:spLocks noGrp="1"/>
            </p:cNvSpPr>
            <p:nvPr/>
          </p:nvSpPr>
          <p:spPr>
            <a:xfrm>
              <a:off x="466725" y="3362325"/>
              <a:ext cx="104966" cy="104966"/>
            </a:xfrm>
            <a:prstGeom prst="rect">
              <a:avLst/>
            </a:prstGeom>
            <a:solidFill>
              <a:srgbClr val="D4B4CC"/>
            </a:solidFill>
            <a:ln w="0">
              <a:noFill/>
              <a:prstDash val="solid"/>
            </a:ln>
          </p:spPr>
        </p:sp>
        <p:sp>
          <p:nvSpPr>
            <p:cNvPr id="299" name="four:scalar-input:grid-cell:298"/>
            <p:cNvSpPr>
              <a:spLocks noGrp="1"/>
            </p:cNvSpPr>
            <p:nvPr/>
          </p:nvSpPr>
          <p:spPr>
            <a:xfrm>
              <a:off x="571500" y="3362325"/>
              <a:ext cx="104966" cy="104966"/>
            </a:xfrm>
            <a:prstGeom prst="rect">
              <a:avLst/>
            </a:prstGeom>
            <a:solidFill>
              <a:srgbClr val="D4B4CC"/>
            </a:solidFill>
            <a:ln w="0">
              <a:noFill/>
              <a:prstDash val="solid"/>
            </a:ln>
          </p:spPr>
        </p:sp>
        <p:sp>
          <p:nvSpPr>
            <p:cNvPr id="300" name="four:scalar-input:grid-cell:299"/>
            <p:cNvSpPr>
              <a:spLocks noGrp="1"/>
            </p:cNvSpPr>
            <p:nvPr/>
          </p:nvSpPr>
          <p:spPr>
            <a:xfrm>
              <a:off x="676275" y="3362325"/>
              <a:ext cx="104966" cy="104966"/>
            </a:xfrm>
            <a:prstGeom prst="rect">
              <a:avLst/>
            </a:prstGeom>
            <a:solidFill>
              <a:srgbClr val="DCE8ED"/>
            </a:solidFill>
            <a:ln w="0">
              <a:noFill/>
              <a:prstDash val="solid"/>
            </a:ln>
          </p:spPr>
        </p:sp>
        <p:sp>
          <p:nvSpPr>
            <p:cNvPr id="301" name="four:scalar-input:grid-cell:300"/>
            <p:cNvSpPr>
              <a:spLocks noGrp="1"/>
            </p:cNvSpPr>
            <p:nvPr/>
          </p:nvSpPr>
          <p:spPr>
            <a:xfrm>
              <a:off x="781050" y="3362325"/>
              <a:ext cx="104966" cy="104966"/>
            </a:xfrm>
            <a:prstGeom prst="rect">
              <a:avLst/>
            </a:prstGeom>
            <a:solidFill>
              <a:srgbClr val="DCE8ED"/>
            </a:solidFill>
            <a:ln w="0">
              <a:noFill/>
              <a:prstDash val="solid"/>
            </a:ln>
          </p:spPr>
        </p:sp>
        <p:sp>
          <p:nvSpPr>
            <p:cNvPr id="302" name="four:scalar-input:grid-cell:301"/>
            <p:cNvSpPr>
              <a:spLocks noGrp="1"/>
            </p:cNvSpPr>
            <p:nvPr/>
          </p:nvSpPr>
          <p:spPr>
            <a:xfrm>
              <a:off x="885825" y="3362325"/>
              <a:ext cx="104966" cy="104966"/>
            </a:xfrm>
            <a:prstGeom prst="rect">
              <a:avLst/>
            </a:prstGeom>
            <a:solidFill>
              <a:srgbClr val="81C9BA"/>
            </a:solidFill>
            <a:ln w="0">
              <a:noFill/>
              <a:prstDash val="solid"/>
            </a:ln>
          </p:spPr>
        </p:sp>
        <p:sp>
          <p:nvSpPr>
            <p:cNvPr id="303" name="four:scalar-input:grid-cell:302"/>
            <p:cNvSpPr>
              <a:spLocks noGrp="1"/>
            </p:cNvSpPr>
            <p:nvPr/>
          </p:nvSpPr>
          <p:spPr>
            <a:xfrm>
              <a:off x="990600" y="3362325"/>
              <a:ext cx="104966" cy="104966"/>
            </a:xfrm>
            <a:prstGeom prst="rect">
              <a:avLst/>
            </a:prstGeom>
            <a:solidFill>
              <a:srgbClr val="81C9BA"/>
            </a:solidFill>
            <a:ln w="0">
              <a:noFill/>
              <a:prstDash val="solid"/>
            </a:ln>
          </p:spPr>
        </p:sp>
        <p:sp>
          <p:nvSpPr>
            <p:cNvPr id="304" name="four:scalar-input:grid-cell:303"/>
            <p:cNvSpPr>
              <a:spLocks noGrp="1"/>
            </p:cNvSpPr>
            <p:nvPr/>
          </p:nvSpPr>
          <p:spPr>
            <a:xfrm>
              <a:off x="1095375" y="3362325"/>
              <a:ext cx="104966" cy="104966"/>
            </a:xfrm>
            <a:prstGeom prst="rect">
              <a:avLst/>
            </a:prstGeom>
            <a:solidFill>
              <a:srgbClr val="81C9BA"/>
            </a:solidFill>
            <a:ln w="0">
              <a:noFill/>
              <a:prstDash val="solid"/>
            </a:ln>
          </p:spPr>
        </p:sp>
        <p:sp>
          <p:nvSpPr>
            <p:cNvPr id="305" name="four:scalar-input:grid-cell:304"/>
            <p:cNvSpPr>
              <a:spLocks noGrp="1"/>
            </p:cNvSpPr>
            <p:nvPr/>
          </p:nvSpPr>
          <p:spPr>
            <a:xfrm>
              <a:off x="1200150" y="3362325"/>
              <a:ext cx="104966" cy="104966"/>
            </a:xfrm>
            <a:prstGeom prst="rect">
              <a:avLst/>
            </a:prstGeom>
            <a:solidFill>
              <a:srgbClr val="81C9BA"/>
            </a:solidFill>
            <a:ln w="0">
              <a:noFill/>
              <a:prstDash val="solid"/>
            </a:ln>
          </p:spPr>
        </p:sp>
        <p:sp>
          <p:nvSpPr>
            <p:cNvPr id="306" name="four:scalar-input:grid-cell:305"/>
            <p:cNvSpPr>
              <a:spLocks noGrp="1"/>
            </p:cNvSpPr>
            <p:nvPr/>
          </p:nvSpPr>
          <p:spPr>
            <a:xfrm>
              <a:off x="1304925" y="3362325"/>
              <a:ext cx="104966" cy="104966"/>
            </a:xfrm>
            <a:prstGeom prst="rect">
              <a:avLst/>
            </a:prstGeom>
            <a:solidFill>
              <a:srgbClr val="81C9BA"/>
            </a:solidFill>
            <a:ln w="0">
              <a:noFill/>
              <a:prstDash val="solid"/>
            </a:ln>
          </p:spPr>
        </p:sp>
        <p:sp>
          <p:nvSpPr>
            <p:cNvPr id="307" name="four:scalar-input:grid-cell:306"/>
            <p:cNvSpPr>
              <a:spLocks noGrp="1"/>
            </p:cNvSpPr>
            <p:nvPr/>
          </p:nvSpPr>
          <p:spPr>
            <a:xfrm>
              <a:off x="1409700" y="3362325"/>
              <a:ext cx="104966" cy="104966"/>
            </a:xfrm>
            <a:prstGeom prst="rect">
              <a:avLst/>
            </a:prstGeom>
            <a:solidFill>
              <a:srgbClr val="81C9BA"/>
            </a:solidFill>
            <a:ln w="0">
              <a:noFill/>
              <a:prstDash val="solid"/>
            </a:ln>
          </p:spPr>
        </p:sp>
        <p:sp>
          <p:nvSpPr>
            <p:cNvPr id="308" name="four:scalar-input:grid-cell:307"/>
            <p:cNvSpPr>
              <a:spLocks noGrp="1"/>
            </p:cNvSpPr>
            <p:nvPr/>
          </p:nvSpPr>
          <p:spPr>
            <a:xfrm>
              <a:off x="1514475" y="3362325"/>
              <a:ext cx="104966" cy="104966"/>
            </a:xfrm>
            <a:prstGeom prst="rect">
              <a:avLst/>
            </a:prstGeom>
            <a:solidFill>
              <a:srgbClr val="81C9BA"/>
            </a:solidFill>
            <a:ln w="0">
              <a:noFill/>
              <a:prstDash val="solid"/>
            </a:ln>
          </p:spPr>
        </p:sp>
        <p:sp>
          <p:nvSpPr>
            <p:cNvPr id="309" name="four:scalar-input:grid-cell:308"/>
            <p:cNvSpPr>
              <a:spLocks noGrp="1"/>
            </p:cNvSpPr>
            <p:nvPr/>
          </p:nvSpPr>
          <p:spPr>
            <a:xfrm>
              <a:off x="1619250" y="3362325"/>
              <a:ext cx="104966" cy="104966"/>
            </a:xfrm>
            <a:prstGeom prst="rect">
              <a:avLst/>
            </a:prstGeom>
            <a:solidFill>
              <a:srgbClr val="81C9BA"/>
            </a:solidFill>
            <a:ln w="0">
              <a:noFill/>
              <a:prstDash val="solid"/>
            </a:ln>
          </p:spPr>
        </p:sp>
        <p:sp>
          <p:nvSpPr>
            <p:cNvPr id="310" name="four:scalar-input:grid-cell:309"/>
            <p:cNvSpPr>
              <a:spLocks noGrp="1"/>
            </p:cNvSpPr>
            <p:nvPr/>
          </p:nvSpPr>
          <p:spPr>
            <a:xfrm>
              <a:off x="1724025" y="3362325"/>
              <a:ext cx="104966" cy="104966"/>
            </a:xfrm>
            <a:prstGeom prst="rect">
              <a:avLst/>
            </a:prstGeom>
            <a:solidFill>
              <a:srgbClr val="009E73"/>
            </a:solidFill>
            <a:ln w="0">
              <a:noFill/>
              <a:prstDash val="solid"/>
            </a:ln>
          </p:spPr>
        </p:sp>
        <p:sp>
          <p:nvSpPr>
            <p:cNvPr id="311" name="four:scalar-input:grid-cell:310"/>
            <p:cNvSpPr>
              <a:spLocks noGrp="1"/>
            </p:cNvSpPr>
            <p:nvPr/>
          </p:nvSpPr>
          <p:spPr>
            <a:xfrm>
              <a:off x="1828800" y="3362325"/>
              <a:ext cx="104966" cy="104966"/>
            </a:xfrm>
            <a:prstGeom prst="rect">
              <a:avLst/>
            </a:prstGeom>
            <a:solidFill>
              <a:srgbClr val="009E73"/>
            </a:solidFill>
            <a:ln w="0">
              <a:noFill/>
              <a:prstDash val="solid"/>
            </a:ln>
          </p:spPr>
        </p:sp>
        <p:sp>
          <p:nvSpPr>
            <p:cNvPr id="312" name="four:scalar-input:grid-cell:311"/>
            <p:cNvSpPr>
              <a:spLocks noGrp="1"/>
            </p:cNvSpPr>
            <p:nvPr/>
          </p:nvSpPr>
          <p:spPr>
            <a:xfrm>
              <a:off x="1933575" y="3362325"/>
              <a:ext cx="104966" cy="104966"/>
            </a:xfrm>
            <a:prstGeom prst="rect">
              <a:avLst/>
            </a:prstGeom>
            <a:solidFill>
              <a:srgbClr val="009E73"/>
            </a:solidFill>
            <a:ln w="0">
              <a:noFill/>
              <a:prstDash val="solid"/>
            </a:ln>
          </p:spPr>
        </p:sp>
        <p:sp>
          <p:nvSpPr>
            <p:cNvPr id="313" name="four:scalar-input:grid-cell:312"/>
            <p:cNvSpPr>
              <a:spLocks noGrp="1"/>
            </p:cNvSpPr>
            <p:nvPr/>
          </p:nvSpPr>
          <p:spPr>
            <a:xfrm>
              <a:off x="2038350" y="3362325"/>
              <a:ext cx="104966" cy="104966"/>
            </a:xfrm>
            <a:prstGeom prst="rect">
              <a:avLst/>
            </a:prstGeom>
            <a:solidFill>
              <a:srgbClr val="009E73"/>
            </a:solidFill>
            <a:ln w="0">
              <a:noFill/>
              <a:prstDash val="solid"/>
            </a:ln>
          </p:spPr>
        </p:sp>
        <p:sp>
          <p:nvSpPr>
            <p:cNvPr id="314" name="four:scalar-input:grid-cell:313"/>
            <p:cNvSpPr>
              <a:spLocks noGrp="1"/>
            </p:cNvSpPr>
            <p:nvPr/>
          </p:nvSpPr>
          <p:spPr>
            <a:xfrm>
              <a:off x="2143125" y="3362325"/>
              <a:ext cx="104966" cy="104966"/>
            </a:xfrm>
            <a:prstGeom prst="rect">
              <a:avLst/>
            </a:prstGeom>
            <a:solidFill>
              <a:srgbClr val="81C9BA"/>
            </a:solidFill>
            <a:ln w="0">
              <a:noFill/>
              <a:prstDash val="solid"/>
            </a:ln>
          </p:spPr>
        </p:sp>
        <p:sp>
          <p:nvSpPr>
            <p:cNvPr id="315" name="four:scalar-input:grid-cell:314"/>
            <p:cNvSpPr>
              <a:spLocks noGrp="1"/>
            </p:cNvSpPr>
            <p:nvPr/>
          </p:nvSpPr>
          <p:spPr>
            <a:xfrm>
              <a:off x="2247900" y="3362325"/>
              <a:ext cx="104966" cy="104966"/>
            </a:xfrm>
            <a:prstGeom prst="rect">
              <a:avLst/>
            </a:prstGeom>
            <a:solidFill>
              <a:srgbClr val="81C9BA"/>
            </a:solidFill>
            <a:ln w="0">
              <a:noFill/>
              <a:prstDash val="solid"/>
            </a:ln>
          </p:spPr>
        </p:sp>
        <p:sp>
          <p:nvSpPr>
            <p:cNvPr id="316" name="four:scalar-input:grid-cell:315"/>
            <p:cNvSpPr>
              <a:spLocks noGrp="1"/>
            </p:cNvSpPr>
            <p:nvPr/>
          </p:nvSpPr>
          <p:spPr>
            <a:xfrm>
              <a:off x="2352675" y="3362325"/>
              <a:ext cx="104966" cy="104966"/>
            </a:xfrm>
            <a:prstGeom prst="rect">
              <a:avLst/>
            </a:prstGeom>
            <a:solidFill>
              <a:srgbClr val="81C9BA"/>
            </a:solidFill>
            <a:ln w="0">
              <a:noFill/>
              <a:prstDash val="solid"/>
            </a:ln>
          </p:spPr>
        </p:sp>
        <p:sp>
          <p:nvSpPr>
            <p:cNvPr id="317" name="four:scalar-input:grid-cell:316"/>
            <p:cNvSpPr>
              <a:spLocks noGrp="1"/>
            </p:cNvSpPr>
            <p:nvPr/>
          </p:nvSpPr>
          <p:spPr>
            <a:xfrm>
              <a:off x="361950" y="3467100"/>
              <a:ext cx="104966" cy="104966"/>
            </a:xfrm>
            <a:prstGeom prst="rect">
              <a:avLst/>
            </a:prstGeom>
            <a:solidFill>
              <a:srgbClr val="DCE8ED"/>
            </a:solidFill>
            <a:ln w="0">
              <a:noFill/>
              <a:prstDash val="solid"/>
            </a:ln>
          </p:spPr>
        </p:sp>
        <p:sp>
          <p:nvSpPr>
            <p:cNvPr id="318" name="four:scalar-input:grid-cell:317"/>
            <p:cNvSpPr>
              <a:spLocks noGrp="1"/>
            </p:cNvSpPr>
            <p:nvPr/>
          </p:nvSpPr>
          <p:spPr>
            <a:xfrm>
              <a:off x="466725" y="3467100"/>
              <a:ext cx="104966" cy="104966"/>
            </a:xfrm>
            <a:prstGeom prst="rect">
              <a:avLst/>
            </a:prstGeom>
            <a:solidFill>
              <a:srgbClr val="DCE8ED"/>
            </a:solidFill>
            <a:ln w="0">
              <a:noFill/>
              <a:prstDash val="solid"/>
            </a:ln>
          </p:spPr>
        </p:sp>
        <p:sp>
          <p:nvSpPr>
            <p:cNvPr id="319" name="four:scalar-input:grid-cell:318"/>
            <p:cNvSpPr>
              <a:spLocks noGrp="1"/>
            </p:cNvSpPr>
            <p:nvPr/>
          </p:nvSpPr>
          <p:spPr>
            <a:xfrm>
              <a:off x="571500" y="3467100"/>
              <a:ext cx="104966" cy="104966"/>
            </a:xfrm>
            <a:prstGeom prst="rect">
              <a:avLst/>
            </a:prstGeom>
            <a:solidFill>
              <a:srgbClr val="DCE8ED"/>
            </a:solidFill>
            <a:ln w="0">
              <a:noFill/>
              <a:prstDash val="solid"/>
            </a:ln>
          </p:spPr>
        </p:sp>
        <p:sp>
          <p:nvSpPr>
            <p:cNvPr id="320" name="four:scalar-input:grid-cell:319"/>
            <p:cNvSpPr>
              <a:spLocks noGrp="1"/>
            </p:cNvSpPr>
            <p:nvPr/>
          </p:nvSpPr>
          <p:spPr>
            <a:xfrm>
              <a:off x="676275" y="3467100"/>
              <a:ext cx="104966" cy="104966"/>
            </a:xfrm>
            <a:prstGeom prst="rect">
              <a:avLst/>
            </a:prstGeom>
            <a:solidFill>
              <a:srgbClr val="DCE8ED"/>
            </a:solidFill>
            <a:ln w="0">
              <a:noFill/>
              <a:prstDash val="solid"/>
            </a:ln>
          </p:spPr>
        </p:sp>
        <p:sp>
          <p:nvSpPr>
            <p:cNvPr id="321" name="four:scalar-input:grid-cell:320"/>
            <p:cNvSpPr>
              <a:spLocks noGrp="1"/>
            </p:cNvSpPr>
            <p:nvPr/>
          </p:nvSpPr>
          <p:spPr>
            <a:xfrm>
              <a:off x="781050" y="3467100"/>
              <a:ext cx="104966" cy="104966"/>
            </a:xfrm>
            <a:prstGeom prst="rect">
              <a:avLst/>
            </a:prstGeom>
            <a:solidFill>
              <a:srgbClr val="DCE8ED"/>
            </a:solidFill>
            <a:ln w="0">
              <a:noFill/>
              <a:prstDash val="solid"/>
            </a:ln>
          </p:spPr>
        </p:sp>
        <p:sp>
          <p:nvSpPr>
            <p:cNvPr id="322" name="four:scalar-input:grid-cell:321"/>
            <p:cNvSpPr>
              <a:spLocks noGrp="1"/>
            </p:cNvSpPr>
            <p:nvPr/>
          </p:nvSpPr>
          <p:spPr>
            <a:xfrm>
              <a:off x="885825" y="3467100"/>
              <a:ext cx="104966" cy="104966"/>
            </a:xfrm>
            <a:prstGeom prst="rect">
              <a:avLst/>
            </a:prstGeom>
            <a:solidFill>
              <a:srgbClr val="81C9BA"/>
            </a:solidFill>
            <a:ln w="0">
              <a:noFill/>
              <a:prstDash val="solid"/>
            </a:ln>
          </p:spPr>
        </p:sp>
        <p:sp>
          <p:nvSpPr>
            <p:cNvPr id="323" name="four:scalar-input:grid-cell:322"/>
            <p:cNvSpPr>
              <a:spLocks noGrp="1"/>
            </p:cNvSpPr>
            <p:nvPr/>
          </p:nvSpPr>
          <p:spPr>
            <a:xfrm>
              <a:off x="990600" y="3467100"/>
              <a:ext cx="104966" cy="104966"/>
            </a:xfrm>
            <a:prstGeom prst="rect">
              <a:avLst/>
            </a:prstGeom>
            <a:solidFill>
              <a:srgbClr val="81C9BA"/>
            </a:solidFill>
            <a:ln w="0">
              <a:noFill/>
              <a:prstDash val="solid"/>
            </a:ln>
          </p:spPr>
        </p:sp>
        <p:sp>
          <p:nvSpPr>
            <p:cNvPr id="324" name="four:scalar-input:grid-cell:323"/>
            <p:cNvSpPr>
              <a:spLocks noGrp="1"/>
            </p:cNvSpPr>
            <p:nvPr/>
          </p:nvSpPr>
          <p:spPr>
            <a:xfrm>
              <a:off x="1095375" y="3467100"/>
              <a:ext cx="104966" cy="104966"/>
            </a:xfrm>
            <a:prstGeom prst="rect">
              <a:avLst/>
            </a:prstGeom>
            <a:solidFill>
              <a:srgbClr val="81C9BA"/>
            </a:solidFill>
            <a:ln w="0">
              <a:noFill/>
              <a:prstDash val="solid"/>
            </a:ln>
          </p:spPr>
        </p:sp>
        <p:sp>
          <p:nvSpPr>
            <p:cNvPr id="325" name="four:scalar-input:grid-cell:324"/>
            <p:cNvSpPr>
              <a:spLocks noGrp="1"/>
            </p:cNvSpPr>
            <p:nvPr/>
          </p:nvSpPr>
          <p:spPr>
            <a:xfrm>
              <a:off x="1200150" y="3467100"/>
              <a:ext cx="104966" cy="104966"/>
            </a:xfrm>
            <a:prstGeom prst="rect">
              <a:avLst/>
            </a:prstGeom>
            <a:solidFill>
              <a:srgbClr val="81C9BA"/>
            </a:solidFill>
            <a:ln w="0">
              <a:noFill/>
              <a:prstDash val="solid"/>
            </a:ln>
          </p:spPr>
        </p:sp>
        <p:sp>
          <p:nvSpPr>
            <p:cNvPr id="326" name="four:scalar-input:grid-cell:325"/>
            <p:cNvSpPr>
              <a:spLocks noGrp="1"/>
            </p:cNvSpPr>
            <p:nvPr/>
          </p:nvSpPr>
          <p:spPr>
            <a:xfrm>
              <a:off x="1304925" y="3467100"/>
              <a:ext cx="104966" cy="104966"/>
            </a:xfrm>
            <a:prstGeom prst="rect">
              <a:avLst/>
            </a:prstGeom>
            <a:solidFill>
              <a:srgbClr val="D55E00"/>
            </a:solidFill>
            <a:ln w="0">
              <a:noFill/>
              <a:prstDash val="solid"/>
            </a:ln>
          </p:spPr>
        </p:sp>
        <p:sp>
          <p:nvSpPr>
            <p:cNvPr id="327" name="four:scalar-input:grid-cell:326"/>
            <p:cNvSpPr>
              <a:spLocks noGrp="1"/>
            </p:cNvSpPr>
            <p:nvPr/>
          </p:nvSpPr>
          <p:spPr>
            <a:xfrm>
              <a:off x="1409700" y="3467100"/>
              <a:ext cx="104966" cy="104966"/>
            </a:xfrm>
            <a:prstGeom prst="rect">
              <a:avLst/>
            </a:prstGeom>
            <a:solidFill>
              <a:srgbClr val="D55E00"/>
            </a:solidFill>
            <a:ln w="0">
              <a:noFill/>
              <a:prstDash val="solid"/>
            </a:ln>
          </p:spPr>
        </p:sp>
        <p:sp>
          <p:nvSpPr>
            <p:cNvPr id="328" name="four:scalar-input:grid-cell:327"/>
            <p:cNvSpPr>
              <a:spLocks noGrp="1"/>
            </p:cNvSpPr>
            <p:nvPr/>
          </p:nvSpPr>
          <p:spPr>
            <a:xfrm>
              <a:off x="1514475" y="3467100"/>
              <a:ext cx="104966" cy="104966"/>
            </a:xfrm>
            <a:prstGeom prst="rect">
              <a:avLst/>
            </a:prstGeom>
            <a:solidFill>
              <a:srgbClr val="81C9BA"/>
            </a:solidFill>
            <a:ln w="0">
              <a:noFill/>
              <a:prstDash val="solid"/>
            </a:ln>
          </p:spPr>
        </p:sp>
        <p:sp>
          <p:nvSpPr>
            <p:cNvPr id="329" name="four:scalar-input:grid-cell:328"/>
            <p:cNvSpPr>
              <a:spLocks noGrp="1"/>
            </p:cNvSpPr>
            <p:nvPr/>
          </p:nvSpPr>
          <p:spPr>
            <a:xfrm>
              <a:off x="1619250" y="3467100"/>
              <a:ext cx="104966" cy="104966"/>
            </a:xfrm>
            <a:prstGeom prst="rect">
              <a:avLst/>
            </a:prstGeom>
            <a:solidFill>
              <a:srgbClr val="009E73"/>
            </a:solidFill>
            <a:ln w="0">
              <a:noFill/>
              <a:prstDash val="solid"/>
            </a:ln>
          </p:spPr>
        </p:sp>
        <p:sp>
          <p:nvSpPr>
            <p:cNvPr id="330" name="four:scalar-input:grid-cell:329"/>
            <p:cNvSpPr>
              <a:spLocks noGrp="1"/>
            </p:cNvSpPr>
            <p:nvPr/>
          </p:nvSpPr>
          <p:spPr>
            <a:xfrm>
              <a:off x="1724025" y="3467100"/>
              <a:ext cx="104966" cy="104966"/>
            </a:xfrm>
            <a:prstGeom prst="rect">
              <a:avLst/>
            </a:prstGeom>
            <a:solidFill>
              <a:srgbClr val="009E73"/>
            </a:solidFill>
            <a:ln w="0">
              <a:noFill/>
              <a:prstDash val="solid"/>
            </a:ln>
          </p:spPr>
        </p:sp>
        <p:sp>
          <p:nvSpPr>
            <p:cNvPr id="331" name="four:scalar-input:grid-cell:330"/>
            <p:cNvSpPr>
              <a:spLocks noGrp="1"/>
            </p:cNvSpPr>
            <p:nvPr/>
          </p:nvSpPr>
          <p:spPr>
            <a:xfrm>
              <a:off x="1828800" y="3467100"/>
              <a:ext cx="104966" cy="104966"/>
            </a:xfrm>
            <a:prstGeom prst="rect">
              <a:avLst/>
            </a:prstGeom>
            <a:solidFill>
              <a:srgbClr val="009E73"/>
            </a:solidFill>
            <a:ln w="0">
              <a:noFill/>
              <a:prstDash val="solid"/>
            </a:ln>
          </p:spPr>
        </p:sp>
        <p:sp>
          <p:nvSpPr>
            <p:cNvPr id="332" name="four:scalar-input:grid-cell:331"/>
            <p:cNvSpPr>
              <a:spLocks noGrp="1"/>
            </p:cNvSpPr>
            <p:nvPr/>
          </p:nvSpPr>
          <p:spPr>
            <a:xfrm>
              <a:off x="1933575" y="3467100"/>
              <a:ext cx="104966" cy="104966"/>
            </a:xfrm>
            <a:prstGeom prst="rect">
              <a:avLst/>
            </a:prstGeom>
            <a:solidFill>
              <a:srgbClr val="009E73"/>
            </a:solidFill>
            <a:ln w="0">
              <a:noFill/>
              <a:prstDash val="solid"/>
            </a:ln>
          </p:spPr>
        </p:sp>
        <p:sp>
          <p:nvSpPr>
            <p:cNvPr id="333" name="four:scalar-input:grid-cell:332"/>
            <p:cNvSpPr>
              <a:spLocks noGrp="1"/>
            </p:cNvSpPr>
            <p:nvPr/>
          </p:nvSpPr>
          <p:spPr>
            <a:xfrm>
              <a:off x="2038350" y="3467100"/>
              <a:ext cx="104966" cy="104966"/>
            </a:xfrm>
            <a:prstGeom prst="rect">
              <a:avLst/>
            </a:prstGeom>
            <a:solidFill>
              <a:srgbClr val="009E73"/>
            </a:solidFill>
            <a:ln w="0">
              <a:noFill/>
              <a:prstDash val="solid"/>
            </a:ln>
          </p:spPr>
        </p:sp>
        <p:sp>
          <p:nvSpPr>
            <p:cNvPr id="334" name="four:scalar-input:grid-cell:333"/>
            <p:cNvSpPr>
              <a:spLocks noGrp="1"/>
            </p:cNvSpPr>
            <p:nvPr/>
          </p:nvSpPr>
          <p:spPr>
            <a:xfrm>
              <a:off x="2143125" y="3467100"/>
              <a:ext cx="104966" cy="104966"/>
            </a:xfrm>
            <a:prstGeom prst="rect">
              <a:avLst/>
            </a:prstGeom>
            <a:solidFill>
              <a:srgbClr val="81C9BA"/>
            </a:solidFill>
            <a:ln w="0">
              <a:noFill/>
              <a:prstDash val="solid"/>
            </a:ln>
          </p:spPr>
        </p:sp>
        <p:sp>
          <p:nvSpPr>
            <p:cNvPr id="335" name="four:scalar-input:grid-cell:334"/>
            <p:cNvSpPr>
              <a:spLocks noGrp="1"/>
            </p:cNvSpPr>
            <p:nvPr/>
          </p:nvSpPr>
          <p:spPr>
            <a:xfrm>
              <a:off x="2247900" y="3467100"/>
              <a:ext cx="104966" cy="104966"/>
            </a:xfrm>
            <a:prstGeom prst="rect">
              <a:avLst/>
            </a:prstGeom>
            <a:solidFill>
              <a:srgbClr val="81C9BA"/>
            </a:solidFill>
            <a:ln w="0">
              <a:noFill/>
              <a:prstDash val="solid"/>
            </a:ln>
          </p:spPr>
        </p:sp>
        <p:sp>
          <p:nvSpPr>
            <p:cNvPr id="336" name="four:scalar-input:grid-cell:335"/>
            <p:cNvSpPr>
              <a:spLocks noGrp="1"/>
            </p:cNvSpPr>
            <p:nvPr/>
          </p:nvSpPr>
          <p:spPr>
            <a:xfrm>
              <a:off x="2352675" y="3467100"/>
              <a:ext cx="104966" cy="104966"/>
            </a:xfrm>
            <a:prstGeom prst="rect">
              <a:avLst/>
            </a:prstGeom>
            <a:solidFill>
              <a:srgbClr val="81C9BA"/>
            </a:solidFill>
            <a:ln w="0">
              <a:noFill/>
              <a:prstDash val="solid"/>
            </a:ln>
          </p:spPr>
        </p:sp>
        <p:sp>
          <p:nvSpPr>
            <p:cNvPr id="337" name="four:scalar-input:grid-cell:336"/>
            <p:cNvSpPr>
              <a:spLocks noGrp="1"/>
            </p:cNvSpPr>
            <p:nvPr/>
          </p:nvSpPr>
          <p:spPr>
            <a:xfrm>
              <a:off x="361950" y="3571875"/>
              <a:ext cx="104966" cy="104966"/>
            </a:xfrm>
            <a:prstGeom prst="rect">
              <a:avLst/>
            </a:prstGeom>
            <a:solidFill>
              <a:srgbClr val="DCE8ED"/>
            </a:solidFill>
            <a:ln w="0">
              <a:noFill/>
              <a:prstDash val="solid"/>
            </a:ln>
          </p:spPr>
        </p:sp>
        <p:sp>
          <p:nvSpPr>
            <p:cNvPr id="338" name="four:scalar-input:grid-cell:337"/>
            <p:cNvSpPr>
              <a:spLocks noGrp="1"/>
            </p:cNvSpPr>
            <p:nvPr/>
          </p:nvSpPr>
          <p:spPr>
            <a:xfrm>
              <a:off x="466725" y="3571875"/>
              <a:ext cx="104966" cy="104966"/>
            </a:xfrm>
            <a:prstGeom prst="rect">
              <a:avLst/>
            </a:prstGeom>
            <a:solidFill>
              <a:srgbClr val="DCE8ED"/>
            </a:solidFill>
            <a:ln w="0">
              <a:noFill/>
              <a:prstDash val="solid"/>
            </a:ln>
          </p:spPr>
        </p:sp>
        <p:sp>
          <p:nvSpPr>
            <p:cNvPr id="339" name="four:scalar-input:grid-cell:338"/>
            <p:cNvSpPr>
              <a:spLocks noGrp="1"/>
            </p:cNvSpPr>
            <p:nvPr/>
          </p:nvSpPr>
          <p:spPr>
            <a:xfrm>
              <a:off x="571500" y="3571875"/>
              <a:ext cx="104966" cy="104966"/>
            </a:xfrm>
            <a:prstGeom prst="rect">
              <a:avLst/>
            </a:prstGeom>
            <a:solidFill>
              <a:srgbClr val="DCE8ED"/>
            </a:solidFill>
            <a:ln w="0">
              <a:noFill/>
              <a:prstDash val="solid"/>
            </a:ln>
          </p:spPr>
        </p:sp>
        <p:sp>
          <p:nvSpPr>
            <p:cNvPr id="340" name="four:scalar-input:grid-cell:339"/>
            <p:cNvSpPr>
              <a:spLocks noGrp="1"/>
            </p:cNvSpPr>
            <p:nvPr/>
          </p:nvSpPr>
          <p:spPr>
            <a:xfrm>
              <a:off x="676275" y="3571875"/>
              <a:ext cx="104966" cy="104966"/>
            </a:xfrm>
            <a:prstGeom prst="rect">
              <a:avLst/>
            </a:prstGeom>
            <a:solidFill>
              <a:srgbClr val="DCE8ED"/>
            </a:solidFill>
            <a:ln w="0">
              <a:noFill/>
              <a:prstDash val="solid"/>
            </a:ln>
          </p:spPr>
        </p:sp>
        <p:sp>
          <p:nvSpPr>
            <p:cNvPr id="341" name="four:scalar-input:grid-cell:340"/>
            <p:cNvSpPr>
              <a:spLocks noGrp="1"/>
            </p:cNvSpPr>
            <p:nvPr/>
          </p:nvSpPr>
          <p:spPr>
            <a:xfrm>
              <a:off x="781050" y="3571875"/>
              <a:ext cx="104966" cy="104966"/>
            </a:xfrm>
            <a:prstGeom prst="rect">
              <a:avLst/>
            </a:prstGeom>
            <a:solidFill>
              <a:srgbClr val="81C9BA"/>
            </a:solidFill>
            <a:ln w="0">
              <a:noFill/>
              <a:prstDash val="solid"/>
            </a:ln>
          </p:spPr>
        </p:sp>
        <p:sp>
          <p:nvSpPr>
            <p:cNvPr id="342" name="four:scalar-input:grid-cell:341"/>
            <p:cNvSpPr>
              <a:spLocks noGrp="1"/>
            </p:cNvSpPr>
            <p:nvPr/>
          </p:nvSpPr>
          <p:spPr>
            <a:xfrm>
              <a:off x="885825" y="3571875"/>
              <a:ext cx="104966" cy="104966"/>
            </a:xfrm>
            <a:prstGeom prst="rect">
              <a:avLst/>
            </a:prstGeom>
            <a:solidFill>
              <a:srgbClr val="81C9BA"/>
            </a:solidFill>
            <a:ln w="0">
              <a:noFill/>
              <a:prstDash val="solid"/>
            </a:ln>
          </p:spPr>
        </p:sp>
        <p:sp>
          <p:nvSpPr>
            <p:cNvPr id="343" name="four:scalar-input:grid-cell:342"/>
            <p:cNvSpPr>
              <a:spLocks noGrp="1"/>
            </p:cNvSpPr>
            <p:nvPr/>
          </p:nvSpPr>
          <p:spPr>
            <a:xfrm>
              <a:off x="990600" y="3571875"/>
              <a:ext cx="104966" cy="104966"/>
            </a:xfrm>
            <a:prstGeom prst="rect">
              <a:avLst/>
            </a:prstGeom>
            <a:solidFill>
              <a:srgbClr val="81C9BA"/>
            </a:solidFill>
            <a:ln w="0">
              <a:noFill/>
              <a:prstDash val="solid"/>
            </a:ln>
          </p:spPr>
        </p:sp>
        <p:sp>
          <p:nvSpPr>
            <p:cNvPr id="344" name="four:scalar-input:grid-cell:343"/>
            <p:cNvSpPr>
              <a:spLocks noGrp="1"/>
            </p:cNvSpPr>
            <p:nvPr/>
          </p:nvSpPr>
          <p:spPr>
            <a:xfrm>
              <a:off x="1095375" y="3571875"/>
              <a:ext cx="104966" cy="104966"/>
            </a:xfrm>
            <a:prstGeom prst="rect">
              <a:avLst/>
            </a:prstGeom>
            <a:solidFill>
              <a:srgbClr val="81C9BA"/>
            </a:solidFill>
            <a:ln w="0">
              <a:noFill/>
              <a:prstDash val="solid"/>
            </a:ln>
          </p:spPr>
        </p:sp>
        <p:sp>
          <p:nvSpPr>
            <p:cNvPr id="345" name="four:scalar-input:grid-cell:344"/>
            <p:cNvSpPr>
              <a:spLocks noGrp="1"/>
            </p:cNvSpPr>
            <p:nvPr/>
          </p:nvSpPr>
          <p:spPr>
            <a:xfrm>
              <a:off x="1200150" y="3571875"/>
              <a:ext cx="104966" cy="104966"/>
            </a:xfrm>
            <a:prstGeom prst="rect">
              <a:avLst/>
            </a:prstGeom>
            <a:solidFill>
              <a:srgbClr val="D55E00"/>
            </a:solidFill>
            <a:ln w="0">
              <a:noFill/>
              <a:prstDash val="solid"/>
            </a:ln>
          </p:spPr>
        </p:sp>
        <p:sp>
          <p:nvSpPr>
            <p:cNvPr id="346" name="four:scalar-input:grid-cell:345"/>
            <p:cNvSpPr>
              <a:spLocks noGrp="1"/>
            </p:cNvSpPr>
            <p:nvPr/>
          </p:nvSpPr>
          <p:spPr>
            <a:xfrm>
              <a:off x="1304925" y="3571875"/>
              <a:ext cx="104966" cy="104966"/>
            </a:xfrm>
            <a:prstGeom prst="rect">
              <a:avLst/>
            </a:prstGeom>
            <a:solidFill>
              <a:srgbClr val="D55E00"/>
            </a:solidFill>
            <a:ln w="0">
              <a:noFill/>
              <a:prstDash val="solid"/>
            </a:ln>
          </p:spPr>
        </p:sp>
        <p:sp>
          <p:nvSpPr>
            <p:cNvPr id="347" name="four:scalar-input:grid-cell:346"/>
            <p:cNvSpPr>
              <a:spLocks noGrp="1"/>
            </p:cNvSpPr>
            <p:nvPr/>
          </p:nvSpPr>
          <p:spPr>
            <a:xfrm>
              <a:off x="1409700" y="3571875"/>
              <a:ext cx="104966" cy="104966"/>
            </a:xfrm>
            <a:prstGeom prst="rect">
              <a:avLst/>
            </a:prstGeom>
            <a:solidFill>
              <a:srgbClr val="D55E00"/>
            </a:solidFill>
            <a:ln w="0">
              <a:noFill/>
              <a:prstDash val="solid"/>
            </a:ln>
          </p:spPr>
        </p:sp>
        <p:sp>
          <p:nvSpPr>
            <p:cNvPr id="348" name="four:scalar-input:grid-cell:347"/>
            <p:cNvSpPr>
              <a:spLocks noGrp="1"/>
            </p:cNvSpPr>
            <p:nvPr/>
          </p:nvSpPr>
          <p:spPr>
            <a:xfrm>
              <a:off x="1514475" y="3571875"/>
              <a:ext cx="104966" cy="104966"/>
            </a:xfrm>
            <a:prstGeom prst="rect">
              <a:avLst/>
            </a:prstGeom>
            <a:solidFill>
              <a:srgbClr val="D55E00"/>
            </a:solidFill>
            <a:ln w="0">
              <a:noFill/>
              <a:prstDash val="solid"/>
            </a:ln>
          </p:spPr>
        </p:sp>
        <p:sp>
          <p:nvSpPr>
            <p:cNvPr id="349" name="four:scalar-input:grid-cell:348"/>
            <p:cNvSpPr>
              <a:spLocks noGrp="1"/>
            </p:cNvSpPr>
            <p:nvPr/>
          </p:nvSpPr>
          <p:spPr>
            <a:xfrm>
              <a:off x="1619250" y="3571875"/>
              <a:ext cx="104966" cy="104966"/>
            </a:xfrm>
            <a:prstGeom prst="rect">
              <a:avLst/>
            </a:prstGeom>
            <a:solidFill>
              <a:srgbClr val="81C9BA"/>
            </a:solidFill>
            <a:ln w="0">
              <a:noFill/>
              <a:prstDash val="solid"/>
            </a:ln>
          </p:spPr>
        </p:sp>
        <p:sp>
          <p:nvSpPr>
            <p:cNvPr id="350" name="four:scalar-input:grid-cell:349"/>
            <p:cNvSpPr>
              <a:spLocks noGrp="1"/>
            </p:cNvSpPr>
            <p:nvPr/>
          </p:nvSpPr>
          <p:spPr>
            <a:xfrm>
              <a:off x="1724025" y="3571875"/>
              <a:ext cx="104966" cy="104966"/>
            </a:xfrm>
            <a:prstGeom prst="rect">
              <a:avLst/>
            </a:prstGeom>
            <a:solidFill>
              <a:srgbClr val="009E73"/>
            </a:solidFill>
            <a:ln w="0">
              <a:noFill/>
              <a:prstDash val="solid"/>
            </a:ln>
          </p:spPr>
        </p:sp>
        <p:sp>
          <p:nvSpPr>
            <p:cNvPr id="351" name="four:scalar-input:grid-cell:350"/>
            <p:cNvSpPr>
              <a:spLocks noGrp="1"/>
            </p:cNvSpPr>
            <p:nvPr/>
          </p:nvSpPr>
          <p:spPr>
            <a:xfrm>
              <a:off x="1828800" y="3571875"/>
              <a:ext cx="104966" cy="104966"/>
            </a:xfrm>
            <a:prstGeom prst="rect">
              <a:avLst/>
            </a:prstGeom>
            <a:solidFill>
              <a:srgbClr val="009E73"/>
            </a:solidFill>
            <a:ln w="0">
              <a:noFill/>
              <a:prstDash val="solid"/>
            </a:ln>
          </p:spPr>
        </p:sp>
        <p:sp>
          <p:nvSpPr>
            <p:cNvPr id="352" name="four:scalar-input:grid-cell:351"/>
            <p:cNvSpPr>
              <a:spLocks noGrp="1"/>
            </p:cNvSpPr>
            <p:nvPr/>
          </p:nvSpPr>
          <p:spPr>
            <a:xfrm>
              <a:off x="1933575" y="3571875"/>
              <a:ext cx="104966" cy="104966"/>
            </a:xfrm>
            <a:prstGeom prst="rect">
              <a:avLst/>
            </a:prstGeom>
            <a:solidFill>
              <a:srgbClr val="009E73"/>
            </a:solidFill>
            <a:ln w="0">
              <a:noFill/>
              <a:prstDash val="solid"/>
            </a:ln>
          </p:spPr>
        </p:sp>
        <p:sp>
          <p:nvSpPr>
            <p:cNvPr id="353" name="four:scalar-input:grid-cell:352"/>
            <p:cNvSpPr>
              <a:spLocks noGrp="1"/>
            </p:cNvSpPr>
            <p:nvPr/>
          </p:nvSpPr>
          <p:spPr>
            <a:xfrm>
              <a:off x="2038350" y="3571875"/>
              <a:ext cx="104966" cy="104966"/>
            </a:xfrm>
            <a:prstGeom prst="rect">
              <a:avLst/>
            </a:prstGeom>
            <a:solidFill>
              <a:srgbClr val="81C9BA"/>
            </a:solidFill>
            <a:ln w="0">
              <a:noFill/>
              <a:prstDash val="solid"/>
            </a:ln>
          </p:spPr>
        </p:sp>
        <p:sp>
          <p:nvSpPr>
            <p:cNvPr id="354" name="four:scalar-input:grid-cell:353"/>
            <p:cNvSpPr>
              <a:spLocks noGrp="1"/>
            </p:cNvSpPr>
            <p:nvPr/>
          </p:nvSpPr>
          <p:spPr>
            <a:xfrm>
              <a:off x="2143125" y="3571875"/>
              <a:ext cx="104966" cy="104966"/>
            </a:xfrm>
            <a:prstGeom prst="rect">
              <a:avLst/>
            </a:prstGeom>
            <a:solidFill>
              <a:srgbClr val="81C9BA"/>
            </a:solidFill>
            <a:ln w="0">
              <a:noFill/>
              <a:prstDash val="solid"/>
            </a:ln>
          </p:spPr>
        </p:sp>
        <p:sp>
          <p:nvSpPr>
            <p:cNvPr id="355" name="four:scalar-input:grid-cell:354"/>
            <p:cNvSpPr>
              <a:spLocks noGrp="1"/>
            </p:cNvSpPr>
            <p:nvPr/>
          </p:nvSpPr>
          <p:spPr>
            <a:xfrm>
              <a:off x="2247900" y="3571875"/>
              <a:ext cx="104966" cy="104966"/>
            </a:xfrm>
            <a:prstGeom prst="rect">
              <a:avLst/>
            </a:prstGeom>
            <a:solidFill>
              <a:srgbClr val="81C9BA"/>
            </a:solidFill>
            <a:ln w="0">
              <a:noFill/>
              <a:prstDash val="solid"/>
            </a:ln>
          </p:spPr>
        </p:sp>
        <p:sp>
          <p:nvSpPr>
            <p:cNvPr id="356" name="four:scalar-input:grid-cell:355"/>
            <p:cNvSpPr>
              <a:spLocks noGrp="1"/>
            </p:cNvSpPr>
            <p:nvPr/>
          </p:nvSpPr>
          <p:spPr>
            <a:xfrm>
              <a:off x="2352675" y="3571875"/>
              <a:ext cx="104966" cy="104966"/>
            </a:xfrm>
            <a:prstGeom prst="rect">
              <a:avLst/>
            </a:prstGeom>
            <a:solidFill>
              <a:srgbClr val="DCE8ED"/>
            </a:solidFill>
            <a:ln w="0">
              <a:noFill/>
              <a:prstDash val="solid"/>
            </a:ln>
          </p:spPr>
        </p:sp>
        <p:sp>
          <p:nvSpPr>
            <p:cNvPr id="357" name="four:scalar-input:grid-cell:356"/>
            <p:cNvSpPr>
              <a:spLocks noGrp="1"/>
            </p:cNvSpPr>
            <p:nvPr/>
          </p:nvSpPr>
          <p:spPr>
            <a:xfrm>
              <a:off x="361950" y="3676650"/>
              <a:ext cx="104966" cy="104966"/>
            </a:xfrm>
            <a:prstGeom prst="rect">
              <a:avLst/>
            </a:prstGeom>
            <a:solidFill>
              <a:srgbClr val="DCE8ED"/>
            </a:solidFill>
            <a:ln w="0">
              <a:noFill/>
              <a:prstDash val="solid"/>
            </a:ln>
          </p:spPr>
        </p:sp>
        <p:sp>
          <p:nvSpPr>
            <p:cNvPr id="358" name="four:scalar-input:grid-cell:357"/>
            <p:cNvSpPr>
              <a:spLocks noGrp="1"/>
            </p:cNvSpPr>
            <p:nvPr/>
          </p:nvSpPr>
          <p:spPr>
            <a:xfrm>
              <a:off x="466725" y="3676650"/>
              <a:ext cx="104966" cy="104966"/>
            </a:xfrm>
            <a:prstGeom prst="rect">
              <a:avLst/>
            </a:prstGeom>
            <a:solidFill>
              <a:srgbClr val="DCE8ED"/>
            </a:solidFill>
            <a:ln w="0">
              <a:noFill/>
              <a:prstDash val="solid"/>
            </a:ln>
          </p:spPr>
        </p:sp>
        <p:sp>
          <p:nvSpPr>
            <p:cNvPr id="359" name="four:scalar-input:grid-cell:358"/>
            <p:cNvSpPr>
              <a:spLocks noGrp="1"/>
            </p:cNvSpPr>
            <p:nvPr/>
          </p:nvSpPr>
          <p:spPr>
            <a:xfrm>
              <a:off x="571500" y="3676650"/>
              <a:ext cx="104966" cy="104966"/>
            </a:xfrm>
            <a:prstGeom prst="rect">
              <a:avLst/>
            </a:prstGeom>
            <a:solidFill>
              <a:srgbClr val="DCE8ED"/>
            </a:solidFill>
            <a:ln w="0">
              <a:noFill/>
              <a:prstDash val="solid"/>
            </a:ln>
          </p:spPr>
        </p:sp>
        <p:sp>
          <p:nvSpPr>
            <p:cNvPr id="360" name="four:scalar-input:grid-cell:359"/>
            <p:cNvSpPr>
              <a:spLocks noGrp="1"/>
            </p:cNvSpPr>
            <p:nvPr/>
          </p:nvSpPr>
          <p:spPr>
            <a:xfrm>
              <a:off x="676275" y="3676650"/>
              <a:ext cx="104966" cy="104966"/>
            </a:xfrm>
            <a:prstGeom prst="rect">
              <a:avLst/>
            </a:prstGeom>
            <a:solidFill>
              <a:srgbClr val="DCE8ED"/>
            </a:solidFill>
            <a:ln w="0">
              <a:noFill/>
              <a:prstDash val="solid"/>
            </a:ln>
          </p:spPr>
        </p:sp>
        <p:sp>
          <p:nvSpPr>
            <p:cNvPr id="361" name="four:scalar-input:grid-cell:360"/>
            <p:cNvSpPr>
              <a:spLocks noGrp="1"/>
            </p:cNvSpPr>
            <p:nvPr/>
          </p:nvSpPr>
          <p:spPr>
            <a:xfrm>
              <a:off x="781050" y="3676650"/>
              <a:ext cx="104966" cy="104966"/>
            </a:xfrm>
            <a:prstGeom prst="rect">
              <a:avLst/>
            </a:prstGeom>
            <a:solidFill>
              <a:srgbClr val="81C9BA"/>
            </a:solidFill>
            <a:ln w="0">
              <a:noFill/>
              <a:prstDash val="solid"/>
            </a:ln>
          </p:spPr>
        </p:sp>
        <p:sp>
          <p:nvSpPr>
            <p:cNvPr id="362" name="four:scalar-input:grid-cell:361"/>
            <p:cNvSpPr>
              <a:spLocks noGrp="1"/>
            </p:cNvSpPr>
            <p:nvPr/>
          </p:nvSpPr>
          <p:spPr>
            <a:xfrm>
              <a:off x="885825" y="3676650"/>
              <a:ext cx="104966" cy="104966"/>
            </a:xfrm>
            <a:prstGeom prst="rect">
              <a:avLst/>
            </a:prstGeom>
            <a:solidFill>
              <a:srgbClr val="81C9BA"/>
            </a:solidFill>
            <a:ln w="0">
              <a:noFill/>
              <a:prstDash val="solid"/>
            </a:ln>
          </p:spPr>
        </p:sp>
        <p:sp>
          <p:nvSpPr>
            <p:cNvPr id="363" name="four:scalar-input:grid-cell:362"/>
            <p:cNvSpPr>
              <a:spLocks noGrp="1"/>
            </p:cNvSpPr>
            <p:nvPr/>
          </p:nvSpPr>
          <p:spPr>
            <a:xfrm>
              <a:off x="990600" y="3676650"/>
              <a:ext cx="104966" cy="104966"/>
            </a:xfrm>
            <a:prstGeom prst="rect">
              <a:avLst/>
            </a:prstGeom>
            <a:solidFill>
              <a:srgbClr val="81C9BA"/>
            </a:solidFill>
            <a:ln w="0">
              <a:noFill/>
              <a:prstDash val="solid"/>
            </a:ln>
          </p:spPr>
        </p:sp>
        <p:sp>
          <p:nvSpPr>
            <p:cNvPr id="364" name="four:scalar-input:grid-cell:363"/>
            <p:cNvSpPr>
              <a:spLocks noGrp="1"/>
            </p:cNvSpPr>
            <p:nvPr/>
          </p:nvSpPr>
          <p:spPr>
            <a:xfrm>
              <a:off x="1095375" y="3676650"/>
              <a:ext cx="104966" cy="104966"/>
            </a:xfrm>
            <a:prstGeom prst="rect">
              <a:avLst/>
            </a:prstGeom>
            <a:solidFill>
              <a:srgbClr val="81C9BA"/>
            </a:solidFill>
            <a:ln w="0">
              <a:noFill/>
              <a:prstDash val="solid"/>
            </a:ln>
          </p:spPr>
        </p:sp>
        <p:sp>
          <p:nvSpPr>
            <p:cNvPr id="365" name="four:scalar-input:grid-cell:364"/>
            <p:cNvSpPr>
              <a:spLocks noGrp="1"/>
            </p:cNvSpPr>
            <p:nvPr/>
          </p:nvSpPr>
          <p:spPr>
            <a:xfrm>
              <a:off x="1200150" y="3676650"/>
              <a:ext cx="104966" cy="104966"/>
            </a:xfrm>
            <a:prstGeom prst="rect">
              <a:avLst/>
            </a:prstGeom>
            <a:solidFill>
              <a:srgbClr val="D55E00"/>
            </a:solidFill>
            <a:ln w="0">
              <a:noFill/>
              <a:prstDash val="solid"/>
            </a:ln>
          </p:spPr>
        </p:sp>
        <p:sp>
          <p:nvSpPr>
            <p:cNvPr id="366" name="four:scalar-input:grid-cell:365"/>
            <p:cNvSpPr>
              <a:spLocks noGrp="1"/>
            </p:cNvSpPr>
            <p:nvPr/>
          </p:nvSpPr>
          <p:spPr>
            <a:xfrm>
              <a:off x="1304925" y="3676650"/>
              <a:ext cx="104966" cy="104966"/>
            </a:xfrm>
            <a:prstGeom prst="rect">
              <a:avLst/>
            </a:prstGeom>
            <a:solidFill>
              <a:srgbClr val="D55E00"/>
            </a:solidFill>
            <a:ln w="0">
              <a:noFill/>
              <a:prstDash val="solid"/>
            </a:ln>
          </p:spPr>
        </p:sp>
        <p:sp>
          <p:nvSpPr>
            <p:cNvPr id="367" name="four:scalar-input:grid-cell:366"/>
            <p:cNvSpPr>
              <a:spLocks noGrp="1"/>
            </p:cNvSpPr>
            <p:nvPr/>
          </p:nvSpPr>
          <p:spPr>
            <a:xfrm>
              <a:off x="1409700" y="3676650"/>
              <a:ext cx="104966" cy="104966"/>
            </a:xfrm>
            <a:prstGeom prst="rect">
              <a:avLst/>
            </a:prstGeom>
            <a:solidFill>
              <a:srgbClr val="D55E00"/>
            </a:solidFill>
            <a:ln w="0">
              <a:noFill/>
              <a:prstDash val="solid"/>
            </a:ln>
          </p:spPr>
        </p:sp>
        <p:sp>
          <p:nvSpPr>
            <p:cNvPr id="368" name="four:scalar-input:grid-cell:367"/>
            <p:cNvSpPr>
              <a:spLocks noGrp="1"/>
            </p:cNvSpPr>
            <p:nvPr/>
          </p:nvSpPr>
          <p:spPr>
            <a:xfrm>
              <a:off x="1514475" y="3676650"/>
              <a:ext cx="104966" cy="104966"/>
            </a:xfrm>
            <a:prstGeom prst="rect">
              <a:avLst/>
            </a:prstGeom>
            <a:solidFill>
              <a:srgbClr val="D55E00"/>
            </a:solidFill>
            <a:ln w="0">
              <a:noFill/>
              <a:prstDash val="solid"/>
            </a:ln>
          </p:spPr>
        </p:sp>
        <p:sp>
          <p:nvSpPr>
            <p:cNvPr id="369" name="four:scalar-input:grid-cell:368"/>
            <p:cNvSpPr>
              <a:spLocks noGrp="1"/>
            </p:cNvSpPr>
            <p:nvPr/>
          </p:nvSpPr>
          <p:spPr>
            <a:xfrm>
              <a:off x="1619250" y="3676650"/>
              <a:ext cx="104966" cy="104966"/>
            </a:xfrm>
            <a:prstGeom prst="rect">
              <a:avLst/>
            </a:prstGeom>
            <a:solidFill>
              <a:srgbClr val="81C9BA"/>
            </a:solidFill>
            <a:ln w="0">
              <a:noFill/>
              <a:prstDash val="solid"/>
            </a:ln>
          </p:spPr>
        </p:sp>
        <p:sp>
          <p:nvSpPr>
            <p:cNvPr id="370" name="four:scalar-input:grid-cell:369"/>
            <p:cNvSpPr>
              <a:spLocks noGrp="1"/>
            </p:cNvSpPr>
            <p:nvPr/>
          </p:nvSpPr>
          <p:spPr>
            <a:xfrm>
              <a:off x="1724025" y="3676650"/>
              <a:ext cx="104966" cy="104966"/>
            </a:xfrm>
            <a:prstGeom prst="rect">
              <a:avLst/>
            </a:prstGeom>
            <a:solidFill>
              <a:srgbClr val="81C9BA"/>
            </a:solidFill>
            <a:ln w="0">
              <a:noFill/>
              <a:prstDash val="solid"/>
            </a:ln>
          </p:spPr>
        </p:sp>
        <p:sp>
          <p:nvSpPr>
            <p:cNvPr id="371" name="four:scalar-input:grid-cell:370"/>
            <p:cNvSpPr>
              <a:spLocks noGrp="1"/>
            </p:cNvSpPr>
            <p:nvPr/>
          </p:nvSpPr>
          <p:spPr>
            <a:xfrm>
              <a:off x="1828800" y="3676650"/>
              <a:ext cx="104966" cy="104966"/>
            </a:xfrm>
            <a:prstGeom prst="rect">
              <a:avLst/>
            </a:prstGeom>
            <a:solidFill>
              <a:srgbClr val="81C9BA"/>
            </a:solidFill>
            <a:ln w="0">
              <a:noFill/>
              <a:prstDash val="solid"/>
            </a:ln>
          </p:spPr>
        </p:sp>
        <p:sp>
          <p:nvSpPr>
            <p:cNvPr id="372" name="four:scalar-input:grid-cell:371"/>
            <p:cNvSpPr>
              <a:spLocks noGrp="1"/>
            </p:cNvSpPr>
            <p:nvPr/>
          </p:nvSpPr>
          <p:spPr>
            <a:xfrm>
              <a:off x="1933575" y="3676650"/>
              <a:ext cx="104966" cy="104966"/>
            </a:xfrm>
            <a:prstGeom prst="rect">
              <a:avLst/>
            </a:prstGeom>
            <a:solidFill>
              <a:srgbClr val="81C9BA"/>
            </a:solidFill>
            <a:ln w="0">
              <a:noFill/>
              <a:prstDash val="solid"/>
            </a:ln>
          </p:spPr>
        </p:sp>
        <p:sp>
          <p:nvSpPr>
            <p:cNvPr id="373" name="four:scalar-input:grid-cell:372"/>
            <p:cNvSpPr>
              <a:spLocks noGrp="1"/>
            </p:cNvSpPr>
            <p:nvPr/>
          </p:nvSpPr>
          <p:spPr>
            <a:xfrm>
              <a:off x="2038350" y="3676650"/>
              <a:ext cx="104966" cy="104966"/>
            </a:xfrm>
            <a:prstGeom prst="rect">
              <a:avLst/>
            </a:prstGeom>
            <a:solidFill>
              <a:srgbClr val="81C9BA"/>
            </a:solidFill>
            <a:ln w="0">
              <a:noFill/>
              <a:prstDash val="solid"/>
            </a:ln>
          </p:spPr>
        </p:sp>
        <p:sp>
          <p:nvSpPr>
            <p:cNvPr id="374" name="four:scalar-input:grid-cell:373"/>
            <p:cNvSpPr>
              <a:spLocks noGrp="1"/>
            </p:cNvSpPr>
            <p:nvPr/>
          </p:nvSpPr>
          <p:spPr>
            <a:xfrm>
              <a:off x="2143125" y="3676650"/>
              <a:ext cx="104966" cy="104966"/>
            </a:xfrm>
            <a:prstGeom prst="rect">
              <a:avLst/>
            </a:prstGeom>
            <a:solidFill>
              <a:srgbClr val="81C9BA"/>
            </a:solidFill>
            <a:ln w="0">
              <a:noFill/>
              <a:prstDash val="solid"/>
            </a:ln>
          </p:spPr>
        </p:sp>
        <p:sp>
          <p:nvSpPr>
            <p:cNvPr id="375" name="four:scalar-input:grid-cell:374"/>
            <p:cNvSpPr>
              <a:spLocks noGrp="1"/>
            </p:cNvSpPr>
            <p:nvPr/>
          </p:nvSpPr>
          <p:spPr>
            <a:xfrm>
              <a:off x="2247900" y="3676650"/>
              <a:ext cx="104966" cy="104966"/>
            </a:xfrm>
            <a:prstGeom prst="rect">
              <a:avLst/>
            </a:prstGeom>
            <a:solidFill>
              <a:srgbClr val="81C9BA"/>
            </a:solidFill>
            <a:ln w="0">
              <a:noFill/>
              <a:prstDash val="solid"/>
            </a:ln>
          </p:spPr>
        </p:sp>
        <p:sp>
          <p:nvSpPr>
            <p:cNvPr id="376" name="four:scalar-input:grid-cell:375"/>
            <p:cNvSpPr>
              <a:spLocks noGrp="1"/>
            </p:cNvSpPr>
            <p:nvPr/>
          </p:nvSpPr>
          <p:spPr>
            <a:xfrm>
              <a:off x="2352675" y="3676650"/>
              <a:ext cx="104966" cy="104966"/>
            </a:xfrm>
            <a:prstGeom prst="rect">
              <a:avLst/>
            </a:prstGeom>
            <a:solidFill>
              <a:srgbClr val="DCE8ED"/>
            </a:solidFill>
            <a:ln w="0">
              <a:noFill/>
              <a:prstDash val="solid"/>
            </a:ln>
          </p:spPr>
        </p:sp>
        <p:sp>
          <p:nvSpPr>
            <p:cNvPr id="377" name="four:scalar-input:grid-cell:376"/>
            <p:cNvSpPr>
              <a:spLocks noGrp="1"/>
            </p:cNvSpPr>
            <p:nvPr/>
          </p:nvSpPr>
          <p:spPr>
            <a:xfrm>
              <a:off x="361950" y="3781425"/>
              <a:ext cx="104966" cy="104966"/>
            </a:xfrm>
            <a:prstGeom prst="rect">
              <a:avLst/>
            </a:prstGeom>
            <a:solidFill>
              <a:srgbClr val="DCE8ED"/>
            </a:solidFill>
            <a:ln w="0">
              <a:noFill/>
              <a:prstDash val="solid"/>
            </a:ln>
          </p:spPr>
        </p:sp>
        <p:sp>
          <p:nvSpPr>
            <p:cNvPr id="378" name="four:scalar-input:grid-cell:377"/>
            <p:cNvSpPr>
              <a:spLocks noGrp="1"/>
            </p:cNvSpPr>
            <p:nvPr/>
          </p:nvSpPr>
          <p:spPr>
            <a:xfrm>
              <a:off x="466725" y="3781425"/>
              <a:ext cx="104966" cy="104966"/>
            </a:xfrm>
            <a:prstGeom prst="rect">
              <a:avLst/>
            </a:prstGeom>
            <a:solidFill>
              <a:srgbClr val="DCE8ED"/>
            </a:solidFill>
            <a:ln w="0">
              <a:noFill/>
              <a:prstDash val="solid"/>
            </a:ln>
          </p:spPr>
        </p:sp>
        <p:sp>
          <p:nvSpPr>
            <p:cNvPr id="379" name="four:scalar-input:grid-cell:378"/>
            <p:cNvSpPr>
              <a:spLocks noGrp="1"/>
            </p:cNvSpPr>
            <p:nvPr/>
          </p:nvSpPr>
          <p:spPr>
            <a:xfrm>
              <a:off x="571500" y="3781425"/>
              <a:ext cx="104966" cy="104966"/>
            </a:xfrm>
            <a:prstGeom prst="rect">
              <a:avLst/>
            </a:prstGeom>
            <a:solidFill>
              <a:srgbClr val="DCE8ED"/>
            </a:solidFill>
            <a:ln w="0">
              <a:noFill/>
              <a:prstDash val="solid"/>
            </a:ln>
          </p:spPr>
        </p:sp>
        <p:sp>
          <p:nvSpPr>
            <p:cNvPr id="380" name="four:scalar-input:grid-cell:379"/>
            <p:cNvSpPr>
              <a:spLocks noGrp="1"/>
            </p:cNvSpPr>
            <p:nvPr/>
          </p:nvSpPr>
          <p:spPr>
            <a:xfrm>
              <a:off x="676275" y="3781425"/>
              <a:ext cx="104966" cy="104966"/>
            </a:xfrm>
            <a:prstGeom prst="rect">
              <a:avLst/>
            </a:prstGeom>
            <a:solidFill>
              <a:srgbClr val="DCE8ED"/>
            </a:solidFill>
            <a:ln w="0">
              <a:noFill/>
              <a:prstDash val="solid"/>
            </a:ln>
          </p:spPr>
        </p:sp>
        <p:sp>
          <p:nvSpPr>
            <p:cNvPr id="381" name="four:scalar-input:grid-cell:380"/>
            <p:cNvSpPr>
              <a:spLocks noGrp="1"/>
            </p:cNvSpPr>
            <p:nvPr/>
          </p:nvSpPr>
          <p:spPr>
            <a:xfrm>
              <a:off x="781050" y="3781425"/>
              <a:ext cx="104966" cy="104966"/>
            </a:xfrm>
            <a:prstGeom prst="rect">
              <a:avLst/>
            </a:prstGeom>
            <a:solidFill>
              <a:srgbClr val="DCE8ED"/>
            </a:solidFill>
            <a:ln w="0">
              <a:noFill/>
              <a:prstDash val="solid"/>
            </a:ln>
          </p:spPr>
        </p:sp>
        <p:sp>
          <p:nvSpPr>
            <p:cNvPr id="382" name="four:scalar-input:grid-cell:381"/>
            <p:cNvSpPr>
              <a:spLocks noGrp="1"/>
            </p:cNvSpPr>
            <p:nvPr/>
          </p:nvSpPr>
          <p:spPr>
            <a:xfrm>
              <a:off x="885825" y="3781425"/>
              <a:ext cx="104966" cy="104966"/>
            </a:xfrm>
            <a:prstGeom prst="rect">
              <a:avLst/>
            </a:prstGeom>
            <a:solidFill>
              <a:srgbClr val="81C9BA"/>
            </a:solidFill>
            <a:ln w="0">
              <a:noFill/>
              <a:prstDash val="solid"/>
            </a:ln>
          </p:spPr>
        </p:sp>
        <p:sp>
          <p:nvSpPr>
            <p:cNvPr id="383" name="four:scalar-input:grid-cell:382"/>
            <p:cNvSpPr>
              <a:spLocks noGrp="1"/>
            </p:cNvSpPr>
            <p:nvPr/>
          </p:nvSpPr>
          <p:spPr>
            <a:xfrm>
              <a:off x="990600" y="3781425"/>
              <a:ext cx="104966" cy="104966"/>
            </a:xfrm>
            <a:prstGeom prst="rect">
              <a:avLst/>
            </a:prstGeom>
            <a:solidFill>
              <a:srgbClr val="81C9BA"/>
            </a:solidFill>
            <a:ln w="0">
              <a:noFill/>
              <a:prstDash val="solid"/>
            </a:ln>
          </p:spPr>
        </p:sp>
        <p:sp>
          <p:nvSpPr>
            <p:cNvPr id="384" name="four:scalar-input:grid-cell:383"/>
            <p:cNvSpPr>
              <a:spLocks noGrp="1"/>
            </p:cNvSpPr>
            <p:nvPr/>
          </p:nvSpPr>
          <p:spPr>
            <a:xfrm>
              <a:off x="1095375" y="3781425"/>
              <a:ext cx="104966" cy="104966"/>
            </a:xfrm>
            <a:prstGeom prst="rect">
              <a:avLst/>
            </a:prstGeom>
            <a:solidFill>
              <a:srgbClr val="81C9BA"/>
            </a:solidFill>
            <a:ln w="0">
              <a:noFill/>
              <a:prstDash val="solid"/>
            </a:ln>
          </p:spPr>
        </p:sp>
        <p:sp>
          <p:nvSpPr>
            <p:cNvPr id="385" name="four:scalar-input:grid-cell:384"/>
            <p:cNvSpPr>
              <a:spLocks noGrp="1"/>
            </p:cNvSpPr>
            <p:nvPr/>
          </p:nvSpPr>
          <p:spPr>
            <a:xfrm>
              <a:off x="1200150" y="3781425"/>
              <a:ext cx="104966" cy="104966"/>
            </a:xfrm>
            <a:prstGeom prst="rect">
              <a:avLst/>
            </a:prstGeom>
            <a:solidFill>
              <a:srgbClr val="81C9BA"/>
            </a:solidFill>
            <a:ln w="0">
              <a:noFill/>
              <a:prstDash val="solid"/>
            </a:ln>
          </p:spPr>
        </p:sp>
        <p:sp>
          <p:nvSpPr>
            <p:cNvPr id="386" name="four:scalar-input:grid-cell:385"/>
            <p:cNvSpPr>
              <a:spLocks noGrp="1"/>
            </p:cNvSpPr>
            <p:nvPr/>
          </p:nvSpPr>
          <p:spPr>
            <a:xfrm>
              <a:off x="1304925" y="3781425"/>
              <a:ext cx="104966" cy="104966"/>
            </a:xfrm>
            <a:prstGeom prst="rect">
              <a:avLst/>
            </a:prstGeom>
            <a:solidFill>
              <a:srgbClr val="D55E00"/>
            </a:solidFill>
            <a:ln w="0">
              <a:noFill/>
              <a:prstDash val="solid"/>
            </a:ln>
          </p:spPr>
        </p:sp>
        <p:sp>
          <p:nvSpPr>
            <p:cNvPr id="387" name="four:scalar-input:grid-cell:386"/>
            <p:cNvSpPr>
              <a:spLocks noGrp="1"/>
            </p:cNvSpPr>
            <p:nvPr/>
          </p:nvSpPr>
          <p:spPr>
            <a:xfrm>
              <a:off x="1409700" y="3781425"/>
              <a:ext cx="104966" cy="104966"/>
            </a:xfrm>
            <a:prstGeom prst="rect">
              <a:avLst/>
            </a:prstGeom>
            <a:solidFill>
              <a:srgbClr val="D55E00"/>
            </a:solidFill>
            <a:ln w="0">
              <a:noFill/>
              <a:prstDash val="solid"/>
            </a:ln>
          </p:spPr>
        </p:sp>
        <p:sp>
          <p:nvSpPr>
            <p:cNvPr id="388" name="four:scalar-input:grid-cell:387"/>
            <p:cNvSpPr>
              <a:spLocks noGrp="1"/>
            </p:cNvSpPr>
            <p:nvPr/>
          </p:nvSpPr>
          <p:spPr>
            <a:xfrm>
              <a:off x="1514475" y="3781425"/>
              <a:ext cx="104966" cy="104966"/>
            </a:xfrm>
            <a:prstGeom prst="rect">
              <a:avLst/>
            </a:prstGeom>
            <a:solidFill>
              <a:srgbClr val="81C9BA"/>
            </a:solidFill>
            <a:ln w="0">
              <a:noFill/>
              <a:prstDash val="solid"/>
            </a:ln>
          </p:spPr>
        </p:sp>
        <p:sp>
          <p:nvSpPr>
            <p:cNvPr id="389" name="four:scalar-input:grid-cell:388"/>
            <p:cNvSpPr>
              <a:spLocks noGrp="1"/>
            </p:cNvSpPr>
            <p:nvPr/>
          </p:nvSpPr>
          <p:spPr>
            <a:xfrm>
              <a:off x="1619250" y="3781425"/>
              <a:ext cx="104966" cy="104966"/>
            </a:xfrm>
            <a:prstGeom prst="rect">
              <a:avLst/>
            </a:prstGeom>
            <a:solidFill>
              <a:srgbClr val="81C9BA"/>
            </a:solidFill>
            <a:ln w="0">
              <a:noFill/>
              <a:prstDash val="solid"/>
            </a:ln>
          </p:spPr>
        </p:sp>
        <p:sp>
          <p:nvSpPr>
            <p:cNvPr id="390" name="four:scalar-input:grid-cell:389"/>
            <p:cNvSpPr>
              <a:spLocks noGrp="1"/>
            </p:cNvSpPr>
            <p:nvPr/>
          </p:nvSpPr>
          <p:spPr>
            <a:xfrm>
              <a:off x="1724025" y="3781425"/>
              <a:ext cx="104966" cy="104966"/>
            </a:xfrm>
            <a:prstGeom prst="rect">
              <a:avLst/>
            </a:prstGeom>
            <a:solidFill>
              <a:srgbClr val="81C9BA"/>
            </a:solidFill>
            <a:ln w="0">
              <a:noFill/>
              <a:prstDash val="solid"/>
            </a:ln>
          </p:spPr>
        </p:sp>
        <p:sp>
          <p:nvSpPr>
            <p:cNvPr id="391" name="four:scalar-input:grid-cell:390"/>
            <p:cNvSpPr>
              <a:spLocks noGrp="1"/>
            </p:cNvSpPr>
            <p:nvPr/>
          </p:nvSpPr>
          <p:spPr>
            <a:xfrm>
              <a:off x="1828800" y="3781425"/>
              <a:ext cx="104966" cy="104966"/>
            </a:xfrm>
            <a:prstGeom prst="rect">
              <a:avLst/>
            </a:prstGeom>
            <a:solidFill>
              <a:srgbClr val="81C9BA"/>
            </a:solidFill>
            <a:ln w="0">
              <a:noFill/>
              <a:prstDash val="solid"/>
            </a:ln>
          </p:spPr>
        </p:sp>
        <p:sp>
          <p:nvSpPr>
            <p:cNvPr id="392" name="four:scalar-input:grid-cell:391"/>
            <p:cNvSpPr>
              <a:spLocks noGrp="1"/>
            </p:cNvSpPr>
            <p:nvPr/>
          </p:nvSpPr>
          <p:spPr>
            <a:xfrm>
              <a:off x="1933575" y="3781425"/>
              <a:ext cx="104966" cy="104966"/>
            </a:xfrm>
            <a:prstGeom prst="rect">
              <a:avLst/>
            </a:prstGeom>
            <a:solidFill>
              <a:srgbClr val="81C9BA"/>
            </a:solidFill>
            <a:ln w="0">
              <a:noFill/>
              <a:prstDash val="solid"/>
            </a:ln>
          </p:spPr>
        </p:sp>
        <p:sp>
          <p:nvSpPr>
            <p:cNvPr id="393" name="four:scalar-input:grid-cell:392"/>
            <p:cNvSpPr>
              <a:spLocks noGrp="1"/>
            </p:cNvSpPr>
            <p:nvPr/>
          </p:nvSpPr>
          <p:spPr>
            <a:xfrm>
              <a:off x="2038350" y="3781425"/>
              <a:ext cx="104966" cy="104966"/>
            </a:xfrm>
            <a:prstGeom prst="rect">
              <a:avLst/>
            </a:prstGeom>
            <a:solidFill>
              <a:srgbClr val="81C9BA"/>
            </a:solidFill>
            <a:ln w="0">
              <a:noFill/>
              <a:prstDash val="solid"/>
            </a:ln>
          </p:spPr>
        </p:sp>
        <p:sp>
          <p:nvSpPr>
            <p:cNvPr id="394" name="four:scalar-input:grid-cell:393"/>
            <p:cNvSpPr>
              <a:spLocks noGrp="1"/>
            </p:cNvSpPr>
            <p:nvPr/>
          </p:nvSpPr>
          <p:spPr>
            <a:xfrm>
              <a:off x="2143125" y="3781425"/>
              <a:ext cx="104966" cy="104966"/>
            </a:xfrm>
            <a:prstGeom prst="rect">
              <a:avLst/>
            </a:prstGeom>
            <a:solidFill>
              <a:srgbClr val="81C9BA"/>
            </a:solidFill>
            <a:ln w="0">
              <a:noFill/>
              <a:prstDash val="solid"/>
            </a:ln>
          </p:spPr>
        </p:sp>
        <p:sp>
          <p:nvSpPr>
            <p:cNvPr id="395" name="four:scalar-input:grid-cell:394"/>
            <p:cNvSpPr>
              <a:spLocks noGrp="1"/>
            </p:cNvSpPr>
            <p:nvPr/>
          </p:nvSpPr>
          <p:spPr>
            <a:xfrm>
              <a:off x="2247900" y="3781425"/>
              <a:ext cx="104966" cy="104966"/>
            </a:xfrm>
            <a:prstGeom prst="rect">
              <a:avLst/>
            </a:prstGeom>
            <a:solidFill>
              <a:srgbClr val="DCE8ED"/>
            </a:solidFill>
            <a:ln w="0">
              <a:noFill/>
              <a:prstDash val="solid"/>
            </a:ln>
          </p:spPr>
        </p:sp>
        <p:sp>
          <p:nvSpPr>
            <p:cNvPr id="396" name="four:scalar-input:grid-cell:395"/>
            <p:cNvSpPr>
              <a:spLocks noGrp="1"/>
            </p:cNvSpPr>
            <p:nvPr/>
          </p:nvSpPr>
          <p:spPr>
            <a:xfrm>
              <a:off x="2352675" y="3781425"/>
              <a:ext cx="104966" cy="104966"/>
            </a:xfrm>
            <a:prstGeom prst="rect">
              <a:avLst/>
            </a:prstGeom>
            <a:solidFill>
              <a:srgbClr val="DCE8ED"/>
            </a:solidFill>
            <a:ln w="0">
              <a:noFill/>
              <a:prstDash val="solid"/>
            </a:ln>
          </p:spPr>
        </p:sp>
        <p:sp>
          <p:nvSpPr>
            <p:cNvPr id="397" name="four:scalar-input:grid-cell:396"/>
            <p:cNvSpPr>
              <a:spLocks noGrp="1"/>
            </p:cNvSpPr>
            <p:nvPr/>
          </p:nvSpPr>
          <p:spPr>
            <a:xfrm>
              <a:off x="361950" y="3886200"/>
              <a:ext cx="104966" cy="104966"/>
            </a:xfrm>
            <a:prstGeom prst="rect">
              <a:avLst/>
            </a:prstGeom>
            <a:solidFill>
              <a:srgbClr val="DCE8ED"/>
            </a:solidFill>
            <a:ln w="0">
              <a:noFill/>
              <a:prstDash val="solid"/>
            </a:ln>
          </p:spPr>
        </p:sp>
        <p:sp>
          <p:nvSpPr>
            <p:cNvPr id="398" name="four:scalar-input:grid-cell:397"/>
            <p:cNvSpPr>
              <a:spLocks noGrp="1"/>
            </p:cNvSpPr>
            <p:nvPr/>
          </p:nvSpPr>
          <p:spPr>
            <a:xfrm>
              <a:off x="466725" y="3886200"/>
              <a:ext cx="104966" cy="104966"/>
            </a:xfrm>
            <a:prstGeom prst="rect">
              <a:avLst/>
            </a:prstGeom>
            <a:solidFill>
              <a:srgbClr val="DCE8ED"/>
            </a:solidFill>
            <a:ln w="0">
              <a:noFill/>
              <a:prstDash val="solid"/>
            </a:ln>
          </p:spPr>
        </p:sp>
        <p:sp>
          <p:nvSpPr>
            <p:cNvPr id="399" name="four:scalar-input:grid-cell:398"/>
            <p:cNvSpPr>
              <a:spLocks noGrp="1"/>
            </p:cNvSpPr>
            <p:nvPr/>
          </p:nvSpPr>
          <p:spPr>
            <a:xfrm>
              <a:off x="571500" y="3886200"/>
              <a:ext cx="104966" cy="104966"/>
            </a:xfrm>
            <a:prstGeom prst="rect">
              <a:avLst/>
            </a:prstGeom>
            <a:solidFill>
              <a:srgbClr val="DCE8ED"/>
            </a:solidFill>
            <a:ln w="0">
              <a:noFill/>
              <a:prstDash val="solid"/>
            </a:ln>
          </p:spPr>
        </p:sp>
        <p:sp>
          <p:nvSpPr>
            <p:cNvPr id="400" name="four:scalar-input:grid-cell:399"/>
            <p:cNvSpPr>
              <a:spLocks noGrp="1"/>
            </p:cNvSpPr>
            <p:nvPr/>
          </p:nvSpPr>
          <p:spPr>
            <a:xfrm>
              <a:off x="676275" y="3886200"/>
              <a:ext cx="104966" cy="104966"/>
            </a:xfrm>
            <a:prstGeom prst="rect">
              <a:avLst/>
            </a:prstGeom>
            <a:solidFill>
              <a:srgbClr val="DCE8ED"/>
            </a:solidFill>
            <a:ln w="0">
              <a:noFill/>
              <a:prstDash val="solid"/>
            </a:ln>
          </p:spPr>
        </p:sp>
        <p:sp>
          <p:nvSpPr>
            <p:cNvPr id="401" name="four:scalar-input:grid-cell:400"/>
            <p:cNvSpPr>
              <a:spLocks noGrp="1"/>
            </p:cNvSpPr>
            <p:nvPr/>
          </p:nvSpPr>
          <p:spPr>
            <a:xfrm>
              <a:off x="781050" y="3886200"/>
              <a:ext cx="104966" cy="104966"/>
            </a:xfrm>
            <a:prstGeom prst="rect">
              <a:avLst/>
            </a:prstGeom>
            <a:solidFill>
              <a:srgbClr val="DCE8ED"/>
            </a:solidFill>
            <a:ln w="0">
              <a:noFill/>
              <a:prstDash val="solid"/>
            </a:ln>
          </p:spPr>
        </p:sp>
        <p:sp>
          <p:nvSpPr>
            <p:cNvPr id="402" name="four:scalar-input:grid-cell:401"/>
            <p:cNvSpPr>
              <a:spLocks noGrp="1"/>
            </p:cNvSpPr>
            <p:nvPr/>
          </p:nvSpPr>
          <p:spPr>
            <a:xfrm>
              <a:off x="885825" y="3886200"/>
              <a:ext cx="104966" cy="104966"/>
            </a:xfrm>
            <a:prstGeom prst="rect">
              <a:avLst/>
            </a:prstGeom>
            <a:solidFill>
              <a:srgbClr val="81C9BA"/>
            </a:solidFill>
            <a:ln w="0">
              <a:noFill/>
              <a:prstDash val="solid"/>
            </a:ln>
          </p:spPr>
        </p:sp>
        <p:sp>
          <p:nvSpPr>
            <p:cNvPr id="403" name="four:scalar-input:grid-cell:402"/>
            <p:cNvSpPr>
              <a:spLocks noGrp="1"/>
            </p:cNvSpPr>
            <p:nvPr/>
          </p:nvSpPr>
          <p:spPr>
            <a:xfrm>
              <a:off x="990600" y="3886200"/>
              <a:ext cx="104966" cy="104966"/>
            </a:xfrm>
            <a:prstGeom prst="rect">
              <a:avLst/>
            </a:prstGeom>
            <a:solidFill>
              <a:srgbClr val="81C9BA"/>
            </a:solidFill>
            <a:ln w="0">
              <a:noFill/>
              <a:prstDash val="solid"/>
            </a:ln>
          </p:spPr>
        </p:sp>
        <p:sp>
          <p:nvSpPr>
            <p:cNvPr id="404" name="four:scalar-input:grid-cell:403"/>
            <p:cNvSpPr>
              <a:spLocks noGrp="1"/>
            </p:cNvSpPr>
            <p:nvPr/>
          </p:nvSpPr>
          <p:spPr>
            <a:xfrm>
              <a:off x="1095375" y="3886200"/>
              <a:ext cx="104966" cy="104966"/>
            </a:xfrm>
            <a:prstGeom prst="rect">
              <a:avLst/>
            </a:prstGeom>
            <a:solidFill>
              <a:srgbClr val="81C9BA"/>
            </a:solidFill>
            <a:ln w="0">
              <a:noFill/>
              <a:prstDash val="solid"/>
            </a:ln>
          </p:spPr>
        </p:sp>
        <p:sp>
          <p:nvSpPr>
            <p:cNvPr id="405" name="four:scalar-input:grid-cell:404"/>
            <p:cNvSpPr>
              <a:spLocks noGrp="1"/>
            </p:cNvSpPr>
            <p:nvPr/>
          </p:nvSpPr>
          <p:spPr>
            <a:xfrm>
              <a:off x="1200150" y="3886200"/>
              <a:ext cx="104966" cy="104966"/>
            </a:xfrm>
            <a:prstGeom prst="rect">
              <a:avLst/>
            </a:prstGeom>
            <a:solidFill>
              <a:srgbClr val="81C9BA"/>
            </a:solidFill>
            <a:ln w="0">
              <a:noFill/>
              <a:prstDash val="solid"/>
            </a:ln>
          </p:spPr>
        </p:sp>
        <p:sp>
          <p:nvSpPr>
            <p:cNvPr id="406" name="four:scalar-input:grid-cell:405"/>
            <p:cNvSpPr>
              <a:spLocks noGrp="1"/>
            </p:cNvSpPr>
            <p:nvPr/>
          </p:nvSpPr>
          <p:spPr>
            <a:xfrm>
              <a:off x="1304925" y="3886200"/>
              <a:ext cx="104966" cy="104966"/>
            </a:xfrm>
            <a:prstGeom prst="rect">
              <a:avLst/>
            </a:prstGeom>
            <a:solidFill>
              <a:srgbClr val="81C9BA"/>
            </a:solidFill>
            <a:ln w="0">
              <a:noFill/>
              <a:prstDash val="solid"/>
            </a:ln>
          </p:spPr>
        </p:sp>
        <p:sp>
          <p:nvSpPr>
            <p:cNvPr id="407" name="four:scalar-input:grid-cell:406"/>
            <p:cNvSpPr>
              <a:spLocks noGrp="1"/>
            </p:cNvSpPr>
            <p:nvPr/>
          </p:nvSpPr>
          <p:spPr>
            <a:xfrm>
              <a:off x="1409700" y="3886200"/>
              <a:ext cx="104966" cy="104966"/>
            </a:xfrm>
            <a:prstGeom prst="rect">
              <a:avLst/>
            </a:prstGeom>
            <a:solidFill>
              <a:srgbClr val="81C9BA"/>
            </a:solidFill>
            <a:ln w="0">
              <a:noFill/>
              <a:prstDash val="solid"/>
            </a:ln>
          </p:spPr>
        </p:sp>
        <p:sp>
          <p:nvSpPr>
            <p:cNvPr id="408" name="four:scalar-input:grid-cell:407"/>
            <p:cNvSpPr>
              <a:spLocks noGrp="1"/>
            </p:cNvSpPr>
            <p:nvPr/>
          </p:nvSpPr>
          <p:spPr>
            <a:xfrm>
              <a:off x="1514475" y="3886200"/>
              <a:ext cx="104966" cy="104966"/>
            </a:xfrm>
            <a:prstGeom prst="rect">
              <a:avLst/>
            </a:prstGeom>
            <a:solidFill>
              <a:srgbClr val="81C9BA"/>
            </a:solidFill>
            <a:ln w="0">
              <a:noFill/>
              <a:prstDash val="solid"/>
            </a:ln>
          </p:spPr>
        </p:sp>
        <p:sp>
          <p:nvSpPr>
            <p:cNvPr id="409" name="four:scalar-input:grid-cell:408"/>
            <p:cNvSpPr>
              <a:spLocks noGrp="1"/>
            </p:cNvSpPr>
            <p:nvPr/>
          </p:nvSpPr>
          <p:spPr>
            <a:xfrm>
              <a:off x="1619250" y="3886200"/>
              <a:ext cx="104966" cy="104966"/>
            </a:xfrm>
            <a:prstGeom prst="rect">
              <a:avLst/>
            </a:prstGeom>
            <a:solidFill>
              <a:srgbClr val="81C9BA"/>
            </a:solidFill>
            <a:ln w="0">
              <a:noFill/>
              <a:prstDash val="solid"/>
            </a:ln>
          </p:spPr>
        </p:sp>
        <p:sp>
          <p:nvSpPr>
            <p:cNvPr id="410" name="four:scalar-input:grid-cell:409"/>
            <p:cNvSpPr>
              <a:spLocks noGrp="1"/>
            </p:cNvSpPr>
            <p:nvPr/>
          </p:nvSpPr>
          <p:spPr>
            <a:xfrm>
              <a:off x="1724025" y="3886200"/>
              <a:ext cx="104966" cy="104966"/>
            </a:xfrm>
            <a:prstGeom prst="rect">
              <a:avLst/>
            </a:prstGeom>
            <a:solidFill>
              <a:srgbClr val="81C9BA"/>
            </a:solidFill>
            <a:ln w="0">
              <a:noFill/>
              <a:prstDash val="solid"/>
            </a:ln>
          </p:spPr>
        </p:sp>
        <p:sp>
          <p:nvSpPr>
            <p:cNvPr id="411" name="four:scalar-input:grid-cell:410"/>
            <p:cNvSpPr>
              <a:spLocks noGrp="1"/>
            </p:cNvSpPr>
            <p:nvPr/>
          </p:nvSpPr>
          <p:spPr>
            <a:xfrm>
              <a:off x="1828800" y="3886200"/>
              <a:ext cx="104966" cy="104966"/>
            </a:xfrm>
            <a:prstGeom prst="rect">
              <a:avLst/>
            </a:prstGeom>
            <a:solidFill>
              <a:srgbClr val="81C9BA"/>
            </a:solidFill>
            <a:ln w="0">
              <a:noFill/>
              <a:prstDash val="solid"/>
            </a:ln>
          </p:spPr>
        </p:sp>
        <p:sp>
          <p:nvSpPr>
            <p:cNvPr id="412" name="four:scalar-input:grid-cell:411"/>
            <p:cNvSpPr>
              <a:spLocks noGrp="1"/>
            </p:cNvSpPr>
            <p:nvPr/>
          </p:nvSpPr>
          <p:spPr>
            <a:xfrm>
              <a:off x="1933575" y="3886200"/>
              <a:ext cx="104966" cy="104966"/>
            </a:xfrm>
            <a:prstGeom prst="rect">
              <a:avLst/>
            </a:prstGeom>
            <a:solidFill>
              <a:srgbClr val="81C9BA"/>
            </a:solidFill>
            <a:ln w="0">
              <a:noFill/>
              <a:prstDash val="solid"/>
            </a:ln>
          </p:spPr>
        </p:sp>
        <p:sp>
          <p:nvSpPr>
            <p:cNvPr id="413" name="four:scalar-input:grid-cell:412"/>
            <p:cNvSpPr>
              <a:spLocks noGrp="1"/>
            </p:cNvSpPr>
            <p:nvPr/>
          </p:nvSpPr>
          <p:spPr>
            <a:xfrm>
              <a:off x="2038350" y="3886200"/>
              <a:ext cx="104966" cy="104966"/>
            </a:xfrm>
            <a:prstGeom prst="rect">
              <a:avLst/>
            </a:prstGeom>
            <a:solidFill>
              <a:srgbClr val="DCE8ED"/>
            </a:solidFill>
            <a:ln w="0">
              <a:noFill/>
              <a:prstDash val="solid"/>
            </a:ln>
          </p:spPr>
        </p:sp>
        <p:sp>
          <p:nvSpPr>
            <p:cNvPr id="414" name="four:scalar-input:grid-cell:413"/>
            <p:cNvSpPr>
              <a:spLocks noGrp="1"/>
            </p:cNvSpPr>
            <p:nvPr/>
          </p:nvSpPr>
          <p:spPr>
            <a:xfrm>
              <a:off x="2143125" y="3886200"/>
              <a:ext cx="104966" cy="104966"/>
            </a:xfrm>
            <a:prstGeom prst="rect">
              <a:avLst/>
            </a:prstGeom>
            <a:solidFill>
              <a:srgbClr val="DCE8ED"/>
            </a:solidFill>
            <a:ln w="0">
              <a:noFill/>
              <a:prstDash val="solid"/>
            </a:ln>
          </p:spPr>
        </p:sp>
        <p:sp>
          <p:nvSpPr>
            <p:cNvPr id="415" name="four:scalar-input:grid-cell:414"/>
            <p:cNvSpPr>
              <a:spLocks noGrp="1"/>
            </p:cNvSpPr>
            <p:nvPr/>
          </p:nvSpPr>
          <p:spPr>
            <a:xfrm>
              <a:off x="2247900" y="3886200"/>
              <a:ext cx="104966" cy="104966"/>
            </a:xfrm>
            <a:prstGeom prst="rect">
              <a:avLst/>
            </a:prstGeom>
            <a:solidFill>
              <a:srgbClr val="DCE8ED"/>
            </a:solidFill>
            <a:ln w="0">
              <a:noFill/>
              <a:prstDash val="solid"/>
            </a:ln>
          </p:spPr>
        </p:sp>
        <p:sp>
          <p:nvSpPr>
            <p:cNvPr id="416" name="four:scalar-input:grid-cell:415"/>
            <p:cNvSpPr>
              <a:spLocks noGrp="1"/>
            </p:cNvSpPr>
            <p:nvPr/>
          </p:nvSpPr>
          <p:spPr>
            <a:xfrm>
              <a:off x="2352675" y="3886200"/>
              <a:ext cx="104966" cy="104966"/>
            </a:xfrm>
            <a:prstGeom prst="rect">
              <a:avLst/>
            </a:prstGeom>
            <a:solidFill>
              <a:srgbClr val="DCE8ED"/>
            </a:solidFill>
            <a:ln w="0">
              <a:noFill/>
              <a:prstDash val="solid"/>
            </a:ln>
          </p:spPr>
        </p:sp>
        <p:sp>
          <p:nvSpPr>
            <p:cNvPr id="417" name="four:scalar-input:line:416"/>
            <p:cNvSpPr>
              <a:spLocks noGrp="1"/>
            </p:cNvSpPr>
            <p:nvPr/>
          </p:nvSpPr>
          <p:spPr>
            <a:xfrm>
              <a:off x="3619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18" name="four:scalar-input:line:417"/>
            <p:cNvSpPr>
              <a:spLocks noGrp="1"/>
            </p:cNvSpPr>
            <p:nvPr/>
          </p:nvSpPr>
          <p:spPr>
            <a:xfrm>
              <a:off x="4667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19" name="four:scalar-input:line:418"/>
            <p:cNvSpPr>
              <a:spLocks noGrp="1"/>
            </p:cNvSpPr>
            <p:nvPr/>
          </p:nvSpPr>
          <p:spPr>
            <a:xfrm>
              <a:off x="5715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0" name="four:scalar-input:line:419"/>
            <p:cNvSpPr>
              <a:spLocks noGrp="1"/>
            </p:cNvSpPr>
            <p:nvPr/>
          </p:nvSpPr>
          <p:spPr>
            <a:xfrm>
              <a:off x="6762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1" name="four:scalar-input:line:420"/>
            <p:cNvSpPr>
              <a:spLocks noGrp="1"/>
            </p:cNvSpPr>
            <p:nvPr/>
          </p:nvSpPr>
          <p:spPr>
            <a:xfrm>
              <a:off x="7810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2" name="four:scalar-input:line:421"/>
            <p:cNvSpPr>
              <a:spLocks noGrp="1"/>
            </p:cNvSpPr>
            <p:nvPr/>
          </p:nvSpPr>
          <p:spPr>
            <a:xfrm>
              <a:off x="8858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3" name="four:scalar-input:line:422"/>
            <p:cNvSpPr>
              <a:spLocks noGrp="1"/>
            </p:cNvSpPr>
            <p:nvPr/>
          </p:nvSpPr>
          <p:spPr>
            <a:xfrm>
              <a:off x="9906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4" name="four:scalar-input:line:423"/>
            <p:cNvSpPr>
              <a:spLocks noGrp="1"/>
            </p:cNvSpPr>
            <p:nvPr/>
          </p:nvSpPr>
          <p:spPr>
            <a:xfrm>
              <a:off x="10953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5" name="four:scalar-input:line:424"/>
            <p:cNvSpPr>
              <a:spLocks noGrp="1"/>
            </p:cNvSpPr>
            <p:nvPr/>
          </p:nvSpPr>
          <p:spPr>
            <a:xfrm>
              <a:off x="12001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6" name="four:scalar-input:line:425"/>
            <p:cNvSpPr>
              <a:spLocks noGrp="1"/>
            </p:cNvSpPr>
            <p:nvPr/>
          </p:nvSpPr>
          <p:spPr>
            <a:xfrm>
              <a:off x="13049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7" name="four:scalar-input:line:426"/>
            <p:cNvSpPr>
              <a:spLocks noGrp="1"/>
            </p:cNvSpPr>
            <p:nvPr/>
          </p:nvSpPr>
          <p:spPr>
            <a:xfrm>
              <a:off x="14097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8" name="four:scalar-input:line:427"/>
            <p:cNvSpPr>
              <a:spLocks noGrp="1"/>
            </p:cNvSpPr>
            <p:nvPr/>
          </p:nvSpPr>
          <p:spPr>
            <a:xfrm>
              <a:off x="15144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29" name="four:scalar-input:line:428"/>
            <p:cNvSpPr>
              <a:spLocks noGrp="1"/>
            </p:cNvSpPr>
            <p:nvPr/>
          </p:nvSpPr>
          <p:spPr>
            <a:xfrm>
              <a:off x="16192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0" name="four:scalar-input:line:429"/>
            <p:cNvSpPr>
              <a:spLocks noGrp="1"/>
            </p:cNvSpPr>
            <p:nvPr/>
          </p:nvSpPr>
          <p:spPr>
            <a:xfrm>
              <a:off x="17240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1" name="four:scalar-input:line:430"/>
            <p:cNvSpPr>
              <a:spLocks noGrp="1"/>
            </p:cNvSpPr>
            <p:nvPr/>
          </p:nvSpPr>
          <p:spPr>
            <a:xfrm>
              <a:off x="18288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2" name="four:scalar-input:line:431"/>
            <p:cNvSpPr>
              <a:spLocks noGrp="1"/>
            </p:cNvSpPr>
            <p:nvPr/>
          </p:nvSpPr>
          <p:spPr>
            <a:xfrm>
              <a:off x="19335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3" name="four:scalar-input:line:432"/>
            <p:cNvSpPr>
              <a:spLocks noGrp="1"/>
            </p:cNvSpPr>
            <p:nvPr/>
          </p:nvSpPr>
          <p:spPr>
            <a:xfrm>
              <a:off x="20383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4" name="four:scalar-input:line:433"/>
            <p:cNvSpPr>
              <a:spLocks noGrp="1"/>
            </p:cNvSpPr>
            <p:nvPr/>
          </p:nvSpPr>
          <p:spPr>
            <a:xfrm>
              <a:off x="214312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5" name="four:scalar-input:line:434"/>
            <p:cNvSpPr>
              <a:spLocks noGrp="1"/>
            </p:cNvSpPr>
            <p:nvPr/>
          </p:nvSpPr>
          <p:spPr>
            <a:xfrm>
              <a:off x="224790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6" name="four:scalar-input:line:435"/>
            <p:cNvSpPr>
              <a:spLocks noGrp="1"/>
            </p:cNvSpPr>
            <p:nvPr/>
          </p:nvSpPr>
          <p:spPr>
            <a:xfrm>
              <a:off x="2352675"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7" name="four:scalar-input:line:436"/>
            <p:cNvSpPr>
              <a:spLocks noGrp="1"/>
            </p:cNvSpPr>
            <p:nvPr/>
          </p:nvSpPr>
          <p:spPr>
            <a:xfrm>
              <a:off x="2457450" y="2105025"/>
              <a:ext cx="953" cy="1885950"/>
            </a:xfrm>
            <a:custGeom>
              <a:avLst/>
              <a:gdLst/>
              <a:ahLst/>
              <a:cxnLst/>
              <a:pathLst>
                <a:path w="953" h="1885950">
                  <a:moveTo>
                    <a:pt x="0" y="0"/>
                  </a:moveTo>
                  <a:lnTo>
                    <a:pt x="0" y="1885950"/>
                  </a:lnTo>
                </a:path>
              </a:pathLst>
            </a:custGeom>
            <a:noFill/>
            <a:ln w="4286">
              <a:solidFill>
                <a:srgbClr val="7B8790">
                  <a:alpha val="35000"/>
                </a:srgbClr>
              </a:solidFill>
              <a:prstDash val="solid"/>
            </a:ln>
          </p:spPr>
        </p:sp>
        <p:sp>
          <p:nvSpPr>
            <p:cNvPr id="438" name="four:scalar-input:line:437"/>
            <p:cNvSpPr>
              <a:spLocks noGrp="1"/>
            </p:cNvSpPr>
            <p:nvPr/>
          </p:nvSpPr>
          <p:spPr>
            <a:xfrm>
              <a:off x="361950" y="21050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39" name="four:scalar-input:line:438"/>
            <p:cNvSpPr>
              <a:spLocks noGrp="1"/>
            </p:cNvSpPr>
            <p:nvPr/>
          </p:nvSpPr>
          <p:spPr>
            <a:xfrm>
              <a:off x="361950" y="22098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0" name="four:scalar-input:line:439"/>
            <p:cNvSpPr>
              <a:spLocks noGrp="1"/>
            </p:cNvSpPr>
            <p:nvPr/>
          </p:nvSpPr>
          <p:spPr>
            <a:xfrm>
              <a:off x="361950" y="23145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1" name="four:scalar-input:line:440"/>
            <p:cNvSpPr>
              <a:spLocks noGrp="1"/>
            </p:cNvSpPr>
            <p:nvPr/>
          </p:nvSpPr>
          <p:spPr>
            <a:xfrm>
              <a:off x="361950" y="24193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2" name="four:scalar-input:line:441"/>
            <p:cNvSpPr>
              <a:spLocks noGrp="1"/>
            </p:cNvSpPr>
            <p:nvPr/>
          </p:nvSpPr>
          <p:spPr>
            <a:xfrm>
              <a:off x="361950" y="25241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3" name="four:scalar-input:line:442"/>
            <p:cNvSpPr>
              <a:spLocks noGrp="1"/>
            </p:cNvSpPr>
            <p:nvPr/>
          </p:nvSpPr>
          <p:spPr>
            <a:xfrm>
              <a:off x="361950" y="26289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4" name="four:scalar-input:line:443"/>
            <p:cNvSpPr>
              <a:spLocks noGrp="1"/>
            </p:cNvSpPr>
            <p:nvPr/>
          </p:nvSpPr>
          <p:spPr>
            <a:xfrm>
              <a:off x="361950" y="27336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5" name="four:scalar-input:line:444"/>
            <p:cNvSpPr>
              <a:spLocks noGrp="1"/>
            </p:cNvSpPr>
            <p:nvPr/>
          </p:nvSpPr>
          <p:spPr>
            <a:xfrm>
              <a:off x="361950" y="28384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6" name="four:scalar-input:line:445"/>
            <p:cNvSpPr>
              <a:spLocks noGrp="1"/>
            </p:cNvSpPr>
            <p:nvPr/>
          </p:nvSpPr>
          <p:spPr>
            <a:xfrm>
              <a:off x="361950" y="29432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7" name="four:scalar-input:line:446"/>
            <p:cNvSpPr>
              <a:spLocks noGrp="1"/>
            </p:cNvSpPr>
            <p:nvPr/>
          </p:nvSpPr>
          <p:spPr>
            <a:xfrm>
              <a:off x="361950" y="30480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8" name="four:scalar-input:line:447"/>
            <p:cNvSpPr>
              <a:spLocks noGrp="1"/>
            </p:cNvSpPr>
            <p:nvPr/>
          </p:nvSpPr>
          <p:spPr>
            <a:xfrm>
              <a:off x="361950" y="31527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49" name="four:scalar-input:line:448"/>
            <p:cNvSpPr>
              <a:spLocks noGrp="1"/>
            </p:cNvSpPr>
            <p:nvPr/>
          </p:nvSpPr>
          <p:spPr>
            <a:xfrm>
              <a:off x="361950" y="32575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0" name="four:scalar-input:line:449"/>
            <p:cNvSpPr>
              <a:spLocks noGrp="1"/>
            </p:cNvSpPr>
            <p:nvPr/>
          </p:nvSpPr>
          <p:spPr>
            <a:xfrm>
              <a:off x="361950" y="33623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1" name="four:scalar-input:line:450"/>
            <p:cNvSpPr>
              <a:spLocks noGrp="1"/>
            </p:cNvSpPr>
            <p:nvPr/>
          </p:nvSpPr>
          <p:spPr>
            <a:xfrm>
              <a:off x="361950" y="34671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2" name="four:scalar-input:line:451"/>
            <p:cNvSpPr>
              <a:spLocks noGrp="1"/>
            </p:cNvSpPr>
            <p:nvPr/>
          </p:nvSpPr>
          <p:spPr>
            <a:xfrm>
              <a:off x="361950" y="35718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3" name="four:scalar-input:line:452"/>
            <p:cNvSpPr>
              <a:spLocks noGrp="1"/>
            </p:cNvSpPr>
            <p:nvPr/>
          </p:nvSpPr>
          <p:spPr>
            <a:xfrm>
              <a:off x="361950" y="367665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4" name="four:scalar-input:line:453"/>
            <p:cNvSpPr>
              <a:spLocks noGrp="1"/>
            </p:cNvSpPr>
            <p:nvPr/>
          </p:nvSpPr>
          <p:spPr>
            <a:xfrm>
              <a:off x="361950" y="378142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5" name="four:scalar-input:line:454"/>
            <p:cNvSpPr>
              <a:spLocks noGrp="1"/>
            </p:cNvSpPr>
            <p:nvPr/>
          </p:nvSpPr>
          <p:spPr>
            <a:xfrm>
              <a:off x="361950" y="3886200"/>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6" name="four:scalar-input:line:455"/>
            <p:cNvSpPr>
              <a:spLocks noGrp="1"/>
            </p:cNvSpPr>
            <p:nvPr/>
          </p:nvSpPr>
          <p:spPr>
            <a:xfrm>
              <a:off x="361950" y="3990975"/>
              <a:ext cx="2095500" cy="953"/>
            </a:xfrm>
            <a:custGeom>
              <a:avLst/>
              <a:gdLst/>
              <a:ahLst/>
              <a:cxnLst/>
              <a:pathLst>
                <a:path w="2095500" h="953">
                  <a:moveTo>
                    <a:pt x="0" y="0"/>
                  </a:moveTo>
                  <a:lnTo>
                    <a:pt x="2095500" y="0"/>
                  </a:lnTo>
                </a:path>
              </a:pathLst>
            </a:custGeom>
            <a:noFill/>
            <a:ln w="4286">
              <a:solidFill>
                <a:srgbClr val="7B8790">
                  <a:alpha val="35000"/>
                </a:srgbClr>
              </a:solidFill>
              <a:prstDash val="solid"/>
            </a:ln>
          </p:spPr>
        </p:sp>
        <p:sp>
          <p:nvSpPr>
            <p:cNvPr id="457" name="four:scalar-input:grid-border:456"/>
            <p:cNvSpPr>
              <a:spLocks noGrp="1"/>
            </p:cNvSpPr>
            <p:nvPr/>
          </p:nvSpPr>
          <p:spPr>
            <a:xfrm>
              <a:off x="361950" y="2105025"/>
              <a:ext cx="2095500" cy="1885950"/>
            </a:xfrm>
            <a:prstGeom prst="rect">
              <a:avLst/>
            </a:prstGeom>
            <a:noFill/>
            <a:ln w="11906">
              <a:solidFill>
                <a:srgbClr val="263238"/>
              </a:solidFill>
              <a:prstDash val="solid"/>
            </a:ln>
          </p:spPr>
        </p:sp>
        <p:sp>
          <p:nvSpPr>
            <p:cNvPr id="458" name="four:scalar-input:regular-node:457"/>
            <p:cNvSpPr>
              <a:spLocks noGrp="1"/>
            </p:cNvSpPr>
            <p:nvPr/>
          </p:nvSpPr>
          <p:spPr>
            <a:xfrm>
              <a:off x="460095" y="2851013"/>
              <a:ext cx="49530" cy="49530"/>
            </a:xfrm>
            <a:prstGeom prst="ellipse">
              <a:avLst/>
            </a:prstGeom>
            <a:solidFill>
              <a:srgbClr val="263238"/>
            </a:solidFill>
            <a:ln w="0">
              <a:noFill/>
              <a:prstDash val="solid"/>
            </a:ln>
          </p:spPr>
        </p:sp>
        <p:sp>
          <p:nvSpPr>
            <p:cNvPr id="459" name="four:scalar-input:regular-node:458"/>
            <p:cNvSpPr>
              <a:spLocks noGrp="1"/>
            </p:cNvSpPr>
            <p:nvPr/>
          </p:nvSpPr>
          <p:spPr>
            <a:xfrm>
              <a:off x="1917281" y="2321146"/>
              <a:ext cx="49530" cy="49530"/>
            </a:xfrm>
            <a:prstGeom prst="ellipse">
              <a:avLst/>
            </a:prstGeom>
            <a:solidFill>
              <a:srgbClr val="263238"/>
            </a:solidFill>
            <a:ln w="0">
              <a:noFill/>
              <a:prstDash val="solid"/>
            </a:ln>
          </p:spPr>
        </p:sp>
        <p:sp>
          <p:nvSpPr>
            <p:cNvPr id="460" name="four:scalar-input:regular-node:459"/>
            <p:cNvSpPr>
              <a:spLocks noGrp="1"/>
            </p:cNvSpPr>
            <p:nvPr/>
          </p:nvSpPr>
          <p:spPr>
            <a:xfrm>
              <a:off x="1381928" y="3645847"/>
              <a:ext cx="49530" cy="49530"/>
            </a:xfrm>
            <a:prstGeom prst="ellipse">
              <a:avLst/>
            </a:prstGeom>
            <a:solidFill>
              <a:srgbClr val="263238"/>
            </a:solidFill>
            <a:ln w="0">
              <a:noFill/>
              <a:prstDash val="solid"/>
            </a:ln>
          </p:spPr>
        </p:sp>
        <p:sp>
          <p:nvSpPr>
            <p:cNvPr id="461" name="four:scalar-input:regular-node:460"/>
            <p:cNvSpPr>
              <a:spLocks noGrp="1"/>
            </p:cNvSpPr>
            <p:nvPr/>
          </p:nvSpPr>
          <p:spPr>
            <a:xfrm>
              <a:off x="1867657" y="3469225"/>
              <a:ext cx="49530" cy="49530"/>
            </a:xfrm>
            <a:prstGeom prst="ellipse">
              <a:avLst/>
            </a:prstGeom>
            <a:solidFill>
              <a:srgbClr val="263238"/>
            </a:solidFill>
            <a:ln w="0">
              <a:noFill/>
              <a:prstDash val="solid"/>
            </a:ln>
          </p:spPr>
        </p:sp>
        <p:sp>
          <p:nvSpPr>
            <p:cNvPr id="462" name="four:scalar-input:line:461"/>
            <p:cNvSpPr>
              <a:spLocks noGrp="1"/>
            </p:cNvSpPr>
            <p:nvPr/>
          </p:nvSpPr>
          <p:spPr>
            <a:xfrm>
              <a:off x="428625" y="1790700"/>
              <a:ext cx="190500" cy="228600"/>
            </a:xfrm>
            <a:custGeom>
              <a:avLst/>
              <a:gdLst/>
              <a:ahLst/>
              <a:cxnLst/>
              <a:pathLst>
                <a:path w="190500" h="228600">
                  <a:moveTo>
                    <a:pt x="0" y="228600"/>
                  </a:moveTo>
                  <a:lnTo>
                    <a:pt x="190500" y="0"/>
                  </a:lnTo>
                </a:path>
              </a:pathLst>
            </a:custGeom>
            <a:noFill/>
            <a:ln w="15240">
              <a:solidFill>
                <a:srgbClr val="263238"/>
              </a:solidFill>
              <a:prstDash val="solid"/>
            </a:ln>
          </p:spPr>
        </p:sp>
        <p:sp>
          <p:nvSpPr>
            <p:cNvPr id="463" name="four:scalar-input:polygon:462"/>
            <p:cNvSpPr>
              <a:spLocks noGrp="1"/>
            </p:cNvSpPr>
            <p:nvPr/>
          </p:nvSpPr>
          <p:spPr>
            <a:xfrm>
              <a:off x="535927" y="1790700"/>
              <a:ext cx="83198" cy="89454"/>
            </a:xfrm>
            <a:custGeom>
              <a:avLst/>
              <a:gdLst/>
              <a:ahLst/>
              <a:cxnLst/>
              <a:pathLst>
                <a:path w="83198" h="89454">
                  <a:moveTo>
                    <a:pt x="83198" y="0"/>
                  </a:moveTo>
                  <a:lnTo>
                    <a:pt x="0" y="42257"/>
                  </a:lnTo>
                  <a:lnTo>
                    <a:pt x="56636" y="89454"/>
                  </a:lnTo>
                  <a:close/>
                </a:path>
              </a:pathLst>
            </a:custGeom>
            <a:solidFill>
              <a:srgbClr val="263238"/>
            </a:solidFill>
            <a:ln w="0">
              <a:noFill/>
              <a:prstDash val="solid"/>
            </a:ln>
          </p:spPr>
        </p:sp>
        <p:sp>
          <p:nvSpPr>
            <p:cNvPr id="464" name="four:scalar-input:textbox:463"/>
            <p:cNvSpPr>
              <a:spLocks noGrp="1"/>
            </p:cNvSpPr>
            <p:nvPr/>
          </p:nvSpPr>
          <p:spPr>
            <a:xfrm>
              <a:off x="304800" y="1714500"/>
              <a:ext cx="171450" cy="342900"/>
            </a:xfrm>
            <a:prstGeom prst="rect">
              <a:avLst/>
            </a:prstGeom>
            <a:noFill/>
            <a:ln w="0">
              <a:noFill/>
              <a:prstDash val="solid"/>
            </a:ln>
          </p:spPr>
          <p:txBody>
            <a:bodyPr wrap="none" lIns="0" tIns="0" rIns="0" bIns="0" anchor="ctr">
              <a:normAutofit/>
            </a:bodyPr>
            <a:lstStyle>
              <a:defPPr algn="ctr">
                <a:defRPr sz="1725" b="0">
                  <a:solidFill>
                    <a:srgbClr val="263238"/>
                  </a:solidFill>
                  <a:latin typeface="Arial" panose="020B0604020202090204"/>
                  <a:ea typeface="Arial" panose="020B0604020202090204"/>
                  <a:cs typeface="Arial" panose="020B0604020202090204"/>
                </a:defRPr>
              </a:defPPr>
            </a:lstStyle>
            <a:p>
              <a:pPr algn="ctr">
                <a:defRPr sz="1725" b="0">
                  <a:solidFill>
                    <a:srgbClr val="263238"/>
                  </a:solidFill>
                  <a:latin typeface="Arial" panose="020B0604020202090204"/>
                  <a:ea typeface="Arial" panose="020B0604020202090204"/>
                  <a:cs typeface="Arial" panose="020B0604020202090204"/>
                </a:defRPr>
              </a:pPr>
              <a:r>
                <a:rPr sz="1725" b="0">
                  <a:solidFill>
                    <a:srgbClr val="263238"/>
                  </a:solidFill>
                  <a:latin typeface="Arial" panose="020B0604020202090204"/>
                  <a:ea typeface="Arial" panose="020B0604020202090204"/>
                  <a:cs typeface="Arial" panose="020B0604020202090204"/>
                </a:rPr>
                <a:t>t</a:t>
              </a:r>
              <a:endParaRPr sz="1725" b="0">
                <a:solidFill>
                  <a:srgbClr val="263238"/>
                </a:solidFill>
                <a:latin typeface="Arial" panose="020B0604020202090204"/>
                <a:ea typeface="Arial" panose="020B0604020202090204"/>
                <a:cs typeface="Arial" panose="020B0604020202090204"/>
              </a:endParaRPr>
            </a:p>
          </p:txBody>
        </p:sp>
      </p:grpSp>
      <p:grpSp>
        <p:nvGrpSpPr>
          <p:cNvPr id="465" name="topology-swaps"/>
          <p:cNvGrpSpPr/>
          <p:nvPr/>
        </p:nvGrpSpPr>
        <p:grpSpPr>
          <a:xfrm>
            <a:off x="0" y="0"/>
            <a:ext cx="24955500" cy="8572500"/>
            <a:chOff x="0" y="0"/>
            <a:chExt cx="24955500" cy="8572500"/>
          </a:xfrm>
        </p:grpSpPr>
        <p:sp>
          <p:nvSpPr>
            <p:cNvPr id="466" name="four:topology-swaps:textbox:464"/>
            <p:cNvSpPr>
              <a:spLocks noGrp="1"/>
            </p:cNvSpPr>
            <p:nvPr/>
          </p:nvSpPr>
          <p:spPr>
            <a:xfrm>
              <a:off x="3371850" y="4371975"/>
              <a:ext cx="4352925"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Topology-preserving reordering</a:t>
              </a:r>
              <a:endParaRPr sz="1800" b="1">
                <a:solidFill>
                  <a:srgbClr val="263238"/>
                </a:solidFill>
                <a:latin typeface="Arial" panose="020B0604020202090204"/>
                <a:ea typeface="Arial" panose="020B0604020202090204"/>
                <a:cs typeface="Arial" panose="020B0604020202090204"/>
              </a:endParaRPr>
            </a:p>
          </p:txBody>
        </p:sp>
        <p:sp>
          <p:nvSpPr>
            <p:cNvPr id="467" name="four:topology-swaps:textbox:465"/>
            <p:cNvSpPr>
              <a:spLocks noGrp="1"/>
            </p:cNvSpPr>
            <p:nvPr/>
          </p:nvSpPr>
          <p:spPr>
            <a:xfrm>
              <a:off x="3352800" y="4724400"/>
              <a:ext cx="1876425"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stStyle>
            <a:p>
              <a:pPr algn="ctr">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Initial</a:t>
              </a:r>
              <a:endParaRPr sz="1575" b="0">
                <a:solidFill>
                  <a:srgbClr val="7B8790"/>
                </a:solidFill>
                <a:latin typeface="Arial" panose="020B0604020202090204"/>
                <a:ea typeface="Arial" panose="020B0604020202090204"/>
                <a:cs typeface="Arial" panose="020B0604020202090204"/>
              </a:endParaRPr>
            </a:p>
          </p:txBody>
        </p:sp>
        <p:sp>
          <p:nvSpPr>
            <p:cNvPr id="468" name="four:topology-swaps:textbox:466"/>
            <p:cNvSpPr>
              <a:spLocks noGrp="1"/>
            </p:cNvSpPr>
            <p:nvPr/>
          </p:nvSpPr>
          <p:spPr>
            <a:xfrm>
              <a:off x="5915025" y="4724400"/>
              <a:ext cx="1876425"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stStyle>
            <a:p>
              <a:pPr algn="ctr">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Best under T</a:t>
              </a:r>
              <a:endParaRPr sz="1575" b="0">
                <a:solidFill>
                  <a:srgbClr val="7B8790"/>
                </a:solidFill>
                <a:latin typeface="Arial" panose="020B0604020202090204"/>
                <a:ea typeface="Arial" panose="020B0604020202090204"/>
                <a:cs typeface="Arial" panose="020B0604020202090204"/>
              </a:endParaRPr>
            </a:p>
          </p:txBody>
        </p:sp>
        <p:sp>
          <p:nvSpPr>
            <p:cNvPr id="469" name="four:topology-swaps:line:467"/>
            <p:cNvSpPr>
              <a:spLocks noGrp="1"/>
            </p:cNvSpPr>
            <p:nvPr/>
          </p:nvSpPr>
          <p:spPr>
            <a:xfrm>
              <a:off x="4373880" y="5086350"/>
              <a:ext cx="953" cy="282892"/>
            </a:xfrm>
            <a:custGeom>
              <a:avLst/>
              <a:gdLst/>
              <a:ahLst/>
              <a:cxnLst/>
              <a:pathLst>
                <a:path w="953" h="282892">
                  <a:moveTo>
                    <a:pt x="0" y="58424"/>
                  </a:moveTo>
                  <a:lnTo>
                    <a:pt x="0" y="224469"/>
                  </a:lnTo>
                </a:path>
              </a:pathLst>
            </a:custGeom>
            <a:noFill/>
            <a:ln w="10478">
              <a:solidFill>
                <a:srgbClr val="263238"/>
              </a:solidFill>
              <a:prstDash val="solid"/>
            </a:ln>
          </p:spPr>
        </p:sp>
        <p:sp>
          <p:nvSpPr>
            <p:cNvPr id="470" name="four:topology-swaps:regular-node:468"/>
            <p:cNvSpPr>
              <a:spLocks noGrp="1"/>
            </p:cNvSpPr>
            <p:nvPr/>
          </p:nvSpPr>
          <p:spPr>
            <a:xfrm>
              <a:off x="4356135" y="5174240"/>
              <a:ext cx="35490" cy="35490"/>
            </a:xfrm>
            <a:prstGeom prst="ellipse">
              <a:avLst/>
            </a:prstGeom>
            <a:solidFill>
              <a:srgbClr val="DCE8ED"/>
            </a:solidFill>
            <a:ln w="6668">
              <a:solidFill>
                <a:srgbClr val="263238"/>
              </a:solidFill>
              <a:prstDash val="solid"/>
            </a:ln>
          </p:spPr>
        </p:sp>
        <p:sp>
          <p:nvSpPr>
            <p:cNvPr id="471" name="four:topology-swaps:regular-node:469"/>
            <p:cNvSpPr>
              <a:spLocks noGrp="1"/>
            </p:cNvSpPr>
            <p:nvPr/>
          </p:nvSpPr>
          <p:spPr>
            <a:xfrm>
              <a:off x="4356135" y="5245863"/>
              <a:ext cx="35490" cy="35490"/>
            </a:xfrm>
            <a:prstGeom prst="ellipse">
              <a:avLst/>
            </a:prstGeom>
            <a:solidFill>
              <a:srgbClr val="DCE8ED"/>
            </a:solidFill>
            <a:ln w="6668">
              <a:solidFill>
                <a:srgbClr val="263238"/>
              </a:solidFill>
              <a:prstDash val="solid"/>
            </a:ln>
          </p:spPr>
        </p:sp>
        <p:sp>
          <p:nvSpPr>
            <p:cNvPr id="472" name="four:topology-swaps:critical-node:470"/>
            <p:cNvSpPr>
              <a:spLocks noGrp="1"/>
            </p:cNvSpPr>
            <p:nvPr/>
          </p:nvSpPr>
          <p:spPr>
            <a:xfrm>
              <a:off x="4322124" y="5034594"/>
              <a:ext cx="103513" cy="103513"/>
            </a:xfrm>
            <a:prstGeom prst="diamond">
              <a:avLst/>
            </a:prstGeom>
            <a:solidFill>
              <a:srgbClr val="DCE8ED"/>
            </a:solidFill>
            <a:ln w="10478">
              <a:solidFill>
                <a:srgbClr val="263238"/>
              </a:solidFill>
              <a:prstDash val="solid"/>
            </a:ln>
          </p:spPr>
        </p:sp>
        <p:sp>
          <p:nvSpPr>
            <p:cNvPr id="473" name="four:topology-swaps:critical-node:471"/>
            <p:cNvSpPr>
              <a:spLocks noGrp="1"/>
            </p:cNvSpPr>
            <p:nvPr/>
          </p:nvSpPr>
          <p:spPr>
            <a:xfrm>
              <a:off x="4322124" y="5317486"/>
              <a:ext cx="103513" cy="103513"/>
            </a:xfrm>
            <a:prstGeom prst="diamond">
              <a:avLst/>
            </a:prstGeom>
            <a:solidFill>
              <a:srgbClr val="DCE8ED"/>
            </a:solidFill>
            <a:ln w="10478">
              <a:solidFill>
                <a:srgbClr val="263238"/>
              </a:solidFill>
              <a:prstDash val="solid"/>
            </a:ln>
          </p:spPr>
        </p:sp>
        <p:sp>
          <p:nvSpPr>
            <p:cNvPr id="474" name="four:topology-swaps:line:472"/>
            <p:cNvSpPr>
              <a:spLocks noGrp="1"/>
            </p:cNvSpPr>
            <p:nvPr/>
          </p:nvSpPr>
          <p:spPr>
            <a:xfrm>
              <a:off x="3870960" y="5369243"/>
              <a:ext cx="1005840" cy="953"/>
            </a:xfrm>
            <a:custGeom>
              <a:avLst/>
              <a:gdLst/>
              <a:ahLst/>
              <a:cxnLst/>
              <a:pathLst>
                <a:path w="1005840" h="953">
                  <a:moveTo>
                    <a:pt x="0" y="0"/>
                  </a:moveTo>
                  <a:lnTo>
                    <a:pt x="444496" y="0"/>
                  </a:lnTo>
                  <a:moveTo>
                    <a:pt x="561344" y="0"/>
                  </a:moveTo>
                  <a:lnTo>
                    <a:pt x="1005840" y="0"/>
                  </a:lnTo>
                </a:path>
              </a:pathLst>
            </a:custGeom>
            <a:noFill/>
            <a:ln w="10478">
              <a:solidFill>
                <a:srgbClr val="263238"/>
              </a:solidFill>
              <a:prstDash val="solid"/>
            </a:ln>
          </p:spPr>
        </p:sp>
        <p:sp>
          <p:nvSpPr>
            <p:cNvPr id="475" name="four:topology-swaps:line:473"/>
            <p:cNvSpPr>
              <a:spLocks noGrp="1"/>
            </p:cNvSpPr>
            <p:nvPr/>
          </p:nvSpPr>
          <p:spPr>
            <a:xfrm>
              <a:off x="3870960" y="5369243"/>
              <a:ext cx="953" cy="308610"/>
            </a:xfrm>
            <a:custGeom>
              <a:avLst/>
              <a:gdLst/>
              <a:ahLst/>
              <a:cxnLst/>
              <a:pathLst>
                <a:path w="953" h="308610">
                  <a:moveTo>
                    <a:pt x="0" y="0"/>
                  </a:moveTo>
                  <a:lnTo>
                    <a:pt x="0" y="228005"/>
                  </a:lnTo>
                </a:path>
              </a:pathLst>
            </a:custGeom>
            <a:noFill/>
            <a:ln w="10478">
              <a:solidFill>
                <a:srgbClr val="263238"/>
              </a:solidFill>
              <a:prstDash val="solid"/>
            </a:ln>
          </p:spPr>
        </p:sp>
        <p:sp>
          <p:nvSpPr>
            <p:cNvPr id="476" name="four:topology-swaps:regular-node:474"/>
            <p:cNvSpPr>
              <a:spLocks noGrp="1"/>
            </p:cNvSpPr>
            <p:nvPr/>
          </p:nvSpPr>
          <p:spPr>
            <a:xfrm>
              <a:off x="3845821" y="5461440"/>
              <a:ext cx="50278" cy="50278"/>
            </a:xfrm>
            <a:prstGeom prst="ellipse">
              <a:avLst/>
            </a:prstGeom>
            <a:solidFill>
              <a:srgbClr val="D4B4CC"/>
            </a:solidFill>
            <a:ln w="6668">
              <a:solidFill>
                <a:srgbClr val="263238"/>
              </a:solidFill>
              <a:prstDash val="solid"/>
            </a:ln>
          </p:spPr>
        </p:sp>
        <p:sp>
          <p:nvSpPr>
            <p:cNvPr id="477" name="four:topology-swaps:line:475"/>
            <p:cNvSpPr>
              <a:spLocks noGrp="1"/>
            </p:cNvSpPr>
            <p:nvPr/>
          </p:nvSpPr>
          <p:spPr>
            <a:xfrm>
              <a:off x="4876800" y="5369243"/>
              <a:ext cx="953" cy="745808"/>
            </a:xfrm>
            <a:custGeom>
              <a:avLst/>
              <a:gdLst/>
              <a:ahLst/>
              <a:cxnLst/>
              <a:pathLst>
                <a:path w="953" h="745808">
                  <a:moveTo>
                    <a:pt x="0" y="0"/>
                  </a:moveTo>
                  <a:lnTo>
                    <a:pt x="0" y="665202"/>
                  </a:lnTo>
                </a:path>
              </a:pathLst>
            </a:custGeom>
            <a:noFill/>
            <a:ln w="10478">
              <a:solidFill>
                <a:srgbClr val="263238"/>
              </a:solidFill>
              <a:prstDash val="solid"/>
            </a:ln>
          </p:spPr>
        </p:sp>
        <p:sp>
          <p:nvSpPr>
            <p:cNvPr id="478" name="four:topology-swaps:regular-node:476"/>
            <p:cNvSpPr>
              <a:spLocks noGrp="1"/>
            </p:cNvSpPr>
            <p:nvPr/>
          </p:nvSpPr>
          <p:spPr>
            <a:xfrm>
              <a:off x="4851661" y="5559681"/>
              <a:ext cx="50278" cy="50278"/>
            </a:xfrm>
            <a:prstGeom prst="ellipse">
              <a:avLst/>
            </a:prstGeom>
            <a:solidFill>
              <a:srgbClr val="81C9BA"/>
            </a:solidFill>
            <a:ln w="6668">
              <a:solidFill>
                <a:srgbClr val="263238"/>
              </a:solidFill>
              <a:prstDash val="solid"/>
            </a:ln>
          </p:spPr>
        </p:sp>
        <p:sp>
          <p:nvSpPr>
            <p:cNvPr id="479" name="four:topology-swaps:regular-node:477"/>
            <p:cNvSpPr>
              <a:spLocks noGrp="1"/>
            </p:cNvSpPr>
            <p:nvPr/>
          </p:nvSpPr>
          <p:spPr>
            <a:xfrm>
              <a:off x="4851661" y="5800396"/>
              <a:ext cx="50278" cy="50278"/>
            </a:xfrm>
            <a:prstGeom prst="ellipse">
              <a:avLst/>
            </a:prstGeom>
            <a:solidFill>
              <a:srgbClr val="81C9BA"/>
            </a:solidFill>
            <a:ln w="6668">
              <a:solidFill>
                <a:srgbClr val="263238"/>
              </a:solidFill>
              <a:prstDash val="solid"/>
            </a:ln>
          </p:spPr>
        </p:sp>
        <p:sp>
          <p:nvSpPr>
            <p:cNvPr id="480" name="four:topology-swaps:critical-node:478"/>
            <p:cNvSpPr>
              <a:spLocks noGrp="1"/>
            </p:cNvSpPr>
            <p:nvPr/>
          </p:nvSpPr>
          <p:spPr>
            <a:xfrm>
              <a:off x="3797022" y="5603915"/>
              <a:ext cx="147876" cy="147876"/>
            </a:xfrm>
            <a:prstGeom prst="diamond">
              <a:avLst/>
            </a:prstGeom>
            <a:solidFill>
              <a:srgbClr val="D4B4CC"/>
            </a:solidFill>
            <a:ln w="10478">
              <a:solidFill>
                <a:srgbClr val="263238"/>
              </a:solidFill>
              <a:prstDash val="solid"/>
            </a:ln>
          </p:spPr>
        </p:sp>
        <p:sp>
          <p:nvSpPr>
            <p:cNvPr id="481" name="four:topology-swaps:critical-node:479"/>
            <p:cNvSpPr>
              <a:spLocks noGrp="1"/>
            </p:cNvSpPr>
            <p:nvPr/>
          </p:nvSpPr>
          <p:spPr>
            <a:xfrm>
              <a:off x="4802862" y="6041112"/>
              <a:ext cx="147876" cy="147876"/>
            </a:xfrm>
            <a:prstGeom prst="diamond">
              <a:avLst/>
            </a:prstGeom>
            <a:solidFill>
              <a:srgbClr val="81C9BA"/>
            </a:solidFill>
            <a:ln w="10478">
              <a:solidFill>
                <a:srgbClr val="263238"/>
              </a:solidFill>
              <a:prstDash val="solid"/>
            </a:ln>
          </p:spPr>
        </p:sp>
        <p:sp>
          <p:nvSpPr>
            <p:cNvPr id="482" name="four:topology-swaps:line:480"/>
            <p:cNvSpPr>
              <a:spLocks noGrp="1"/>
            </p:cNvSpPr>
            <p:nvPr/>
          </p:nvSpPr>
          <p:spPr>
            <a:xfrm>
              <a:off x="3619500" y="5677853"/>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483" name="four:topology-swaps:line:481"/>
            <p:cNvSpPr>
              <a:spLocks noGrp="1"/>
            </p:cNvSpPr>
            <p:nvPr/>
          </p:nvSpPr>
          <p:spPr>
            <a:xfrm>
              <a:off x="4625340" y="6115050"/>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484" name="four:topology-swaps:line:482"/>
            <p:cNvSpPr>
              <a:spLocks noGrp="1"/>
            </p:cNvSpPr>
            <p:nvPr/>
          </p:nvSpPr>
          <p:spPr>
            <a:xfrm>
              <a:off x="3619500"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485" name="four:topology-swaps:regular-node:483"/>
            <p:cNvSpPr>
              <a:spLocks noGrp="1"/>
            </p:cNvSpPr>
            <p:nvPr/>
          </p:nvSpPr>
          <p:spPr>
            <a:xfrm>
              <a:off x="3594361" y="5851146"/>
              <a:ext cx="50278" cy="50278"/>
            </a:xfrm>
            <a:prstGeom prst="ellipse">
              <a:avLst/>
            </a:prstGeom>
            <a:solidFill>
              <a:srgbClr val="CC79A7"/>
            </a:solidFill>
            <a:ln w="6668">
              <a:solidFill>
                <a:srgbClr val="263238"/>
              </a:solidFill>
              <a:prstDash val="solid"/>
            </a:ln>
          </p:spPr>
        </p:sp>
        <p:sp>
          <p:nvSpPr>
            <p:cNvPr id="486" name="four:topology-swaps:regular-node:484"/>
            <p:cNvSpPr>
              <a:spLocks noGrp="1"/>
            </p:cNvSpPr>
            <p:nvPr/>
          </p:nvSpPr>
          <p:spPr>
            <a:xfrm>
              <a:off x="3594361" y="6074716"/>
              <a:ext cx="50278" cy="50278"/>
            </a:xfrm>
            <a:prstGeom prst="ellipse">
              <a:avLst/>
            </a:prstGeom>
            <a:solidFill>
              <a:srgbClr val="CC79A7"/>
            </a:solidFill>
            <a:ln w="6668">
              <a:solidFill>
                <a:srgbClr val="263238"/>
              </a:solidFill>
              <a:prstDash val="solid"/>
            </a:ln>
          </p:spPr>
        </p:sp>
        <p:sp>
          <p:nvSpPr>
            <p:cNvPr id="487" name="four:topology-swaps:critical-node:485"/>
            <p:cNvSpPr>
              <a:spLocks noGrp="1"/>
            </p:cNvSpPr>
            <p:nvPr/>
          </p:nvSpPr>
          <p:spPr>
            <a:xfrm>
              <a:off x="3545562" y="6298287"/>
              <a:ext cx="147876" cy="147876"/>
            </a:xfrm>
            <a:prstGeom prst="diamond">
              <a:avLst/>
            </a:prstGeom>
            <a:solidFill>
              <a:srgbClr val="CC79A7"/>
            </a:solidFill>
            <a:ln w="10478">
              <a:solidFill>
                <a:srgbClr val="263238"/>
              </a:solidFill>
              <a:prstDash val="solid"/>
            </a:ln>
          </p:spPr>
        </p:sp>
        <p:sp>
          <p:nvSpPr>
            <p:cNvPr id="488" name="four:topology-swaps:line:486"/>
            <p:cNvSpPr>
              <a:spLocks noGrp="1"/>
            </p:cNvSpPr>
            <p:nvPr/>
          </p:nvSpPr>
          <p:spPr>
            <a:xfrm>
              <a:off x="4122420"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489" name="four:topology-swaps:regular-node:487"/>
            <p:cNvSpPr>
              <a:spLocks noGrp="1"/>
            </p:cNvSpPr>
            <p:nvPr/>
          </p:nvSpPr>
          <p:spPr>
            <a:xfrm>
              <a:off x="4097281" y="5851146"/>
              <a:ext cx="50278" cy="50278"/>
            </a:xfrm>
            <a:prstGeom prst="ellipse">
              <a:avLst/>
            </a:prstGeom>
            <a:solidFill>
              <a:srgbClr val="0072B2"/>
            </a:solidFill>
            <a:ln w="6668">
              <a:solidFill>
                <a:srgbClr val="263238"/>
              </a:solidFill>
              <a:prstDash val="solid"/>
            </a:ln>
          </p:spPr>
        </p:sp>
        <p:sp>
          <p:nvSpPr>
            <p:cNvPr id="490" name="four:topology-swaps:regular-node:488"/>
            <p:cNvSpPr>
              <a:spLocks noGrp="1"/>
            </p:cNvSpPr>
            <p:nvPr/>
          </p:nvSpPr>
          <p:spPr>
            <a:xfrm>
              <a:off x="4097281" y="6074716"/>
              <a:ext cx="50278" cy="50278"/>
            </a:xfrm>
            <a:prstGeom prst="ellipse">
              <a:avLst/>
            </a:prstGeom>
            <a:solidFill>
              <a:srgbClr val="0072B2"/>
            </a:solidFill>
            <a:ln w="6668">
              <a:solidFill>
                <a:srgbClr val="263238"/>
              </a:solidFill>
              <a:prstDash val="solid"/>
            </a:ln>
          </p:spPr>
        </p:sp>
        <p:sp>
          <p:nvSpPr>
            <p:cNvPr id="491" name="four:topology-swaps:critical-node:489"/>
            <p:cNvSpPr>
              <a:spLocks noGrp="1"/>
            </p:cNvSpPr>
            <p:nvPr/>
          </p:nvSpPr>
          <p:spPr>
            <a:xfrm>
              <a:off x="4048482" y="6298287"/>
              <a:ext cx="147876" cy="147876"/>
            </a:xfrm>
            <a:prstGeom prst="diamond">
              <a:avLst/>
            </a:prstGeom>
            <a:solidFill>
              <a:srgbClr val="0072B2"/>
            </a:solidFill>
            <a:ln w="10478">
              <a:solidFill>
                <a:srgbClr val="263238"/>
              </a:solidFill>
              <a:prstDash val="solid"/>
            </a:ln>
          </p:spPr>
        </p:sp>
        <p:sp>
          <p:nvSpPr>
            <p:cNvPr id="492" name="four:topology-swaps:line:490"/>
            <p:cNvSpPr>
              <a:spLocks noGrp="1"/>
            </p:cNvSpPr>
            <p:nvPr/>
          </p:nvSpPr>
          <p:spPr>
            <a:xfrm>
              <a:off x="4625340"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493" name="four:topology-swaps:regular-node:491"/>
            <p:cNvSpPr>
              <a:spLocks noGrp="1"/>
            </p:cNvSpPr>
            <p:nvPr/>
          </p:nvSpPr>
          <p:spPr>
            <a:xfrm>
              <a:off x="4600201" y="6181530"/>
              <a:ext cx="50278" cy="50278"/>
            </a:xfrm>
            <a:prstGeom prst="ellipse">
              <a:avLst/>
            </a:prstGeom>
            <a:solidFill>
              <a:srgbClr val="009E73"/>
            </a:solidFill>
            <a:ln w="6668">
              <a:solidFill>
                <a:srgbClr val="263238"/>
              </a:solidFill>
              <a:prstDash val="solid"/>
            </a:ln>
          </p:spPr>
        </p:sp>
        <p:sp>
          <p:nvSpPr>
            <p:cNvPr id="494" name="four:topology-swaps:critical-node:492"/>
            <p:cNvSpPr>
              <a:spLocks noGrp="1"/>
            </p:cNvSpPr>
            <p:nvPr/>
          </p:nvSpPr>
          <p:spPr>
            <a:xfrm>
              <a:off x="4551402" y="6298287"/>
              <a:ext cx="147876" cy="147876"/>
            </a:xfrm>
            <a:prstGeom prst="diamond">
              <a:avLst/>
            </a:prstGeom>
            <a:solidFill>
              <a:srgbClr val="009E73"/>
            </a:solidFill>
            <a:ln w="10478">
              <a:solidFill>
                <a:srgbClr val="263238"/>
              </a:solidFill>
              <a:prstDash val="solid"/>
            </a:ln>
          </p:spPr>
        </p:sp>
        <p:sp>
          <p:nvSpPr>
            <p:cNvPr id="495" name="four:topology-swaps:line:493"/>
            <p:cNvSpPr>
              <a:spLocks noGrp="1"/>
            </p:cNvSpPr>
            <p:nvPr/>
          </p:nvSpPr>
          <p:spPr>
            <a:xfrm>
              <a:off x="5128260"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496" name="four:topology-swaps:regular-node:494"/>
            <p:cNvSpPr>
              <a:spLocks noGrp="1"/>
            </p:cNvSpPr>
            <p:nvPr/>
          </p:nvSpPr>
          <p:spPr>
            <a:xfrm>
              <a:off x="5103121" y="6181530"/>
              <a:ext cx="50278" cy="50278"/>
            </a:xfrm>
            <a:prstGeom prst="ellipse">
              <a:avLst/>
            </a:prstGeom>
            <a:solidFill>
              <a:srgbClr val="D55E00"/>
            </a:solidFill>
            <a:ln w="6668">
              <a:solidFill>
                <a:srgbClr val="263238"/>
              </a:solidFill>
              <a:prstDash val="solid"/>
            </a:ln>
          </p:spPr>
        </p:sp>
        <p:sp>
          <p:nvSpPr>
            <p:cNvPr id="497" name="four:topology-swaps:critical-node:495"/>
            <p:cNvSpPr>
              <a:spLocks noGrp="1"/>
            </p:cNvSpPr>
            <p:nvPr/>
          </p:nvSpPr>
          <p:spPr>
            <a:xfrm>
              <a:off x="5054322" y="6298287"/>
              <a:ext cx="147876" cy="147876"/>
            </a:xfrm>
            <a:prstGeom prst="diamond">
              <a:avLst/>
            </a:prstGeom>
            <a:solidFill>
              <a:srgbClr val="D55E00"/>
            </a:solidFill>
            <a:ln w="10478">
              <a:solidFill>
                <a:srgbClr val="263238"/>
              </a:solidFill>
              <a:prstDash val="solid"/>
            </a:ln>
          </p:spPr>
        </p:sp>
        <p:sp>
          <p:nvSpPr>
            <p:cNvPr id="498" name="four:topology-swaps:line:496"/>
            <p:cNvSpPr>
              <a:spLocks noGrp="1"/>
            </p:cNvSpPr>
            <p:nvPr/>
          </p:nvSpPr>
          <p:spPr>
            <a:xfrm>
              <a:off x="6821805" y="5086350"/>
              <a:ext cx="953" cy="282892"/>
            </a:xfrm>
            <a:custGeom>
              <a:avLst/>
              <a:gdLst/>
              <a:ahLst/>
              <a:cxnLst/>
              <a:pathLst>
                <a:path w="953" h="282892">
                  <a:moveTo>
                    <a:pt x="0" y="58424"/>
                  </a:moveTo>
                  <a:lnTo>
                    <a:pt x="0" y="224469"/>
                  </a:lnTo>
                </a:path>
              </a:pathLst>
            </a:custGeom>
            <a:noFill/>
            <a:ln w="10478">
              <a:solidFill>
                <a:srgbClr val="263238"/>
              </a:solidFill>
              <a:prstDash val="solid"/>
            </a:ln>
          </p:spPr>
        </p:sp>
        <p:sp>
          <p:nvSpPr>
            <p:cNvPr id="499" name="four:topology-swaps:regular-node:497"/>
            <p:cNvSpPr>
              <a:spLocks noGrp="1"/>
            </p:cNvSpPr>
            <p:nvPr/>
          </p:nvSpPr>
          <p:spPr>
            <a:xfrm>
              <a:off x="6804060" y="5174240"/>
              <a:ext cx="35490" cy="35490"/>
            </a:xfrm>
            <a:prstGeom prst="ellipse">
              <a:avLst/>
            </a:prstGeom>
            <a:solidFill>
              <a:srgbClr val="DCE8ED"/>
            </a:solidFill>
            <a:ln w="6668">
              <a:solidFill>
                <a:srgbClr val="263238"/>
              </a:solidFill>
              <a:prstDash val="solid"/>
            </a:ln>
          </p:spPr>
        </p:sp>
        <p:sp>
          <p:nvSpPr>
            <p:cNvPr id="500" name="four:topology-swaps:regular-node:498"/>
            <p:cNvSpPr>
              <a:spLocks noGrp="1"/>
            </p:cNvSpPr>
            <p:nvPr/>
          </p:nvSpPr>
          <p:spPr>
            <a:xfrm>
              <a:off x="6804060" y="5245863"/>
              <a:ext cx="35490" cy="35490"/>
            </a:xfrm>
            <a:prstGeom prst="ellipse">
              <a:avLst/>
            </a:prstGeom>
            <a:solidFill>
              <a:srgbClr val="DCE8ED"/>
            </a:solidFill>
            <a:ln w="6668">
              <a:solidFill>
                <a:srgbClr val="263238"/>
              </a:solidFill>
              <a:prstDash val="solid"/>
            </a:ln>
          </p:spPr>
        </p:sp>
        <p:sp>
          <p:nvSpPr>
            <p:cNvPr id="501" name="four:topology-swaps:critical-node:499"/>
            <p:cNvSpPr>
              <a:spLocks noGrp="1"/>
            </p:cNvSpPr>
            <p:nvPr/>
          </p:nvSpPr>
          <p:spPr>
            <a:xfrm>
              <a:off x="6770049" y="5034594"/>
              <a:ext cx="103513" cy="103513"/>
            </a:xfrm>
            <a:prstGeom prst="diamond">
              <a:avLst/>
            </a:prstGeom>
            <a:solidFill>
              <a:srgbClr val="DCE8ED"/>
            </a:solidFill>
            <a:ln w="10478">
              <a:solidFill>
                <a:srgbClr val="263238"/>
              </a:solidFill>
              <a:prstDash val="solid"/>
            </a:ln>
          </p:spPr>
        </p:sp>
        <p:sp>
          <p:nvSpPr>
            <p:cNvPr id="502" name="four:topology-swaps:critical-node:500"/>
            <p:cNvSpPr>
              <a:spLocks noGrp="1"/>
            </p:cNvSpPr>
            <p:nvPr/>
          </p:nvSpPr>
          <p:spPr>
            <a:xfrm>
              <a:off x="6770049" y="5317486"/>
              <a:ext cx="103513" cy="103513"/>
            </a:xfrm>
            <a:prstGeom prst="diamond">
              <a:avLst/>
            </a:prstGeom>
            <a:solidFill>
              <a:srgbClr val="DCE8ED"/>
            </a:solidFill>
            <a:ln w="10478">
              <a:solidFill>
                <a:srgbClr val="263238"/>
              </a:solidFill>
              <a:prstDash val="solid"/>
            </a:ln>
          </p:spPr>
        </p:sp>
        <p:sp>
          <p:nvSpPr>
            <p:cNvPr id="503" name="four:topology-swaps:line:501"/>
            <p:cNvSpPr>
              <a:spLocks noGrp="1"/>
            </p:cNvSpPr>
            <p:nvPr/>
          </p:nvSpPr>
          <p:spPr>
            <a:xfrm>
              <a:off x="6318885" y="5369243"/>
              <a:ext cx="1005840" cy="953"/>
            </a:xfrm>
            <a:custGeom>
              <a:avLst/>
              <a:gdLst/>
              <a:ahLst/>
              <a:cxnLst/>
              <a:pathLst>
                <a:path w="1005840" h="953">
                  <a:moveTo>
                    <a:pt x="0" y="0"/>
                  </a:moveTo>
                  <a:lnTo>
                    <a:pt x="444496" y="0"/>
                  </a:lnTo>
                  <a:moveTo>
                    <a:pt x="561344" y="0"/>
                  </a:moveTo>
                  <a:lnTo>
                    <a:pt x="1005840" y="0"/>
                  </a:lnTo>
                </a:path>
              </a:pathLst>
            </a:custGeom>
            <a:noFill/>
            <a:ln w="10478">
              <a:solidFill>
                <a:srgbClr val="263238"/>
              </a:solidFill>
              <a:prstDash val="solid"/>
            </a:ln>
          </p:spPr>
        </p:sp>
        <p:sp>
          <p:nvSpPr>
            <p:cNvPr id="504" name="four:topology-swaps:line:502"/>
            <p:cNvSpPr>
              <a:spLocks noGrp="1"/>
            </p:cNvSpPr>
            <p:nvPr/>
          </p:nvSpPr>
          <p:spPr>
            <a:xfrm>
              <a:off x="6318885" y="5369243"/>
              <a:ext cx="953" cy="308610"/>
            </a:xfrm>
            <a:custGeom>
              <a:avLst/>
              <a:gdLst/>
              <a:ahLst/>
              <a:cxnLst/>
              <a:pathLst>
                <a:path w="953" h="308610">
                  <a:moveTo>
                    <a:pt x="0" y="0"/>
                  </a:moveTo>
                  <a:lnTo>
                    <a:pt x="0" y="228005"/>
                  </a:lnTo>
                </a:path>
              </a:pathLst>
            </a:custGeom>
            <a:noFill/>
            <a:ln w="10478">
              <a:solidFill>
                <a:srgbClr val="263238"/>
              </a:solidFill>
              <a:prstDash val="solid"/>
            </a:ln>
          </p:spPr>
        </p:sp>
        <p:sp>
          <p:nvSpPr>
            <p:cNvPr id="505" name="four:topology-swaps:regular-node:503"/>
            <p:cNvSpPr>
              <a:spLocks noGrp="1"/>
            </p:cNvSpPr>
            <p:nvPr/>
          </p:nvSpPr>
          <p:spPr>
            <a:xfrm>
              <a:off x="6293746" y="5461440"/>
              <a:ext cx="50278" cy="50278"/>
            </a:xfrm>
            <a:prstGeom prst="ellipse">
              <a:avLst/>
            </a:prstGeom>
            <a:solidFill>
              <a:srgbClr val="D4B4CC"/>
            </a:solidFill>
            <a:ln w="6668">
              <a:solidFill>
                <a:srgbClr val="263238"/>
              </a:solidFill>
              <a:prstDash val="solid"/>
            </a:ln>
          </p:spPr>
        </p:sp>
        <p:sp>
          <p:nvSpPr>
            <p:cNvPr id="506" name="four:topology-swaps:line:504"/>
            <p:cNvSpPr>
              <a:spLocks noGrp="1"/>
            </p:cNvSpPr>
            <p:nvPr/>
          </p:nvSpPr>
          <p:spPr>
            <a:xfrm>
              <a:off x="7324725" y="5369243"/>
              <a:ext cx="953" cy="745808"/>
            </a:xfrm>
            <a:custGeom>
              <a:avLst/>
              <a:gdLst/>
              <a:ahLst/>
              <a:cxnLst/>
              <a:pathLst>
                <a:path w="953" h="745808">
                  <a:moveTo>
                    <a:pt x="0" y="0"/>
                  </a:moveTo>
                  <a:lnTo>
                    <a:pt x="0" y="665202"/>
                  </a:lnTo>
                </a:path>
              </a:pathLst>
            </a:custGeom>
            <a:noFill/>
            <a:ln w="10478">
              <a:solidFill>
                <a:srgbClr val="263238"/>
              </a:solidFill>
              <a:prstDash val="solid"/>
            </a:ln>
          </p:spPr>
        </p:sp>
        <p:sp>
          <p:nvSpPr>
            <p:cNvPr id="507" name="four:topology-swaps:regular-node:505"/>
            <p:cNvSpPr>
              <a:spLocks noGrp="1"/>
            </p:cNvSpPr>
            <p:nvPr/>
          </p:nvSpPr>
          <p:spPr>
            <a:xfrm>
              <a:off x="7299586" y="5559681"/>
              <a:ext cx="50278" cy="50278"/>
            </a:xfrm>
            <a:prstGeom prst="ellipse">
              <a:avLst/>
            </a:prstGeom>
            <a:solidFill>
              <a:srgbClr val="81C9BA"/>
            </a:solidFill>
            <a:ln w="6668">
              <a:solidFill>
                <a:srgbClr val="263238"/>
              </a:solidFill>
              <a:prstDash val="solid"/>
            </a:ln>
          </p:spPr>
        </p:sp>
        <p:sp>
          <p:nvSpPr>
            <p:cNvPr id="508" name="four:topology-swaps:regular-node:506"/>
            <p:cNvSpPr>
              <a:spLocks noGrp="1"/>
            </p:cNvSpPr>
            <p:nvPr/>
          </p:nvSpPr>
          <p:spPr>
            <a:xfrm>
              <a:off x="7299586" y="5800396"/>
              <a:ext cx="50278" cy="50278"/>
            </a:xfrm>
            <a:prstGeom prst="ellipse">
              <a:avLst/>
            </a:prstGeom>
            <a:solidFill>
              <a:srgbClr val="81C9BA"/>
            </a:solidFill>
            <a:ln w="6668">
              <a:solidFill>
                <a:srgbClr val="263238"/>
              </a:solidFill>
              <a:prstDash val="solid"/>
            </a:ln>
          </p:spPr>
        </p:sp>
        <p:sp>
          <p:nvSpPr>
            <p:cNvPr id="509" name="four:topology-swaps:critical-node:507"/>
            <p:cNvSpPr>
              <a:spLocks noGrp="1"/>
            </p:cNvSpPr>
            <p:nvPr/>
          </p:nvSpPr>
          <p:spPr>
            <a:xfrm>
              <a:off x="6244947" y="5603915"/>
              <a:ext cx="147876" cy="147876"/>
            </a:xfrm>
            <a:prstGeom prst="diamond">
              <a:avLst/>
            </a:prstGeom>
            <a:solidFill>
              <a:srgbClr val="D4B4CC"/>
            </a:solidFill>
            <a:ln w="10478">
              <a:solidFill>
                <a:srgbClr val="263238"/>
              </a:solidFill>
              <a:prstDash val="solid"/>
            </a:ln>
          </p:spPr>
        </p:sp>
        <p:sp>
          <p:nvSpPr>
            <p:cNvPr id="510" name="four:topology-swaps:critical-node:508"/>
            <p:cNvSpPr>
              <a:spLocks noGrp="1"/>
            </p:cNvSpPr>
            <p:nvPr/>
          </p:nvSpPr>
          <p:spPr>
            <a:xfrm>
              <a:off x="7250787" y="6041112"/>
              <a:ext cx="147876" cy="147876"/>
            </a:xfrm>
            <a:prstGeom prst="diamond">
              <a:avLst/>
            </a:prstGeom>
            <a:solidFill>
              <a:srgbClr val="81C9BA"/>
            </a:solidFill>
            <a:ln w="10478">
              <a:solidFill>
                <a:srgbClr val="263238"/>
              </a:solidFill>
              <a:prstDash val="solid"/>
            </a:ln>
          </p:spPr>
        </p:sp>
        <p:sp>
          <p:nvSpPr>
            <p:cNvPr id="511" name="four:topology-swaps:line:509"/>
            <p:cNvSpPr>
              <a:spLocks noGrp="1"/>
            </p:cNvSpPr>
            <p:nvPr/>
          </p:nvSpPr>
          <p:spPr>
            <a:xfrm>
              <a:off x="6067425" y="5677853"/>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512" name="four:topology-swaps:line:510"/>
            <p:cNvSpPr>
              <a:spLocks noGrp="1"/>
            </p:cNvSpPr>
            <p:nvPr/>
          </p:nvSpPr>
          <p:spPr>
            <a:xfrm>
              <a:off x="7073265" y="6115050"/>
              <a:ext cx="502920" cy="953"/>
            </a:xfrm>
            <a:custGeom>
              <a:avLst/>
              <a:gdLst/>
              <a:ahLst/>
              <a:cxnLst/>
              <a:pathLst>
                <a:path w="502920" h="953">
                  <a:moveTo>
                    <a:pt x="0" y="0"/>
                  </a:moveTo>
                  <a:lnTo>
                    <a:pt x="170855" y="0"/>
                  </a:lnTo>
                  <a:moveTo>
                    <a:pt x="332065" y="0"/>
                  </a:moveTo>
                  <a:lnTo>
                    <a:pt x="502920" y="0"/>
                  </a:lnTo>
                </a:path>
              </a:pathLst>
            </a:custGeom>
            <a:noFill/>
            <a:ln w="10478">
              <a:solidFill>
                <a:srgbClr val="263238"/>
              </a:solidFill>
              <a:prstDash val="solid"/>
            </a:ln>
          </p:spPr>
        </p:sp>
        <p:sp>
          <p:nvSpPr>
            <p:cNvPr id="513" name="four:topology-swaps:line:511"/>
            <p:cNvSpPr>
              <a:spLocks noGrp="1"/>
            </p:cNvSpPr>
            <p:nvPr/>
          </p:nvSpPr>
          <p:spPr>
            <a:xfrm>
              <a:off x="6067425"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514" name="four:topology-swaps:regular-node:512"/>
            <p:cNvSpPr>
              <a:spLocks noGrp="1"/>
            </p:cNvSpPr>
            <p:nvPr/>
          </p:nvSpPr>
          <p:spPr>
            <a:xfrm>
              <a:off x="6042286" y="5851146"/>
              <a:ext cx="50278" cy="50278"/>
            </a:xfrm>
            <a:prstGeom prst="ellipse">
              <a:avLst/>
            </a:prstGeom>
            <a:solidFill>
              <a:srgbClr val="0072B2"/>
            </a:solidFill>
            <a:ln w="6668">
              <a:solidFill>
                <a:srgbClr val="263238"/>
              </a:solidFill>
              <a:prstDash val="solid"/>
            </a:ln>
          </p:spPr>
        </p:sp>
        <p:sp>
          <p:nvSpPr>
            <p:cNvPr id="515" name="four:topology-swaps:regular-node:513"/>
            <p:cNvSpPr>
              <a:spLocks noGrp="1"/>
            </p:cNvSpPr>
            <p:nvPr/>
          </p:nvSpPr>
          <p:spPr>
            <a:xfrm>
              <a:off x="6042286" y="6074716"/>
              <a:ext cx="50278" cy="50278"/>
            </a:xfrm>
            <a:prstGeom prst="ellipse">
              <a:avLst/>
            </a:prstGeom>
            <a:solidFill>
              <a:srgbClr val="0072B2"/>
            </a:solidFill>
            <a:ln w="6668">
              <a:solidFill>
                <a:srgbClr val="263238"/>
              </a:solidFill>
              <a:prstDash val="solid"/>
            </a:ln>
          </p:spPr>
        </p:sp>
        <p:sp>
          <p:nvSpPr>
            <p:cNvPr id="516" name="four:topology-swaps:critical-node:514"/>
            <p:cNvSpPr>
              <a:spLocks noGrp="1"/>
            </p:cNvSpPr>
            <p:nvPr/>
          </p:nvSpPr>
          <p:spPr>
            <a:xfrm>
              <a:off x="5993487" y="6298287"/>
              <a:ext cx="147876" cy="147876"/>
            </a:xfrm>
            <a:prstGeom prst="diamond">
              <a:avLst/>
            </a:prstGeom>
            <a:solidFill>
              <a:srgbClr val="0072B2"/>
            </a:solidFill>
            <a:ln w="10478">
              <a:solidFill>
                <a:srgbClr val="263238"/>
              </a:solidFill>
              <a:prstDash val="solid"/>
            </a:ln>
          </p:spPr>
        </p:sp>
        <p:sp>
          <p:nvSpPr>
            <p:cNvPr id="517" name="four:topology-swaps:line:515"/>
            <p:cNvSpPr>
              <a:spLocks noGrp="1"/>
            </p:cNvSpPr>
            <p:nvPr/>
          </p:nvSpPr>
          <p:spPr>
            <a:xfrm>
              <a:off x="6570345" y="5677853"/>
              <a:ext cx="953" cy="694372"/>
            </a:xfrm>
            <a:custGeom>
              <a:avLst/>
              <a:gdLst/>
              <a:ahLst/>
              <a:cxnLst/>
              <a:pathLst>
                <a:path w="953" h="694372">
                  <a:moveTo>
                    <a:pt x="0" y="0"/>
                  </a:moveTo>
                  <a:lnTo>
                    <a:pt x="0" y="613767"/>
                  </a:lnTo>
                </a:path>
              </a:pathLst>
            </a:custGeom>
            <a:noFill/>
            <a:ln w="10478">
              <a:solidFill>
                <a:srgbClr val="263238"/>
              </a:solidFill>
              <a:prstDash val="solid"/>
            </a:ln>
          </p:spPr>
        </p:sp>
        <p:sp>
          <p:nvSpPr>
            <p:cNvPr id="518" name="four:topology-swaps:regular-node:516"/>
            <p:cNvSpPr>
              <a:spLocks noGrp="1"/>
            </p:cNvSpPr>
            <p:nvPr/>
          </p:nvSpPr>
          <p:spPr>
            <a:xfrm>
              <a:off x="6545206" y="5851146"/>
              <a:ext cx="50278" cy="50278"/>
            </a:xfrm>
            <a:prstGeom prst="ellipse">
              <a:avLst/>
            </a:prstGeom>
            <a:solidFill>
              <a:srgbClr val="CC79A7"/>
            </a:solidFill>
            <a:ln w="6668">
              <a:solidFill>
                <a:srgbClr val="263238"/>
              </a:solidFill>
              <a:prstDash val="solid"/>
            </a:ln>
          </p:spPr>
        </p:sp>
        <p:sp>
          <p:nvSpPr>
            <p:cNvPr id="519" name="four:topology-swaps:regular-node:517"/>
            <p:cNvSpPr>
              <a:spLocks noGrp="1"/>
            </p:cNvSpPr>
            <p:nvPr/>
          </p:nvSpPr>
          <p:spPr>
            <a:xfrm>
              <a:off x="6545206" y="6074716"/>
              <a:ext cx="50278" cy="50278"/>
            </a:xfrm>
            <a:prstGeom prst="ellipse">
              <a:avLst/>
            </a:prstGeom>
            <a:solidFill>
              <a:srgbClr val="CC79A7"/>
            </a:solidFill>
            <a:ln w="6668">
              <a:solidFill>
                <a:srgbClr val="263238"/>
              </a:solidFill>
              <a:prstDash val="solid"/>
            </a:ln>
          </p:spPr>
        </p:sp>
        <p:sp>
          <p:nvSpPr>
            <p:cNvPr id="520" name="four:topology-swaps:critical-node:518"/>
            <p:cNvSpPr>
              <a:spLocks noGrp="1"/>
            </p:cNvSpPr>
            <p:nvPr/>
          </p:nvSpPr>
          <p:spPr>
            <a:xfrm>
              <a:off x="6496407" y="6298287"/>
              <a:ext cx="147876" cy="147876"/>
            </a:xfrm>
            <a:prstGeom prst="diamond">
              <a:avLst/>
            </a:prstGeom>
            <a:solidFill>
              <a:srgbClr val="CC79A7"/>
            </a:solidFill>
            <a:ln w="10478">
              <a:solidFill>
                <a:srgbClr val="263238"/>
              </a:solidFill>
              <a:prstDash val="solid"/>
            </a:ln>
          </p:spPr>
        </p:sp>
        <p:sp>
          <p:nvSpPr>
            <p:cNvPr id="521" name="four:topology-swaps:line:519"/>
            <p:cNvSpPr>
              <a:spLocks noGrp="1"/>
            </p:cNvSpPr>
            <p:nvPr/>
          </p:nvSpPr>
          <p:spPr>
            <a:xfrm>
              <a:off x="7073265"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522" name="four:topology-swaps:regular-node:520"/>
            <p:cNvSpPr>
              <a:spLocks noGrp="1"/>
            </p:cNvSpPr>
            <p:nvPr/>
          </p:nvSpPr>
          <p:spPr>
            <a:xfrm>
              <a:off x="7048126" y="6181530"/>
              <a:ext cx="50278" cy="50278"/>
            </a:xfrm>
            <a:prstGeom prst="ellipse">
              <a:avLst/>
            </a:prstGeom>
            <a:solidFill>
              <a:srgbClr val="D55E00"/>
            </a:solidFill>
            <a:ln w="6668">
              <a:solidFill>
                <a:srgbClr val="263238"/>
              </a:solidFill>
              <a:prstDash val="solid"/>
            </a:ln>
          </p:spPr>
        </p:sp>
        <p:sp>
          <p:nvSpPr>
            <p:cNvPr id="523" name="four:topology-swaps:critical-node:521"/>
            <p:cNvSpPr>
              <a:spLocks noGrp="1"/>
            </p:cNvSpPr>
            <p:nvPr/>
          </p:nvSpPr>
          <p:spPr>
            <a:xfrm>
              <a:off x="6999327" y="6298287"/>
              <a:ext cx="147876" cy="147876"/>
            </a:xfrm>
            <a:prstGeom prst="diamond">
              <a:avLst/>
            </a:prstGeom>
            <a:solidFill>
              <a:srgbClr val="D55E00"/>
            </a:solidFill>
            <a:ln w="10478">
              <a:solidFill>
                <a:srgbClr val="263238"/>
              </a:solidFill>
              <a:prstDash val="solid"/>
            </a:ln>
          </p:spPr>
        </p:sp>
        <p:sp>
          <p:nvSpPr>
            <p:cNvPr id="524" name="four:topology-swaps:line:522"/>
            <p:cNvSpPr>
              <a:spLocks noGrp="1"/>
            </p:cNvSpPr>
            <p:nvPr/>
          </p:nvSpPr>
          <p:spPr>
            <a:xfrm>
              <a:off x="7576185" y="6115050"/>
              <a:ext cx="953" cy="257175"/>
            </a:xfrm>
            <a:custGeom>
              <a:avLst/>
              <a:gdLst/>
              <a:ahLst/>
              <a:cxnLst/>
              <a:pathLst>
                <a:path w="953" h="257175">
                  <a:moveTo>
                    <a:pt x="0" y="0"/>
                  </a:moveTo>
                  <a:lnTo>
                    <a:pt x="0" y="176570"/>
                  </a:lnTo>
                </a:path>
              </a:pathLst>
            </a:custGeom>
            <a:noFill/>
            <a:ln w="10478">
              <a:solidFill>
                <a:srgbClr val="263238"/>
              </a:solidFill>
              <a:prstDash val="solid"/>
            </a:ln>
          </p:spPr>
        </p:sp>
        <p:sp>
          <p:nvSpPr>
            <p:cNvPr id="525" name="four:topology-swaps:regular-node:523"/>
            <p:cNvSpPr>
              <a:spLocks noGrp="1"/>
            </p:cNvSpPr>
            <p:nvPr/>
          </p:nvSpPr>
          <p:spPr>
            <a:xfrm>
              <a:off x="7551046" y="6181530"/>
              <a:ext cx="50278" cy="50278"/>
            </a:xfrm>
            <a:prstGeom prst="ellipse">
              <a:avLst/>
            </a:prstGeom>
            <a:solidFill>
              <a:srgbClr val="009E73"/>
            </a:solidFill>
            <a:ln w="6668">
              <a:solidFill>
                <a:srgbClr val="263238"/>
              </a:solidFill>
              <a:prstDash val="solid"/>
            </a:ln>
          </p:spPr>
        </p:sp>
        <p:sp>
          <p:nvSpPr>
            <p:cNvPr id="526" name="four:topology-swaps:critical-node:524"/>
            <p:cNvSpPr>
              <a:spLocks noGrp="1"/>
            </p:cNvSpPr>
            <p:nvPr/>
          </p:nvSpPr>
          <p:spPr>
            <a:xfrm>
              <a:off x="7502247" y="6298287"/>
              <a:ext cx="147876" cy="147876"/>
            </a:xfrm>
            <a:prstGeom prst="diamond">
              <a:avLst/>
            </a:prstGeom>
            <a:solidFill>
              <a:srgbClr val="009E73"/>
            </a:solidFill>
            <a:ln w="10478">
              <a:solidFill>
                <a:srgbClr val="263238"/>
              </a:solidFill>
              <a:prstDash val="solid"/>
            </a:ln>
          </p:spPr>
        </p:sp>
        <p:sp>
          <p:nvSpPr>
            <p:cNvPr id="527" name="four:topology-swaps:rightArrow:525"/>
            <p:cNvSpPr>
              <a:spLocks noGrp="1"/>
            </p:cNvSpPr>
            <p:nvPr/>
          </p:nvSpPr>
          <p:spPr>
            <a:xfrm>
              <a:off x="5381625" y="5610225"/>
              <a:ext cx="371475" cy="276225"/>
            </a:xfrm>
            <a:prstGeom prst="rightArrow">
              <a:avLst/>
            </a:prstGeom>
            <a:solidFill>
              <a:srgbClr val="91A5B4"/>
            </a:solidFill>
            <a:ln w="0">
              <a:noFill/>
              <a:prstDash val="solid"/>
            </a:ln>
          </p:spPr>
        </p:sp>
        <p:sp>
          <p:nvSpPr>
            <p:cNvPr id="528" name="four:topology-swaps:textbox:526"/>
            <p:cNvSpPr>
              <a:spLocks noGrp="1"/>
            </p:cNvSpPr>
            <p:nvPr/>
          </p:nvSpPr>
          <p:spPr>
            <a:xfrm>
              <a:off x="5238750" y="5257800"/>
              <a:ext cx="657225" cy="257175"/>
            </a:xfrm>
            <a:prstGeom prst="rect">
              <a:avLst/>
            </a:prstGeom>
            <a:noFill/>
            <a:ln w="0">
              <a:noFill/>
              <a:prstDash val="solid"/>
            </a:ln>
          </p:spPr>
          <p:txBody>
            <a:bodyPr wrap="none" lIns="0" tIns="0" rIns="0" bIns="0" anchor="ctr">
              <a:normAutofit/>
            </a:bodyPr>
            <a:lstStyle>
              <a:defPPr algn="ctr">
                <a:defRPr sz="1500" b="1">
                  <a:solidFill>
                    <a:srgbClr val="7B8790"/>
                  </a:solidFill>
                  <a:latin typeface="Arial" panose="020B0604020202090204"/>
                  <a:ea typeface="Arial" panose="020B0604020202090204"/>
                  <a:cs typeface="Arial" panose="020B0604020202090204"/>
                </a:defRPr>
              </a:defPPr>
            </a:lstStyle>
            <a:p>
              <a:pPr algn="ctr">
                <a:defRPr sz="1500" b="1">
                  <a:solidFill>
                    <a:srgbClr val="7B8790"/>
                  </a:solidFill>
                  <a:latin typeface="Arial" panose="020B0604020202090204"/>
                  <a:ea typeface="Arial" panose="020B0604020202090204"/>
                  <a:cs typeface="Arial" panose="020B0604020202090204"/>
                </a:defRPr>
              </a:pPr>
              <a:r>
                <a:rPr sz="1500" b="1">
                  <a:solidFill>
                    <a:srgbClr val="7B8790"/>
                  </a:solidFill>
                  <a:latin typeface="Arial" panose="020B0604020202090204"/>
                  <a:ea typeface="Arial" panose="020B0604020202090204"/>
                  <a:cs typeface="Arial" panose="020B0604020202090204"/>
                </a:rPr>
                <a:t>Swap</a:t>
              </a:r>
              <a:endParaRPr sz="1500" b="1">
                <a:solidFill>
                  <a:srgbClr val="7B8790"/>
                </a:solidFill>
                <a:latin typeface="Arial" panose="020B0604020202090204"/>
                <a:ea typeface="Arial" panose="020B0604020202090204"/>
                <a:cs typeface="Arial" panose="020B0604020202090204"/>
              </a:endParaRPr>
            </a:p>
          </p:txBody>
        </p:sp>
        <p:sp>
          <p:nvSpPr>
            <p:cNvPr id="529" name="four:topology-swaps:line:527"/>
            <p:cNvSpPr>
              <a:spLocks noGrp="1"/>
            </p:cNvSpPr>
            <p:nvPr/>
          </p:nvSpPr>
          <p:spPr>
            <a:xfrm>
              <a:off x="3505200" y="6581775"/>
              <a:ext cx="1733550" cy="953"/>
            </a:xfrm>
            <a:custGeom>
              <a:avLst/>
              <a:gdLst/>
              <a:ahLst/>
              <a:cxnLst/>
              <a:pathLst>
                <a:path w="1733550" h="953">
                  <a:moveTo>
                    <a:pt x="0" y="0"/>
                  </a:moveTo>
                  <a:lnTo>
                    <a:pt x="1733550" y="0"/>
                  </a:lnTo>
                </a:path>
              </a:pathLst>
            </a:custGeom>
            <a:noFill/>
            <a:ln w="10478">
              <a:solidFill>
                <a:srgbClr val="263238"/>
              </a:solidFill>
              <a:prstDash val="dash"/>
            </a:ln>
          </p:spPr>
        </p:sp>
        <p:sp>
          <p:nvSpPr>
            <p:cNvPr id="530" name="four:topology-swaps:polygon:528"/>
            <p:cNvSpPr>
              <a:spLocks noGrp="1"/>
            </p:cNvSpPr>
            <p:nvPr/>
          </p:nvSpPr>
          <p:spPr>
            <a:xfrm>
              <a:off x="5181600" y="6557201"/>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31" name="four:topology-swaps:textbox:529"/>
            <p:cNvSpPr>
              <a:spLocks noGrp="1"/>
            </p:cNvSpPr>
            <p:nvPr/>
          </p:nvSpPr>
          <p:spPr>
            <a:xfrm>
              <a:off x="3324225" y="639127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32" name="four:topology-swaps:line:530"/>
            <p:cNvSpPr>
              <a:spLocks noGrp="1"/>
            </p:cNvSpPr>
            <p:nvPr/>
          </p:nvSpPr>
          <p:spPr>
            <a:xfrm>
              <a:off x="4122420" y="6448425"/>
              <a:ext cx="953" cy="228600"/>
            </a:xfrm>
            <a:custGeom>
              <a:avLst/>
              <a:gdLst/>
              <a:ahLst/>
              <a:cxnLst/>
              <a:pathLst>
                <a:path w="953" h="228600">
                  <a:moveTo>
                    <a:pt x="0" y="4405"/>
                  </a:moveTo>
                  <a:lnTo>
                    <a:pt x="0" y="228600"/>
                  </a:lnTo>
                </a:path>
              </a:pathLst>
            </a:custGeom>
            <a:noFill/>
            <a:ln w="13335">
              <a:solidFill>
                <a:srgbClr val="0072B2"/>
              </a:solidFill>
              <a:prstDash val="dash"/>
            </a:ln>
          </p:spPr>
        </p:sp>
        <p:sp>
          <p:nvSpPr>
            <p:cNvPr id="533" name="four:topology-swaps:line:531"/>
            <p:cNvSpPr>
              <a:spLocks noGrp="1"/>
            </p:cNvSpPr>
            <p:nvPr/>
          </p:nvSpPr>
          <p:spPr>
            <a:xfrm>
              <a:off x="4093845" y="6486525"/>
              <a:ext cx="57150" cy="953"/>
            </a:xfrm>
            <a:custGeom>
              <a:avLst/>
              <a:gdLst/>
              <a:ahLst/>
              <a:cxnLst/>
              <a:pathLst>
                <a:path w="57150" h="953">
                  <a:moveTo>
                    <a:pt x="0" y="0"/>
                  </a:moveTo>
                  <a:lnTo>
                    <a:pt x="57150" y="0"/>
                  </a:lnTo>
                </a:path>
              </a:pathLst>
            </a:custGeom>
            <a:noFill/>
            <a:ln w="14288">
              <a:solidFill>
                <a:srgbClr val="0072B2"/>
              </a:solidFill>
              <a:prstDash val="solid"/>
            </a:ln>
          </p:spPr>
        </p:sp>
        <p:sp>
          <p:nvSpPr>
            <p:cNvPr id="534" name="four:topology-swaps:regular-node:532"/>
            <p:cNvSpPr>
              <a:spLocks noGrp="1"/>
            </p:cNvSpPr>
            <p:nvPr/>
          </p:nvSpPr>
          <p:spPr>
            <a:xfrm>
              <a:off x="4104323" y="6563678"/>
              <a:ext cx="36195" cy="36195"/>
            </a:xfrm>
            <a:prstGeom prst="ellipse">
              <a:avLst/>
            </a:prstGeom>
            <a:solidFill>
              <a:srgbClr val="0072B2"/>
            </a:solidFill>
            <a:ln w="0">
              <a:noFill/>
              <a:prstDash val="solid"/>
            </a:ln>
          </p:spPr>
        </p:sp>
        <p:sp>
          <p:nvSpPr>
            <p:cNvPr id="535" name="four:topology-swaps:line:533"/>
            <p:cNvSpPr>
              <a:spLocks noGrp="1"/>
            </p:cNvSpPr>
            <p:nvPr/>
          </p:nvSpPr>
          <p:spPr>
            <a:xfrm>
              <a:off x="3619500" y="6696075"/>
              <a:ext cx="502920" cy="200025"/>
            </a:xfrm>
            <a:custGeom>
              <a:avLst/>
              <a:gdLst/>
              <a:ahLst/>
              <a:cxnLst/>
              <a:pathLst>
                <a:path w="502920" h="200025">
                  <a:moveTo>
                    <a:pt x="502920" y="0"/>
                  </a:moveTo>
                  <a:lnTo>
                    <a:pt x="0" y="200025"/>
                  </a:lnTo>
                </a:path>
              </a:pathLst>
            </a:custGeom>
            <a:noFill/>
            <a:ln w="10478">
              <a:solidFill>
                <a:srgbClr val="0072B2">
                  <a:alpha val="60000"/>
                </a:srgbClr>
              </a:solidFill>
              <a:prstDash val="solid"/>
            </a:ln>
          </p:spPr>
        </p:sp>
        <p:sp>
          <p:nvSpPr>
            <p:cNvPr id="536" name="four:topology-swaps:line:534"/>
            <p:cNvSpPr>
              <a:spLocks noGrp="1"/>
            </p:cNvSpPr>
            <p:nvPr/>
          </p:nvSpPr>
          <p:spPr>
            <a:xfrm>
              <a:off x="5128260" y="6448425"/>
              <a:ext cx="953" cy="228600"/>
            </a:xfrm>
            <a:custGeom>
              <a:avLst/>
              <a:gdLst/>
              <a:ahLst/>
              <a:cxnLst/>
              <a:pathLst>
                <a:path w="953" h="228600">
                  <a:moveTo>
                    <a:pt x="0" y="4405"/>
                  </a:moveTo>
                  <a:lnTo>
                    <a:pt x="0" y="228600"/>
                  </a:lnTo>
                </a:path>
              </a:pathLst>
            </a:custGeom>
            <a:noFill/>
            <a:ln w="13335">
              <a:solidFill>
                <a:srgbClr val="D55E00"/>
              </a:solidFill>
              <a:prstDash val="dash"/>
            </a:ln>
          </p:spPr>
        </p:sp>
        <p:sp>
          <p:nvSpPr>
            <p:cNvPr id="537" name="four:topology-swaps:line:535"/>
            <p:cNvSpPr>
              <a:spLocks noGrp="1"/>
            </p:cNvSpPr>
            <p:nvPr/>
          </p:nvSpPr>
          <p:spPr>
            <a:xfrm>
              <a:off x="5099685" y="6486525"/>
              <a:ext cx="57150" cy="953"/>
            </a:xfrm>
            <a:custGeom>
              <a:avLst/>
              <a:gdLst/>
              <a:ahLst/>
              <a:cxnLst/>
              <a:pathLst>
                <a:path w="57150" h="953">
                  <a:moveTo>
                    <a:pt x="0" y="0"/>
                  </a:moveTo>
                  <a:lnTo>
                    <a:pt x="57150" y="0"/>
                  </a:lnTo>
                </a:path>
              </a:pathLst>
            </a:custGeom>
            <a:noFill/>
            <a:ln w="14288">
              <a:solidFill>
                <a:srgbClr val="D55E00"/>
              </a:solidFill>
              <a:prstDash val="solid"/>
            </a:ln>
          </p:spPr>
        </p:sp>
        <p:sp>
          <p:nvSpPr>
            <p:cNvPr id="538" name="four:topology-swaps:regular-node:536"/>
            <p:cNvSpPr>
              <a:spLocks noGrp="1"/>
            </p:cNvSpPr>
            <p:nvPr/>
          </p:nvSpPr>
          <p:spPr>
            <a:xfrm>
              <a:off x="5110163" y="6563678"/>
              <a:ext cx="36195" cy="36195"/>
            </a:xfrm>
            <a:prstGeom prst="ellipse">
              <a:avLst/>
            </a:prstGeom>
            <a:solidFill>
              <a:srgbClr val="D55E00"/>
            </a:solidFill>
            <a:ln w="0">
              <a:noFill/>
              <a:prstDash val="solid"/>
            </a:ln>
          </p:spPr>
        </p:sp>
        <p:sp>
          <p:nvSpPr>
            <p:cNvPr id="539" name="four:topology-swaps:line:537"/>
            <p:cNvSpPr>
              <a:spLocks noGrp="1"/>
            </p:cNvSpPr>
            <p:nvPr/>
          </p:nvSpPr>
          <p:spPr>
            <a:xfrm>
              <a:off x="4076700" y="6696075"/>
              <a:ext cx="1051560" cy="200025"/>
            </a:xfrm>
            <a:custGeom>
              <a:avLst/>
              <a:gdLst/>
              <a:ahLst/>
              <a:cxnLst/>
              <a:pathLst>
                <a:path w="1051560" h="200025">
                  <a:moveTo>
                    <a:pt x="1051560" y="0"/>
                  </a:moveTo>
                  <a:lnTo>
                    <a:pt x="0" y="200025"/>
                  </a:lnTo>
                </a:path>
              </a:pathLst>
            </a:custGeom>
            <a:noFill/>
            <a:ln w="10478">
              <a:solidFill>
                <a:srgbClr val="D55E00">
                  <a:alpha val="60000"/>
                </a:srgbClr>
              </a:solidFill>
              <a:prstDash val="solid"/>
            </a:ln>
          </p:spPr>
        </p:sp>
        <p:sp>
          <p:nvSpPr>
            <p:cNvPr id="540" name="four:topology-swaps:line:538"/>
            <p:cNvSpPr>
              <a:spLocks noGrp="1"/>
            </p:cNvSpPr>
            <p:nvPr/>
          </p:nvSpPr>
          <p:spPr>
            <a:xfrm>
              <a:off x="4625340" y="6448425"/>
              <a:ext cx="953" cy="228600"/>
            </a:xfrm>
            <a:custGeom>
              <a:avLst/>
              <a:gdLst/>
              <a:ahLst/>
              <a:cxnLst/>
              <a:pathLst>
                <a:path w="953" h="228600">
                  <a:moveTo>
                    <a:pt x="0" y="4405"/>
                  </a:moveTo>
                  <a:lnTo>
                    <a:pt x="0" y="228600"/>
                  </a:lnTo>
                </a:path>
              </a:pathLst>
            </a:custGeom>
            <a:noFill/>
            <a:ln w="13335">
              <a:solidFill>
                <a:srgbClr val="009E73"/>
              </a:solidFill>
              <a:prstDash val="dash"/>
            </a:ln>
          </p:spPr>
        </p:sp>
        <p:sp>
          <p:nvSpPr>
            <p:cNvPr id="541" name="four:topology-swaps:line:539"/>
            <p:cNvSpPr>
              <a:spLocks noGrp="1"/>
            </p:cNvSpPr>
            <p:nvPr/>
          </p:nvSpPr>
          <p:spPr>
            <a:xfrm>
              <a:off x="4596765" y="6486525"/>
              <a:ext cx="57150" cy="953"/>
            </a:xfrm>
            <a:custGeom>
              <a:avLst/>
              <a:gdLst/>
              <a:ahLst/>
              <a:cxnLst/>
              <a:pathLst>
                <a:path w="57150" h="953">
                  <a:moveTo>
                    <a:pt x="0" y="0"/>
                  </a:moveTo>
                  <a:lnTo>
                    <a:pt x="57150" y="0"/>
                  </a:lnTo>
                </a:path>
              </a:pathLst>
            </a:custGeom>
            <a:noFill/>
            <a:ln w="14288">
              <a:solidFill>
                <a:srgbClr val="009E73"/>
              </a:solidFill>
              <a:prstDash val="solid"/>
            </a:ln>
          </p:spPr>
        </p:sp>
        <p:sp>
          <p:nvSpPr>
            <p:cNvPr id="542" name="four:topology-swaps:regular-node:540"/>
            <p:cNvSpPr>
              <a:spLocks noGrp="1"/>
            </p:cNvSpPr>
            <p:nvPr/>
          </p:nvSpPr>
          <p:spPr>
            <a:xfrm>
              <a:off x="4607243" y="6563678"/>
              <a:ext cx="36195" cy="36195"/>
            </a:xfrm>
            <a:prstGeom prst="ellipse">
              <a:avLst/>
            </a:prstGeom>
            <a:solidFill>
              <a:srgbClr val="009E73"/>
            </a:solidFill>
            <a:ln w="0">
              <a:noFill/>
              <a:prstDash val="solid"/>
            </a:ln>
          </p:spPr>
        </p:sp>
        <p:sp>
          <p:nvSpPr>
            <p:cNvPr id="543" name="four:topology-swaps:line:541"/>
            <p:cNvSpPr>
              <a:spLocks noGrp="1"/>
            </p:cNvSpPr>
            <p:nvPr/>
          </p:nvSpPr>
          <p:spPr>
            <a:xfrm>
              <a:off x="4533900" y="6696075"/>
              <a:ext cx="91440" cy="200025"/>
            </a:xfrm>
            <a:custGeom>
              <a:avLst/>
              <a:gdLst/>
              <a:ahLst/>
              <a:cxnLst/>
              <a:pathLst>
                <a:path w="91440" h="200025">
                  <a:moveTo>
                    <a:pt x="91440" y="0"/>
                  </a:moveTo>
                  <a:lnTo>
                    <a:pt x="0" y="200025"/>
                  </a:lnTo>
                </a:path>
              </a:pathLst>
            </a:custGeom>
            <a:noFill/>
            <a:ln w="10478">
              <a:solidFill>
                <a:srgbClr val="009E73">
                  <a:alpha val="60000"/>
                </a:srgbClr>
              </a:solidFill>
              <a:prstDash val="solid"/>
            </a:ln>
          </p:spPr>
        </p:sp>
        <p:sp>
          <p:nvSpPr>
            <p:cNvPr id="544" name="four:topology-swaps:line:542"/>
            <p:cNvSpPr>
              <a:spLocks noGrp="1"/>
            </p:cNvSpPr>
            <p:nvPr/>
          </p:nvSpPr>
          <p:spPr>
            <a:xfrm>
              <a:off x="3619500" y="6448425"/>
              <a:ext cx="953" cy="228600"/>
            </a:xfrm>
            <a:custGeom>
              <a:avLst/>
              <a:gdLst/>
              <a:ahLst/>
              <a:cxnLst/>
              <a:pathLst>
                <a:path w="953" h="228600">
                  <a:moveTo>
                    <a:pt x="0" y="4405"/>
                  </a:moveTo>
                  <a:lnTo>
                    <a:pt x="0" y="228600"/>
                  </a:lnTo>
                </a:path>
              </a:pathLst>
            </a:custGeom>
            <a:noFill/>
            <a:ln w="13335">
              <a:solidFill>
                <a:srgbClr val="CC79A7"/>
              </a:solidFill>
              <a:prstDash val="dash"/>
            </a:ln>
          </p:spPr>
        </p:sp>
        <p:sp>
          <p:nvSpPr>
            <p:cNvPr id="545" name="four:topology-swaps:line:543"/>
            <p:cNvSpPr>
              <a:spLocks noGrp="1"/>
            </p:cNvSpPr>
            <p:nvPr/>
          </p:nvSpPr>
          <p:spPr>
            <a:xfrm>
              <a:off x="3590925" y="6486525"/>
              <a:ext cx="57150" cy="953"/>
            </a:xfrm>
            <a:custGeom>
              <a:avLst/>
              <a:gdLst/>
              <a:ahLst/>
              <a:cxnLst/>
              <a:pathLst>
                <a:path w="57150" h="953">
                  <a:moveTo>
                    <a:pt x="0" y="0"/>
                  </a:moveTo>
                  <a:lnTo>
                    <a:pt x="57150" y="0"/>
                  </a:lnTo>
                </a:path>
              </a:pathLst>
            </a:custGeom>
            <a:noFill/>
            <a:ln w="14288">
              <a:solidFill>
                <a:srgbClr val="CC79A7"/>
              </a:solidFill>
              <a:prstDash val="solid"/>
            </a:ln>
          </p:spPr>
        </p:sp>
        <p:sp>
          <p:nvSpPr>
            <p:cNvPr id="546" name="four:topology-swaps:regular-node:544"/>
            <p:cNvSpPr>
              <a:spLocks noGrp="1"/>
            </p:cNvSpPr>
            <p:nvPr/>
          </p:nvSpPr>
          <p:spPr>
            <a:xfrm>
              <a:off x="3601403" y="6563678"/>
              <a:ext cx="36195" cy="36195"/>
            </a:xfrm>
            <a:prstGeom prst="ellipse">
              <a:avLst/>
            </a:prstGeom>
            <a:solidFill>
              <a:srgbClr val="CC79A7"/>
            </a:solidFill>
            <a:ln w="0">
              <a:noFill/>
              <a:prstDash val="solid"/>
            </a:ln>
          </p:spPr>
        </p:sp>
        <p:sp>
          <p:nvSpPr>
            <p:cNvPr id="547" name="four:topology-swaps:line:545"/>
            <p:cNvSpPr>
              <a:spLocks noGrp="1"/>
            </p:cNvSpPr>
            <p:nvPr/>
          </p:nvSpPr>
          <p:spPr>
            <a:xfrm>
              <a:off x="3619500" y="6696075"/>
              <a:ext cx="1371600" cy="200025"/>
            </a:xfrm>
            <a:custGeom>
              <a:avLst/>
              <a:gdLst/>
              <a:ahLst/>
              <a:cxnLst/>
              <a:pathLst>
                <a:path w="1371600" h="200025">
                  <a:moveTo>
                    <a:pt x="0" y="0"/>
                  </a:moveTo>
                  <a:lnTo>
                    <a:pt x="1371600" y="200025"/>
                  </a:lnTo>
                </a:path>
              </a:pathLst>
            </a:custGeom>
            <a:noFill/>
            <a:ln w="10478">
              <a:solidFill>
                <a:srgbClr val="CC79A7">
                  <a:alpha val="60000"/>
                </a:srgbClr>
              </a:solidFill>
              <a:prstDash val="solid"/>
            </a:ln>
          </p:spPr>
        </p:sp>
        <p:sp>
          <p:nvSpPr>
            <p:cNvPr id="548" name="four:topology-swaps:line:546"/>
            <p:cNvSpPr>
              <a:spLocks noGrp="1"/>
            </p:cNvSpPr>
            <p:nvPr/>
          </p:nvSpPr>
          <p:spPr>
            <a:xfrm>
              <a:off x="3505200" y="7010400"/>
              <a:ext cx="1733550" cy="953"/>
            </a:xfrm>
            <a:custGeom>
              <a:avLst/>
              <a:gdLst/>
              <a:ahLst/>
              <a:cxnLst/>
              <a:pathLst>
                <a:path w="1733550" h="953">
                  <a:moveTo>
                    <a:pt x="0" y="0"/>
                  </a:moveTo>
                  <a:lnTo>
                    <a:pt x="1733550" y="0"/>
                  </a:lnTo>
                </a:path>
              </a:pathLst>
            </a:custGeom>
            <a:noFill/>
            <a:ln w="12383">
              <a:solidFill>
                <a:srgbClr val="263238"/>
              </a:solidFill>
              <a:prstDash val="solid"/>
            </a:ln>
          </p:spPr>
        </p:sp>
        <p:sp>
          <p:nvSpPr>
            <p:cNvPr id="549" name="four:topology-swaps:polygon:547"/>
            <p:cNvSpPr>
              <a:spLocks noGrp="1"/>
            </p:cNvSpPr>
            <p:nvPr/>
          </p:nvSpPr>
          <p:spPr>
            <a:xfrm>
              <a:off x="5181600" y="6985826"/>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50" name="four:topology-swaps:textbox:548"/>
            <p:cNvSpPr>
              <a:spLocks noGrp="1"/>
            </p:cNvSpPr>
            <p:nvPr/>
          </p:nvSpPr>
          <p:spPr>
            <a:xfrm>
              <a:off x="3324225" y="6819900"/>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51" name="four:topology-swaps:interval-A:549"/>
            <p:cNvSpPr>
              <a:spLocks noGrp="1"/>
            </p:cNvSpPr>
            <p:nvPr/>
          </p:nvSpPr>
          <p:spPr>
            <a:xfrm>
              <a:off x="3528060" y="6905625"/>
              <a:ext cx="182880" cy="209550"/>
            </a:xfrm>
            <a:prstGeom prst="rect">
              <a:avLst/>
            </a:prstGeom>
            <a:solidFill>
              <a:srgbClr val="0072B2"/>
            </a:solidFill>
            <a:ln w="7620">
              <a:solidFill>
                <a:srgbClr val="263238"/>
              </a:solidFill>
              <a:prstDash val="solid"/>
            </a:ln>
          </p:spPr>
        </p:sp>
        <p:sp>
          <p:nvSpPr>
            <p:cNvPr id="552" name="four:topology-swaps:regular-node:550"/>
            <p:cNvSpPr>
              <a:spLocks noGrp="1"/>
            </p:cNvSpPr>
            <p:nvPr/>
          </p:nvSpPr>
          <p:spPr>
            <a:xfrm>
              <a:off x="3599498" y="6990398"/>
              <a:ext cx="40005" cy="40005"/>
            </a:xfrm>
            <a:prstGeom prst="ellipse">
              <a:avLst/>
            </a:prstGeom>
            <a:solidFill>
              <a:srgbClr val="263238"/>
            </a:solidFill>
            <a:ln w="0">
              <a:noFill/>
              <a:prstDash val="solid"/>
            </a:ln>
          </p:spPr>
        </p:sp>
        <p:sp>
          <p:nvSpPr>
            <p:cNvPr id="553" name="four:topology-swaps:interval-C:551"/>
            <p:cNvSpPr>
              <a:spLocks noGrp="1"/>
            </p:cNvSpPr>
            <p:nvPr/>
          </p:nvSpPr>
          <p:spPr>
            <a:xfrm>
              <a:off x="3985260" y="6905625"/>
              <a:ext cx="182880" cy="209550"/>
            </a:xfrm>
            <a:prstGeom prst="rect">
              <a:avLst/>
            </a:prstGeom>
            <a:solidFill>
              <a:srgbClr val="D55E00"/>
            </a:solidFill>
            <a:ln w="7620">
              <a:solidFill>
                <a:srgbClr val="263238"/>
              </a:solidFill>
              <a:prstDash val="solid"/>
            </a:ln>
          </p:spPr>
        </p:sp>
        <p:sp>
          <p:nvSpPr>
            <p:cNvPr id="554" name="four:topology-swaps:regular-node:552"/>
            <p:cNvSpPr>
              <a:spLocks noGrp="1"/>
            </p:cNvSpPr>
            <p:nvPr/>
          </p:nvSpPr>
          <p:spPr>
            <a:xfrm>
              <a:off x="4056698" y="6990398"/>
              <a:ext cx="40005" cy="40005"/>
            </a:xfrm>
            <a:prstGeom prst="ellipse">
              <a:avLst/>
            </a:prstGeom>
            <a:solidFill>
              <a:srgbClr val="263238"/>
            </a:solidFill>
            <a:ln w="0">
              <a:noFill/>
              <a:prstDash val="solid"/>
            </a:ln>
          </p:spPr>
        </p:sp>
        <p:sp>
          <p:nvSpPr>
            <p:cNvPr id="555" name="four:topology-swaps:interval-D:553"/>
            <p:cNvSpPr>
              <a:spLocks noGrp="1"/>
            </p:cNvSpPr>
            <p:nvPr/>
          </p:nvSpPr>
          <p:spPr>
            <a:xfrm>
              <a:off x="4442460" y="6905625"/>
              <a:ext cx="182880" cy="209550"/>
            </a:xfrm>
            <a:prstGeom prst="rect">
              <a:avLst/>
            </a:prstGeom>
            <a:solidFill>
              <a:srgbClr val="009E73"/>
            </a:solidFill>
            <a:ln w="7620">
              <a:solidFill>
                <a:srgbClr val="263238"/>
              </a:solidFill>
              <a:prstDash val="solid"/>
            </a:ln>
          </p:spPr>
        </p:sp>
        <p:sp>
          <p:nvSpPr>
            <p:cNvPr id="556" name="four:topology-swaps:regular-node:554"/>
            <p:cNvSpPr>
              <a:spLocks noGrp="1"/>
            </p:cNvSpPr>
            <p:nvPr/>
          </p:nvSpPr>
          <p:spPr>
            <a:xfrm>
              <a:off x="4513898" y="6990398"/>
              <a:ext cx="40005" cy="40005"/>
            </a:xfrm>
            <a:prstGeom prst="ellipse">
              <a:avLst/>
            </a:prstGeom>
            <a:solidFill>
              <a:srgbClr val="263238"/>
            </a:solidFill>
            <a:ln w="0">
              <a:noFill/>
              <a:prstDash val="solid"/>
            </a:ln>
          </p:spPr>
        </p:sp>
        <p:sp>
          <p:nvSpPr>
            <p:cNvPr id="557" name="four:topology-swaps:interval-B:555"/>
            <p:cNvSpPr>
              <a:spLocks noGrp="1"/>
            </p:cNvSpPr>
            <p:nvPr/>
          </p:nvSpPr>
          <p:spPr>
            <a:xfrm>
              <a:off x="4899660" y="6905625"/>
              <a:ext cx="182880" cy="209550"/>
            </a:xfrm>
            <a:prstGeom prst="rect">
              <a:avLst/>
            </a:prstGeom>
            <a:solidFill>
              <a:srgbClr val="CC79A7"/>
            </a:solidFill>
            <a:ln w="7620">
              <a:solidFill>
                <a:srgbClr val="263238"/>
              </a:solidFill>
              <a:prstDash val="solid"/>
            </a:ln>
          </p:spPr>
        </p:sp>
        <p:sp>
          <p:nvSpPr>
            <p:cNvPr id="558" name="four:topology-swaps:regular-node:556"/>
            <p:cNvSpPr>
              <a:spLocks noGrp="1"/>
            </p:cNvSpPr>
            <p:nvPr/>
          </p:nvSpPr>
          <p:spPr>
            <a:xfrm>
              <a:off x="4971098" y="6990398"/>
              <a:ext cx="40005" cy="40005"/>
            </a:xfrm>
            <a:prstGeom prst="ellipse">
              <a:avLst/>
            </a:prstGeom>
            <a:solidFill>
              <a:srgbClr val="263238"/>
            </a:solidFill>
            <a:ln w="0">
              <a:noFill/>
              <a:prstDash val="solid"/>
            </a:ln>
          </p:spPr>
        </p:sp>
        <p:sp>
          <p:nvSpPr>
            <p:cNvPr id="559" name="four:topology-swaps:line:557"/>
            <p:cNvSpPr>
              <a:spLocks noGrp="1"/>
            </p:cNvSpPr>
            <p:nvPr/>
          </p:nvSpPr>
          <p:spPr>
            <a:xfrm>
              <a:off x="3619500" y="6696075"/>
              <a:ext cx="953" cy="171450"/>
            </a:xfrm>
            <a:custGeom>
              <a:avLst/>
              <a:gdLst/>
              <a:ahLst/>
              <a:cxnLst/>
              <a:pathLst>
                <a:path w="953" h="171450">
                  <a:moveTo>
                    <a:pt x="0" y="0"/>
                  </a:moveTo>
                  <a:lnTo>
                    <a:pt x="0" y="171450"/>
                  </a:lnTo>
                </a:path>
              </a:pathLst>
            </a:custGeom>
            <a:noFill/>
            <a:ln w="9525">
              <a:solidFill>
                <a:srgbClr val="CC79A7">
                  <a:alpha val="85000"/>
                </a:srgbClr>
              </a:solidFill>
              <a:prstDash val="dash"/>
            </a:ln>
          </p:spPr>
        </p:sp>
        <p:sp>
          <p:nvSpPr>
            <p:cNvPr id="560" name="four:topology-swaps:line:558"/>
            <p:cNvSpPr>
              <a:spLocks noGrp="1"/>
            </p:cNvSpPr>
            <p:nvPr/>
          </p:nvSpPr>
          <p:spPr>
            <a:xfrm>
              <a:off x="3619500" y="7153275"/>
              <a:ext cx="953" cy="266700"/>
            </a:xfrm>
            <a:custGeom>
              <a:avLst/>
              <a:gdLst/>
              <a:ahLst/>
              <a:cxnLst/>
              <a:pathLst>
                <a:path w="953" h="266700">
                  <a:moveTo>
                    <a:pt x="0" y="0"/>
                  </a:moveTo>
                  <a:lnTo>
                    <a:pt x="0" y="266700"/>
                  </a:lnTo>
                </a:path>
              </a:pathLst>
            </a:custGeom>
            <a:noFill/>
            <a:ln w="9525">
              <a:solidFill>
                <a:srgbClr val="CC79A7">
                  <a:alpha val="85000"/>
                </a:srgbClr>
              </a:solidFill>
              <a:prstDash val="dash"/>
            </a:ln>
          </p:spPr>
        </p:sp>
        <p:sp>
          <p:nvSpPr>
            <p:cNvPr id="561" name="four:topology-swaps:line:559"/>
            <p:cNvSpPr>
              <a:spLocks noGrp="1"/>
            </p:cNvSpPr>
            <p:nvPr/>
          </p:nvSpPr>
          <p:spPr>
            <a:xfrm>
              <a:off x="4991100" y="7124700"/>
              <a:ext cx="953" cy="295275"/>
            </a:xfrm>
            <a:custGeom>
              <a:avLst/>
              <a:gdLst/>
              <a:ahLst/>
              <a:cxnLst/>
              <a:pathLst>
                <a:path w="953" h="295275">
                  <a:moveTo>
                    <a:pt x="0" y="0"/>
                  </a:moveTo>
                  <a:lnTo>
                    <a:pt x="0" y="295275"/>
                  </a:lnTo>
                </a:path>
              </a:pathLst>
            </a:custGeom>
            <a:noFill/>
            <a:ln w="9525">
              <a:solidFill>
                <a:srgbClr val="CC79A7"/>
              </a:solidFill>
              <a:prstDash val="solid"/>
            </a:ln>
          </p:spPr>
        </p:sp>
        <p:sp>
          <p:nvSpPr>
            <p:cNvPr id="562" name="four:topology-swaps:line:560"/>
            <p:cNvSpPr>
              <a:spLocks noGrp="1"/>
            </p:cNvSpPr>
            <p:nvPr/>
          </p:nvSpPr>
          <p:spPr>
            <a:xfrm>
              <a:off x="3619500" y="7419975"/>
              <a:ext cx="1371600" cy="953"/>
            </a:xfrm>
            <a:custGeom>
              <a:avLst/>
              <a:gdLst/>
              <a:ahLst/>
              <a:cxnLst/>
              <a:pathLst>
                <a:path w="1371600" h="953">
                  <a:moveTo>
                    <a:pt x="0" y="0"/>
                  </a:moveTo>
                  <a:lnTo>
                    <a:pt x="1371600" y="0"/>
                  </a:lnTo>
                </a:path>
              </a:pathLst>
            </a:custGeom>
            <a:noFill/>
            <a:ln w="17145">
              <a:solidFill>
                <a:srgbClr val="CC79A7"/>
              </a:solidFill>
              <a:prstDash val="solid"/>
            </a:ln>
          </p:spPr>
        </p:sp>
        <p:sp>
          <p:nvSpPr>
            <p:cNvPr id="563" name="four:topology-swaps:polygon:561"/>
            <p:cNvSpPr>
              <a:spLocks noGrp="1"/>
            </p:cNvSpPr>
            <p:nvPr/>
          </p:nvSpPr>
          <p:spPr>
            <a:xfrm>
              <a:off x="4933950" y="73954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564" name="four:topology-swaps:polygon:562"/>
            <p:cNvSpPr>
              <a:spLocks noGrp="1"/>
            </p:cNvSpPr>
            <p:nvPr/>
          </p:nvSpPr>
          <p:spPr>
            <a:xfrm>
              <a:off x="3619500" y="73954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565" name="four:topology-swaps:textbox:563"/>
            <p:cNvSpPr>
              <a:spLocks noGrp="1"/>
            </p:cNvSpPr>
            <p:nvPr/>
          </p:nvSpPr>
          <p:spPr>
            <a:xfrm>
              <a:off x="3876675" y="7086600"/>
              <a:ext cx="857250" cy="342900"/>
            </a:xfrm>
            <a:prstGeom prst="rect">
              <a:avLst/>
            </a:prstGeom>
            <a:noFill/>
            <a:ln w="0">
              <a:noFill/>
              <a:prstDash val="solid"/>
            </a:ln>
          </p:spPr>
          <p:txBody>
            <a:bodyPr wrap="none" lIns="0" tIns="0" rIns="0" bIns="0" anchor="ctr">
              <a:normAutofit/>
            </a:bodyPr>
            <a:lstStyle>
              <a:defPPr algn="ctr">
                <a:defRPr sz="1800" b="0">
                  <a:solidFill>
                    <a:srgbClr val="CC79A7"/>
                  </a:solidFill>
                  <a:latin typeface="Arial" panose="020B0604020202090204"/>
                  <a:ea typeface="Arial" panose="020B0604020202090204"/>
                  <a:cs typeface="Arial" panose="020B0604020202090204"/>
                </a:defRPr>
              </a:defPPr>
            </a:lstStyle>
            <a:p>
              <a:pPr algn="ctr">
                <a:defRPr sz="1800" b="0">
                  <a:solidFill>
                    <a:srgbClr val="CC79A7"/>
                  </a:solidFill>
                  <a:latin typeface="Arial" panose="020B0604020202090204"/>
                  <a:ea typeface="Arial" panose="020B0604020202090204"/>
                  <a:cs typeface="Arial" panose="020B0604020202090204"/>
                </a:defRPr>
              </a:pPr>
              <a:r>
                <a:rPr sz="1800" b="0">
                  <a:solidFill>
                    <a:srgbClr val="CC79A7"/>
                  </a:solidFill>
                  <a:latin typeface="Arial" panose="020B0604020202090204"/>
                  <a:ea typeface="Arial" panose="020B0604020202090204"/>
                  <a:cs typeface="Arial" panose="020B0604020202090204"/>
                </a:rPr>
                <a:t>τ(π)</a:t>
              </a:r>
              <a:endParaRPr sz="1800" b="0">
                <a:solidFill>
                  <a:srgbClr val="CC79A7"/>
                </a:solidFill>
                <a:latin typeface="Arial" panose="020B0604020202090204"/>
                <a:ea typeface="Arial" panose="020B0604020202090204"/>
                <a:cs typeface="Arial" panose="020B0604020202090204"/>
              </a:endParaRPr>
            </a:p>
          </p:txBody>
        </p:sp>
        <p:sp>
          <p:nvSpPr>
            <p:cNvPr id="566" name="four:topology-swaps:line:564"/>
            <p:cNvSpPr>
              <a:spLocks noGrp="1"/>
            </p:cNvSpPr>
            <p:nvPr/>
          </p:nvSpPr>
          <p:spPr>
            <a:xfrm>
              <a:off x="5953125" y="6581775"/>
              <a:ext cx="1733550" cy="953"/>
            </a:xfrm>
            <a:custGeom>
              <a:avLst/>
              <a:gdLst/>
              <a:ahLst/>
              <a:cxnLst/>
              <a:pathLst>
                <a:path w="1733550" h="953">
                  <a:moveTo>
                    <a:pt x="0" y="0"/>
                  </a:moveTo>
                  <a:lnTo>
                    <a:pt x="1733550" y="0"/>
                  </a:lnTo>
                </a:path>
              </a:pathLst>
            </a:custGeom>
            <a:noFill/>
            <a:ln w="10478">
              <a:solidFill>
                <a:srgbClr val="263238"/>
              </a:solidFill>
              <a:prstDash val="dash"/>
            </a:ln>
          </p:spPr>
        </p:sp>
        <p:sp>
          <p:nvSpPr>
            <p:cNvPr id="567" name="four:topology-swaps:polygon:565"/>
            <p:cNvSpPr>
              <a:spLocks noGrp="1"/>
            </p:cNvSpPr>
            <p:nvPr/>
          </p:nvSpPr>
          <p:spPr>
            <a:xfrm>
              <a:off x="7629525" y="6557201"/>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68" name="four:topology-swaps:textbox:566"/>
            <p:cNvSpPr>
              <a:spLocks noGrp="1"/>
            </p:cNvSpPr>
            <p:nvPr/>
          </p:nvSpPr>
          <p:spPr>
            <a:xfrm>
              <a:off x="5772150" y="639127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69" name="four:topology-swaps:line:567"/>
            <p:cNvSpPr>
              <a:spLocks noGrp="1"/>
            </p:cNvSpPr>
            <p:nvPr/>
          </p:nvSpPr>
          <p:spPr>
            <a:xfrm>
              <a:off x="6067425" y="6448425"/>
              <a:ext cx="953" cy="228600"/>
            </a:xfrm>
            <a:custGeom>
              <a:avLst/>
              <a:gdLst/>
              <a:ahLst/>
              <a:cxnLst/>
              <a:pathLst>
                <a:path w="953" h="228600">
                  <a:moveTo>
                    <a:pt x="0" y="4405"/>
                  </a:moveTo>
                  <a:lnTo>
                    <a:pt x="0" y="228600"/>
                  </a:lnTo>
                </a:path>
              </a:pathLst>
            </a:custGeom>
            <a:noFill/>
            <a:ln w="13335">
              <a:solidFill>
                <a:srgbClr val="0072B2"/>
              </a:solidFill>
              <a:prstDash val="dash"/>
            </a:ln>
          </p:spPr>
        </p:sp>
        <p:sp>
          <p:nvSpPr>
            <p:cNvPr id="570" name="four:topology-swaps:line:568"/>
            <p:cNvSpPr>
              <a:spLocks noGrp="1"/>
            </p:cNvSpPr>
            <p:nvPr/>
          </p:nvSpPr>
          <p:spPr>
            <a:xfrm>
              <a:off x="6038850" y="6486525"/>
              <a:ext cx="57150" cy="953"/>
            </a:xfrm>
            <a:custGeom>
              <a:avLst/>
              <a:gdLst/>
              <a:ahLst/>
              <a:cxnLst/>
              <a:pathLst>
                <a:path w="57150" h="953">
                  <a:moveTo>
                    <a:pt x="0" y="0"/>
                  </a:moveTo>
                  <a:lnTo>
                    <a:pt x="57150" y="0"/>
                  </a:lnTo>
                </a:path>
              </a:pathLst>
            </a:custGeom>
            <a:noFill/>
            <a:ln w="14288">
              <a:solidFill>
                <a:srgbClr val="0072B2"/>
              </a:solidFill>
              <a:prstDash val="solid"/>
            </a:ln>
          </p:spPr>
        </p:sp>
        <p:sp>
          <p:nvSpPr>
            <p:cNvPr id="571" name="four:topology-swaps:regular-node:569"/>
            <p:cNvSpPr>
              <a:spLocks noGrp="1"/>
            </p:cNvSpPr>
            <p:nvPr/>
          </p:nvSpPr>
          <p:spPr>
            <a:xfrm>
              <a:off x="6049328" y="6563678"/>
              <a:ext cx="36195" cy="36195"/>
            </a:xfrm>
            <a:prstGeom prst="ellipse">
              <a:avLst/>
            </a:prstGeom>
            <a:solidFill>
              <a:srgbClr val="0072B2"/>
            </a:solidFill>
            <a:ln w="0">
              <a:noFill/>
              <a:prstDash val="solid"/>
            </a:ln>
          </p:spPr>
        </p:sp>
        <p:sp>
          <p:nvSpPr>
            <p:cNvPr id="572" name="four:topology-swaps:line:570"/>
            <p:cNvSpPr>
              <a:spLocks noGrp="1"/>
            </p:cNvSpPr>
            <p:nvPr/>
          </p:nvSpPr>
          <p:spPr>
            <a:xfrm>
              <a:off x="6067425" y="6696075"/>
              <a:ext cx="953" cy="200025"/>
            </a:xfrm>
            <a:custGeom>
              <a:avLst/>
              <a:gdLst/>
              <a:ahLst/>
              <a:cxnLst/>
              <a:pathLst>
                <a:path w="953" h="200025">
                  <a:moveTo>
                    <a:pt x="0" y="0"/>
                  </a:moveTo>
                  <a:lnTo>
                    <a:pt x="0" y="200025"/>
                  </a:lnTo>
                </a:path>
              </a:pathLst>
            </a:custGeom>
            <a:noFill/>
            <a:ln w="10478">
              <a:solidFill>
                <a:srgbClr val="0072B2">
                  <a:alpha val="60000"/>
                </a:srgbClr>
              </a:solidFill>
              <a:prstDash val="solid"/>
            </a:ln>
          </p:spPr>
        </p:sp>
        <p:sp>
          <p:nvSpPr>
            <p:cNvPr id="573" name="four:topology-swaps:line:571"/>
            <p:cNvSpPr>
              <a:spLocks noGrp="1"/>
            </p:cNvSpPr>
            <p:nvPr/>
          </p:nvSpPr>
          <p:spPr>
            <a:xfrm>
              <a:off x="7073265" y="6448425"/>
              <a:ext cx="953" cy="228600"/>
            </a:xfrm>
            <a:custGeom>
              <a:avLst/>
              <a:gdLst/>
              <a:ahLst/>
              <a:cxnLst/>
              <a:pathLst>
                <a:path w="953" h="228600">
                  <a:moveTo>
                    <a:pt x="0" y="4405"/>
                  </a:moveTo>
                  <a:lnTo>
                    <a:pt x="0" y="228600"/>
                  </a:lnTo>
                </a:path>
              </a:pathLst>
            </a:custGeom>
            <a:noFill/>
            <a:ln w="13335">
              <a:solidFill>
                <a:srgbClr val="D55E00"/>
              </a:solidFill>
              <a:prstDash val="dash"/>
            </a:ln>
          </p:spPr>
        </p:sp>
        <p:sp>
          <p:nvSpPr>
            <p:cNvPr id="574" name="four:topology-swaps:line:572"/>
            <p:cNvSpPr>
              <a:spLocks noGrp="1"/>
            </p:cNvSpPr>
            <p:nvPr/>
          </p:nvSpPr>
          <p:spPr>
            <a:xfrm>
              <a:off x="7044690" y="6486525"/>
              <a:ext cx="57150" cy="953"/>
            </a:xfrm>
            <a:custGeom>
              <a:avLst/>
              <a:gdLst/>
              <a:ahLst/>
              <a:cxnLst/>
              <a:pathLst>
                <a:path w="57150" h="953">
                  <a:moveTo>
                    <a:pt x="0" y="0"/>
                  </a:moveTo>
                  <a:lnTo>
                    <a:pt x="57150" y="0"/>
                  </a:lnTo>
                </a:path>
              </a:pathLst>
            </a:custGeom>
            <a:noFill/>
            <a:ln w="14288">
              <a:solidFill>
                <a:srgbClr val="D55E00"/>
              </a:solidFill>
              <a:prstDash val="solid"/>
            </a:ln>
          </p:spPr>
        </p:sp>
        <p:sp>
          <p:nvSpPr>
            <p:cNvPr id="575" name="four:topology-swaps:regular-node:573"/>
            <p:cNvSpPr>
              <a:spLocks noGrp="1"/>
            </p:cNvSpPr>
            <p:nvPr/>
          </p:nvSpPr>
          <p:spPr>
            <a:xfrm>
              <a:off x="7055168" y="6563678"/>
              <a:ext cx="36195" cy="36195"/>
            </a:xfrm>
            <a:prstGeom prst="ellipse">
              <a:avLst/>
            </a:prstGeom>
            <a:solidFill>
              <a:srgbClr val="D55E00"/>
            </a:solidFill>
            <a:ln w="0">
              <a:noFill/>
              <a:prstDash val="solid"/>
            </a:ln>
          </p:spPr>
        </p:sp>
        <p:sp>
          <p:nvSpPr>
            <p:cNvPr id="576" name="four:topology-swaps:line:574"/>
            <p:cNvSpPr>
              <a:spLocks noGrp="1"/>
            </p:cNvSpPr>
            <p:nvPr/>
          </p:nvSpPr>
          <p:spPr>
            <a:xfrm>
              <a:off x="6524625" y="6696075"/>
              <a:ext cx="548640" cy="200025"/>
            </a:xfrm>
            <a:custGeom>
              <a:avLst/>
              <a:gdLst/>
              <a:ahLst/>
              <a:cxnLst/>
              <a:pathLst>
                <a:path w="548640" h="200025">
                  <a:moveTo>
                    <a:pt x="548640" y="0"/>
                  </a:moveTo>
                  <a:lnTo>
                    <a:pt x="0" y="200025"/>
                  </a:lnTo>
                </a:path>
              </a:pathLst>
            </a:custGeom>
            <a:noFill/>
            <a:ln w="10478">
              <a:solidFill>
                <a:srgbClr val="D55E00">
                  <a:alpha val="60000"/>
                </a:srgbClr>
              </a:solidFill>
              <a:prstDash val="solid"/>
            </a:ln>
          </p:spPr>
        </p:sp>
        <p:sp>
          <p:nvSpPr>
            <p:cNvPr id="577" name="four:topology-swaps:line:575"/>
            <p:cNvSpPr>
              <a:spLocks noGrp="1"/>
            </p:cNvSpPr>
            <p:nvPr/>
          </p:nvSpPr>
          <p:spPr>
            <a:xfrm>
              <a:off x="7576185" y="6448425"/>
              <a:ext cx="953" cy="228600"/>
            </a:xfrm>
            <a:custGeom>
              <a:avLst/>
              <a:gdLst/>
              <a:ahLst/>
              <a:cxnLst/>
              <a:pathLst>
                <a:path w="953" h="228600">
                  <a:moveTo>
                    <a:pt x="0" y="4405"/>
                  </a:moveTo>
                  <a:lnTo>
                    <a:pt x="0" y="228600"/>
                  </a:lnTo>
                </a:path>
              </a:pathLst>
            </a:custGeom>
            <a:noFill/>
            <a:ln w="13335">
              <a:solidFill>
                <a:srgbClr val="009E73"/>
              </a:solidFill>
              <a:prstDash val="dash"/>
            </a:ln>
          </p:spPr>
        </p:sp>
        <p:sp>
          <p:nvSpPr>
            <p:cNvPr id="578" name="four:topology-swaps:line:576"/>
            <p:cNvSpPr>
              <a:spLocks noGrp="1"/>
            </p:cNvSpPr>
            <p:nvPr/>
          </p:nvSpPr>
          <p:spPr>
            <a:xfrm>
              <a:off x="7547610" y="6486525"/>
              <a:ext cx="57150" cy="953"/>
            </a:xfrm>
            <a:custGeom>
              <a:avLst/>
              <a:gdLst/>
              <a:ahLst/>
              <a:cxnLst/>
              <a:pathLst>
                <a:path w="57150" h="953">
                  <a:moveTo>
                    <a:pt x="0" y="0"/>
                  </a:moveTo>
                  <a:lnTo>
                    <a:pt x="57150" y="0"/>
                  </a:lnTo>
                </a:path>
              </a:pathLst>
            </a:custGeom>
            <a:noFill/>
            <a:ln w="14288">
              <a:solidFill>
                <a:srgbClr val="009E73"/>
              </a:solidFill>
              <a:prstDash val="solid"/>
            </a:ln>
          </p:spPr>
        </p:sp>
        <p:sp>
          <p:nvSpPr>
            <p:cNvPr id="579" name="four:topology-swaps:regular-node:577"/>
            <p:cNvSpPr>
              <a:spLocks noGrp="1"/>
            </p:cNvSpPr>
            <p:nvPr/>
          </p:nvSpPr>
          <p:spPr>
            <a:xfrm>
              <a:off x="7558088" y="6563678"/>
              <a:ext cx="36195" cy="36195"/>
            </a:xfrm>
            <a:prstGeom prst="ellipse">
              <a:avLst/>
            </a:prstGeom>
            <a:solidFill>
              <a:srgbClr val="009E73"/>
            </a:solidFill>
            <a:ln w="0">
              <a:noFill/>
              <a:prstDash val="solid"/>
            </a:ln>
          </p:spPr>
        </p:sp>
        <p:sp>
          <p:nvSpPr>
            <p:cNvPr id="580" name="four:topology-swaps:line:578"/>
            <p:cNvSpPr>
              <a:spLocks noGrp="1"/>
            </p:cNvSpPr>
            <p:nvPr/>
          </p:nvSpPr>
          <p:spPr>
            <a:xfrm>
              <a:off x="6981825" y="6696075"/>
              <a:ext cx="594360" cy="200025"/>
            </a:xfrm>
            <a:custGeom>
              <a:avLst/>
              <a:gdLst/>
              <a:ahLst/>
              <a:cxnLst/>
              <a:pathLst>
                <a:path w="594360" h="200025">
                  <a:moveTo>
                    <a:pt x="594360" y="0"/>
                  </a:moveTo>
                  <a:lnTo>
                    <a:pt x="0" y="200025"/>
                  </a:lnTo>
                </a:path>
              </a:pathLst>
            </a:custGeom>
            <a:noFill/>
            <a:ln w="10478">
              <a:solidFill>
                <a:srgbClr val="009E73">
                  <a:alpha val="60000"/>
                </a:srgbClr>
              </a:solidFill>
              <a:prstDash val="solid"/>
            </a:ln>
          </p:spPr>
        </p:sp>
        <p:sp>
          <p:nvSpPr>
            <p:cNvPr id="581" name="four:topology-swaps:line:579"/>
            <p:cNvSpPr>
              <a:spLocks noGrp="1"/>
            </p:cNvSpPr>
            <p:nvPr/>
          </p:nvSpPr>
          <p:spPr>
            <a:xfrm>
              <a:off x="6570345" y="6448425"/>
              <a:ext cx="953" cy="228600"/>
            </a:xfrm>
            <a:custGeom>
              <a:avLst/>
              <a:gdLst/>
              <a:ahLst/>
              <a:cxnLst/>
              <a:pathLst>
                <a:path w="953" h="228600">
                  <a:moveTo>
                    <a:pt x="0" y="4405"/>
                  </a:moveTo>
                  <a:lnTo>
                    <a:pt x="0" y="228600"/>
                  </a:lnTo>
                </a:path>
              </a:pathLst>
            </a:custGeom>
            <a:noFill/>
            <a:ln w="13335">
              <a:solidFill>
                <a:srgbClr val="CC79A7"/>
              </a:solidFill>
              <a:prstDash val="dash"/>
            </a:ln>
          </p:spPr>
        </p:sp>
        <p:sp>
          <p:nvSpPr>
            <p:cNvPr id="582" name="four:topology-swaps:line:580"/>
            <p:cNvSpPr>
              <a:spLocks noGrp="1"/>
            </p:cNvSpPr>
            <p:nvPr/>
          </p:nvSpPr>
          <p:spPr>
            <a:xfrm>
              <a:off x="6541770" y="6486525"/>
              <a:ext cx="57150" cy="953"/>
            </a:xfrm>
            <a:custGeom>
              <a:avLst/>
              <a:gdLst/>
              <a:ahLst/>
              <a:cxnLst/>
              <a:pathLst>
                <a:path w="57150" h="953">
                  <a:moveTo>
                    <a:pt x="0" y="0"/>
                  </a:moveTo>
                  <a:lnTo>
                    <a:pt x="57150" y="0"/>
                  </a:lnTo>
                </a:path>
              </a:pathLst>
            </a:custGeom>
            <a:noFill/>
            <a:ln w="14288">
              <a:solidFill>
                <a:srgbClr val="CC79A7"/>
              </a:solidFill>
              <a:prstDash val="solid"/>
            </a:ln>
          </p:spPr>
        </p:sp>
        <p:sp>
          <p:nvSpPr>
            <p:cNvPr id="583" name="four:topology-swaps:regular-node:581"/>
            <p:cNvSpPr>
              <a:spLocks noGrp="1"/>
            </p:cNvSpPr>
            <p:nvPr/>
          </p:nvSpPr>
          <p:spPr>
            <a:xfrm>
              <a:off x="6552248" y="6563678"/>
              <a:ext cx="36195" cy="36195"/>
            </a:xfrm>
            <a:prstGeom prst="ellipse">
              <a:avLst/>
            </a:prstGeom>
            <a:solidFill>
              <a:srgbClr val="CC79A7"/>
            </a:solidFill>
            <a:ln w="0">
              <a:noFill/>
              <a:prstDash val="solid"/>
            </a:ln>
          </p:spPr>
        </p:sp>
        <p:sp>
          <p:nvSpPr>
            <p:cNvPr id="584" name="four:topology-swaps:line:582"/>
            <p:cNvSpPr>
              <a:spLocks noGrp="1"/>
            </p:cNvSpPr>
            <p:nvPr/>
          </p:nvSpPr>
          <p:spPr>
            <a:xfrm>
              <a:off x="6570345" y="6696075"/>
              <a:ext cx="868680" cy="200025"/>
            </a:xfrm>
            <a:custGeom>
              <a:avLst/>
              <a:gdLst/>
              <a:ahLst/>
              <a:cxnLst/>
              <a:pathLst>
                <a:path w="868680" h="200025">
                  <a:moveTo>
                    <a:pt x="0" y="0"/>
                  </a:moveTo>
                  <a:lnTo>
                    <a:pt x="868680" y="200025"/>
                  </a:lnTo>
                </a:path>
              </a:pathLst>
            </a:custGeom>
            <a:noFill/>
            <a:ln w="10478">
              <a:solidFill>
                <a:srgbClr val="CC79A7">
                  <a:alpha val="60000"/>
                </a:srgbClr>
              </a:solidFill>
              <a:prstDash val="solid"/>
            </a:ln>
          </p:spPr>
        </p:sp>
        <p:sp>
          <p:nvSpPr>
            <p:cNvPr id="585" name="four:topology-swaps:line:583"/>
            <p:cNvSpPr>
              <a:spLocks noGrp="1"/>
            </p:cNvSpPr>
            <p:nvPr/>
          </p:nvSpPr>
          <p:spPr>
            <a:xfrm>
              <a:off x="5953125" y="7010400"/>
              <a:ext cx="1733550" cy="953"/>
            </a:xfrm>
            <a:custGeom>
              <a:avLst/>
              <a:gdLst/>
              <a:ahLst/>
              <a:cxnLst/>
              <a:pathLst>
                <a:path w="1733550" h="953">
                  <a:moveTo>
                    <a:pt x="0" y="0"/>
                  </a:moveTo>
                  <a:lnTo>
                    <a:pt x="1733550" y="0"/>
                  </a:lnTo>
                </a:path>
              </a:pathLst>
            </a:custGeom>
            <a:noFill/>
            <a:ln w="12383">
              <a:solidFill>
                <a:srgbClr val="263238"/>
              </a:solidFill>
              <a:prstDash val="solid"/>
            </a:ln>
          </p:spPr>
        </p:sp>
        <p:sp>
          <p:nvSpPr>
            <p:cNvPr id="586" name="four:topology-swaps:polygon:584"/>
            <p:cNvSpPr>
              <a:spLocks noGrp="1"/>
            </p:cNvSpPr>
            <p:nvPr/>
          </p:nvSpPr>
          <p:spPr>
            <a:xfrm>
              <a:off x="7629525" y="6985826"/>
              <a:ext cx="57150" cy="49149"/>
            </a:xfrm>
            <a:custGeom>
              <a:avLst/>
              <a:gdLst/>
              <a:ahLst/>
              <a:cxnLst/>
              <a:pathLst>
                <a:path w="57150" h="49149">
                  <a:moveTo>
                    <a:pt x="57150" y="24574"/>
                  </a:moveTo>
                  <a:lnTo>
                    <a:pt x="0" y="0"/>
                  </a:lnTo>
                  <a:lnTo>
                    <a:pt x="0" y="49149"/>
                  </a:lnTo>
                  <a:close/>
                </a:path>
              </a:pathLst>
            </a:custGeom>
            <a:solidFill>
              <a:srgbClr val="263238"/>
            </a:solidFill>
            <a:ln w="0">
              <a:noFill/>
              <a:prstDash val="solid"/>
            </a:ln>
          </p:spPr>
        </p:sp>
        <p:sp>
          <p:nvSpPr>
            <p:cNvPr id="587" name="four:topology-swaps:textbox:585"/>
            <p:cNvSpPr>
              <a:spLocks noGrp="1"/>
            </p:cNvSpPr>
            <p:nvPr/>
          </p:nvSpPr>
          <p:spPr>
            <a:xfrm>
              <a:off x="5772150" y="6819900"/>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588" name="four:topology-swaps:interval-A:586"/>
            <p:cNvSpPr>
              <a:spLocks noGrp="1"/>
            </p:cNvSpPr>
            <p:nvPr/>
          </p:nvSpPr>
          <p:spPr>
            <a:xfrm>
              <a:off x="5975985" y="6905625"/>
              <a:ext cx="182880" cy="209550"/>
            </a:xfrm>
            <a:prstGeom prst="rect">
              <a:avLst/>
            </a:prstGeom>
            <a:solidFill>
              <a:srgbClr val="0072B2"/>
            </a:solidFill>
            <a:ln w="7620">
              <a:solidFill>
                <a:srgbClr val="263238"/>
              </a:solidFill>
              <a:prstDash val="solid"/>
            </a:ln>
          </p:spPr>
        </p:sp>
        <p:sp>
          <p:nvSpPr>
            <p:cNvPr id="589" name="four:topology-swaps:regular-node:587"/>
            <p:cNvSpPr>
              <a:spLocks noGrp="1"/>
            </p:cNvSpPr>
            <p:nvPr/>
          </p:nvSpPr>
          <p:spPr>
            <a:xfrm>
              <a:off x="6047423" y="6990398"/>
              <a:ext cx="40005" cy="40005"/>
            </a:xfrm>
            <a:prstGeom prst="ellipse">
              <a:avLst/>
            </a:prstGeom>
            <a:solidFill>
              <a:srgbClr val="263238"/>
            </a:solidFill>
            <a:ln w="0">
              <a:noFill/>
              <a:prstDash val="solid"/>
            </a:ln>
          </p:spPr>
        </p:sp>
        <p:sp>
          <p:nvSpPr>
            <p:cNvPr id="590" name="four:topology-swaps:interval-C:588"/>
            <p:cNvSpPr>
              <a:spLocks noGrp="1"/>
            </p:cNvSpPr>
            <p:nvPr/>
          </p:nvSpPr>
          <p:spPr>
            <a:xfrm>
              <a:off x="6433185" y="6905625"/>
              <a:ext cx="182880" cy="209550"/>
            </a:xfrm>
            <a:prstGeom prst="rect">
              <a:avLst/>
            </a:prstGeom>
            <a:solidFill>
              <a:srgbClr val="D55E00"/>
            </a:solidFill>
            <a:ln w="7620">
              <a:solidFill>
                <a:srgbClr val="263238"/>
              </a:solidFill>
              <a:prstDash val="solid"/>
            </a:ln>
          </p:spPr>
        </p:sp>
        <p:sp>
          <p:nvSpPr>
            <p:cNvPr id="591" name="four:topology-swaps:regular-node:589"/>
            <p:cNvSpPr>
              <a:spLocks noGrp="1"/>
            </p:cNvSpPr>
            <p:nvPr/>
          </p:nvSpPr>
          <p:spPr>
            <a:xfrm>
              <a:off x="6504623" y="6990398"/>
              <a:ext cx="40005" cy="40005"/>
            </a:xfrm>
            <a:prstGeom prst="ellipse">
              <a:avLst/>
            </a:prstGeom>
            <a:solidFill>
              <a:srgbClr val="263238"/>
            </a:solidFill>
            <a:ln w="0">
              <a:noFill/>
              <a:prstDash val="solid"/>
            </a:ln>
          </p:spPr>
        </p:sp>
        <p:sp>
          <p:nvSpPr>
            <p:cNvPr id="592" name="four:topology-swaps:interval-D:590"/>
            <p:cNvSpPr>
              <a:spLocks noGrp="1"/>
            </p:cNvSpPr>
            <p:nvPr/>
          </p:nvSpPr>
          <p:spPr>
            <a:xfrm>
              <a:off x="6890385" y="6905625"/>
              <a:ext cx="182880" cy="209550"/>
            </a:xfrm>
            <a:prstGeom prst="rect">
              <a:avLst/>
            </a:prstGeom>
            <a:solidFill>
              <a:srgbClr val="009E73"/>
            </a:solidFill>
            <a:ln w="7620">
              <a:solidFill>
                <a:srgbClr val="263238"/>
              </a:solidFill>
              <a:prstDash val="solid"/>
            </a:ln>
          </p:spPr>
        </p:sp>
        <p:sp>
          <p:nvSpPr>
            <p:cNvPr id="593" name="four:topology-swaps:regular-node:591"/>
            <p:cNvSpPr>
              <a:spLocks noGrp="1"/>
            </p:cNvSpPr>
            <p:nvPr/>
          </p:nvSpPr>
          <p:spPr>
            <a:xfrm>
              <a:off x="6961823" y="6990398"/>
              <a:ext cx="40005" cy="40005"/>
            </a:xfrm>
            <a:prstGeom prst="ellipse">
              <a:avLst/>
            </a:prstGeom>
            <a:solidFill>
              <a:srgbClr val="263238"/>
            </a:solidFill>
            <a:ln w="0">
              <a:noFill/>
              <a:prstDash val="solid"/>
            </a:ln>
          </p:spPr>
        </p:sp>
        <p:sp>
          <p:nvSpPr>
            <p:cNvPr id="594" name="four:topology-swaps:interval-B:592"/>
            <p:cNvSpPr>
              <a:spLocks noGrp="1"/>
            </p:cNvSpPr>
            <p:nvPr/>
          </p:nvSpPr>
          <p:spPr>
            <a:xfrm>
              <a:off x="7347585" y="6905625"/>
              <a:ext cx="182880" cy="209550"/>
            </a:xfrm>
            <a:prstGeom prst="rect">
              <a:avLst/>
            </a:prstGeom>
            <a:solidFill>
              <a:srgbClr val="CC79A7"/>
            </a:solidFill>
            <a:ln w="7620">
              <a:solidFill>
                <a:srgbClr val="263238"/>
              </a:solidFill>
              <a:prstDash val="solid"/>
            </a:ln>
          </p:spPr>
        </p:sp>
        <p:sp>
          <p:nvSpPr>
            <p:cNvPr id="595" name="four:topology-swaps:regular-node:593"/>
            <p:cNvSpPr>
              <a:spLocks noGrp="1"/>
            </p:cNvSpPr>
            <p:nvPr/>
          </p:nvSpPr>
          <p:spPr>
            <a:xfrm>
              <a:off x="7419023" y="6990398"/>
              <a:ext cx="40005" cy="40005"/>
            </a:xfrm>
            <a:prstGeom prst="ellipse">
              <a:avLst/>
            </a:prstGeom>
            <a:solidFill>
              <a:srgbClr val="263238"/>
            </a:solidFill>
            <a:ln w="0">
              <a:noFill/>
              <a:prstDash val="solid"/>
            </a:ln>
          </p:spPr>
        </p:sp>
        <p:sp>
          <p:nvSpPr>
            <p:cNvPr id="596" name="four:topology-swaps:line:594"/>
            <p:cNvSpPr>
              <a:spLocks noGrp="1"/>
            </p:cNvSpPr>
            <p:nvPr/>
          </p:nvSpPr>
          <p:spPr>
            <a:xfrm>
              <a:off x="6570345" y="6696075"/>
              <a:ext cx="953" cy="171450"/>
            </a:xfrm>
            <a:custGeom>
              <a:avLst/>
              <a:gdLst/>
              <a:ahLst/>
              <a:cxnLst/>
              <a:pathLst>
                <a:path w="953" h="171450">
                  <a:moveTo>
                    <a:pt x="0" y="0"/>
                  </a:moveTo>
                  <a:lnTo>
                    <a:pt x="0" y="171450"/>
                  </a:lnTo>
                </a:path>
              </a:pathLst>
            </a:custGeom>
            <a:noFill/>
            <a:ln w="9525">
              <a:solidFill>
                <a:srgbClr val="CC79A7">
                  <a:alpha val="85000"/>
                </a:srgbClr>
              </a:solidFill>
              <a:prstDash val="dash"/>
            </a:ln>
          </p:spPr>
        </p:sp>
        <p:sp>
          <p:nvSpPr>
            <p:cNvPr id="597" name="four:topology-swaps:line:595"/>
            <p:cNvSpPr>
              <a:spLocks noGrp="1"/>
            </p:cNvSpPr>
            <p:nvPr/>
          </p:nvSpPr>
          <p:spPr>
            <a:xfrm>
              <a:off x="6570345" y="7153275"/>
              <a:ext cx="953" cy="266700"/>
            </a:xfrm>
            <a:custGeom>
              <a:avLst/>
              <a:gdLst/>
              <a:ahLst/>
              <a:cxnLst/>
              <a:pathLst>
                <a:path w="953" h="266700">
                  <a:moveTo>
                    <a:pt x="0" y="0"/>
                  </a:moveTo>
                  <a:lnTo>
                    <a:pt x="0" y="266700"/>
                  </a:lnTo>
                </a:path>
              </a:pathLst>
            </a:custGeom>
            <a:noFill/>
            <a:ln w="9525">
              <a:solidFill>
                <a:srgbClr val="CC79A7">
                  <a:alpha val="85000"/>
                </a:srgbClr>
              </a:solidFill>
              <a:prstDash val="dash"/>
            </a:ln>
          </p:spPr>
        </p:sp>
        <p:sp>
          <p:nvSpPr>
            <p:cNvPr id="598" name="four:topology-swaps:line:596"/>
            <p:cNvSpPr>
              <a:spLocks noGrp="1"/>
            </p:cNvSpPr>
            <p:nvPr/>
          </p:nvSpPr>
          <p:spPr>
            <a:xfrm>
              <a:off x="7439025" y="7124700"/>
              <a:ext cx="953" cy="295275"/>
            </a:xfrm>
            <a:custGeom>
              <a:avLst/>
              <a:gdLst/>
              <a:ahLst/>
              <a:cxnLst/>
              <a:pathLst>
                <a:path w="953" h="295275">
                  <a:moveTo>
                    <a:pt x="0" y="0"/>
                  </a:moveTo>
                  <a:lnTo>
                    <a:pt x="0" y="295275"/>
                  </a:lnTo>
                </a:path>
              </a:pathLst>
            </a:custGeom>
            <a:noFill/>
            <a:ln w="9525">
              <a:solidFill>
                <a:srgbClr val="CC79A7"/>
              </a:solidFill>
              <a:prstDash val="solid"/>
            </a:ln>
          </p:spPr>
        </p:sp>
        <p:sp>
          <p:nvSpPr>
            <p:cNvPr id="599" name="four:topology-swaps:line:597"/>
            <p:cNvSpPr>
              <a:spLocks noGrp="1"/>
            </p:cNvSpPr>
            <p:nvPr/>
          </p:nvSpPr>
          <p:spPr>
            <a:xfrm>
              <a:off x="6570345" y="7419975"/>
              <a:ext cx="868680" cy="953"/>
            </a:xfrm>
            <a:custGeom>
              <a:avLst/>
              <a:gdLst/>
              <a:ahLst/>
              <a:cxnLst/>
              <a:pathLst>
                <a:path w="868680" h="953">
                  <a:moveTo>
                    <a:pt x="0" y="0"/>
                  </a:moveTo>
                  <a:lnTo>
                    <a:pt x="868680" y="0"/>
                  </a:lnTo>
                </a:path>
              </a:pathLst>
            </a:custGeom>
            <a:noFill/>
            <a:ln w="17145">
              <a:solidFill>
                <a:srgbClr val="CC79A7"/>
              </a:solidFill>
              <a:prstDash val="solid"/>
            </a:ln>
          </p:spPr>
        </p:sp>
        <p:sp>
          <p:nvSpPr>
            <p:cNvPr id="600" name="four:topology-swaps:polygon:598"/>
            <p:cNvSpPr>
              <a:spLocks noGrp="1"/>
            </p:cNvSpPr>
            <p:nvPr/>
          </p:nvSpPr>
          <p:spPr>
            <a:xfrm>
              <a:off x="7381875" y="73954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601" name="four:topology-swaps:polygon:599"/>
            <p:cNvSpPr>
              <a:spLocks noGrp="1"/>
            </p:cNvSpPr>
            <p:nvPr/>
          </p:nvSpPr>
          <p:spPr>
            <a:xfrm>
              <a:off x="6570345" y="73954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602" name="four:topology-swaps:textbox:600"/>
            <p:cNvSpPr>
              <a:spLocks noGrp="1"/>
            </p:cNvSpPr>
            <p:nvPr/>
          </p:nvSpPr>
          <p:spPr>
            <a:xfrm>
              <a:off x="6576060" y="7086600"/>
              <a:ext cx="857250" cy="342900"/>
            </a:xfrm>
            <a:prstGeom prst="rect">
              <a:avLst/>
            </a:prstGeom>
            <a:noFill/>
            <a:ln w="0">
              <a:noFill/>
              <a:prstDash val="solid"/>
            </a:ln>
          </p:spPr>
          <p:txBody>
            <a:bodyPr wrap="none" lIns="0" tIns="0" rIns="0" bIns="0" anchor="ctr">
              <a:normAutofit/>
            </a:bodyPr>
            <a:lstStyle>
              <a:defPPr algn="ctr">
                <a:defRPr sz="1800" b="0">
                  <a:solidFill>
                    <a:srgbClr val="CC79A7"/>
                  </a:solidFill>
                  <a:latin typeface="Arial" panose="020B0604020202090204"/>
                  <a:ea typeface="Arial" panose="020B0604020202090204"/>
                  <a:cs typeface="Arial" panose="020B0604020202090204"/>
                </a:defRPr>
              </a:defPPr>
            </a:lstStyle>
            <a:p>
              <a:pPr algn="ctr">
                <a:defRPr sz="1800" b="0">
                  <a:solidFill>
                    <a:srgbClr val="CC79A7"/>
                  </a:solidFill>
                  <a:latin typeface="Arial" panose="020B0604020202090204"/>
                  <a:ea typeface="Arial" panose="020B0604020202090204"/>
                  <a:cs typeface="Arial" panose="020B0604020202090204"/>
                </a:defRPr>
              </a:pPr>
              <a:r>
                <a:rPr sz="1800" b="0">
                  <a:solidFill>
                    <a:srgbClr val="CC79A7"/>
                  </a:solidFill>
                  <a:latin typeface="Arial" panose="020B0604020202090204"/>
                  <a:ea typeface="Arial" panose="020B0604020202090204"/>
                  <a:cs typeface="Arial" panose="020B0604020202090204"/>
                </a:rPr>
                <a:t>τ</a:t>
              </a:r>
              <a:r>
                <a:rPr sz="1295" b="0" baseline="32000">
                  <a:solidFill>
                    <a:srgbClr val="CC79A7"/>
                  </a:solidFill>
                  <a:latin typeface="Arial" panose="020B0604020202090204"/>
                  <a:ea typeface="Arial" panose="020B0604020202090204"/>
                  <a:cs typeface="Arial" panose="020B0604020202090204"/>
                </a:rPr>
                <a:t>*</a:t>
              </a:r>
              <a:endParaRPr sz="1295" b="0" baseline="32000">
                <a:solidFill>
                  <a:srgbClr val="CC79A7"/>
                </a:solidFill>
                <a:latin typeface="Arial" panose="020B0604020202090204"/>
                <a:ea typeface="Arial" panose="020B0604020202090204"/>
                <a:cs typeface="Arial" panose="020B0604020202090204"/>
              </a:endParaRPr>
            </a:p>
          </p:txBody>
        </p:sp>
      </p:grpSp>
      <p:grpSp>
        <p:nvGrpSpPr>
          <p:cNvPr id="603" name="空间投影：2D与3D（可编辑）"/>
          <p:cNvGrpSpPr/>
          <p:nvPr/>
        </p:nvGrpSpPr>
        <p:grpSpPr>
          <a:xfrm>
            <a:off x="0" y="0"/>
            <a:ext cx="24955500" cy="8572500"/>
            <a:chOff x="0" y="0"/>
            <a:chExt cx="24955500" cy="8572500"/>
          </a:xfrm>
        </p:grpSpPr>
        <p:sp>
          <p:nvSpPr>
            <p:cNvPr id="604" name="addition:spatial:3257"/>
            <p:cNvSpPr>
              <a:spLocks noGrp="1"/>
            </p:cNvSpPr>
            <p:nvPr/>
          </p:nvSpPr>
          <p:spPr>
            <a:xfrm>
              <a:off x="3374136" y="1006983"/>
              <a:ext cx="3931920" cy="320040"/>
            </a:xfrm>
            <a:prstGeom prst="rect">
              <a:avLst/>
            </a:prstGeom>
            <a:noFill/>
          </p:spPr>
          <p:txBody>
            <a:bodyPr wrap="none" lIns="0" tIns="0" rIns="0" bIns="0">
              <a:spAutoFit/>
            </a:bodyPr>
            <a:lstStyle/>
            <a:p>
              <a:r>
                <a:rPr sz="1600" b="1">
                  <a:solidFill>
                    <a:srgbClr val="263238"/>
                  </a:solidFill>
                  <a:latin typeface="Arial" panose="020B0604020202090204"/>
                  <a:ea typeface="Arial" panose="020B0604020202090204"/>
                  <a:cs typeface="Arial" panose="020B0604020202090204"/>
                </a:rPr>
                <a:t>Spatial projection</a:t>
              </a:r>
              <a:endParaRPr sz="1600" b="1">
                <a:solidFill>
                  <a:srgbClr val="263238"/>
                </a:solidFill>
                <a:latin typeface="Arial" panose="020B0604020202090204"/>
                <a:ea typeface="Arial" panose="020B0604020202090204"/>
                <a:cs typeface="Arial" panose="020B0604020202090204"/>
              </a:endParaRPr>
            </a:p>
          </p:txBody>
        </p:sp>
        <p:sp>
          <p:nvSpPr>
            <p:cNvPr id="605" name="addition:spatial:3258"/>
            <p:cNvSpPr>
              <a:spLocks noGrp="1"/>
            </p:cNvSpPr>
            <p:nvPr/>
          </p:nvSpPr>
          <p:spPr>
            <a:xfrm>
              <a:off x="3566160" y="1327023"/>
              <a:ext cx="1664208" cy="228600"/>
            </a:xfrm>
            <a:prstGeom prst="rect">
              <a:avLst/>
            </a:prstGeom>
            <a:noFill/>
          </p:spPr>
          <p:txBody>
            <a:bodyPr wrap="none" lIns="0" tIns="0" rIns="0" bIns="0">
              <a:spAutoFit/>
            </a:bodyPr>
            <a:lstStyle/>
            <a:p>
              <a:pPr algn="ctr">
                <a:buNone/>
              </a:pPr>
              <a:r>
                <a:rPr sz="1180" b="1">
                  <a:solidFill>
                    <a:srgbClr val="263238"/>
                  </a:solidFill>
                  <a:latin typeface="Arial" panose="020B0604020202090204"/>
                  <a:ea typeface="Arial" panose="020B0604020202090204"/>
                  <a:cs typeface="Arial" panose="020B0604020202090204"/>
                </a:rPr>
                <a:t>2D projection</a:t>
              </a:r>
              <a:endParaRPr sz="1180" b="1">
                <a:solidFill>
                  <a:srgbClr val="263238"/>
                </a:solidFill>
                <a:latin typeface="Arial" panose="020B0604020202090204"/>
                <a:ea typeface="Arial" panose="020B0604020202090204"/>
                <a:cs typeface="Arial" panose="020B0604020202090204"/>
              </a:endParaRPr>
            </a:p>
          </p:txBody>
        </p:sp>
        <p:sp>
          <p:nvSpPr>
            <p:cNvPr id="606" name="addition:spatial:3259"/>
            <p:cNvSpPr>
              <a:spLocks noGrp="1"/>
            </p:cNvSpPr>
            <p:nvPr/>
          </p:nvSpPr>
          <p:spPr>
            <a:xfrm>
              <a:off x="5833872" y="1327023"/>
              <a:ext cx="1664208" cy="228600"/>
            </a:xfrm>
            <a:prstGeom prst="rect">
              <a:avLst/>
            </a:prstGeom>
            <a:noFill/>
          </p:spPr>
          <p:txBody>
            <a:bodyPr wrap="none" lIns="0" tIns="0" rIns="0" bIns="0">
              <a:spAutoFit/>
            </a:bodyPr>
            <a:lstStyle/>
            <a:p>
              <a:pPr algn="ctr">
                <a:buNone/>
              </a:pPr>
              <a:r>
                <a:rPr sz="1180" b="1">
                  <a:solidFill>
                    <a:srgbClr val="263238"/>
                  </a:solidFill>
                  <a:latin typeface="Arial" panose="020B0604020202090204"/>
                  <a:ea typeface="Arial" panose="020B0604020202090204"/>
                  <a:cs typeface="Arial" panose="020B0604020202090204"/>
                </a:rPr>
                <a:t>3D projection</a:t>
              </a:r>
              <a:endParaRPr sz="1180" b="1">
                <a:solidFill>
                  <a:srgbClr val="263238"/>
                </a:solidFill>
                <a:latin typeface="Arial" panose="020B0604020202090204"/>
                <a:ea typeface="Arial" panose="020B0604020202090204"/>
                <a:cs typeface="Arial" panose="020B0604020202090204"/>
              </a:endParaRPr>
            </a:p>
          </p:txBody>
        </p:sp>
        <p:sp>
          <p:nvSpPr>
            <p:cNvPr id="607" name="addition:spatial:3260"/>
            <p:cNvSpPr>
              <a:spLocks noGrp="1"/>
            </p:cNvSpPr>
            <p:nvPr/>
          </p:nvSpPr>
          <p:spPr>
            <a:xfrm>
              <a:off x="5550408" y="1345311"/>
              <a:ext cx="0" cy="2798064"/>
            </a:xfrm>
            <a:prstGeom prst="line">
              <a:avLst/>
            </a:prstGeom>
            <a:ln w="13335">
              <a:solidFill>
                <a:srgbClr val="87BBD6"/>
              </a:solidFill>
              <a:prstDash val="dash"/>
            </a:ln>
          </p:spPr>
        </p:sp>
        <p:sp>
          <p:nvSpPr>
            <p:cNvPr id="608" name="addition:spatial:3572"/>
            <p:cNvSpPr>
              <a:spLocks noGrp="1"/>
            </p:cNvSpPr>
            <p:nvPr/>
          </p:nvSpPr>
          <p:spPr>
            <a:xfrm>
              <a:off x="5715000" y="3878199"/>
              <a:ext cx="1783079" cy="0"/>
            </a:xfrm>
            <a:prstGeom prst="line">
              <a:avLst/>
            </a:prstGeom>
            <a:ln w="14350">
              <a:solidFill>
                <a:srgbClr val="263238"/>
              </a:solidFill>
            </a:ln>
          </p:spPr>
        </p:sp>
        <p:sp>
          <p:nvSpPr>
            <p:cNvPr id="609" name="addition:spatial:3573"/>
            <p:cNvSpPr>
              <a:spLocks noGrp="1"/>
            </p:cNvSpPr>
            <p:nvPr/>
          </p:nvSpPr>
          <p:spPr>
            <a:xfrm flipH="1" flipV="1">
              <a:off x="7415783" y="3837051"/>
              <a:ext cx="82296" cy="41148"/>
            </a:xfrm>
            <a:prstGeom prst="line">
              <a:avLst/>
            </a:prstGeom>
            <a:ln w="11176">
              <a:solidFill>
                <a:srgbClr val="263238"/>
              </a:solidFill>
            </a:ln>
          </p:spPr>
        </p:sp>
        <p:sp>
          <p:nvSpPr>
            <p:cNvPr id="610" name="addition:spatial:3574"/>
            <p:cNvSpPr>
              <a:spLocks noGrp="1"/>
            </p:cNvSpPr>
            <p:nvPr/>
          </p:nvSpPr>
          <p:spPr>
            <a:xfrm flipH="1">
              <a:off x="7415783" y="3878199"/>
              <a:ext cx="82296" cy="41148"/>
            </a:xfrm>
            <a:prstGeom prst="line">
              <a:avLst/>
            </a:prstGeom>
            <a:ln w="11176">
              <a:solidFill>
                <a:srgbClr val="263238"/>
              </a:solidFill>
            </a:ln>
          </p:spPr>
        </p:sp>
        <p:sp>
          <p:nvSpPr>
            <p:cNvPr id="611" name="addition:spatial:3575"/>
            <p:cNvSpPr>
              <a:spLocks noGrp="1"/>
            </p:cNvSpPr>
            <p:nvPr/>
          </p:nvSpPr>
          <p:spPr>
            <a:xfrm>
              <a:off x="5833872" y="3731895"/>
              <a:ext cx="274320" cy="274320"/>
            </a:xfrm>
            <a:prstGeom prst="rect">
              <a:avLst/>
            </a:prstGeom>
            <a:solidFill>
              <a:srgbClr val="0977B4"/>
            </a:solidFill>
            <a:ln w="8636">
              <a:solidFill>
                <a:srgbClr val="263238"/>
              </a:solidFill>
            </a:ln>
          </p:spPr>
          <p:txBody>
            <a:bodyPr anchor="ctr"/>
            <a:lstStyle/>
            <a:p>
              <a:pPr algn="ctr">
                <a:buNone/>
              </a:pPr>
            </a:p>
          </p:txBody>
        </p:sp>
        <p:sp>
          <p:nvSpPr>
            <p:cNvPr id="612" name="addition:spatial:3576"/>
            <p:cNvSpPr>
              <a:spLocks noGrp="1"/>
            </p:cNvSpPr>
            <p:nvPr/>
          </p:nvSpPr>
          <p:spPr>
            <a:xfrm>
              <a:off x="5950915" y="3848938"/>
              <a:ext cx="40233" cy="40233"/>
            </a:xfrm>
            <a:prstGeom prst="ellipse">
              <a:avLst/>
            </a:prstGeom>
            <a:solidFill>
              <a:srgbClr val="263238"/>
            </a:solidFill>
            <a:ln>
              <a:noFill/>
            </a:ln>
          </p:spPr>
          <p:txBody>
            <a:bodyPr anchor="ctr"/>
            <a:lstStyle/>
            <a:p>
              <a:pPr algn="ctr">
                <a:buNone/>
              </a:pPr>
            </a:p>
          </p:txBody>
        </p:sp>
        <p:sp>
          <p:nvSpPr>
            <p:cNvPr id="613" name="addition:spatial:3577"/>
            <p:cNvSpPr>
              <a:spLocks noGrp="1"/>
            </p:cNvSpPr>
            <p:nvPr/>
          </p:nvSpPr>
          <p:spPr>
            <a:xfrm>
              <a:off x="6245352" y="3731895"/>
              <a:ext cx="274320" cy="274320"/>
            </a:xfrm>
            <a:prstGeom prst="rect">
              <a:avLst/>
            </a:prstGeom>
            <a:solidFill>
              <a:srgbClr val="EEBF99"/>
            </a:solidFill>
            <a:ln w="8636">
              <a:solidFill>
                <a:srgbClr val="263238"/>
              </a:solidFill>
            </a:ln>
          </p:spPr>
          <p:txBody>
            <a:bodyPr anchor="ctr"/>
            <a:lstStyle/>
            <a:p>
              <a:pPr algn="ctr">
                <a:buNone/>
              </a:pPr>
            </a:p>
          </p:txBody>
        </p:sp>
        <p:sp>
          <p:nvSpPr>
            <p:cNvPr id="614" name="addition:spatial:3578"/>
            <p:cNvSpPr>
              <a:spLocks noGrp="1"/>
            </p:cNvSpPr>
            <p:nvPr/>
          </p:nvSpPr>
          <p:spPr>
            <a:xfrm>
              <a:off x="6362395" y="3848938"/>
              <a:ext cx="40233" cy="40233"/>
            </a:xfrm>
            <a:prstGeom prst="ellipse">
              <a:avLst/>
            </a:prstGeom>
            <a:solidFill>
              <a:srgbClr val="263238"/>
            </a:solidFill>
            <a:ln>
              <a:noFill/>
            </a:ln>
          </p:spPr>
          <p:txBody>
            <a:bodyPr anchor="ctr"/>
            <a:lstStyle/>
            <a:p>
              <a:pPr algn="ctr">
                <a:buNone/>
              </a:pPr>
            </a:p>
          </p:txBody>
        </p:sp>
        <p:sp>
          <p:nvSpPr>
            <p:cNvPr id="615" name="addition:spatial:3579"/>
            <p:cNvSpPr>
              <a:spLocks noGrp="1"/>
            </p:cNvSpPr>
            <p:nvPr/>
          </p:nvSpPr>
          <p:spPr>
            <a:xfrm>
              <a:off x="6656832" y="3731895"/>
              <a:ext cx="274320" cy="274320"/>
            </a:xfrm>
            <a:prstGeom prst="rect">
              <a:avLst/>
            </a:prstGeom>
            <a:solidFill>
              <a:srgbClr val="9EDAC9"/>
            </a:solidFill>
            <a:ln w="8636">
              <a:solidFill>
                <a:srgbClr val="263238"/>
              </a:solidFill>
            </a:ln>
          </p:spPr>
          <p:txBody>
            <a:bodyPr anchor="ctr"/>
            <a:lstStyle/>
            <a:p>
              <a:pPr algn="ctr">
                <a:buNone/>
              </a:pPr>
            </a:p>
          </p:txBody>
        </p:sp>
        <p:sp>
          <p:nvSpPr>
            <p:cNvPr id="616" name="addition:spatial:3580"/>
            <p:cNvSpPr>
              <a:spLocks noGrp="1"/>
            </p:cNvSpPr>
            <p:nvPr/>
          </p:nvSpPr>
          <p:spPr>
            <a:xfrm>
              <a:off x="6773875" y="3848938"/>
              <a:ext cx="40233" cy="40233"/>
            </a:xfrm>
            <a:prstGeom prst="ellipse">
              <a:avLst/>
            </a:prstGeom>
            <a:solidFill>
              <a:srgbClr val="263238"/>
            </a:solidFill>
            <a:ln>
              <a:noFill/>
            </a:ln>
          </p:spPr>
          <p:txBody>
            <a:bodyPr anchor="ctr"/>
            <a:lstStyle/>
            <a:p>
              <a:pPr algn="ctr">
                <a:buNone/>
              </a:pPr>
            </a:p>
          </p:txBody>
        </p:sp>
        <p:sp>
          <p:nvSpPr>
            <p:cNvPr id="617" name="addition:spatial:3581"/>
            <p:cNvSpPr>
              <a:spLocks noGrp="1"/>
            </p:cNvSpPr>
            <p:nvPr/>
          </p:nvSpPr>
          <p:spPr>
            <a:xfrm>
              <a:off x="7068312" y="3731895"/>
              <a:ext cx="274320" cy="274320"/>
            </a:xfrm>
            <a:prstGeom prst="rect">
              <a:avLst/>
            </a:prstGeom>
            <a:solidFill>
              <a:srgbClr val="CD7EAA"/>
            </a:solidFill>
            <a:ln w="8636">
              <a:solidFill>
                <a:srgbClr val="263238"/>
              </a:solidFill>
            </a:ln>
          </p:spPr>
          <p:txBody>
            <a:bodyPr anchor="ctr"/>
            <a:lstStyle/>
            <a:p>
              <a:pPr algn="ctr">
                <a:buNone/>
              </a:pPr>
            </a:p>
          </p:txBody>
        </p:sp>
        <p:sp>
          <p:nvSpPr>
            <p:cNvPr id="618" name="addition:spatial:3582"/>
            <p:cNvSpPr>
              <a:spLocks noGrp="1"/>
            </p:cNvSpPr>
            <p:nvPr/>
          </p:nvSpPr>
          <p:spPr>
            <a:xfrm>
              <a:off x="7185355" y="3848938"/>
              <a:ext cx="40233" cy="40233"/>
            </a:xfrm>
            <a:prstGeom prst="ellipse">
              <a:avLst/>
            </a:prstGeom>
            <a:solidFill>
              <a:srgbClr val="263238"/>
            </a:solidFill>
            <a:ln>
              <a:noFill/>
            </a:ln>
          </p:spPr>
          <p:txBody>
            <a:bodyPr anchor="ctr"/>
            <a:lstStyle/>
            <a:p>
              <a:pPr algn="ctr">
                <a:buNone/>
              </a:pPr>
            </a:p>
          </p:txBody>
        </p:sp>
        <p:sp>
          <p:nvSpPr>
            <p:cNvPr id="619" name="addition:spatial:3583"/>
            <p:cNvSpPr>
              <a:spLocks noGrp="1"/>
            </p:cNvSpPr>
            <p:nvPr/>
          </p:nvSpPr>
          <p:spPr>
            <a:xfrm>
              <a:off x="7488936" y="3759327"/>
              <a:ext cx="182880" cy="310896"/>
            </a:xfrm>
            <a:prstGeom prst="rect">
              <a:avLst/>
            </a:prstGeom>
            <a:noFill/>
          </p:spPr>
          <p:txBody>
            <a:bodyPr wrap="none" lIns="0" tIns="0" rIns="0" bIns="0">
              <a:spAutoFit/>
            </a:bodyPr>
            <a:lstStyle/>
            <a:p>
              <a:r>
                <a:rPr sz="1500" b="0">
                  <a:solidFill>
                    <a:srgbClr val="263238"/>
                  </a:solidFill>
                  <a:latin typeface="Arial" panose="020B0604020202090204"/>
                  <a:ea typeface="Arial" panose="020B0604020202090204"/>
                  <a:cs typeface="Arial" panose="020B0604020202090204"/>
                </a:rPr>
                <a:t>d</a:t>
              </a:r>
              <a:endParaRPr sz="1500" b="0">
                <a:solidFill>
                  <a:srgbClr val="263238"/>
                </a:solidFill>
                <a:latin typeface="Arial" panose="020B0604020202090204"/>
                <a:ea typeface="Arial" panose="020B0604020202090204"/>
                <a:cs typeface="Arial" panose="020B0604020202090204"/>
              </a:endParaRPr>
            </a:p>
          </p:txBody>
        </p:sp>
        <p:sp>
          <p:nvSpPr>
            <p:cNvPr id="620" name="addition:spatial:2"/>
            <p:cNvSpPr>
              <a:spLocks noGrp="1"/>
            </p:cNvSpPr>
            <p:nvPr/>
          </p:nvSpPr>
          <p:spPr>
            <a:xfrm>
              <a:off x="5648325" y="1666875"/>
              <a:ext cx="1922526" cy="1525859"/>
            </a:xfrm>
            <a:custGeom>
              <a:avLst/>
              <a:gdLst/>
              <a:ahLst/>
              <a:cxnLst/>
              <a:rect l="l" t="t" r="r" b="b"/>
              <a:pathLst>
                <a:path w="1450" h="902">
                  <a:moveTo>
                    <a:pt x="0" y="0"/>
                  </a:moveTo>
                  <a:moveTo>
                    <a:pt x="109" y="817"/>
                  </a:moveTo>
                  <a:lnTo>
                    <a:pt x="969" y="902"/>
                  </a:lnTo>
                  <a:lnTo>
                    <a:pt x="1450" y="513"/>
                  </a:lnTo>
                  <a:lnTo>
                    <a:pt x="645" y="542"/>
                  </a:lnTo>
                  <a:close/>
                </a:path>
              </a:pathLst>
            </a:custGeom>
            <a:solidFill>
              <a:srgbClr val="D3EAFC">
                <a:alpha val="19000"/>
              </a:srgbClr>
            </a:solidFill>
            <a:ln>
              <a:noFill/>
            </a:ln>
          </p:spPr>
          <p:txBody>
            <a:bodyPr anchor="ctr"/>
            <a:lstStyle/>
            <a:p>
              <a:pPr algn="ctr">
                <a:buNone/>
              </a:pPr>
            </a:p>
          </p:txBody>
        </p:sp>
        <p:sp>
          <p:nvSpPr>
            <p:cNvPr id="621" name="addition:spatial:3"/>
            <p:cNvSpPr>
              <a:spLocks noGrp="1"/>
            </p:cNvSpPr>
            <p:nvPr/>
          </p:nvSpPr>
          <p:spPr>
            <a:xfrm>
              <a:off x="5648325" y="1666875"/>
              <a:ext cx="1922526" cy="544708"/>
            </a:xfrm>
            <a:custGeom>
              <a:avLst/>
              <a:gdLst/>
              <a:ahLst/>
              <a:cxnLst/>
              <a:rect l="l" t="t" r="r" b="b"/>
              <a:pathLst>
                <a:path w="1450" h="322">
                  <a:moveTo>
                    <a:pt x="0" y="0"/>
                  </a:moveTo>
                  <a:moveTo>
                    <a:pt x="109" y="322"/>
                  </a:moveTo>
                  <a:lnTo>
                    <a:pt x="967" y="322"/>
                  </a:lnTo>
                  <a:lnTo>
                    <a:pt x="1450" y="47"/>
                  </a:lnTo>
                  <a:lnTo>
                    <a:pt x="645" y="47"/>
                  </a:lnTo>
                  <a:close/>
                </a:path>
              </a:pathLst>
            </a:custGeom>
            <a:solidFill>
              <a:srgbClr val="D7ECFD">
                <a:alpha val="15000"/>
              </a:srgbClr>
            </a:solidFill>
            <a:ln>
              <a:noFill/>
            </a:ln>
          </p:spPr>
          <p:txBody>
            <a:bodyPr anchor="ctr"/>
            <a:lstStyle/>
            <a:p>
              <a:pPr algn="ctr">
                <a:buNone/>
              </a:pPr>
            </a:p>
          </p:txBody>
        </p:sp>
        <p:sp>
          <p:nvSpPr>
            <p:cNvPr id="622" name="addition:spatial:4"/>
            <p:cNvSpPr>
              <a:spLocks noGrp="1"/>
            </p:cNvSpPr>
            <p:nvPr/>
          </p:nvSpPr>
          <p:spPr>
            <a:xfrm>
              <a:off x="5648325" y="1666875"/>
              <a:ext cx="1922526" cy="1529243"/>
            </a:xfrm>
            <a:custGeom>
              <a:avLst/>
              <a:gdLst/>
              <a:ahLst/>
              <a:cxnLst/>
              <a:rect l="l" t="t" r="r" b="b"/>
              <a:pathLst>
                <a:path w="1450" h="904">
                  <a:moveTo>
                    <a:pt x="0" y="0"/>
                  </a:moveTo>
                  <a:moveTo>
                    <a:pt x="968" y="323"/>
                  </a:moveTo>
                  <a:lnTo>
                    <a:pt x="1450" y="47"/>
                  </a:lnTo>
                  <a:lnTo>
                    <a:pt x="1450" y="512"/>
                  </a:lnTo>
                  <a:lnTo>
                    <a:pt x="968" y="904"/>
                  </a:lnTo>
                  <a:close/>
                </a:path>
              </a:pathLst>
            </a:custGeom>
            <a:solidFill>
              <a:srgbClr val="DDEEFF">
                <a:alpha val="20000"/>
              </a:srgbClr>
            </a:solidFill>
            <a:ln>
              <a:noFill/>
            </a:ln>
          </p:spPr>
          <p:txBody>
            <a:bodyPr anchor="ctr"/>
            <a:lstStyle/>
            <a:p>
              <a:pPr algn="ctr">
                <a:buNone/>
              </a:pPr>
            </a:p>
          </p:txBody>
        </p:sp>
        <p:sp>
          <p:nvSpPr>
            <p:cNvPr id="623" name="addition:spatial:5"/>
            <p:cNvSpPr>
              <a:spLocks noGrp="1"/>
            </p:cNvSpPr>
            <p:nvPr/>
          </p:nvSpPr>
          <p:spPr>
            <a:xfrm>
              <a:off x="5648325" y="1666875"/>
              <a:ext cx="885688" cy="796762"/>
            </a:xfrm>
            <a:custGeom>
              <a:avLst/>
              <a:gdLst/>
              <a:ahLst/>
              <a:cxnLst/>
              <a:rect l="l" t="t" r="r" b="b"/>
              <a:pathLst>
                <a:path w="668" h="471">
                  <a:moveTo>
                    <a:pt x="0" y="0"/>
                  </a:moveTo>
                  <a:moveTo>
                    <a:pt x="665" y="378"/>
                  </a:moveTo>
                  <a:lnTo>
                    <a:pt x="660" y="385"/>
                  </a:lnTo>
                  <a:lnTo>
                    <a:pt x="658" y="392"/>
                  </a:lnTo>
                  <a:lnTo>
                    <a:pt x="663" y="400"/>
                  </a:lnTo>
                  <a:lnTo>
                    <a:pt x="668" y="409"/>
                  </a:lnTo>
                  <a:lnTo>
                    <a:pt x="667" y="418"/>
                  </a:lnTo>
                  <a:lnTo>
                    <a:pt x="656" y="423"/>
                  </a:lnTo>
                  <a:lnTo>
                    <a:pt x="639" y="424"/>
                  </a:lnTo>
                  <a:lnTo>
                    <a:pt x="624" y="425"/>
                  </a:lnTo>
                  <a:lnTo>
                    <a:pt x="615" y="428"/>
                  </a:lnTo>
                  <a:lnTo>
                    <a:pt x="610" y="434"/>
                  </a:lnTo>
                  <a:lnTo>
                    <a:pt x="604" y="441"/>
                  </a:lnTo>
                  <a:lnTo>
                    <a:pt x="596" y="447"/>
                  </a:lnTo>
                  <a:lnTo>
                    <a:pt x="587" y="453"/>
                  </a:lnTo>
                  <a:lnTo>
                    <a:pt x="578" y="460"/>
                  </a:lnTo>
                  <a:lnTo>
                    <a:pt x="567" y="467"/>
                  </a:lnTo>
                  <a:lnTo>
                    <a:pt x="555" y="471"/>
                  </a:lnTo>
                  <a:lnTo>
                    <a:pt x="541" y="469"/>
                  </a:lnTo>
                  <a:lnTo>
                    <a:pt x="528" y="460"/>
                  </a:lnTo>
                  <a:lnTo>
                    <a:pt x="518" y="452"/>
                  </a:lnTo>
                  <a:lnTo>
                    <a:pt x="508" y="449"/>
                  </a:lnTo>
                  <a:lnTo>
                    <a:pt x="496" y="451"/>
                  </a:lnTo>
                  <a:lnTo>
                    <a:pt x="484" y="453"/>
                  </a:lnTo>
                  <a:lnTo>
                    <a:pt x="474" y="450"/>
                  </a:lnTo>
                  <a:lnTo>
                    <a:pt x="468" y="443"/>
                  </a:lnTo>
                  <a:lnTo>
                    <a:pt x="464" y="436"/>
                  </a:lnTo>
                  <a:lnTo>
                    <a:pt x="458" y="431"/>
                  </a:lnTo>
                  <a:lnTo>
                    <a:pt x="448" y="429"/>
                  </a:lnTo>
                  <a:lnTo>
                    <a:pt x="436" y="427"/>
                  </a:lnTo>
                  <a:lnTo>
                    <a:pt x="427" y="423"/>
                  </a:lnTo>
                  <a:lnTo>
                    <a:pt x="423" y="416"/>
                  </a:lnTo>
                  <a:lnTo>
                    <a:pt x="420" y="409"/>
                  </a:lnTo>
                  <a:lnTo>
                    <a:pt x="416" y="402"/>
                  </a:lnTo>
                  <a:lnTo>
                    <a:pt x="415" y="394"/>
                  </a:lnTo>
                  <a:lnTo>
                    <a:pt x="421" y="386"/>
                  </a:lnTo>
                  <a:lnTo>
                    <a:pt x="434" y="378"/>
                  </a:lnTo>
                  <a:lnTo>
                    <a:pt x="448" y="372"/>
                  </a:lnTo>
                  <a:lnTo>
                    <a:pt x="455" y="366"/>
                  </a:lnTo>
                  <a:lnTo>
                    <a:pt x="451" y="359"/>
                  </a:lnTo>
                  <a:lnTo>
                    <a:pt x="442" y="350"/>
                  </a:lnTo>
                  <a:lnTo>
                    <a:pt x="436" y="340"/>
                  </a:lnTo>
                  <a:lnTo>
                    <a:pt x="439" y="332"/>
                  </a:lnTo>
                  <a:lnTo>
                    <a:pt x="448" y="327"/>
                  </a:lnTo>
                  <a:lnTo>
                    <a:pt x="458" y="323"/>
                  </a:lnTo>
                  <a:lnTo>
                    <a:pt x="464" y="318"/>
                  </a:lnTo>
                  <a:lnTo>
                    <a:pt x="469" y="311"/>
                  </a:lnTo>
                  <a:lnTo>
                    <a:pt x="477" y="306"/>
                  </a:lnTo>
                  <a:lnTo>
                    <a:pt x="486" y="305"/>
                  </a:lnTo>
                  <a:lnTo>
                    <a:pt x="497" y="305"/>
                  </a:lnTo>
                  <a:lnTo>
                    <a:pt x="505" y="304"/>
                  </a:lnTo>
                  <a:lnTo>
                    <a:pt x="513" y="301"/>
                  </a:lnTo>
                  <a:lnTo>
                    <a:pt x="521" y="299"/>
                  </a:lnTo>
                  <a:lnTo>
                    <a:pt x="530" y="301"/>
                  </a:lnTo>
                  <a:lnTo>
                    <a:pt x="538" y="306"/>
                  </a:lnTo>
                  <a:lnTo>
                    <a:pt x="546" y="309"/>
                  </a:lnTo>
                  <a:lnTo>
                    <a:pt x="555" y="306"/>
                  </a:lnTo>
                  <a:lnTo>
                    <a:pt x="568" y="298"/>
                  </a:lnTo>
                  <a:lnTo>
                    <a:pt x="583" y="292"/>
                  </a:lnTo>
                  <a:lnTo>
                    <a:pt x="595" y="293"/>
                  </a:lnTo>
                  <a:lnTo>
                    <a:pt x="603" y="301"/>
                  </a:lnTo>
                  <a:lnTo>
                    <a:pt x="606" y="312"/>
                  </a:lnTo>
                  <a:lnTo>
                    <a:pt x="609" y="321"/>
                  </a:lnTo>
                  <a:lnTo>
                    <a:pt x="614" y="328"/>
                  </a:lnTo>
                  <a:lnTo>
                    <a:pt x="621" y="333"/>
                  </a:lnTo>
                  <a:lnTo>
                    <a:pt x="626" y="340"/>
                  </a:lnTo>
                  <a:lnTo>
                    <a:pt x="630" y="346"/>
                  </a:lnTo>
                  <a:lnTo>
                    <a:pt x="637" y="352"/>
                  </a:lnTo>
                  <a:lnTo>
                    <a:pt x="647" y="357"/>
                  </a:lnTo>
                  <a:lnTo>
                    <a:pt x="659" y="363"/>
                  </a:lnTo>
                  <a:lnTo>
                    <a:pt x="666" y="370"/>
                  </a:lnTo>
                  <a:close/>
                </a:path>
              </a:pathLst>
            </a:custGeom>
            <a:solidFill>
              <a:srgbClr val="A7CEE4">
                <a:alpha val="12900"/>
              </a:srgbClr>
            </a:solidFill>
            <a:ln>
              <a:noFill/>
            </a:ln>
          </p:spPr>
          <p:txBody>
            <a:bodyPr anchor="ctr"/>
            <a:lstStyle/>
            <a:p>
              <a:pPr algn="ctr">
                <a:buNone/>
              </a:pPr>
            </a:p>
          </p:txBody>
        </p:sp>
        <p:sp>
          <p:nvSpPr>
            <p:cNvPr id="624" name="addition:spatial:6"/>
            <p:cNvSpPr>
              <a:spLocks noGrp="1"/>
            </p:cNvSpPr>
            <p:nvPr/>
          </p:nvSpPr>
          <p:spPr>
            <a:xfrm>
              <a:off x="5648325" y="1666875"/>
              <a:ext cx="845911" cy="778154"/>
            </a:xfrm>
            <a:custGeom>
              <a:avLst/>
              <a:gdLst/>
              <a:ahLst/>
              <a:cxnLst/>
              <a:rect l="l" t="t" r="r" b="b"/>
              <a:pathLst>
                <a:path w="638" h="460">
                  <a:moveTo>
                    <a:pt x="0" y="0"/>
                  </a:moveTo>
                  <a:moveTo>
                    <a:pt x="629" y="383"/>
                  </a:moveTo>
                  <a:lnTo>
                    <a:pt x="630" y="389"/>
                  </a:lnTo>
                  <a:lnTo>
                    <a:pt x="629" y="395"/>
                  </a:lnTo>
                  <a:lnTo>
                    <a:pt x="629" y="401"/>
                  </a:lnTo>
                  <a:lnTo>
                    <a:pt x="633" y="409"/>
                  </a:lnTo>
                  <a:lnTo>
                    <a:pt x="638" y="417"/>
                  </a:lnTo>
                  <a:lnTo>
                    <a:pt x="637" y="425"/>
                  </a:lnTo>
                  <a:lnTo>
                    <a:pt x="628" y="428"/>
                  </a:lnTo>
                  <a:lnTo>
                    <a:pt x="613" y="428"/>
                  </a:lnTo>
                  <a:lnTo>
                    <a:pt x="599" y="426"/>
                  </a:lnTo>
                  <a:lnTo>
                    <a:pt x="591" y="428"/>
                  </a:lnTo>
                  <a:lnTo>
                    <a:pt x="587" y="433"/>
                  </a:lnTo>
                  <a:lnTo>
                    <a:pt x="583" y="440"/>
                  </a:lnTo>
                  <a:lnTo>
                    <a:pt x="577" y="446"/>
                  </a:lnTo>
                  <a:lnTo>
                    <a:pt x="569" y="449"/>
                  </a:lnTo>
                  <a:lnTo>
                    <a:pt x="560" y="453"/>
                  </a:lnTo>
                  <a:lnTo>
                    <a:pt x="550" y="457"/>
                  </a:lnTo>
                  <a:lnTo>
                    <a:pt x="540" y="460"/>
                  </a:lnTo>
                  <a:lnTo>
                    <a:pt x="528" y="459"/>
                  </a:lnTo>
                  <a:lnTo>
                    <a:pt x="518" y="454"/>
                  </a:lnTo>
                  <a:lnTo>
                    <a:pt x="509" y="448"/>
                  </a:lnTo>
                  <a:lnTo>
                    <a:pt x="500" y="446"/>
                  </a:lnTo>
                  <a:lnTo>
                    <a:pt x="489" y="446"/>
                  </a:lnTo>
                  <a:lnTo>
                    <a:pt x="478" y="446"/>
                  </a:lnTo>
                  <a:lnTo>
                    <a:pt x="469" y="442"/>
                  </a:lnTo>
                  <a:lnTo>
                    <a:pt x="466" y="435"/>
                  </a:lnTo>
                  <a:lnTo>
                    <a:pt x="465" y="427"/>
                  </a:lnTo>
                  <a:lnTo>
                    <a:pt x="461" y="422"/>
                  </a:lnTo>
                  <a:lnTo>
                    <a:pt x="451" y="420"/>
                  </a:lnTo>
                  <a:lnTo>
                    <a:pt x="439" y="419"/>
                  </a:lnTo>
                  <a:lnTo>
                    <a:pt x="427" y="416"/>
                  </a:lnTo>
                  <a:lnTo>
                    <a:pt x="422" y="410"/>
                  </a:lnTo>
                  <a:lnTo>
                    <a:pt x="420" y="403"/>
                  </a:lnTo>
                  <a:lnTo>
                    <a:pt x="420" y="397"/>
                  </a:lnTo>
                  <a:lnTo>
                    <a:pt x="422" y="390"/>
                  </a:lnTo>
                  <a:lnTo>
                    <a:pt x="426" y="383"/>
                  </a:lnTo>
                  <a:lnTo>
                    <a:pt x="436" y="377"/>
                  </a:lnTo>
                  <a:lnTo>
                    <a:pt x="448" y="372"/>
                  </a:lnTo>
                  <a:lnTo>
                    <a:pt x="455" y="368"/>
                  </a:lnTo>
                  <a:lnTo>
                    <a:pt x="455" y="362"/>
                  </a:lnTo>
                  <a:lnTo>
                    <a:pt x="450" y="354"/>
                  </a:lnTo>
                  <a:lnTo>
                    <a:pt x="448" y="346"/>
                  </a:lnTo>
                  <a:lnTo>
                    <a:pt x="453" y="340"/>
                  </a:lnTo>
                  <a:lnTo>
                    <a:pt x="463" y="337"/>
                  </a:lnTo>
                  <a:lnTo>
                    <a:pt x="473" y="334"/>
                  </a:lnTo>
                  <a:lnTo>
                    <a:pt x="479" y="330"/>
                  </a:lnTo>
                  <a:lnTo>
                    <a:pt x="483" y="323"/>
                  </a:lnTo>
                  <a:lnTo>
                    <a:pt x="488" y="316"/>
                  </a:lnTo>
                  <a:lnTo>
                    <a:pt x="496" y="313"/>
                  </a:lnTo>
                  <a:lnTo>
                    <a:pt x="506" y="314"/>
                  </a:lnTo>
                  <a:lnTo>
                    <a:pt x="515" y="316"/>
                  </a:lnTo>
                  <a:lnTo>
                    <a:pt x="523" y="317"/>
                  </a:lnTo>
                  <a:lnTo>
                    <a:pt x="530" y="317"/>
                  </a:lnTo>
                  <a:lnTo>
                    <a:pt x="537" y="319"/>
                  </a:lnTo>
                  <a:lnTo>
                    <a:pt x="543" y="323"/>
                  </a:lnTo>
                  <a:lnTo>
                    <a:pt x="549" y="325"/>
                  </a:lnTo>
                  <a:lnTo>
                    <a:pt x="557" y="323"/>
                  </a:lnTo>
                  <a:lnTo>
                    <a:pt x="568" y="318"/>
                  </a:lnTo>
                  <a:lnTo>
                    <a:pt x="581" y="313"/>
                  </a:lnTo>
                  <a:lnTo>
                    <a:pt x="591" y="314"/>
                  </a:lnTo>
                  <a:lnTo>
                    <a:pt x="595" y="321"/>
                  </a:lnTo>
                  <a:lnTo>
                    <a:pt x="595" y="331"/>
                  </a:lnTo>
                  <a:lnTo>
                    <a:pt x="596" y="339"/>
                  </a:lnTo>
                  <a:lnTo>
                    <a:pt x="600" y="344"/>
                  </a:lnTo>
                  <a:lnTo>
                    <a:pt x="607" y="349"/>
                  </a:lnTo>
                  <a:lnTo>
                    <a:pt x="612" y="354"/>
                  </a:lnTo>
                  <a:lnTo>
                    <a:pt x="614" y="360"/>
                  </a:lnTo>
                  <a:lnTo>
                    <a:pt x="615" y="366"/>
                  </a:lnTo>
                  <a:lnTo>
                    <a:pt x="619" y="371"/>
                  </a:lnTo>
                  <a:lnTo>
                    <a:pt x="624" y="377"/>
                  </a:lnTo>
                  <a:close/>
                </a:path>
              </a:pathLst>
            </a:custGeom>
            <a:solidFill>
              <a:srgbClr val="59A3CD">
                <a:alpha val="12900"/>
              </a:srgbClr>
            </a:solidFill>
            <a:ln>
              <a:noFill/>
            </a:ln>
          </p:spPr>
          <p:txBody>
            <a:bodyPr anchor="ctr"/>
            <a:lstStyle/>
            <a:p>
              <a:pPr algn="ctr">
                <a:buNone/>
              </a:pPr>
            </a:p>
          </p:txBody>
        </p:sp>
        <p:sp>
          <p:nvSpPr>
            <p:cNvPr id="625" name="addition:spatial:7"/>
            <p:cNvSpPr>
              <a:spLocks noGrp="1"/>
            </p:cNvSpPr>
            <p:nvPr/>
          </p:nvSpPr>
          <p:spPr>
            <a:xfrm>
              <a:off x="5648325" y="1666875"/>
              <a:ext cx="827349" cy="771388"/>
            </a:xfrm>
            <a:custGeom>
              <a:avLst/>
              <a:gdLst/>
              <a:ahLst/>
              <a:cxnLst/>
              <a:rect l="l" t="t" r="r" b="b"/>
              <a:pathLst>
                <a:path w="624" h="456">
                  <a:moveTo>
                    <a:pt x="0" y="0"/>
                  </a:moveTo>
                  <a:moveTo>
                    <a:pt x="610" y="388"/>
                  </a:moveTo>
                  <a:lnTo>
                    <a:pt x="609" y="393"/>
                  </a:lnTo>
                  <a:lnTo>
                    <a:pt x="614" y="399"/>
                  </a:lnTo>
                  <a:lnTo>
                    <a:pt x="621" y="406"/>
                  </a:lnTo>
                  <a:lnTo>
                    <a:pt x="624" y="412"/>
                  </a:lnTo>
                  <a:lnTo>
                    <a:pt x="620" y="418"/>
                  </a:lnTo>
                  <a:lnTo>
                    <a:pt x="609" y="420"/>
                  </a:lnTo>
                  <a:lnTo>
                    <a:pt x="598" y="422"/>
                  </a:lnTo>
                  <a:lnTo>
                    <a:pt x="590" y="424"/>
                  </a:lnTo>
                  <a:lnTo>
                    <a:pt x="585" y="427"/>
                  </a:lnTo>
                  <a:lnTo>
                    <a:pt x="579" y="430"/>
                  </a:lnTo>
                  <a:lnTo>
                    <a:pt x="573" y="433"/>
                  </a:lnTo>
                  <a:lnTo>
                    <a:pt x="567" y="436"/>
                  </a:lnTo>
                  <a:lnTo>
                    <a:pt x="562" y="442"/>
                  </a:lnTo>
                  <a:lnTo>
                    <a:pt x="556" y="450"/>
                  </a:lnTo>
                  <a:lnTo>
                    <a:pt x="548" y="456"/>
                  </a:lnTo>
                  <a:lnTo>
                    <a:pt x="538" y="456"/>
                  </a:lnTo>
                  <a:lnTo>
                    <a:pt x="528" y="452"/>
                  </a:lnTo>
                  <a:lnTo>
                    <a:pt x="519" y="447"/>
                  </a:lnTo>
                  <a:lnTo>
                    <a:pt x="510" y="444"/>
                  </a:lnTo>
                  <a:lnTo>
                    <a:pt x="502" y="445"/>
                  </a:lnTo>
                  <a:lnTo>
                    <a:pt x="492" y="447"/>
                  </a:lnTo>
                  <a:lnTo>
                    <a:pt x="484" y="445"/>
                  </a:lnTo>
                  <a:lnTo>
                    <a:pt x="478" y="440"/>
                  </a:lnTo>
                  <a:lnTo>
                    <a:pt x="475" y="434"/>
                  </a:lnTo>
                  <a:lnTo>
                    <a:pt x="470" y="430"/>
                  </a:lnTo>
                  <a:lnTo>
                    <a:pt x="464" y="428"/>
                  </a:lnTo>
                  <a:lnTo>
                    <a:pt x="456" y="426"/>
                  </a:lnTo>
                  <a:lnTo>
                    <a:pt x="449" y="423"/>
                  </a:lnTo>
                  <a:lnTo>
                    <a:pt x="444" y="420"/>
                  </a:lnTo>
                  <a:lnTo>
                    <a:pt x="439" y="416"/>
                  </a:lnTo>
                  <a:lnTo>
                    <a:pt x="433" y="411"/>
                  </a:lnTo>
                  <a:lnTo>
                    <a:pt x="427" y="407"/>
                  </a:lnTo>
                  <a:lnTo>
                    <a:pt x="428" y="400"/>
                  </a:lnTo>
                  <a:lnTo>
                    <a:pt x="436" y="394"/>
                  </a:lnTo>
                  <a:lnTo>
                    <a:pt x="449" y="388"/>
                  </a:lnTo>
                  <a:lnTo>
                    <a:pt x="457" y="384"/>
                  </a:lnTo>
                  <a:lnTo>
                    <a:pt x="458" y="379"/>
                  </a:lnTo>
                  <a:lnTo>
                    <a:pt x="454" y="373"/>
                  </a:lnTo>
                  <a:lnTo>
                    <a:pt x="450" y="367"/>
                  </a:lnTo>
                  <a:lnTo>
                    <a:pt x="451" y="361"/>
                  </a:lnTo>
                  <a:lnTo>
                    <a:pt x="457" y="357"/>
                  </a:lnTo>
                  <a:lnTo>
                    <a:pt x="462" y="353"/>
                  </a:lnTo>
                  <a:lnTo>
                    <a:pt x="465" y="348"/>
                  </a:lnTo>
                  <a:lnTo>
                    <a:pt x="468" y="342"/>
                  </a:lnTo>
                  <a:lnTo>
                    <a:pt x="473" y="338"/>
                  </a:lnTo>
                  <a:lnTo>
                    <a:pt x="481" y="335"/>
                  </a:lnTo>
                  <a:lnTo>
                    <a:pt x="488" y="334"/>
                  </a:lnTo>
                  <a:lnTo>
                    <a:pt x="494" y="332"/>
                  </a:lnTo>
                  <a:lnTo>
                    <a:pt x="500" y="329"/>
                  </a:lnTo>
                  <a:lnTo>
                    <a:pt x="506" y="328"/>
                  </a:lnTo>
                  <a:lnTo>
                    <a:pt x="514" y="330"/>
                  </a:lnTo>
                  <a:lnTo>
                    <a:pt x="520" y="335"/>
                  </a:lnTo>
                  <a:lnTo>
                    <a:pt x="526" y="339"/>
                  </a:lnTo>
                  <a:lnTo>
                    <a:pt x="531" y="338"/>
                  </a:lnTo>
                  <a:lnTo>
                    <a:pt x="539" y="333"/>
                  </a:lnTo>
                  <a:lnTo>
                    <a:pt x="548" y="326"/>
                  </a:lnTo>
                  <a:lnTo>
                    <a:pt x="558" y="324"/>
                  </a:lnTo>
                  <a:lnTo>
                    <a:pt x="565" y="327"/>
                  </a:lnTo>
                  <a:lnTo>
                    <a:pt x="570" y="333"/>
                  </a:lnTo>
                  <a:lnTo>
                    <a:pt x="574" y="339"/>
                  </a:lnTo>
                  <a:lnTo>
                    <a:pt x="579" y="344"/>
                  </a:lnTo>
                  <a:lnTo>
                    <a:pt x="583" y="349"/>
                  </a:lnTo>
                  <a:lnTo>
                    <a:pt x="586" y="354"/>
                  </a:lnTo>
                  <a:lnTo>
                    <a:pt x="587" y="360"/>
                  </a:lnTo>
                  <a:lnTo>
                    <a:pt x="590" y="365"/>
                  </a:lnTo>
                  <a:lnTo>
                    <a:pt x="597" y="368"/>
                  </a:lnTo>
                  <a:lnTo>
                    <a:pt x="606" y="372"/>
                  </a:lnTo>
                  <a:lnTo>
                    <a:pt x="612" y="377"/>
                  </a:lnTo>
                  <a:lnTo>
                    <a:pt x="612" y="383"/>
                  </a:lnTo>
                  <a:close/>
                </a:path>
              </a:pathLst>
            </a:custGeom>
            <a:solidFill>
              <a:srgbClr val="0675B4">
                <a:alpha val="10500"/>
              </a:srgbClr>
            </a:solidFill>
            <a:ln>
              <a:noFill/>
            </a:ln>
          </p:spPr>
          <p:txBody>
            <a:bodyPr anchor="ctr"/>
            <a:lstStyle/>
            <a:p>
              <a:pPr algn="ctr">
                <a:buNone/>
              </a:pPr>
            </a:p>
          </p:txBody>
        </p:sp>
        <p:sp>
          <p:nvSpPr>
            <p:cNvPr id="626" name="addition:spatial:8"/>
            <p:cNvSpPr>
              <a:spLocks noGrp="1"/>
            </p:cNvSpPr>
            <p:nvPr/>
          </p:nvSpPr>
          <p:spPr>
            <a:xfrm>
              <a:off x="5648325" y="1666875"/>
              <a:ext cx="698739" cy="671581"/>
            </a:xfrm>
            <a:custGeom>
              <a:avLst/>
              <a:gdLst/>
              <a:ahLst/>
              <a:cxnLst/>
              <a:rect l="l" t="t" r="r" b="b"/>
              <a:pathLst>
                <a:path w="527" h="397">
                  <a:moveTo>
                    <a:pt x="0" y="0"/>
                  </a:moveTo>
                  <a:moveTo>
                    <a:pt x="518" y="368"/>
                  </a:moveTo>
                  <a:lnTo>
                    <a:pt x="520" y="370"/>
                  </a:lnTo>
                  <a:lnTo>
                    <a:pt x="523" y="373"/>
                  </a:lnTo>
                  <a:lnTo>
                    <a:pt x="523" y="375"/>
                  </a:lnTo>
                  <a:lnTo>
                    <a:pt x="522" y="377"/>
                  </a:lnTo>
                  <a:lnTo>
                    <a:pt x="521" y="379"/>
                  </a:lnTo>
                  <a:lnTo>
                    <a:pt x="520" y="382"/>
                  </a:lnTo>
                  <a:lnTo>
                    <a:pt x="520" y="384"/>
                  </a:lnTo>
                  <a:lnTo>
                    <a:pt x="518" y="386"/>
                  </a:lnTo>
                  <a:lnTo>
                    <a:pt x="515" y="387"/>
                  </a:lnTo>
                  <a:lnTo>
                    <a:pt x="512" y="388"/>
                  </a:lnTo>
                  <a:lnTo>
                    <a:pt x="510" y="389"/>
                  </a:lnTo>
                  <a:lnTo>
                    <a:pt x="508" y="391"/>
                  </a:lnTo>
                  <a:lnTo>
                    <a:pt x="506" y="392"/>
                  </a:lnTo>
                  <a:lnTo>
                    <a:pt x="503" y="392"/>
                  </a:lnTo>
                  <a:lnTo>
                    <a:pt x="499" y="390"/>
                  </a:lnTo>
                  <a:lnTo>
                    <a:pt x="496" y="389"/>
                  </a:lnTo>
                  <a:lnTo>
                    <a:pt x="494" y="390"/>
                  </a:lnTo>
                  <a:lnTo>
                    <a:pt x="491" y="393"/>
                  </a:lnTo>
                  <a:lnTo>
                    <a:pt x="488" y="396"/>
                  </a:lnTo>
                  <a:lnTo>
                    <a:pt x="484" y="397"/>
                  </a:lnTo>
                  <a:lnTo>
                    <a:pt x="480" y="395"/>
                  </a:lnTo>
                  <a:lnTo>
                    <a:pt x="477" y="394"/>
                  </a:lnTo>
                  <a:lnTo>
                    <a:pt x="474" y="392"/>
                  </a:lnTo>
                  <a:lnTo>
                    <a:pt x="471" y="390"/>
                  </a:lnTo>
                  <a:lnTo>
                    <a:pt x="469" y="388"/>
                  </a:lnTo>
                  <a:lnTo>
                    <a:pt x="468" y="385"/>
                  </a:lnTo>
                  <a:lnTo>
                    <a:pt x="466" y="383"/>
                  </a:lnTo>
                  <a:lnTo>
                    <a:pt x="464" y="381"/>
                  </a:lnTo>
                  <a:lnTo>
                    <a:pt x="460" y="380"/>
                  </a:lnTo>
                  <a:lnTo>
                    <a:pt x="456" y="379"/>
                  </a:lnTo>
                  <a:lnTo>
                    <a:pt x="453" y="378"/>
                  </a:lnTo>
                  <a:lnTo>
                    <a:pt x="453" y="375"/>
                  </a:lnTo>
                  <a:lnTo>
                    <a:pt x="454" y="373"/>
                  </a:lnTo>
                  <a:lnTo>
                    <a:pt x="453" y="370"/>
                  </a:lnTo>
                  <a:lnTo>
                    <a:pt x="451" y="368"/>
                  </a:lnTo>
                  <a:lnTo>
                    <a:pt x="447" y="366"/>
                  </a:lnTo>
                  <a:lnTo>
                    <a:pt x="446" y="363"/>
                  </a:lnTo>
                  <a:lnTo>
                    <a:pt x="448" y="361"/>
                  </a:lnTo>
                  <a:lnTo>
                    <a:pt x="453" y="359"/>
                  </a:lnTo>
                  <a:lnTo>
                    <a:pt x="457" y="358"/>
                  </a:lnTo>
                  <a:lnTo>
                    <a:pt x="460" y="357"/>
                  </a:lnTo>
                  <a:lnTo>
                    <a:pt x="462" y="355"/>
                  </a:lnTo>
                  <a:lnTo>
                    <a:pt x="465" y="354"/>
                  </a:lnTo>
                  <a:lnTo>
                    <a:pt x="467" y="352"/>
                  </a:lnTo>
                  <a:lnTo>
                    <a:pt x="469" y="350"/>
                  </a:lnTo>
                  <a:lnTo>
                    <a:pt x="471" y="348"/>
                  </a:lnTo>
                  <a:lnTo>
                    <a:pt x="472" y="344"/>
                  </a:lnTo>
                  <a:lnTo>
                    <a:pt x="475" y="341"/>
                  </a:lnTo>
                  <a:lnTo>
                    <a:pt x="479" y="341"/>
                  </a:lnTo>
                  <a:lnTo>
                    <a:pt x="484" y="342"/>
                  </a:lnTo>
                  <a:lnTo>
                    <a:pt x="488" y="344"/>
                  </a:lnTo>
                  <a:lnTo>
                    <a:pt x="491" y="345"/>
                  </a:lnTo>
                  <a:lnTo>
                    <a:pt x="494" y="344"/>
                  </a:lnTo>
                  <a:lnTo>
                    <a:pt x="498" y="343"/>
                  </a:lnTo>
                  <a:lnTo>
                    <a:pt x="501" y="343"/>
                  </a:lnTo>
                  <a:lnTo>
                    <a:pt x="503" y="345"/>
                  </a:lnTo>
                  <a:lnTo>
                    <a:pt x="505" y="347"/>
                  </a:lnTo>
                  <a:lnTo>
                    <a:pt x="508" y="348"/>
                  </a:lnTo>
                  <a:lnTo>
                    <a:pt x="510" y="349"/>
                  </a:lnTo>
                  <a:lnTo>
                    <a:pt x="513" y="349"/>
                  </a:lnTo>
                  <a:lnTo>
                    <a:pt x="516" y="350"/>
                  </a:lnTo>
                  <a:lnTo>
                    <a:pt x="518" y="352"/>
                  </a:lnTo>
                  <a:lnTo>
                    <a:pt x="521" y="353"/>
                  </a:lnTo>
                  <a:lnTo>
                    <a:pt x="524" y="354"/>
                  </a:lnTo>
                  <a:lnTo>
                    <a:pt x="527" y="356"/>
                  </a:lnTo>
                  <a:lnTo>
                    <a:pt x="527" y="358"/>
                  </a:lnTo>
                  <a:lnTo>
                    <a:pt x="523" y="361"/>
                  </a:lnTo>
                  <a:lnTo>
                    <a:pt x="519" y="364"/>
                  </a:lnTo>
                  <a:lnTo>
                    <a:pt x="517" y="366"/>
                  </a:lnTo>
                  <a:close/>
                </a:path>
              </a:pathLst>
            </a:custGeom>
            <a:solidFill>
              <a:srgbClr val="59A3CD">
                <a:alpha val="9600"/>
              </a:srgbClr>
            </a:solidFill>
            <a:ln>
              <a:noFill/>
            </a:ln>
          </p:spPr>
          <p:txBody>
            <a:bodyPr anchor="ctr"/>
            <a:lstStyle/>
            <a:p>
              <a:pPr algn="ctr">
                <a:buNone/>
              </a:pPr>
            </a:p>
          </p:txBody>
        </p:sp>
        <p:sp>
          <p:nvSpPr>
            <p:cNvPr id="627" name="addition:spatial:9"/>
            <p:cNvSpPr>
              <a:spLocks noGrp="1"/>
            </p:cNvSpPr>
            <p:nvPr/>
          </p:nvSpPr>
          <p:spPr>
            <a:xfrm>
              <a:off x="5648325" y="1666875"/>
              <a:ext cx="735863" cy="636057"/>
            </a:xfrm>
            <a:custGeom>
              <a:avLst/>
              <a:gdLst/>
              <a:ahLst/>
              <a:cxnLst/>
              <a:rect l="l" t="t" r="r" b="b"/>
              <a:pathLst>
                <a:path w="555" h="376">
                  <a:moveTo>
                    <a:pt x="0" y="0"/>
                  </a:moveTo>
                  <a:moveTo>
                    <a:pt x="555" y="348"/>
                  </a:moveTo>
                  <a:lnTo>
                    <a:pt x="555" y="350"/>
                  </a:lnTo>
                  <a:lnTo>
                    <a:pt x="554" y="353"/>
                  </a:lnTo>
                  <a:lnTo>
                    <a:pt x="552" y="354"/>
                  </a:lnTo>
                  <a:lnTo>
                    <a:pt x="552" y="357"/>
                  </a:lnTo>
                  <a:lnTo>
                    <a:pt x="553" y="359"/>
                  </a:lnTo>
                  <a:lnTo>
                    <a:pt x="554" y="362"/>
                  </a:lnTo>
                  <a:lnTo>
                    <a:pt x="552" y="364"/>
                  </a:lnTo>
                  <a:lnTo>
                    <a:pt x="548" y="365"/>
                  </a:lnTo>
                  <a:lnTo>
                    <a:pt x="543" y="364"/>
                  </a:lnTo>
                  <a:lnTo>
                    <a:pt x="540" y="365"/>
                  </a:lnTo>
                  <a:lnTo>
                    <a:pt x="538" y="366"/>
                  </a:lnTo>
                  <a:lnTo>
                    <a:pt x="536" y="368"/>
                  </a:lnTo>
                  <a:lnTo>
                    <a:pt x="534" y="369"/>
                  </a:lnTo>
                  <a:lnTo>
                    <a:pt x="531" y="371"/>
                  </a:lnTo>
                  <a:lnTo>
                    <a:pt x="528" y="372"/>
                  </a:lnTo>
                  <a:lnTo>
                    <a:pt x="525" y="375"/>
                  </a:lnTo>
                  <a:lnTo>
                    <a:pt x="521" y="376"/>
                  </a:lnTo>
                  <a:lnTo>
                    <a:pt x="517" y="376"/>
                  </a:lnTo>
                  <a:lnTo>
                    <a:pt x="514" y="374"/>
                  </a:lnTo>
                  <a:lnTo>
                    <a:pt x="511" y="371"/>
                  </a:lnTo>
                  <a:lnTo>
                    <a:pt x="508" y="369"/>
                  </a:lnTo>
                  <a:lnTo>
                    <a:pt x="505" y="369"/>
                  </a:lnTo>
                  <a:lnTo>
                    <a:pt x="501" y="369"/>
                  </a:lnTo>
                  <a:lnTo>
                    <a:pt x="498" y="369"/>
                  </a:lnTo>
                  <a:lnTo>
                    <a:pt x="495" y="367"/>
                  </a:lnTo>
                  <a:lnTo>
                    <a:pt x="494" y="365"/>
                  </a:lnTo>
                  <a:lnTo>
                    <a:pt x="493" y="363"/>
                  </a:lnTo>
                  <a:lnTo>
                    <a:pt x="491" y="362"/>
                  </a:lnTo>
                  <a:lnTo>
                    <a:pt x="487" y="361"/>
                  </a:lnTo>
                  <a:lnTo>
                    <a:pt x="484" y="359"/>
                  </a:lnTo>
                  <a:lnTo>
                    <a:pt x="483" y="357"/>
                  </a:lnTo>
                  <a:lnTo>
                    <a:pt x="482" y="355"/>
                  </a:lnTo>
                  <a:lnTo>
                    <a:pt x="481" y="353"/>
                  </a:lnTo>
                  <a:lnTo>
                    <a:pt x="481" y="351"/>
                  </a:lnTo>
                  <a:lnTo>
                    <a:pt x="481" y="348"/>
                  </a:lnTo>
                  <a:lnTo>
                    <a:pt x="485" y="346"/>
                  </a:lnTo>
                  <a:lnTo>
                    <a:pt x="490" y="344"/>
                  </a:lnTo>
                  <a:lnTo>
                    <a:pt x="494" y="343"/>
                  </a:lnTo>
                  <a:lnTo>
                    <a:pt x="495" y="341"/>
                  </a:lnTo>
                  <a:lnTo>
                    <a:pt x="493" y="338"/>
                  </a:lnTo>
                  <a:lnTo>
                    <a:pt x="491" y="335"/>
                  </a:lnTo>
                  <a:lnTo>
                    <a:pt x="491" y="332"/>
                  </a:lnTo>
                  <a:lnTo>
                    <a:pt x="494" y="331"/>
                  </a:lnTo>
                  <a:lnTo>
                    <a:pt x="497" y="330"/>
                  </a:lnTo>
                  <a:lnTo>
                    <a:pt x="500" y="328"/>
                  </a:lnTo>
                  <a:lnTo>
                    <a:pt x="502" y="327"/>
                  </a:lnTo>
                  <a:lnTo>
                    <a:pt x="504" y="325"/>
                  </a:lnTo>
                  <a:lnTo>
                    <a:pt x="507" y="325"/>
                  </a:lnTo>
                  <a:lnTo>
                    <a:pt x="510" y="325"/>
                  </a:lnTo>
                  <a:lnTo>
                    <a:pt x="513" y="325"/>
                  </a:lnTo>
                  <a:lnTo>
                    <a:pt x="516" y="325"/>
                  </a:lnTo>
                  <a:lnTo>
                    <a:pt x="518" y="324"/>
                  </a:lnTo>
                  <a:lnTo>
                    <a:pt x="521" y="324"/>
                  </a:lnTo>
                  <a:lnTo>
                    <a:pt x="523" y="326"/>
                  </a:lnTo>
                  <a:lnTo>
                    <a:pt x="525" y="327"/>
                  </a:lnTo>
                  <a:lnTo>
                    <a:pt x="527" y="328"/>
                  </a:lnTo>
                  <a:lnTo>
                    <a:pt x="530" y="326"/>
                  </a:lnTo>
                  <a:lnTo>
                    <a:pt x="535" y="324"/>
                  </a:lnTo>
                  <a:lnTo>
                    <a:pt x="539" y="324"/>
                  </a:lnTo>
                  <a:lnTo>
                    <a:pt x="541" y="326"/>
                  </a:lnTo>
                  <a:lnTo>
                    <a:pt x="542" y="329"/>
                  </a:lnTo>
                  <a:lnTo>
                    <a:pt x="542" y="332"/>
                  </a:lnTo>
                  <a:lnTo>
                    <a:pt x="543" y="334"/>
                  </a:lnTo>
                  <a:lnTo>
                    <a:pt x="544" y="336"/>
                  </a:lnTo>
                  <a:lnTo>
                    <a:pt x="545" y="338"/>
                  </a:lnTo>
                  <a:lnTo>
                    <a:pt x="546" y="340"/>
                  </a:lnTo>
                  <a:lnTo>
                    <a:pt x="547" y="342"/>
                  </a:lnTo>
                  <a:lnTo>
                    <a:pt x="549" y="344"/>
                  </a:lnTo>
                  <a:lnTo>
                    <a:pt x="552" y="346"/>
                  </a:lnTo>
                  <a:close/>
                </a:path>
              </a:pathLst>
            </a:custGeom>
            <a:solidFill>
              <a:srgbClr val="59A3CD">
                <a:alpha val="9600"/>
              </a:srgbClr>
            </a:solidFill>
            <a:ln>
              <a:noFill/>
            </a:ln>
          </p:spPr>
          <p:txBody>
            <a:bodyPr anchor="ctr"/>
            <a:lstStyle/>
            <a:p>
              <a:pPr algn="ctr">
                <a:buNone/>
              </a:pPr>
            </a:p>
          </p:txBody>
        </p:sp>
        <p:sp>
          <p:nvSpPr>
            <p:cNvPr id="628" name="addition:spatial:10"/>
            <p:cNvSpPr>
              <a:spLocks noGrp="1"/>
            </p:cNvSpPr>
            <p:nvPr/>
          </p:nvSpPr>
          <p:spPr>
            <a:xfrm>
              <a:off x="5648325" y="1666875"/>
              <a:ext cx="786247" cy="651281"/>
            </a:xfrm>
            <a:custGeom>
              <a:avLst/>
              <a:gdLst/>
              <a:ahLst/>
              <a:cxnLst/>
              <a:rect l="l" t="t" r="r" b="b"/>
              <a:pathLst>
                <a:path w="593" h="385">
                  <a:moveTo>
                    <a:pt x="0" y="0"/>
                  </a:moveTo>
                  <a:moveTo>
                    <a:pt x="592" y="354"/>
                  </a:moveTo>
                  <a:lnTo>
                    <a:pt x="593" y="356"/>
                  </a:lnTo>
                  <a:lnTo>
                    <a:pt x="593" y="359"/>
                  </a:lnTo>
                  <a:lnTo>
                    <a:pt x="591" y="361"/>
                  </a:lnTo>
                  <a:lnTo>
                    <a:pt x="590" y="364"/>
                  </a:lnTo>
                  <a:lnTo>
                    <a:pt x="589" y="366"/>
                  </a:lnTo>
                  <a:lnTo>
                    <a:pt x="587" y="368"/>
                  </a:lnTo>
                  <a:lnTo>
                    <a:pt x="584" y="369"/>
                  </a:lnTo>
                  <a:lnTo>
                    <a:pt x="581" y="370"/>
                  </a:lnTo>
                  <a:lnTo>
                    <a:pt x="579" y="371"/>
                  </a:lnTo>
                  <a:lnTo>
                    <a:pt x="578" y="374"/>
                  </a:lnTo>
                  <a:lnTo>
                    <a:pt x="576" y="376"/>
                  </a:lnTo>
                  <a:lnTo>
                    <a:pt x="573" y="377"/>
                  </a:lnTo>
                  <a:lnTo>
                    <a:pt x="569" y="377"/>
                  </a:lnTo>
                  <a:lnTo>
                    <a:pt x="565" y="376"/>
                  </a:lnTo>
                  <a:lnTo>
                    <a:pt x="563" y="378"/>
                  </a:lnTo>
                  <a:lnTo>
                    <a:pt x="560" y="381"/>
                  </a:lnTo>
                  <a:lnTo>
                    <a:pt x="556" y="384"/>
                  </a:lnTo>
                  <a:lnTo>
                    <a:pt x="552" y="385"/>
                  </a:lnTo>
                  <a:lnTo>
                    <a:pt x="548" y="383"/>
                  </a:lnTo>
                  <a:lnTo>
                    <a:pt x="545" y="381"/>
                  </a:lnTo>
                  <a:lnTo>
                    <a:pt x="542" y="378"/>
                  </a:lnTo>
                  <a:lnTo>
                    <a:pt x="539" y="377"/>
                  </a:lnTo>
                  <a:lnTo>
                    <a:pt x="537" y="375"/>
                  </a:lnTo>
                  <a:lnTo>
                    <a:pt x="534" y="373"/>
                  </a:lnTo>
                  <a:lnTo>
                    <a:pt x="532" y="372"/>
                  </a:lnTo>
                  <a:lnTo>
                    <a:pt x="530" y="371"/>
                  </a:lnTo>
                  <a:lnTo>
                    <a:pt x="525" y="371"/>
                  </a:lnTo>
                  <a:lnTo>
                    <a:pt x="521" y="370"/>
                  </a:lnTo>
                  <a:lnTo>
                    <a:pt x="518" y="369"/>
                  </a:lnTo>
                  <a:lnTo>
                    <a:pt x="517" y="366"/>
                  </a:lnTo>
                  <a:lnTo>
                    <a:pt x="519" y="363"/>
                  </a:lnTo>
                  <a:lnTo>
                    <a:pt x="520" y="361"/>
                  </a:lnTo>
                  <a:lnTo>
                    <a:pt x="519" y="358"/>
                  </a:lnTo>
                  <a:lnTo>
                    <a:pt x="517" y="356"/>
                  </a:lnTo>
                  <a:lnTo>
                    <a:pt x="516" y="354"/>
                  </a:lnTo>
                  <a:lnTo>
                    <a:pt x="518" y="351"/>
                  </a:lnTo>
                  <a:lnTo>
                    <a:pt x="522" y="349"/>
                  </a:lnTo>
                  <a:lnTo>
                    <a:pt x="525" y="347"/>
                  </a:lnTo>
                  <a:lnTo>
                    <a:pt x="527" y="345"/>
                  </a:lnTo>
                  <a:lnTo>
                    <a:pt x="527" y="343"/>
                  </a:lnTo>
                  <a:lnTo>
                    <a:pt x="528" y="341"/>
                  </a:lnTo>
                  <a:lnTo>
                    <a:pt x="529" y="339"/>
                  </a:lnTo>
                  <a:lnTo>
                    <a:pt x="531" y="336"/>
                  </a:lnTo>
                  <a:lnTo>
                    <a:pt x="531" y="333"/>
                  </a:lnTo>
                  <a:lnTo>
                    <a:pt x="532" y="330"/>
                  </a:lnTo>
                  <a:lnTo>
                    <a:pt x="534" y="327"/>
                  </a:lnTo>
                  <a:lnTo>
                    <a:pt x="538" y="327"/>
                  </a:lnTo>
                  <a:lnTo>
                    <a:pt x="542" y="329"/>
                  </a:lnTo>
                  <a:lnTo>
                    <a:pt x="546" y="331"/>
                  </a:lnTo>
                  <a:lnTo>
                    <a:pt x="549" y="331"/>
                  </a:lnTo>
                  <a:lnTo>
                    <a:pt x="551" y="330"/>
                  </a:lnTo>
                  <a:lnTo>
                    <a:pt x="553" y="328"/>
                  </a:lnTo>
                  <a:lnTo>
                    <a:pt x="555" y="327"/>
                  </a:lnTo>
                  <a:lnTo>
                    <a:pt x="558" y="328"/>
                  </a:lnTo>
                  <a:lnTo>
                    <a:pt x="560" y="329"/>
                  </a:lnTo>
                  <a:lnTo>
                    <a:pt x="563" y="329"/>
                  </a:lnTo>
                  <a:lnTo>
                    <a:pt x="566" y="329"/>
                  </a:lnTo>
                  <a:lnTo>
                    <a:pt x="569" y="329"/>
                  </a:lnTo>
                  <a:lnTo>
                    <a:pt x="572" y="330"/>
                  </a:lnTo>
                  <a:lnTo>
                    <a:pt x="574" y="332"/>
                  </a:lnTo>
                  <a:lnTo>
                    <a:pt x="576" y="334"/>
                  </a:lnTo>
                  <a:lnTo>
                    <a:pt x="579" y="335"/>
                  </a:lnTo>
                  <a:lnTo>
                    <a:pt x="582" y="337"/>
                  </a:lnTo>
                  <a:lnTo>
                    <a:pt x="583" y="339"/>
                  </a:lnTo>
                  <a:lnTo>
                    <a:pt x="582" y="343"/>
                  </a:lnTo>
                  <a:lnTo>
                    <a:pt x="580" y="346"/>
                  </a:lnTo>
                  <a:lnTo>
                    <a:pt x="579" y="348"/>
                  </a:lnTo>
                  <a:lnTo>
                    <a:pt x="582" y="350"/>
                  </a:lnTo>
                  <a:lnTo>
                    <a:pt x="587" y="351"/>
                  </a:lnTo>
                  <a:close/>
                </a:path>
              </a:pathLst>
            </a:custGeom>
            <a:solidFill>
              <a:srgbClr val="59A3CD">
                <a:alpha val="9600"/>
              </a:srgbClr>
            </a:solidFill>
            <a:ln>
              <a:noFill/>
            </a:ln>
          </p:spPr>
          <p:txBody>
            <a:bodyPr anchor="ctr"/>
            <a:lstStyle/>
            <a:p>
              <a:pPr algn="ctr">
                <a:buNone/>
              </a:pPr>
            </a:p>
          </p:txBody>
        </p:sp>
        <p:sp>
          <p:nvSpPr>
            <p:cNvPr id="629" name="addition:spatial:11"/>
            <p:cNvSpPr>
              <a:spLocks noGrp="1"/>
            </p:cNvSpPr>
            <p:nvPr/>
          </p:nvSpPr>
          <p:spPr>
            <a:xfrm>
              <a:off x="5648325" y="1666875"/>
              <a:ext cx="828675" cy="686806"/>
            </a:xfrm>
            <a:custGeom>
              <a:avLst/>
              <a:gdLst/>
              <a:ahLst/>
              <a:cxnLst/>
              <a:rect l="l" t="t" r="r" b="b"/>
              <a:pathLst>
                <a:path w="625" h="406">
                  <a:moveTo>
                    <a:pt x="0" y="0"/>
                  </a:moveTo>
                  <a:moveTo>
                    <a:pt x="625" y="376"/>
                  </a:moveTo>
                  <a:lnTo>
                    <a:pt x="625" y="379"/>
                  </a:lnTo>
                  <a:lnTo>
                    <a:pt x="624" y="382"/>
                  </a:lnTo>
                  <a:lnTo>
                    <a:pt x="623" y="384"/>
                  </a:lnTo>
                  <a:lnTo>
                    <a:pt x="622" y="387"/>
                  </a:lnTo>
                  <a:lnTo>
                    <a:pt x="618" y="389"/>
                  </a:lnTo>
                  <a:lnTo>
                    <a:pt x="613" y="390"/>
                  </a:lnTo>
                  <a:lnTo>
                    <a:pt x="608" y="390"/>
                  </a:lnTo>
                  <a:lnTo>
                    <a:pt x="605" y="391"/>
                  </a:lnTo>
                  <a:lnTo>
                    <a:pt x="605" y="394"/>
                  </a:lnTo>
                  <a:lnTo>
                    <a:pt x="605" y="399"/>
                  </a:lnTo>
                  <a:lnTo>
                    <a:pt x="604" y="402"/>
                  </a:lnTo>
                  <a:lnTo>
                    <a:pt x="600" y="404"/>
                  </a:lnTo>
                  <a:lnTo>
                    <a:pt x="596" y="404"/>
                  </a:lnTo>
                  <a:lnTo>
                    <a:pt x="591" y="404"/>
                  </a:lnTo>
                  <a:lnTo>
                    <a:pt x="587" y="405"/>
                  </a:lnTo>
                  <a:lnTo>
                    <a:pt x="584" y="406"/>
                  </a:lnTo>
                  <a:lnTo>
                    <a:pt x="580" y="406"/>
                  </a:lnTo>
                  <a:lnTo>
                    <a:pt x="576" y="405"/>
                  </a:lnTo>
                  <a:lnTo>
                    <a:pt x="573" y="403"/>
                  </a:lnTo>
                  <a:lnTo>
                    <a:pt x="570" y="403"/>
                  </a:lnTo>
                  <a:lnTo>
                    <a:pt x="567" y="402"/>
                  </a:lnTo>
                  <a:lnTo>
                    <a:pt x="564" y="402"/>
                  </a:lnTo>
                  <a:lnTo>
                    <a:pt x="562" y="400"/>
                  </a:lnTo>
                  <a:lnTo>
                    <a:pt x="560" y="398"/>
                  </a:lnTo>
                  <a:lnTo>
                    <a:pt x="558" y="396"/>
                  </a:lnTo>
                  <a:lnTo>
                    <a:pt x="555" y="396"/>
                  </a:lnTo>
                  <a:lnTo>
                    <a:pt x="550" y="396"/>
                  </a:lnTo>
                  <a:lnTo>
                    <a:pt x="545" y="396"/>
                  </a:lnTo>
                  <a:lnTo>
                    <a:pt x="543" y="394"/>
                  </a:lnTo>
                  <a:lnTo>
                    <a:pt x="544" y="390"/>
                  </a:lnTo>
                  <a:lnTo>
                    <a:pt x="547" y="386"/>
                  </a:lnTo>
                  <a:lnTo>
                    <a:pt x="549" y="383"/>
                  </a:lnTo>
                  <a:lnTo>
                    <a:pt x="549" y="381"/>
                  </a:lnTo>
                  <a:lnTo>
                    <a:pt x="549" y="378"/>
                  </a:lnTo>
                  <a:lnTo>
                    <a:pt x="549" y="376"/>
                  </a:lnTo>
                  <a:lnTo>
                    <a:pt x="550" y="374"/>
                  </a:lnTo>
                  <a:lnTo>
                    <a:pt x="549" y="371"/>
                  </a:lnTo>
                  <a:lnTo>
                    <a:pt x="548" y="368"/>
                  </a:lnTo>
                  <a:lnTo>
                    <a:pt x="546" y="365"/>
                  </a:lnTo>
                  <a:lnTo>
                    <a:pt x="546" y="363"/>
                  </a:lnTo>
                  <a:lnTo>
                    <a:pt x="549" y="361"/>
                  </a:lnTo>
                  <a:lnTo>
                    <a:pt x="552" y="359"/>
                  </a:lnTo>
                  <a:lnTo>
                    <a:pt x="554" y="357"/>
                  </a:lnTo>
                  <a:lnTo>
                    <a:pt x="555" y="355"/>
                  </a:lnTo>
                  <a:lnTo>
                    <a:pt x="555" y="351"/>
                  </a:lnTo>
                  <a:lnTo>
                    <a:pt x="557" y="349"/>
                  </a:lnTo>
                  <a:lnTo>
                    <a:pt x="561" y="350"/>
                  </a:lnTo>
                  <a:lnTo>
                    <a:pt x="566" y="351"/>
                  </a:lnTo>
                  <a:lnTo>
                    <a:pt x="569" y="353"/>
                  </a:lnTo>
                  <a:lnTo>
                    <a:pt x="572" y="352"/>
                  </a:lnTo>
                  <a:lnTo>
                    <a:pt x="574" y="351"/>
                  </a:lnTo>
                  <a:lnTo>
                    <a:pt x="577" y="349"/>
                  </a:lnTo>
                  <a:lnTo>
                    <a:pt x="580" y="347"/>
                  </a:lnTo>
                  <a:lnTo>
                    <a:pt x="583" y="347"/>
                  </a:lnTo>
                  <a:lnTo>
                    <a:pt x="587" y="346"/>
                  </a:lnTo>
                  <a:lnTo>
                    <a:pt x="592" y="345"/>
                  </a:lnTo>
                  <a:lnTo>
                    <a:pt x="596" y="346"/>
                  </a:lnTo>
                  <a:lnTo>
                    <a:pt x="599" y="348"/>
                  </a:lnTo>
                  <a:lnTo>
                    <a:pt x="600" y="352"/>
                  </a:lnTo>
                  <a:lnTo>
                    <a:pt x="601" y="356"/>
                  </a:lnTo>
                  <a:lnTo>
                    <a:pt x="603" y="358"/>
                  </a:lnTo>
                  <a:lnTo>
                    <a:pt x="607" y="358"/>
                  </a:lnTo>
                  <a:lnTo>
                    <a:pt x="612" y="359"/>
                  </a:lnTo>
                  <a:lnTo>
                    <a:pt x="615" y="361"/>
                  </a:lnTo>
                  <a:lnTo>
                    <a:pt x="615" y="364"/>
                  </a:lnTo>
                  <a:lnTo>
                    <a:pt x="616" y="367"/>
                  </a:lnTo>
                  <a:lnTo>
                    <a:pt x="617" y="369"/>
                  </a:lnTo>
                  <a:lnTo>
                    <a:pt x="620" y="371"/>
                  </a:lnTo>
                  <a:lnTo>
                    <a:pt x="624" y="373"/>
                  </a:lnTo>
                  <a:close/>
                </a:path>
              </a:pathLst>
            </a:custGeom>
            <a:solidFill>
              <a:srgbClr val="59A3CD">
                <a:alpha val="9600"/>
              </a:srgbClr>
            </a:solidFill>
            <a:ln>
              <a:noFill/>
            </a:ln>
          </p:spPr>
          <p:txBody>
            <a:bodyPr anchor="ctr"/>
            <a:lstStyle/>
            <a:p>
              <a:pPr algn="ctr">
                <a:buNone/>
              </a:pPr>
            </a:p>
          </p:txBody>
        </p:sp>
        <p:sp>
          <p:nvSpPr>
            <p:cNvPr id="630" name="addition:spatial:12"/>
            <p:cNvSpPr>
              <a:spLocks noGrp="1"/>
            </p:cNvSpPr>
            <p:nvPr/>
          </p:nvSpPr>
          <p:spPr>
            <a:xfrm>
              <a:off x="5648325" y="1666875"/>
              <a:ext cx="806135" cy="727405"/>
            </a:xfrm>
            <a:custGeom>
              <a:avLst/>
              <a:gdLst/>
              <a:ahLst/>
              <a:cxnLst/>
              <a:rect l="l" t="t" r="r" b="b"/>
              <a:pathLst>
                <a:path w="608" h="430">
                  <a:moveTo>
                    <a:pt x="0" y="0"/>
                  </a:moveTo>
                  <a:moveTo>
                    <a:pt x="596" y="400"/>
                  </a:moveTo>
                  <a:lnTo>
                    <a:pt x="595" y="403"/>
                  </a:lnTo>
                  <a:lnTo>
                    <a:pt x="594" y="405"/>
                  </a:lnTo>
                  <a:lnTo>
                    <a:pt x="593" y="407"/>
                  </a:lnTo>
                  <a:lnTo>
                    <a:pt x="592" y="410"/>
                  </a:lnTo>
                  <a:lnTo>
                    <a:pt x="592" y="413"/>
                  </a:lnTo>
                  <a:lnTo>
                    <a:pt x="594" y="416"/>
                  </a:lnTo>
                  <a:lnTo>
                    <a:pt x="594" y="420"/>
                  </a:lnTo>
                  <a:lnTo>
                    <a:pt x="592" y="422"/>
                  </a:lnTo>
                  <a:lnTo>
                    <a:pt x="587" y="423"/>
                  </a:lnTo>
                  <a:lnTo>
                    <a:pt x="582" y="423"/>
                  </a:lnTo>
                  <a:lnTo>
                    <a:pt x="578" y="424"/>
                  </a:lnTo>
                  <a:lnTo>
                    <a:pt x="576" y="426"/>
                  </a:lnTo>
                  <a:lnTo>
                    <a:pt x="574" y="429"/>
                  </a:lnTo>
                  <a:lnTo>
                    <a:pt x="571" y="430"/>
                  </a:lnTo>
                  <a:lnTo>
                    <a:pt x="567" y="429"/>
                  </a:lnTo>
                  <a:lnTo>
                    <a:pt x="563" y="427"/>
                  </a:lnTo>
                  <a:lnTo>
                    <a:pt x="559" y="426"/>
                  </a:lnTo>
                  <a:lnTo>
                    <a:pt x="556" y="427"/>
                  </a:lnTo>
                  <a:lnTo>
                    <a:pt x="553" y="428"/>
                  </a:lnTo>
                  <a:lnTo>
                    <a:pt x="549" y="429"/>
                  </a:lnTo>
                  <a:lnTo>
                    <a:pt x="545" y="429"/>
                  </a:lnTo>
                  <a:lnTo>
                    <a:pt x="541" y="429"/>
                  </a:lnTo>
                  <a:lnTo>
                    <a:pt x="536" y="429"/>
                  </a:lnTo>
                  <a:lnTo>
                    <a:pt x="530" y="429"/>
                  </a:lnTo>
                  <a:lnTo>
                    <a:pt x="527" y="427"/>
                  </a:lnTo>
                  <a:lnTo>
                    <a:pt x="525" y="423"/>
                  </a:lnTo>
                  <a:lnTo>
                    <a:pt x="526" y="419"/>
                  </a:lnTo>
                  <a:lnTo>
                    <a:pt x="527" y="415"/>
                  </a:lnTo>
                  <a:lnTo>
                    <a:pt x="525" y="413"/>
                  </a:lnTo>
                  <a:lnTo>
                    <a:pt x="520" y="412"/>
                  </a:lnTo>
                  <a:lnTo>
                    <a:pt x="514" y="411"/>
                  </a:lnTo>
                  <a:lnTo>
                    <a:pt x="510" y="408"/>
                  </a:lnTo>
                  <a:lnTo>
                    <a:pt x="510" y="406"/>
                  </a:lnTo>
                  <a:lnTo>
                    <a:pt x="510" y="403"/>
                  </a:lnTo>
                  <a:lnTo>
                    <a:pt x="508" y="400"/>
                  </a:lnTo>
                  <a:lnTo>
                    <a:pt x="506" y="398"/>
                  </a:lnTo>
                  <a:lnTo>
                    <a:pt x="505" y="395"/>
                  </a:lnTo>
                  <a:lnTo>
                    <a:pt x="505" y="392"/>
                  </a:lnTo>
                  <a:lnTo>
                    <a:pt x="508" y="390"/>
                  </a:lnTo>
                  <a:lnTo>
                    <a:pt x="510" y="387"/>
                  </a:lnTo>
                  <a:lnTo>
                    <a:pt x="511" y="385"/>
                  </a:lnTo>
                  <a:lnTo>
                    <a:pt x="514" y="383"/>
                  </a:lnTo>
                  <a:lnTo>
                    <a:pt x="518" y="381"/>
                  </a:lnTo>
                  <a:lnTo>
                    <a:pt x="524" y="381"/>
                  </a:lnTo>
                  <a:lnTo>
                    <a:pt x="530" y="382"/>
                  </a:lnTo>
                  <a:lnTo>
                    <a:pt x="533" y="380"/>
                  </a:lnTo>
                  <a:lnTo>
                    <a:pt x="534" y="377"/>
                  </a:lnTo>
                  <a:lnTo>
                    <a:pt x="536" y="372"/>
                  </a:lnTo>
                  <a:lnTo>
                    <a:pt x="539" y="369"/>
                  </a:lnTo>
                  <a:lnTo>
                    <a:pt x="544" y="368"/>
                  </a:lnTo>
                  <a:lnTo>
                    <a:pt x="550" y="369"/>
                  </a:lnTo>
                  <a:lnTo>
                    <a:pt x="555" y="370"/>
                  </a:lnTo>
                  <a:lnTo>
                    <a:pt x="560" y="370"/>
                  </a:lnTo>
                  <a:lnTo>
                    <a:pt x="565" y="371"/>
                  </a:lnTo>
                  <a:lnTo>
                    <a:pt x="569" y="372"/>
                  </a:lnTo>
                  <a:lnTo>
                    <a:pt x="573" y="374"/>
                  </a:lnTo>
                  <a:lnTo>
                    <a:pt x="576" y="376"/>
                  </a:lnTo>
                  <a:lnTo>
                    <a:pt x="580" y="377"/>
                  </a:lnTo>
                  <a:lnTo>
                    <a:pt x="585" y="376"/>
                  </a:lnTo>
                  <a:lnTo>
                    <a:pt x="589" y="377"/>
                  </a:lnTo>
                  <a:lnTo>
                    <a:pt x="591" y="379"/>
                  </a:lnTo>
                  <a:lnTo>
                    <a:pt x="592" y="382"/>
                  </a:lnTo>
                  <a:lnTo>
                    <a:pt x="593" y="384"/>
                  </a:lnTo>
                  <a:lnTo>
                    <a:pt x="597" y="386"/>
                  </a:lnTo>
                  <a:lnTo>
                    <a:pt x="603" y="387"/>
                  </a:lnTo>
                  <a:lnTo>
                    <a:pt x="607" y="388"/>
                  </a:lnTo>
                  <a:lnTo>
                    <a:pt x="608" y="391"/>
                  </a:lnTo>
                  <a:lnTo>
                    <a:pt x="604" y="395"/>
                  </a:lnTo>
                  <a:lnTo>
                    <a:pt x="600" y="398"/>
                  </a:lnTo>
                  <a:close/>
                </a:path>
              </a:pathLst>
            </a:custGeom>
            <a:solidFill>
              <a:srgbClr val="59A3CD">
                <a:alpha val="9600"/>
              </a:srgbClr>
            </a:solidFill>
            <a:ln>
              <a:noFill/>
            </a:ln>
          </p:spPr>
          <p:txBody>
            <a:bodyPr anchor="ctr"/>
            <a:lstStyle/>
            <a:p>
              <a:pPr algn="ctr">
                <a:buNone/>
              </a:pPr>
            </a:p>
          </p:txBody>
        </p:sp>
        <p:sp>
          <p:nvSpPr>
            <p:cNvPr id="631" name="addition:spatial:13"/>
            <p:cNvSpPr>
              <a:spLocks noGrp="1"/>
            </p:cNvSpPr>
            <p:nvPr/>
          </p:nvSpPr>
          <p:spPr>
            <a:xfrm>
              <a:off x="5648325" y="1666875"/>
              <a:ext cx="737189" cy="732480"/>
            </a:xfrm>
            <a:custGeom>
              <a:avLst/>
              <a:gdLst/>
              <a:ahLst/>
              <a:cxnLst/>
              <a:rect l="l" t="t" r="r" b="b"/>
              <a:pathLst>
                <a:path w="556" h="433">
                  <a:moveTo>
                    <a:pt x="0" y="0"/>
                  </a:moveTo>
                  <a:moveTo>
                    <a:pt x="553" y="403"/>
                  </a:moveTo>
                  <a:lnTo>
                    <a:pt x="551" y="406"/>
                  </a:lnTo>
                  <a:lnTo>
                    <a:pt x="549" y="408"/>
                  </a:lnTo>
                  <a:lnTo>
                    <a:pt x="546" y="410"/>
                  </a:lnTo>
                  <a:lnTo>
                    <a:pt x="545" y="413"/>
                  </a:lnTo>
                  <a:lnTo>
                    <a:pt x="545" y="415"/>
                  </a:lnTo>
                  <a:lnTo>
                    <a:pt x="543" y="418"/>
                  </a:lnTo>
                  <a:lnTo>
                    <a:pt x="540" y="419"/>
                  </a:lnTo>
                  <a:lnTo>
                    <a:pt x="537" y="421"/>
                  </a:lnTo>
                  <a:lnTo>
                    <a:pt x="536" y="424"/>
                  </a:lnTo>
                  <a:lnTo>
                    <a:pt x="536" y="428"/>
                  </a:lnTo>
                  <a:lnTo>
                    <a:pt x="535" y="431"/>
                  </a:lnTo>
                  <a:lnTo>
                    <a:pt x="532" y="433"/>
                  </a:lnTo>
                  <a:lnTo>
                    <a:pt x="527" y="432"/>
                  </a:lnTo>
                  <a:lnTo>
                    <a:pt x="522" y="430"/>
                  </a:lnTo>
                  <a:lnTo>
                    <a:pt x="518" y="428"/>
                  </a:lnTo>
                  <a:lnTo>
                    <a:pt x="516" y="428"/>
                  </a:lnTo>
                  <a:lnTo>
                    <a:pt x="513" y="429"/>
                  </a:lnTo>
                  <a:lnTo>
                    <a:pt x="510" y="430"/>
                  </a:lnTo>
                  <a:lnTo>
                    <a:pt x="508" y="430"/>
                  </a:lnTo>
                  <a:lnTo>
                    <a:pt x="505" y="430"/>
                  </a:lnTo>
                  <a:lnTo>
                    <a:pt x="501" y="431"/>
                  </a:lnTo>
                  <a:lnTo>
                    <a:pt x="497" y="432"/>
                  </a:lnTo>
                  <a:lnTo>
                    <a:pt x="494" y="431"/>
                  </a:lnTo>
                  <a:lnTo>
                    <a:pt x="491" y="429"/>
                  </a:lnTo>
                  <a:lnTo>
                    <a:pt x="490" y="426"/>
                  </a:lnTo>
                  <a:lnTo>
                    <a:pt x="488" y="423"/>
                  </a:lnTo>
                  <a:lnTo>
                    <a:pt x="485" y="422"/>
                  </a:lnTo>
                  <a:lnTo>
                    <a:pt x="481" y="421"/>
                  </a:lnTo>
                  <a:lnTo>
                    <a:pt x="478" y="419"/>
                  </a:lnTo>
                  <a:lnTo>
                    <a:pt x="478" y="416"/>
                  </a:lnTo>
                  <a:lnTo>
                    <a:pt x="480" y="413"/>
                  </a:lnTo>
                  <a:lnTo>
                    <a:pt x="481" y="410"/>
                  </a:lnTo>
                  <a:lnTo>
                    <a:pt x="480" y="408"/>
                  </a:lnTo>
                  <a:lnTo>
                    <a:pt x="476" y="406"/>
                  </a:lnTo>
                  <a:lnTo>
                    <a:pt x="472" y="403"/>
                  </a:lnTo>
                  <a:lnTo>
                    <a:pt x="469" y="401"/>
                  </a:lnTo>
                  <a:lnTo>
                    <a:pt x="468" y="398"/>
                  </a:lnTo>
                  <a:lnTo>
                    <a:pt x="468" y="395"/>
                  </a:lnTo>
                  <a:lnTo>
                    <a:pt x="468" y="392"/>
                  </a:lnTo>
                  <a:lnTo>
                    <a:pt x="469" y="389"/>
                  </a:lnTo>
                  <a:lnTo>
                    <a:pt x="473" y="388"/>
                  </a:lnTo>
                  <a:lnTo>
                    <a:pt x="478" y="387"/>
                  </a:lnTo>
                  <a:lnTo>
                    <a:pt x="483" y="387"/>
                  </a:lnTo>
                  <a:lnTo>
                    <a:pt x="485" y="386"/>
                  </a:lnTo>
                  <a:lnTo>
                    <a:pt x="486" y="383"/>
                  </a:lnTo>
                  <a:lnTo>
                    <a:pt x="487" y="379"/>
                  </a:lnTo>
                  <a:lnTo>
                    <a:pt x="490" y="377"/>
                  </a:lnTo>
                  <a:lnTo>
                    <a:pt x="494" y="377"/>
                  </a:lnTo>
                  <a:lnTo>
                    <a:pt x="498" y="377"/>
                  </a:lnTo>
                  <a:lnTo>
                    <a:pt x="502" y="377"/>
                  </a:lnTo>
                  <a:lnTo>
                    <a:pt x="506" y="375"/>
                  </a:lnTo>
                  <a:lnTo>
                    <a:pt x="510" y="373"/>
                  </a:lnTo>
                  <a:lnTo>
                    <a:pt x="514" y="371"/>
                  </a:lnTo>
                  <a:lnTo>
                    <a:pt x="518" y="372"/>
                  </a:lnTo>
                  <a:lnTo>
                    <a:pt x="523" y="374"/>
                  </a:lnTo>
                  <a:lnTo>
                    <a:pt x="526" y="375"/>
                  </a:lnTo>
                  <a:lnTo>
                    <a:pt x="530" y="377"/>
                  </a:lnTo>
                  <a:lnTo>
                    <a:pt x="533" y="379"/>
                  </a:lnTo>
                  <a:lnTo>
                    <a:pt x="535" y="382"/>
                  </a:lnTo>
                  <a:lnTo>
                    <a:pt x="536" y="385"/>
                  </a:lnTo>
                  <a:lnTo>
                    <a:pt x="538" y="386"/>
                  </a:lnTo>
                  <a:lnTo>
                    <a:pt x="543" y="386"/>
                  </a:lnTo>
                  <a:lnTo>
                    <a:pt x="549" y="386"/>
                  </a:lnTo>
                  <a:lnTo>
                    <a:pt x="554" y="386"/>
                  </a:lnTo>
                  <a:lnTo>
                    <a:pt x="556" y="389"/>
                  </a:lnTo>
                  <a:lnTo>
                    <a:pt x="555" y="392"/>
                  </a:lnTo>
                  <a:lnTo>
                    <a:pt x="553" y="395"/>
                  </a:lnTo>
                  <a:lnTo>
                    <a:pt x="552" y="398"/>
                  </a:lnTo>
                  <a:lnTo>
                    <a:pt x="553" y="401"/>
                  </a:lnTo>
                  <a:close/>
                </a:path>
              </a:pathLst>
            </a:custGeom>
            <a:solidFill>
              <a:srgbClr val="59A3CD">
                <a:alpha val="9600"/>
              </a:srgbClr>
            </a:solidFill>
            <a:ln>
              <a:noFill/>
            </a:ln>
          </p:spPr>
          <p:txBody>
            <a:bodyPr anchor="ctr"/>
            <a:lstStyle/>
            <a:p>
              <a:pPr algn="ctr">
                <a:buNone/>
              </a:pPr>
            </a:p>
          </p:txBody>
        </p:sp>
        <p:sp>
          <p:nvSpPr>
            <p:cNvPr id="632" name="addition:spatial:14"/>
            <p:cNvSpPr>
              <a:spLocks noGrp="1"/>
            </p:cNvSpPr>
            <p:nvPr/>
          </p:nvSpPr>
          <p:spPr>
            <a:xfrm>
              <a:off x="5648325" y="1666875"/>
              <a:ext cx="674873" cy="708797"/>
            </a:xfrm>
            <a:custGeom>
              <a:avLst/>
              <a:gdLst/>
              <a:ahLst/>
              <a:cxnLst/>
              <a:rect l="l" t="t" r="r" b="b"/>
              <a:pathLst>
                <a:path w="509" h="419">
                  <a:moveTo>
                    <a:pt x="0" y="0"/>
                  </a:moveTo>
                  <a:moveTo>
                    <a:pt x="508" y="393"/>
                  </a:moveTo>
                  <a:lnTo>
                    <a:pt x="507" y="395"/>
                  </a:lnTo>
                  <a:lnTo>
                    <a:pt x="505" y="397"/>
                  </a:lnTo>
                  <a:lnTo>
                    <a:pt x="502" y="399"/>
                  </a:lnTo>
                  <a:lnTo>
                    <a:pt x="500" y="400"/>
                  </a:lnTo>
                  <a:lnTo>
                    <a:pt x="500" y="402"/>
                  </a:lnTo>
                  <a:lnTo>
                    <a:pt x="502" y="405"/>
                  </a:lnTo>
                  <a:lnTo>
                    <a:pt x="504" y="409"/>
                  </a:lnTo>
                  <a:lnTo>
                    <a:pt x="503" y="412"/>
                  </a:lnTo>
                  <a:lnTo>
                    <a:pt x="500" y="413"/>
                  </a:lnTo>
                  <a:lnTo>
                    <a:pt x="497" y="413"/>
                  </a:lnTo>
                  <a:lnTo>
                    <a:pt x="494" y="414"/>
                  </a:lnTo>
                  <a:lnTo>
                    <a:pt x="491" y="414"/>
                  </a:lnTo>
                  <a:lnTo>
                    <a:pt x="489" y="414"/>
                  </a:lnTo>
                  <a:lnTo>
                    <a:pt x="486" y="414"/>
                  </a:lnTo>
                  <a:lnTo>
                    <a:pt x="484" y="413"/>
                  </a:lnTo>
                  <a:lnTo>
                    <a:pt x="482" y="414"/>
                  </a:lnTo>
                  <a:lnTo>
                    <a:pt x="480" y="416"/>
                  </a:lnTo>
                  <a:lnTo>
                    <a:pt x="477" y="418"/>
                  </a:lnTo>
                  <a:lnTo>
                    <a:pt x="474" y="419"/>
                  </a:lnTo>
                  <a:lnTo>
                    <a:pt x="472" y="417"/>
                  </a:lnTo>
                  <a:lnTo>
                    <a:pt x="470" y="416"/>
                  </a:lnTo>
                  <a:lnTo>
                    <a:pt x="467" y="415"/>
                  </a:lnTo>
                  <a:lnTo>
                    <a:pt x="464" y="415"/>
                  </a:lnTo>
                  <a:lnTo>
                    <a:pt x="460" y="415"/>
                  </a:lnTo>
                  <a:lnTo>
                    <a:pt x="457" y="414"/>
                  </a:lnTo>
                  <a:lnTo>
                    <a:pt x="455" y="412"/>
                  </a:lnTo>
                  <a:lnTo>
                    <a:pt x="455" y="409"/>
                  </a:lnTo>
                  <a:lnTo>
                    <a:pt x="454" y="406"/>
                  </a:lnTo>
                  <a:lnTo>
                    <a:pt x="453" y="404"/>
                  </a:lnTo>
                  <a:lnTo>
                    <a:pt x="452" y="402"/>
                  </a:lnTo>
                  <a:lnTo>
                    <a:pt x="450" y="401"/>
                  </a:lnTo>
                  <a:lnTo>
                    <a:pt x="449" y="399"/>
                  </a:lnTo>
                  <a:lnTo>
                    <a:pt x="447" y="397"/>
                  </a:lnTo>
                  <a:lnTo>
                    <a:pt x="443" y="395"/>
                  </a:lnTo>
                  <a:lnTo>
                    <a:pt x="439" y="393"/>
                  </a:lnTo>
                  <a:lnTo>
                    <a:pt x="437" y="390"/>
                  </a:lnTo>
                  <a:lnTo>
                    <a:pt x="439" y="388"/>
                  </a:lnTo>
                  <a:lnTo>
                    <a:pt x="442" y="386"/>
                  </a:lnTo>
                  <a:lnTo>
                    <a:pt x="446" y="385"/>
                  </a:lnTo>
                  <a:lnTo>
                    <a:pt x="448" y="383"/>
                  </a:lnTo>
                  <a:lnTo>
                    <a:pt x="448" y="381"/>
                  </a:lnTo>
                  <a:lnTo>
                    <a:pt x="449" y="378"/>
                  </a:lnTo>
                  <a:lnTo>
                    <a:pt x="451" y="377"/>
                  </a:lnTo>
                  <a:lnTo>
                    <a:pt x="454" y="376"/>
                  </a:lnTo>
                  <a:lnTo>
                    <a:pt x="457" y="375"/>
                  </a:lnTo>
                  <a:lnTo>
                    <a:pt x="459" y="374"/>
                  </a:lnTo>
                  <a:lnTo>
                    <a:pt x="462" y="372"/>
                  </a:lnTo>
                  <a:lnTo>
                    <a:pt x="464" y="370"/>
                  </a:lnTo>
                  <a:lnTo>
                    <a:pt x="467" y="369"/>
                  </a:lnTo>
                  <a:lnTo>
                    <a:pt x="470" y="368"/>
                  </a:lnTo>
                  <a:lnTo>
                    <a:pt x="473" y="367"/>
                  </a:lnTo>
                  <a:lnTo>
                    <a:pt x="477" y="366"/>
                  </a:lnTo>
                  <a:lnTo>
                    <a:pt x="480" y="365"/>
                  </a:lnTo>
                  <a:lnTo>
                    <a:pt x="484" y="366"/>
                  </a:lnTo>
                  <a:lnTo>
                    <a:pt x="486" y="369"/>
                  </a:lnTo>
                  <a:lnTo>
                    <a:pt x="488" y="373"/>
                  </a:lnTo>
                  <a:lnTo>
                    <a:pt x="490" y="375"/>
                  </a:lnTo>
                  <a:lnTo>
                    <a:pt x="492" y="375"/>
                  </a:lnTo>
                  <a:lnTo>
                    <a:pt x="496" y="374"/>
                  </a:lnTo>
                  <a:lnTo>
                    <a:pt x="500" y="373"/>
                  </a:lnTo>
                  <a:lnTo>
                    <a:pt x="502" y="374"/>
                  </a:lnTo>
                  <a:lnTo>
                    <a:pt x="504" y="376"/>
                  </a:lnTo>
                  <a:lnTo>
                    <a:pt x="505" y="378"/>
                  </a:lnTo>
                  <a:lnTo>
                    <a:pt x="507" y="379"/>
                  </a:lnTo>
                  <a:lnTo>
                    <a:pt x="509" y="381"/>
                  </a:lnTo>
                  <a:lnTo>
                    <a:pt x="509" y="384"/>
                  </a:lnTo>
                  <a:lnTo>
                    <a:pt x="508" y="386"/>
                  </a:lnTo>
                  <a:lnTo>
                    <a:pt x="507" y="389"/>
                  </a:lnTo>
                  <a:lnTo>
                    <a:pt x="507" y="391"/>
                  </a:lnTo>
                  <a:close/>
                </a:path>
              </a:pathLst>
            </a:custGeom>
            <a:solidFill>
              <a:srgbClr val="59A3CD">
                <a:alpha val="9600"/>
              </a:srgbClr>
            </a:solidFill>
            <a:ln>
              <a:noFill/>
            </a:ln>
          </p:spPr>
          <p:txBody>
            <a:bodyPr anchor="ctr"/>
            <a:lstStyle/>
            <a:p>
              <a:pPr algn="ctr">
                <a:buNone/>
              </a:pPr>
            </a:p>
          </p:txBody>
        </p:sp>
        <p:sp>
          <p:nvSpPr>
            <p:cNvPr id="633" name="addition:spatial:15"/>
            <p:cNvSpPr>
              <a:spLocks noGrp="1"/>
            </p:cNvSpPr>
            <p:nvPr/>
          </p:nvSpPr>
          <p:spPr>
            <a:xfrm>
              <a:off x="5648325" y="1666875"/>
              <a:ext cx="771662" cy="717255"/>
            </a:xfrm>
            <a:custGeom>
              <a:avLst/>
              <a:gdLst/>
              <a:ahLst/>
              <a:cxnLst/>
              <a:rect l="l" t="t" r="r" b="b"/>
              <a:pathLst>
                <a:path w="582" h="424">
                  <a:moveTo>
                    <a:pt x="0" y="0"/>
                  </a:moveTo>
                  <a:moveTo>
                    <a:pt x="574" y="389"/>
                  </a:moveTo>
                  <a:lnTo>
                    <a:pt x="577" y="391"/>
                  </a:lnTo>
                  <a:lnTo>
                    <a:pt x="579" y="394"/>
                  </a:lnTo>
                  <a:lnTo>
                    <a:pt x="577" y="397"/>
                  </a:lnTo>
                  <a:lnTo>
                    <a:pt x="574" y="399"/>
                  </a:lnTo>
                  <a:lnTo>
                    <a:pt x="572" y="402"/>
                  </a:lnTo>
                  <a:lnTo>
                    <a:pt x="572" y="405"/>
                  </a:lnTo>
                  <a:lnTo>
                    <a:pt x="573" y="408"/>
                  </a:lnTo>
                  <a:lnTo>
                    <a:pt x="572" y="411"/>
                  </a:lnTo>
                  <a:lnTo>
                    <a:pt x="569" y="413"/>
                  </a:lnTo>
                  <a:lnTo>
                    <a:pt x="565" y="415"/>
                  </a:lnTo>
                  <a:lnTo>
                    <a:pt x="561" y="416"/>
                  </a:lnTo>
                  <a:lnTo>
                    <a:pt x="558" y="417"/>
                  </a:lnTo>
                  <a:lnTo>
                    <a:pt x="554" y="417"/>
                  </a:lnTo>
                  <a:lnTo>
                    <a:pt x="550" y="416"/>
                  </a:lnTo>
                  <a:lnTo>
                    <a:pt x="546" y="414"/>
                  </a:lnTo>
                  <a:lnTo>
                    <a:pt x="542" y="414"/>
                  </a:lnTo>
                  <a:lnTo>
                    <a:pt x="539" y="416"/>
                  </a:lnTo>
                  <a:lnTo>
                    <a:pt x="535" y="420"/>
                  </a:lnTo>
                  <a:lnTo>
                    <a:pt x="531" y="424"/>
                  </a:lnTo>
                  <a:lnTo>
                    <a:pt x="525" y="424"/>
                  </a:lnTo>
                  <a:lnTo>
                    <a:pt x="521" y="422"/>
                  </a:lnTo>
                  <a:lnTo>
                    <a:pt x="518" y="419"/>
                  </a:lnTo>
                  <a:lnTo>
                    <a:pt x="514" y="416"/>
                  </a:lnTo>
                  <a:lnTo>
                    <a:pt x="510" y="415"/>
                  </a:lnTo>
                  <a:lnTo>
                    <a:pt x="506" y="414"/>
                  </a:lnTo>
                  <a:lnTo>
                    <a:pt x="503" y="411"/>
                  </a:lnTo>
                  <a:lnTo>
                    <a:pt x="501" y="408"/>
                  </a:lnTo>
                  <a:lnTo>
                    <a:pt x="498" y="406"/>
                  </a:lnTo>
                  <a:lnTo>
                    <a:pt x="495" y="404"/>
                  </a:lnTo>
                  <a:lnTo>
                    <a:pt x="491" y="402"/>
                  </a:lnTo>
                  <a:lnTo>
                    <a:pt x="488" y="399"/>
                  </a:lnTo>
                  <a:lnTo>
                    <a:pt x="488" y="397"/>
                  </a:lnTo>
                  <a:lnTo>
                    <a:pt x="487" y="394"/>
                  </a:lnTo>
                  <a:lnTo>
                    <a:pt x="485" y="391"/>
                  </a:lnTo>
                  <a:lnTo>
                    <a:pt x="480" y="389"/>
                  </a:lnTo>
                  <a:lnTo>
                    <a:pt x="475" y="385"/>
                  </a:lnTo>
                  <a:lnTo>
                    <a:pt x="474" y="382"/>
                  </a:lnTo>
                  <a:lnTo>
                    <a:pt x="478" y="379"/>
                  </a:lnTo>
                  <a:lnTo>
                    <a:pt x="485" y="378"/>
                  </a:lnTo>
                  <a:lnTo>
                    <a:pt x="492" y="376"/>
                  </a:lnTo>
                  <a:lnTo>
                    <a:pt x="495" y="375"/>
                  </a:lnTo>
                  <a:lnTo>
                    <a:pt x="497" y="372"/>
                  </a:lnTo>
                  <a:lnTo>
                    <a:pt x="499" y="370"/>
                  </a:lnTo>
                  <a:lnTo>
                    <a:pt x="502" y="367"/>
                  </a:lnTo>
                  <a:lnTo>
                    <a:pt x="505" y="365"/>
                  </a:lnTo>
                  <a:lnTo>
                    <a:pt x="507" y="362"/>
                  </a:lnTo>
                  <a:lnTo>
                    <a:pt x="510" y="359"/>
                  </a:lnTo>
                  <a:lnTo>
                    <a:pt x="514" y="357"/>
                  </a:lnTo>
                  <a:lnTo>
                    <a:pt x="520" y="356"/>
                  </a:lnTo>
                  <a:lnTo>
                    <a:pt x="526" y="357"/>
                  </a:lnTo>
                  <a:lnTo>
                    <a:pt x="531" y="358"/>
                  </a:lnTo>
                  <a:lnTo>
                    <a:pt x="535" y="358"/>
                  </a:lnTo>
                  <a:lnTo>
                    <a:pt x="540" y="356"/>
                  </a:lnTo>
                  <a:lnTo>
                    <a:pt x="545" y="355"/>
                  </a:lnTo>
                  <a:lnTo>
                    <a:pt x="549" y="357"/>
                  </a:lnTo>
                  <a:lnTo>
                    <a:pt x="552" y="360"/>
                  </a:lnTo>
                  <a:lnTo>
                    <a:pt x="554" y="364"/>
                  </a:lnTo>
                  <a:lnTo>
                    <a:pt x="556" y="365"/>
                  </a:lnTo>
                  <a:lnTo>
                    <a:pt x="561" y="365"/>
                  </a:lnTo>
                  <a:lnTo>
                    <a:pt x="566" y="365"/>
                  </a:lnTo>
                  <a:lnTo>
                    <a:pt x="570" y="365"/>
                  </a:lnTo>
                  <a:lnTo>
                    <a:pt x="574" y="366"/>
                  </a:lnTo>
                  <a:lnTo>
                    <a:pt x="577" y="368"/>
                  </a:lnTo>
                  <a:lnTo>
                    <a:pt x="580" y="370"/>
                  </a:lnTo>
                  <a:lnTo>
                    <a:pt x="582" y="373"/>
                  </a:lnTo>
                  <a:lnTo>
                    <a:pt x="581" y="377"/>
                  </a:lnTo>
                  <a:lnTo>
                    <a:pt x="578" y="380"/>
                  </a:lnTo>
                  <a:lnTo>
                    <a:pt x="573" y="384"/>
                  </a:lnTo>
                  <a:lnTo>
                    <a:pt x="571" y="386"/>
                  </a:lnTo>
                  <a:close/>
                </a:path>
              </a:pathLst>
            </a:custGeom>
            <a:solidFill>
              <a:srgbClr val="59A3CD">
                <a:alpha val="9600"/>
              </a:srgbClr>
            </a:solidFill>
            <a:ln>
              <a:noFill/>
            </a:ln>
          </p:spPr>
          <p:txBody>
            <a:bodyPr anchor="ctr"/>
            <a:lstStyle/>
            <a:p>
              <a:pPr algn="ctr">
                <a:buNone/>
              </a:pPr>
            </a:p>
          </p:txBody>
        </p:sp>
        <p:sp>
          <p:nvSpPr>
            <p:cNvPr id="634" name="addition:spatial:16"/>
            <p:cNvSpPr>
              <a:spLocks noGrp="1"/>
            </p:cNvSpPr>
            <p:nvPr/>
          </p:nvSpPr>
          <p:spPr>
            <a:xfrm>
              <a:off x="5648325" y="1666875"/>
              <a:ext cx="800832" cy="729097"/>
            </a:xfrm>
            <a:custGeom>
              <a:avLst/>
              <a:gdLst/>
              <a:ahLst/>
              <a:cxnLst/>
              <a:rect l="l" t="t" r="r" b="b"/>
              <a:pathLst>
                <a:path w="604" h="431">
                  <a:moveTo>
                    <a:pt x="0" y="0"/>
                  </a:moveTo>
                  <a:moveTo>
                    <a:pt x="598" y="383"/>
                  </a:moveTo>
                  <a:lnTo>
                    <a:pt x="603" y="387"/>
                  </a:lnTo>
                  <a:lnTo>
                    <a:pt x="604" y="392"/>
                  </a:lnTo>
                  <a:lnTo>
                    <a:pt x="604" y="396"/>
                  </a:lnTo>
                  <a:lnTo>
                    <a:pt x="603" y="400"/>
                  </a:lnTo>
                  <a:lnTo>
                    <a:pt x="601" y="405"/>
                  </a:lnTo>
                  <a:lnTo>
                    <a:pt x="598" y="408"/>
                  </a:lnTo>
                  <a:lnTo>
                    <a:pt x="591" y="410"/>
                  </a:lnTo>
                  <a:lnTo>
                    <a:pt x="581" y="410"/>
                  </a:lnTo>
                  <a:lnTo>
                    <a:pt x="573" y="410"/>
                  </a:lnTo>
                  <a:lnTo>
                    <a:pt x="569" y="412"/>
                  </a:lnTo>
                  <a:lnTo>
                    <a:pt x="568" y="417"/>
                  </a:lnTo>
                  <a:lnTo>
                    <a:pt x="567" y="424"/>
                  </a:lnTo>
                  <a:lnTo>
                    <a:pt x="562" y="429"/>
                  </a:lnTo>
                  <a:lnTo>
                    <a:pt x="555" y="430"/>
                  </a:lnTo>
                  <a:lnTo>
                    <a:pt x="548" y="429"/>
                  </a:lnTo>
                  <a:lnTo>
                    <a:pt x="541" y="429"/>
                  </a:lnTo>
                  <a:lnTo>
                    <a:pt x="534" y="430"/>
                  </a:lnTo>
                  <a:lnTo>
                    <a:pt x="527" y="431"/>
                  </a:lnTo>
                  <a:lnTo>
                    <a:pt x="520" y="430"/>
                  </a:lnTo>
                  <a:lnTo>
                    <a:pt x="514" y="427"/>
                  </a:lnTo>
                  <a:lnTo>
                    <a:pt x="508" y="425"/>
                  </a:lnTo>
                  <a:lnTo>
                    <a:pt x="503" y="423"/>
                  </a:lnTo>
                  <a:lnTo>
                    <a:pt x="497" y="422"/>
                  </a:lnTo>
                  <a:lnTo>
                    <a:pt x="492" y="420"/>
                  </a:lnTo>
                  <a:lnTo>
                    <a:pt x="489" y="416"/>
                  </a:lnTo>
                  <a:lnTo>
                    <a:pt x="488" y="412"/>
                  </a:lnTo>
                  <a:lnTo>
                    <a:pt x="484" y="409"/>
                  </a:lnTo>
                  <a:lnTo>
                    <a:pt x="477" y="409"/>
                  </a:lnTo>
                  <a:lnTo>
                    <a:pt x="467" y="409"/>
                  </a:lnTo>
                  <a:lnTo>
                    <a:pt x="460" y="406"/>
                  </a:lnTo>
                  <a:lnTo>
                    <a:pt x="458" y="402"/>
                  </a:lnTo>
                  <a:lnTo>
                    <a:pt x="462" y="396"/>
                  </a:lnTo>
                  <a:lnTo>
                    <a:pt x="468" y="391"/>
                  </a:lnTo>
                  <a:lnTo>
                    <a:pt x="471" y="387"/>
                  </a:lnTo>
                  <a:lnTo>
                    <a:pt x="473" y="383"/>
                  </a:lnTo>
                  <a:lnTo>
                    <a:pt x="474" y="379"/>
                  </a:lnTo>
                  <a:lnTo>
                    <a:pt x="477" y="376"/>
                  </a:lnTo>
                  <a:lnTo>
                    <a:pt x="480" y="372"/>
                  </a:lnTo>
                  <a:lnTo>
                    <a:pt x="480" y="368"/>
                  </a:lnTo>
                  <a:lnTo>
                    <a:pt x="478" y="363"/>
                  </a:lnTo>
                  <a:lnTo>
                    <a:pt x="478" y="358"/>
                  </a:lnTo>
                  <a:lnTo>
                    <a:pt x="481" y="354"/>
                  </a:lnTo>
                  <a:lnTo>
                    <a:pt x="487" y="352"/>
                  </a:lnTo>
                  <a:lnTo>
                    <a:pt x="493" y="351"/>
                  </a:lnTo>
                  <a:lnTo>
                    <a:pt x="496" y="348"/>
                  </a:lnTo>
                  <a:lnTo>
                    <a:pt x="498" y="343"/>
                  </a:lnTo>
                  <a:lnTo>
                    <a:pt x="501" y="338"/>
                  </a:lnTo>
                  <a:lnTo>
                    <a:pt x="506" y="336"/>
                  </a:lnTo>
                  <a:lnTo>
                    <a:pt x="513" y="339"/>
                  </a:lnTo>
                  <a:lnTo>
                    <a:pt x="519" y="342"/>
                  </a:lnTo>
                  <a:lnTo>
                    <a:pt x="524" y="344"/>
                  </a:lnTo>
                  <a:lnTo>
                    <a:pt x="528" y="344"/>
                  </a:lnTo>
                  <a:lnTo>
                    <a:pt x="533" y="342"/>
                  </a:lnTo>
                  <a:lnTo>
                    <a:pt x="537" y="340"/>
                  </a:lnTo>
                  <a:lnTo>
                    <a:pt x="543" y="340"/>
                  </a:lnTo>
                  <a:lnTo>
                    <a:pt x="548" y="339"/>
                  </a:lnTo>
                  <a:lnTo>
                    <a:pt x="555" y="337"/>
                  </a:lnTo>
                  <a:lnTo>
                    <a:pt x="563" y="337"/>
                  </a:lnTo>
                  <a:lnTo>
                    <a:pt x="568" y="339"/>
                  </a:lnTo>
                  <a:lnTo>
                    <a:pt x="571" y="345"/>
                  </a:lnTo>
                  <a:lnTo>
                    <a:pt x="571" y="351"/>
                  </a:lnTo>
                  <a:lnTo>
                    <a:pt x="571" y="356"/>
                  </a:lnTo>
                  <a:lnTo>
                    <a:pt x="576" y="359"/>
                  </a:lnTo>
                  <a:lnTo>
                    <a:pt x="583" y="360"/>
                  </a:lnTo>
                  <a:lnTo>
                    <a:pt x="589" y="363"/>
                  </a:lnTo>
                  <a:lnTo>
                    <a:pt x="591" y="367"/>
                  </a:lnTo>
                  <a:lnTo>
                    <a:pt x="590" y="372"/>
                  </a:lnTo>
                  <a:lnTo>
                    <a:pt x="590" y="376"/>
                  </a:lnTo>
                  <a:lnTo>
                    <a:pt x="593" y="379"/>
                  </a:lnTo>
                  <a:close/>
                </a:path>
              </a:pathLst>
            </a:custGeom>
            <a:solidFill>
              <a:srgbClr val="0675B4">
                <a:alpha val="11100"/>
              </a:srgbClr>
            </a:solidFill>
            <a:ln>
              <a:noFill/>
            </a:ln>
          </p:spPr>
          <p:txBody>
            <a:bodyPr anchor="ctr"/>
            <a:lstStyle/>
            <a:p>
              <a:pPr algn="ctr">
                <a:buNone/>
              </a:pPr>
            </a:p>
          </p:txBody>
        </p:sp>
        <p:sp>
          <p:nvSpPr>
            <p:cNvPr id="635" name="addition:spatial:17"/>
            <p:cNvSpPr>
              <a:spLocks noGrp="1"/>
            </p:cNvSpPr>
            <p:nvPr/>
          </p:nvSpPr>
          <p:spPr>
            <a:xfrm>
              <a:off x="5648325" y="1666875"/>
              <a:ext cx="719953" cy="668198"/>
            </a:xfrm>
            <a:custGeom>
              <a:avLst/>
              <a:gdLst/>
              <a:ahLst/>
              <a:cxnLst/>
              <a:rect l="l" t="t" r="r" b="b"/>
              <a:pathLst>
                <a:path w="543" h="395">
                  <a:moveTo>
                    <a:pt x="0" y="0"/>
                  </a:moveTo>
                  <a:moveTo>
                    <a:pt x="543" y="370"/>
                  </a:moveTo>
                  <a:lnTo>
                    <a:pt x="542" y="373"/>
                  </a:lnTo>
                  <a:lnTo>
                    <a:pt x="539" y="375"/>
                  </a:lnTo>
                  <a:lnTo>
                    <a:pt x="536" y="377"/>
                  </a:lnTo>
                  <a:lnTo>
                    <a:pt x="534" y="378"/>
                  </a:lnTo>
                  <a:lnTo>
                    <a:pt x="532" y="380"/>
                  </a:lnTo>
                  <a:lnTo>
                    <a:pt x="529" y="381"/>
                  </a:lnTo>
                  <a:lnTo>
                    <a:pt x="527" y="382"/>
                  </a:lnTo>
                  <a:lnTo>
                    <a:pt x="525" y="384"/>
                  </a:lnTo>
                  <a:lnTo>
                    <a:pt x="524" y="386"/>
                  </a:lnTo>
                  <a:lnTo>
                    <a:pt x="524" y="389"/>
                  </a:lnTo>
                  <a:lnTo>
                    <a:pt x="523" y="392"/>
                  </a:lnTo>
                  <a:lnTo>
                    <a:pt x="520" y="393"/>
                  </a:lnTo>
                  <a:lnTo>
                    <a:pt x="516" y="393"/>
                  </a:lnTo>
                  <a:lnTo>
                    <a:pt x="512" y="392"/>
                  </a:lnTo>
                  <a:lnTo>
                    <a:pt x="509" y="392"/>
                  </a:lnTo>
                  <a:lnTo>
                    <a:pt x="507" y="394"/>
                  </a:lnTo>
                  <a:lnTo>
                    <a:pt x="504" y="395"/>
                  </a:lnTo>
                  <a:lnTo>
                    <a:pt x="501" y="395"/>
                  </a:lnTo>
                  <a:lnTo>
                    <a:pt x="499" y="393"/>
                  </a:lnTo>
                  <a:lnTo>
                    <a:pt x="497" y="391"/>
                  </a:lnTo>
                  <a:lnTo>
                    <a:pt x="495" y="390"/>
                  </a:lnTo>
                  <a:lnTo>
                    <a:pt x="493" y="389"/>
                  </a:lnTo>
                  <a:lnTo>
                    <a:pt x="490" y="389"/>
                  </a:lnTo>
                  <a:lnTo>
                    <a:pt x="488" y="389"/>
                  </a:lnTo>
                  <a:lnTo>
                    <a:pt x="486" y="388"/>
                  </a:lnTo>
                  <a:lnTo>
                    <a:pt x="483" y="388"/>
                  </a:lnTo>
                  <a:lnTo>
                    <a:pt x="480" y="387"/>
                  </a:lnTo>
                  <a:lnTo>
                    <a:pt x="477" y="386"/>
                  </a:lnTo>
                  <a:lnTo>
                    <a:pt x="476" y="384"/>
                  </a:lnTo>
                  <a:lnTo>
                    <a:pt x="477" y="381"/>
                  </a:lnTo>
                  <a:lnTo>
                    <a:pt x="480" y="378"/>
                  </a:lnTo>
                  <a:lnTo>
                    <a:pt x="482" y="376"/>
                  </a:lnTo>
                  <a:lnTo>
                    <a:pt x="481" y="374"/>
                  </a:lnTo>
                  <a:lnTo>
                    <a:pt x="479" y="372"/>
                  </a:lnTo>
                  <a:lnTo>
                    <a:pt x="478" y="370"/>
                  </a:lnTo>
                  <a:lnTo>
                    <a:pt x="478" y="368"/>
                  </a:lnTo>
                  <a:lnTo>
                    <a:pt x="479" y="366"/>
                  </a:lnTo>
                  <a:lnTo>
                    <a:pt x="479" y="365"/>
                  </a:lnTo>
                  <a:lnTo>
                    <a:pt x="479" y="362"/>
                  </a:lnTo>
                  <a:lnTo>
                    <a:pt x="478" y="360"/>
                  </a:lnTo>
                  <a:lnTo>
                    <a:pt x="479" y="358"/>
                  </a:lnTo>
                  <a:lnTo>
                    <a:pt x="480" y="356"/>
                  </a:lnTo>
                  <a:lnTo>
                    <a:pt x="482" y="355"/>
                  </a:lnTo>
                  <a:lnTo>
                    <a:pt x="483" y="353"/>
                  </a:lnTo>
                  <a:lnTo>
                    <a:pt x="484" y="351"/>
                  </a:lnTo>
                  <a:lnTo>
                    <a:pt x="486" y="350"/>
                  </a:lnTo>
                  <a:lnTo>
                    <a:pt x="489" y="350"/>
                  </a:lnTo>
                  <a:lnTo>
                    <a:pt x="493" y="352"/>
                  </a:lnTo>
                  <a:lnTo>
                    <a:pt x="496" y="353"/>
                  </a:lnTo>
                  <a:lnTo>
                    <a:pt x="497" y="352"/>
                  </a:lnTo>
                  <a:lnTo>
                    <a:pt x="499" y="349"/>
                  </a:lnTo>
                  <a:lnTo>
                    <a:pt x="501" y="347"/>
                  </a:lnTo>
                  <a:lnTo>
                    <a:pt x="504" y="345"/>
                  </a:lnTo>
                  <a:lnTo>
                    <a:pt x="507" y="345"/>
                  </a:lnTo>
                  <a:lnTo>
                    <a:pt x="510" y="346"/>
                  </a:lnTo>
                  <a:lnTo>
                    <a:pt x="513" y="347"/>
                  </a:lnTo>
                  <a:lnTo>
                    <a:pt x="516" y="348"/>
                  </a:lnTo>
                  <a:lnTo>
                    <a:pt x="518" y="349"/>
                  </a:lnTo>
                  <a:lnTo>
                    <a:pt x="520" y="351"/>
                  </a:lnTo>
                  <a:lnTo>
                    <a:pt x="522" y="353"/>
                  </a:lnTo>
                  <a:lnTo>
                    <a:pt x="524" y="355"/>
                  </a:lnTo>
                  <a:lnTo>
                    <a:pt x="527" y="356"/>
                  </a:lnTo>
                  <a:lnTo>
                    <a:pt x="530" y="357"/>
                  </a:lnTo>
                  <a:lnTo>
                    <a:pt x="532" y="359"/>
                  </a:lnTo>
                  <a:lnTo>
                    <a:pt x="532" y="361"/>
                  </a:lnTo>
                  <a:lnTo>
                    <a:pt x="532" y="363"/>
                  </a:lnTo>
                  <a:lnTo>
                    <a:pt x="533" y="365"/>
                  </a:lnTo>
                  <a:lnTo>
                    <a:pt x="536" y="366"/>
                  </a:lnTo>
                  <a:lnTo>
                    <a:pt x="540" y="368"/>
                  </a:lnTo>
                  <a:close/>
                </a:path>
              </a:pathLst>
            </a:custGeom>
            <a:solidFill>
              <a:srgbClr val="0072B2">
                <a:alpha val="10800"/>
              </a:srgbClr>
            </a:solidFill>
            <a:ln>
              <a:noFill/>
            </a:ln>
          </p:spPr>
          <p:txBody>
            <a:bodyPr anchor="ctr"/>
            <a:lstStyle/>
            <a:p>
              <a:pPr algn="ctr">
                <a:buNone/>
              </a:pPr>
            </a:p>
          </p:txBody>
        </p:sp>
        <p:sp>
          <p:nvSpPr>
            <p:cNvPr id="636" name="addition:spatial:18"/>
            <p:cNvSpPr>
              <a:spLocks noGrp="1"/>
            </p:cNvSpPr>
            <p:nvPr/>
          </p:nvSpPr>
          <p:spPr>
            <a:xfrm>
              <a:off x="5648325" y="1666875"/>
              <a:ext cx="757077" cy="647898"/>
            </a:xfrm>
            <a:custGeom>
              <a:avLst/>
              <a:gdLst/>
              <a:ahLst/>
              <a:cxnLst/>
              <a:rect l="l" t="t" r="r" b="b"/>
              <a:pathLst>
                <a:path w="571" h="383">
                  <a:moveTo>
                    <a:pt x="0" y="0"/>
                  </a:moveTo>
                  <a:moveTo>
                    <a:pt x="571" y="363"/>
                  </a:moveTo>
                  <a:lnTo>
                    <a:pt x="570" y="365"/>
                  </a:lnTo>
                  <a:lnTo>
                    <a:pt x="568" y="366"/>
                  </a:lnTo>
                  <a:lnTo>
                    <a:pt x="568" y="368"/>
                  </a:lnTo>
                  <a:lnTo>
                    <a:pt x="569" y="369"/>
                  </a:lnTo>
                  <a:lnTo>
                    <a:pt x="570" y="371"/>
                  </a:lnTo>
                  <a:lnTo>
                    <a:pt x="570" y="373"/>
                  </a:lnTo>
                  <a:lnTo>
                    <a:pt x="569" y="375"/>
                  </a:lnTo>
                  <a:lnTo>
                    <a:pt x="568" y="376"/>
                  </a:lnTo>
                  <a:lnTo>
                    <a:pt x="566" y="377"/>
                  </a:lnTo>
                  <a:lnTo>
                    <a:pt x="565" y="378"/>
                  </a:lnTo>
                  <a:lnTo>
                    <a:pt x="562" y="378"/>
                  </a:lnTo>
                  <a:lnTo>
                    <a:pt x="560" y="378"/>
                  </a:lnTo>
                  <a:lnTo>
                    <a:pt x="557" y="377"/>
                  </a:lnTo>
                  <a:lnTo>
                    <a:pt x="556" y="377"/>
                  </a:lnTo>
                  <a:lnTo>
                    <a:pt x="555" y="378"/>
                  </a:lnTo>
                  <a:lnTo>
                    <a:pt x="553" y="381"/>
                  </a:lnTo>
                  <a:lnTo>
                    <a:pt x="551" y="383"/>
                  </a:lnTo>
                  <a:lnTo>
                    <a:pt x="549" y="383"/>
                  </a:lnTo>
                  <a:lnTo>
                    <a:pt x="546" y="382"/>
                  </a:lnTo>
                  <a:lnTo>
                    <a:pt x="544" y="381"/>
                  </a:lnTo>
                  <a:lnTo>
                    <a:pt x="542" y="380"/>
                  </a:lnTo>
                  <a:lnTo>
                    <a:pt x="539" y="380"/>
                  </a:lnTo>
                  <a:lnTo>
                    <a:pt x="537" y="379"/>
                  </a:lnTo>
                  <a:lnTo>
                    <a:pt x="535" y="378"/>
                  </a:lnTo>
                  <a:lnTo>
                    <a:pt x="534" y="377"/>
                  </a:lnTo>
                  <a:lnTo>
                    <a:pt x="532" y="375"/>
                  </a:lnTo>
                  <a:lnTo>
                    <a:pt x="530" y="374"/>
                  </a:lnTo>
                  <a:lnTo>
                    <a:pt x="528" y="373"/>
                  </a:lnTo>
                  <a:lnTo>
                    <a:pt x="527" y="372"/>
                  </a:lnTo>
                  <a:lnTo>
                    <a:pt x="527" y="370"/>
                  </a:lnTo>
                  <a:lnTo>
                    <a:pt x="526" y="369"/>
                  </a:lnTo>
                  <a:lnTo>
                    <a:pt x="524" y="368"/>
                  </a:lnTo>
                  <a:lnTo>
                    <a:pt x="521" y="367"/>
                  </a:lnTo>
                  <a:lnTo>
                    <a:pt x="518" y="365"/>
                  </a:lnTo>
                  <a:lnTo>
                    <a:pt x="517" y="363"/>
                  </a:lnTo>
                  <a:lnTo>
                    <a:pt x="519" y="362"/>
                  </a:lnTo>
                  <a:lnTo>
                    <a:pt x="522" y="360"/>
                  </a:lnTo>
                  <a:lnTo>
                    <a:pt x="525" y="359"/>
                  </a:lnTo>
                  <a:lnTo>
                    <a:pt x="527" y="358"/>
                  </a:lnTo>
                  <a:lnTo>
                    <a:pt x="527" y="357"/>
                  </a:lnTo>
                  <a:lnTo>
                    <a:pt x="528" y="355"/>
                  </a:lnTo>
                  <a:lnTo>
                    <a:pt x="530" y="354"/>
                  </a:lnTo>
                  <a:lnTo>
                    <a:pt x="531" y="353"/>
                  </a:lnTo>
                  <a:lnTo>
                    <a:pt x="532" y="351"/>
                  </a:lnTo>
                  <a:lnTo>
                    <a:pt x="533" y="349"/>
                  </a:lnTo>
                  <a:lnTo>
                    <a:pt x="535" y="348"/>
                  </a:lnTo>
                  <a:lnTo>
                    <a:pt x="537" y="347"/>
                  </a:lnTo>
                  <a:lnTo>
                    <a:pt x="540" y="347"/>
                  </a:lnTo>
                  <a:lnTo>
                    <a:pt x="542" y="347"/>
                  </a:lnTo>
                  <a:lnTo>
                    <a:pt x="544" y="346"/>
                  </a:lnTo>
                  <a:lnTo>
                    <a:pt x="546" y="345"/>
                  </a:lnTo>
                  <a:lnTo>
                    <a:pt x="549" y="344"/>
                  </a:lnTo>
                  <a:lnTo>
                    <a:pt x="551" y="345"/>
                  </a:lnTo>
                  <a:lnTo>
                    <a:pt x="553" y="347"/>
                  </a:lnTo>
                  <a:lnTo>
                    <a:pt x="554" y="349"/>
                  </a:lnTo>
                  <a:lnTo>
                    <a:pt x="556" y="350"/>
                  </a:lnTo>
                  <a:lnTo>
                    <a:pt x="557" y="349"/>
                  </a:lnTo>
                  <a:lnTo>
                    <a:pt x="560" y="349"/>
                  </a:lnTo>
                  <a:lnTo>
                    <a:pt x="562" y="349"/>
                  </a:lnTo>
                  <a:lnTo>
                    <a:pt x="564" y="349"/>
                  </a:lnTo>
                  <a:lnTo>
                    <a:pt x="566" y="350"/>
                  </a:lnTo>
                  <a:lnTo>
                    <a:pt x="568" y="351"/>
                  </a:lnTo>
                  <a:lnTo>
                    <a:pt x="569" y="352"/>
                  </a:lnTo>
                  <a:lnTo>
                    <a:pt x="570" y="354"/>
                  </a:lnTo>
                  <a:lnTo>
                    <a:pt x="568" y="356"/>
                  </a:lnTo>
                  <a:lnTo>
                    <a:pt x="567" y="358"/>
                  </a:lnTo>
                  <a:lnTo>
                    <a:pt x="566" y="359"/>
                  </a:lnTo>
                  <a:lnTo>
                    <a:pt x="568" y="361"/>
                  </a:lnTo>
                  <a:lnTo>
                    <a:pt x="570" y="362"/>
                  </a:lnTo>
                  <a:close/>
                </a:path>
              </a:pathLst>
            </a:custGeom>
            <a:solidFill>
              <a:srgbClr val="0072B2">
                <a:alpha val="10800"/>
              </a:srgbClr>
            </a:solidFill>
            <a:ln>
              <a:noFill/>
            </a:ln>
          </p:spPr>
          <p:txBody>
            <a:bodyPr anchor="ctr"/>
            <a:lstStyle/>
            <a:p>
              <a:pPr algn="ctr">
                <a:buNone/>
              </a:pPr>
            </a:p>
          </p:txBody>
        </p:sp>
        <p:sp>
          <p:nvSpPr>
            <p:cNvPr id="637" name="addition:spatial:19"/>
            <p:cNvSpPr>
              <a:spLocks noGrp="1"/>
            </p:cNvSpPr>
            <p:nvPr/>
          </p:nvSpPr>
          <p:spPr>
            <a:xfrm>
              <a:off x="5648325" y="1666875"/>
              <a:ext cx="806135" cy="710489"/>
            </a:xfrm>
            <a:custGeom>
              <a:avLst/>
              <a:gdLst/>
              <a:ahLst/>
              <a:cxnLst/>
              <a:rect l="l" t="t" r="r" b="b"/>
              <a:pathLst>
                <a:path w="608" h="420">
                  <a:moveTo>
                    <a:pt x="0" y="0"/>
                  </a:moveTo>
                  <a:moveTo>
                    <a:pt x="606" y="394"/>
                  </a:moveTo>
                  <a:lnTo>
                    <a:pt x="601" y="396"/>
                  </a:lnTo>
                  <a:lnTo>
                    <a:pt x="597" y="398"/>
                  </a:lnTo>
                  <a:lnTo>
                    <a:pt x="596" y="400"/>
                  </a:lnTo>
                  <a:lnTo>
                    <a:pt x="596" y="402"/>
                  </a:lnTo>
                  <a:lnTo>
                    <a:pt x="595" y="404"/>
                  </a:lnTo>
                  <a:lnTo>
                    <a:pt x="594" y="406"/>
                  </a:lnTo>
                  <a:lnTo>
                    <a:pt x="591" y="407"/>
                  </a:lnTo>
                  <a:lnTo>
                    <a:pt x="589" y="409"/>
                  </a:lnTo>
                  <a:lnTo>
                    <a:pt x="587" y="410"/>
                  </a:lnTo>
                  <a:lnTo>
                    <a:pt x="586" y="413"/>
                  </a:lnTo>
                  <a:lnTo>
                    <a:pt x="583" y="414"/>
                  </a:lnTo>
                  <a:lnTo>
                    <a:pt x="581" y="415"/>
                  </a:lnTo>
                  <a:lnTo>
                    <a:pt x="577" y="416"/>
                  </a:lnTo>
                  <a:lnTo>
                    <a:pt x="575" y="417"/>
                  </a:lnTo>
                  <a:lnTo>
                    <a:pt x="572" y="419"/>
                  </a:lnTo>
                  <a:lnTo>
                    <a:pt x="569" y="420"/>
                  </a:lnTo>
                  <a:lnTo>
                    <a:pt x="566" y="419"/>
                  </a:lnTo>
                  <a:lnTo>
                    <a:pt x="564" y="416"/>
                  </a:lnTo>
                  <a:lnTo>
                    <a:pt x="562" y="413"/>
                  </a:lnTo>
                  <a:lnTo>
                    <a:pt x="560" y="412"/>
                  </a:lnTo>
                  <a:lnTo>
                    <a:pt x="557" y="413"/>
                  </a:lnTo>
                  <a:lnTo>
                    <a:pt x="554" y="415"/>
                  </a:lnTo>
                  <a:lnTo>
                    <a:pt x="551" y="416"/>
                  </a:lnTo>
                  <a:lnTo>
                    <a:pt x="548" y="415"/>
                  </a:lnTo>
                  <a:lnTo>
                    <a:pt x="546" y="414"/>
                  </a:lnTo>
                  <a:lnTo>
                    <a:pt x="544" y="412"/>
                  </a:lnTo>
                  <a:lnTo>
                    <a:pt x="542" y="411"/>
                  </a:lnTo>
                  <a:lnTo>
                    <a:pt x="541" y="409"/>
                  </a:lnTo>
                  <a:lnTo>
                    <a:pt x="541" y="406"/>
                  </a:lnTo>
                  <a:lnTo>
                    <a:pt x="542" y="404"/>
                  </a:lnTo>
                  <a:lnTo>
                    <a:pt x="542" y="402"/>
                  </a:lnTo>
                  <a:lnTo>
                    <a:pt x="541" y="400"/>
                  </a:lnTo>
                  <a:lnTo>
                    <a:pt x="538" y="398"/>
                  </a:lnTo>
                  <a:lnTo>
                    <a:pt x="537" y="396"/>
                  </a:lnTo>
                  <a:lnTo>
                    <a:pt x="538" y="394"/>
                  </a:lnTo>
                  <a:lnTo>
                    <a:pt x="540" y="392"/>
                  </a:lnTo>
                  <a:lnTo>
                    <a:pt x="541" y="391"/>
                  </a:lnTo>
                  <a:lnTo>
                    <a:pt x="539" y="388"/>
                  </a:lnTo>
                  <a:lnTo>
                    <a:pt x="537" y="386"/>
                  </a:lnTo>
                  <a:lnTo>
                    <a:pt x="535" y="383"/>
                  </a:lnTo>
                  <a:lnTo>
                    <a:pt x="535" y="380"/>
                  </a:lnTo>
                  <a:lnTo>
                    <a:pt x="538" y="379"/>
                  </a:lnTo>
                  <a:lnTo>
                    <a:pt x="541" y="378"/>
                  </a:lnTo>
                  <a:lnTo>
                    <a:pt x="543" y="377"/>
                  </a:lnTo>
                  <a:lnTo>
                    <a:pt x="546" y="377"/>
                  </a:lnTo>
                  <a:lnTo>
                    <a:pt x="549" y="376"/>
                  </a:lnTo>
                  <a:lnTo>
                    <a:pt x="552" y="376"/>
                  </a:lnTo>
                  <a:lnTo>
                    <a:pt x="554" y="376"/>
                  </a:lnTo>
                  <a:lnTo>
                    <a:pt x="556" y="375"/>
                  </a:lnTo>
                  <a:lnTo>
                    <a:pt x="557" y="372"/>
                  </a:lnTo>
                  <a:lnTo>
                    <a:pt x="560" y="369"/>
                  </a:lnTo>
                  <a:lnTo>
                    <a:pt x="563" y="368"/>
                  </a:lnTo>
                  <a:lnTo>
                    <a:pt x="566" y="370"/>
                  </a:lnTo>
                  <a:lnTo>
                    <a:pt x="570" y="371"/>
                  </a:lnTo>
                  <a:lnTo>
                    <a:pt x="573" y="372"/>
                  </a:lnTo>
                  <a:lnTo>
                    <a:pt x="576" y="372"/>
                  </a:lnTo>
                  <a:lnTo>
                    <a:pt x="580" y="371"/>
                  </a:lnTo>
                  <a:lnTo>
                    <a:pt x="583" y="372"/>
                  </a:lnTo>
                  <a:lnTo>
                    <a:pt x="586" y="374"/>
                  </a:lnTo>
                  <a:lnTo>
                    <a:pt x="587" y="377"/>
                  </a:lnTo>
                  <a:lnTo>
                    <a:pt x="588" y="379"/>
                  </a:lnTo>
                  <a:lnTo>
                    <a:pt x="590" y="380"/>
                  </a:lnTo>
                  <a:lnTo>
                    <a:pt x="593" y="382"/>
                  </a:lnTo>
                  <a:lnTo>
                    <a:pt x="595" y="383"/>
                  </a:lnTo>
                  <a:lnTo>
                    <a:pt x="596" y="385"/>
                  </a:lnTo>
                  <a:lnTo>
                    <a:pt x="599" y="386"/>
                  </a:lnTo>
                  <a:lnTo>
                    <a:pt x="602" y="388"/>
                  </a:lnTo>
                  <a:lnTo>
                    <a:pt x="606" y="389"/>
                  </a:lnTo>
                  <a:lnTo>
                    <a:pt x="608" y="392"/>
                  </a:lnTo>
                  <a:close/>
                </a:path>
              </a:pathLst>
            </a:custGeom>
            <a:solidFill>
              <a:srgbClr val="0072B2">
                <a:alpha val="10800"/>
              </a:srgbClr>
            </a:solidFill>
            <a:ln>
              <a:noFill/>
            </a:ln>
          </p:spPr>
          <p:txBody>
            <a:bodyPr anchor="ctr"/>
            <a:lstStyle/>
            <a:p>
              <a:pPr algn="ctr">
                <a:buNone/>
              </a:pPr>
            </a:p>
          </p:txBody>
        </p:sp>
        <p:sp>
          <p:nvSpPr>
            <p:cNvPr id="638" name="addition:spatial:20"/>
            <p:cNvSpPr>
              <a:spLocks noGrp="1"/>
            </p:cNvSpPr>
            <p:nvPr/>
          </p:nvSpPr>
          <p:spPr>
            <a:xfrm>
              <a:off x="5648325" y="1666875"/>
              <a:ext cx="737189" cy="729097"/>
            </a:xfrm>
            <a:custGeom>
              <a:avLst/>
              <a:gdLst/>
              <a:ahLst/>
              <a:cxnLst/>
              <a:rect l="l" t="t" r="r" b="b"/>
              <a:pathLst>
                <a:path w="556" h="431">
                  <a:moveTo>
                    <a:pt x="0" y="0"/>
                  </a:moveTo>
                  <a:moveTo>
                    <a:pt x="554" y="407"/>
                  </a:moveTo>
                  <a:lnTo>
                    <a:pt x="556" y="410"/>
                  </a:lnTo>
                  <a:lnTo>
                    <a:pt x="555" y="411"/>
                  </a:lnTo>
                  <a:lnTo>
                    <a:pt x="552" y="413"/>
                  </a:lnTo>
                  <a:lnTo>
                    <a:pt x="549" y="414"/>
                  </a:lnTo>
                  <a:lnTo>
                    <a:pt x="548" y="416"/>
                  </a:lnTo>
                  <a:lnTo>
                    <a:pt x="548" y="417"/>
                  </a:lnTo>
                  <a:lnTo>
                    <a:pt x="547" y="419"/>
                  </a:lnTo>
                  <a:lnTo>
                    <a:pt x="545" y="420"/>
                  </a:lnTo>
                  <a:lnTo>
                    <a:pt x="542" y="421"/>
                  </a:lnTo>
                  <a:lnTo>
                    <a:pt x="540" y="422"/>
                  </a:lnTo>
                  <a:lnTo>
                    <a:pt x="538" y="423"/>
                  </a:lnTo>
                  <a:lnTo>
                    <a:pt x="536" y="424"/>
                  </a:lnTo>
                  <a:lnTo>
                    <a:pt x="534" y="425"/>
                  </a:lnTo>
                  <a:lnTo>
                    <a:pt x="531" y="426"/>
                  </a:lnTo>
                  <a:lnTo>
                    <a:pt x="528" y="426"/>
                  </a:lnTo>
                  <a:lnTo>
                    <a:pt x="526" y="428"/>
                  </a:lnTo>
                  <a:lnTo>
                    <a:pt x="523" y="430"/>
                  </a:lnTo>
                  <a:lnTo>
                    <a:pt x="519" y="431"/>
                  </a:lnTo>
                  <a:lnTo>
                    <a:pt x="516" y="429"/>
                  </a:lnTo>
                  <a:lnTo>
                    <a:pt x="514" y="427"/>
                  </a:lnTo>
                  <a:lnTo>
                    <a:pt x="512" y="424"/>
                  </a:lnTo>
                  <a:lnTo>
                    <a:pt x="511" y="422"/>
                  </a:lnTo>
                  <a:lnTo>
                    <a:pt x="508" y="422"/>
                  </a:lnTo>
                  <a:lnTo>
                    <a:pt x="505" y="423"/>
                  </a:lnTo>
                  <a:lnTo>
                    <a:pt x="503" y="422"/>
                  </a:lnTo>
                  <a:lnTo>
                    <a:pt x="500" y="422"/>
                  </a:lnTo>
                  <a:lnTo>
                    <a:pt x="499" y="420"/>
                  </a:lnTo>
                  <a:lnTo>
                    <a:pt x="497" y="419"/>
                  </a:lnTo>
                  <a:lnTo>
                    <a:pt x="495" y="418"/>
                  </a:lnTo>
                  <a:lnTo>
                    <a:pt x="493" y="417"/>
                  </a:lnTo>
                  <a:lnTo>
                    <a:pt x="494" y="415"/>
                  </a:lnTo>
                  <a:lnTo>
                    <a:pt x="495" y="413"/>
                  </a:lnTo>
                  <a:lnTo>
                    <a:pt x="495" y="411"/>
                  </a:lnTo>
                  <a:lnTo>
                    <a:pt x="494" y="409"/>
                  </a:lnTo>
                  <a:lnTo>
                    <a:pt x="493" y="407"/>
                  </a:lnTo>
                  <a:lnTo>
                    <a:pt x="494" y="406"/>
                  </a:lnTo>
                  <a:lnTo>
                    <a:pt x="497" y="404"/>
                  </a:lnTo>
                  <a:lnTo>
                    <a:pt x="500" y="403"/>
                  </a:lnTo>
                  <a:lnTo>
                    <a:pt x="502" y="402"/>
                  </a:lnTo>
                  <a:lnTo>
                    <a:pt x="502" y="400"/>
                  </a:lnTo>
                  <a:lnTo>
                    <a:pt x="501" y="398"/>
                  </a:lnTo>
                  <a:lnTo>
                    <a:pt x="500" y="395"/>
                  </a:lnTo>
                  <a:lnTo>
                    <a:pt x="500" y="393"/>
                  </a:lnTo>
                  <a:lnTo>
                    <a:pt x="502" y="392"/>
                  </a:lnTo>
                  <a:lnTo>
                    <a:pt x="505" y="391"/>
                  </a:lnTo>
                  <a:lnTo>
                    <a:pt x="507" y="390"/>
                  </a:lnTo>
                  <a:lnTo>
                    <a:pt x="509" y="389"/>
                  </a:lnTo>
                  <a:lnTo>
                    <a:pt x="512" y="390"/>
                  </a:lnTo>
                  <a:lnTo>
                    <a:pt x="515" y="391"/>
                  </a:lnTo>
                  <a:lnTo>
                    <a:pt x="517" y="391"/>
                  </a:lnTo>
                  <a:lnTo>
                    <a:pt x="518" y="390"/>
                  </a:lnTo>
                  <a:lnTo>
                    <a:pt x="520" y="389"/>
                  </a:lnTo>
                  <a:lnTo>
                    <a:pt x="522" y="387"/>
                  </a:lnTo>
                  <a:lnTo>
                    <a:pt x="525" y="387"/>
                  </a:lnTo>
                  <a:lnTo>
                    <a:pt x="527" y="388"/>
                  </a:lnTo>
                  <a:lnTo>
                    <a:pt x="528" y="390"/>
                  </a:lnTo>
                  <a:lnTo>
                    <a:pt x="531" y="390"/>
                  </a:lnTo>
                  <a:lnTo>
                    <a:pt x="534" y="390"/>
                  </a:lnTo>
                  <a:lnTo>
                    <a:pt x="537" y="389"/>
                  </a:lnTo>
                  <a:lnTo>
                    <a:pt x="540" y="390"/>
                  </a:lnTo>
                  <a:lnTo>
                    <a:pt x="541" y="392"/>
                  </a:lnTo>
                  <a:lnTo>
                    <a:pt x="542" y="394"/>
                  </a:lnTo>
                  <a:lnTo>
                    <a:pt x="542" y="396"/>
                  </a:lnTo>
                  <a:lnTo>
                    <a:pt x="543" y="398"/>
                  </a:lnTo>
                  <a:lnTo>
                    <a:pt x="544" y="400"/>
                  </a:lnTo>
                  <a:lnTo>
                    <a:pt x="544" y="401"/>
                  </a:lnTo>
                  <a:lnTo>
                    <a:pt x="545" y="403"/>
                  </a:lnTo>
                  <a:lnTo>
                    <a:pt x="547" y="404"/>
                  </a:lnTo>
                  <a:lnTo>
                    <a:pt x="550" y="406"/>
                  </a:lnTo>
                  <a:close/>
                </a:path>
              </a:pathLst>
            </a:custGeom>
            <a:solidFill>
              <a:srgbClr val="0072B2">
                <a:alpha val="10800"/>
              </a:srgbClr>
            </a:solidFill>
            <a:ln>
              <a:noFill/>
            </a:ln>
          </p:spPr>
          <p:txBody>
            <a:bodyPr anchor="ctr"/>
            <a:lstStyle/>
            <a:p>
              <a:pPr algn="ctr">
                <a:buNone/>
              </a:pPr>
            </a:p>
          </p:txBody>
        </p:sp>
        <p:sp>
          <p:nvSpPr>
            <p:cNvPr id="639" name="addition:spatial:21"/>
            <p:cNvSpPr>
              <a:spLocks noGrp="1"/>
            </p:cNvSpPr>
            <p:nvPr/>
          </p:nvSpPr>
          <p:spPr>
            <a:xfrm>
              <a:off x="5648325" y="1666875"/>
              <a:ext cx="1360353" cy="1080958"/>
            </a:xfrm>
            <a:custGeom>
              <a:avLst/>
              <a:gdLst/>
              <a:ahLst/>
              <a:cxnLst/>
              <a:rect l="l" t="t" r="r" b="b"/>
              <a:pathLst>
                <a:path w="1026" h="639">
                  <a:moveTo>
                    <a:pt x="0" y="0"/>
                  </a:moveTo>
                  <a:moveTo>
                    <a:pt x="1004" y="555"/>
                  </a:moveTo>
                  <a:lnTo>
                    <a:pt x="1010" y="562"/>
                  </a:lnTo>
                  <a:lnTo>
                    <a:pt x="1019" y="570"/>
                  </a:lnTo>
                  <a:lnTo>
                    <a:pt x="1026" y="580"/>
                  </a:lnTo>
                  <a:lnTo>
                    <a:pt x="1023" y="587"/>
                  </a:lnTo>
                  <a:lnTo>
                    <a:pt x="1009" y="592"/>
                  </a:lnTo>
                  <a:lnTo>
                    <a:pt x="991" y="593"/>
                  </a:lnTo>
                  <a:lnTo>
                    <a:pt x="978" y="594"/>
                  </a:lnTo>
                  <a:lnTo>
                    <a:pt x="972" y="599"/>
                  </a:lnTo>
                  <a:lnTo>
                    <a:pt x="970" y="606"/>
                  </a:lnTo>
                  <a:lnTo>
                    <a:pt x="966" y="614"/>
                  </a:lnTo>
                  <a:lnTo>
                    <a:pt x="958" y="619"/>
                  </a:lnTo>
                  <a:lnTo>
                    <a:pt x="950" y="624"/>
                  </a:lnTo>
                  <a:lnTo>
                    <a:pt x="941" y="629"/>
                  </a:lnTo>
                  <a:lnTo>
                    <a:pt x="931" y="635"/>
                  </a:lnTo>
                  <a:lnTo>
                    <a:pt x="920" y="639"/>
                  </a:lnTo>
                  <a:lnTo>
                    <a:pt x="908" y="639"/>
                  </a:lnTo>
                  <a:lnTo>
                    <a:pt x="896" y="635"/>
                  </a:lnTo>
                  <a:lnTo>
                    <a:pt x="885" y="632"/>
                  </a:lnTo>
                  <a:lnTo>
                    <a:pt x="874" y="632"/>
                  </a:lnTo>
                  <a:lnTo>
                    <a:pt x="862" y="635"/>
                  </a:lnTo>
                  <a:lnTo>
                    <a:pt x="851" y="634"/>
                  </a:lnTo>
                  <a:lnTo>
                    <a:pt x="843" y="628"/>
                  </a:lnTo>
                  <a:lnTo>
                    <a:pt x="840" y="618"/>
                  </a:lnTo>
                  <a:lnTo>
                    <a:pt x="837" y="610"/>
                  </a:lnTo>
                  <a:lnTo>
                    <a:pt x="830" y="607"/>
                  </a:lnTo>
                  <a:lnTo>
                    <a:pt x="818" y="608"/>
                  </a:lnTo>
                  <a:lnTo>
                    <a:pt x="804" y="608"/>
                  </a:lnTo>
                  <a:lnTo>
                    <a:pt x="793" y="606"/>
                  </a:lnTo>
                  <a:lnTo>
                    <a:pt x="787" y="600"/>
                  </a:lnTo>
                  <a:lnTo>
                    <a:pt x="784" y="593"/>
                  </a:lnTo>
                  <a:lnTo>
                    <a:pt x="782" y="585"/>
                  </a:lnTo>
                  <a:lnTo>
                    <a:pt x="781" y="578"/>
                  </a:lnTo>
                  <a:lnTo>
                    <a:pt x="786" y="570"/>
                  </a:lnTo>
                  <a:lnTo>
                    <a:pt x="796" y="562"/>
                  </a:lnTo>
                  <a:lnTo>
                    <a:pt x="805" y="555"/>
                  </a:lnTo>
                  <a:lnTo>
                    <a:pt x="808" y="549"/>
                  </a:lnTo>
                  <a:lnTo>
                    <a:pt x="804" y="542"/>
                  </a:lnTo>
                  <a:lnTo>
                    <a:pt x="797" y="534"/>
                  </a:lnTo>
                  <a:lnTo>
                    <a:pt x="797" y="526"/>
                  </a:lnTo>
                  <a:lnTo>
                    <a:pt x="804" y="520"/>
                  </a:lnTo>
                  <a:lnTo>
                    <a:pt x="814" y="516"/>
                  </a:lnTo>
                  <a:lnTo>
                    <a:pt x="820" y="511"/>
                  </a:lnTo>
                  <a:lnTo>
                    <a:pt x="821" y="503"/>
                  </a:lnTo>
                  <a:lnTo>
                    <a:pt x="821" y="494"/>
                  </a:lnTo>
                  <a:lnTo>
                    <a:pt x="825" y="486"/>
                  </a:lnTo>
                  <a:lnTo>
                    <a:pt x="834" y="483"/>
                  </a:lnTo>
                  <a:lnTo>
                    <a:pt x="844" y="482"/>
                  </a:lnTo>
                  <a:lnTo>
                    <a:pt x="854" y="483"/>
                  </a:lnTo>
                  <a:lnTo>
                    <a:pt x="863" y="482"/>
                  </a:lnTo>
                  <a:lnTo>
                    <a:pt x="871" y="483"/>
                  </a:lnTo>
                  <a:lnTo>
                    <a:pt x="879" y="485"/>
                  </a:lnTo>
                  <a:lnTo>
                    <a:pt x="887" y="489"/>
                  </a:lnTo>
                  <a:lnTo>
                    <a:pt x="894" y="488"/>
                  </a:lnTo>
                  <a:lnTo>
                    <a:pt x="902" y="482"/>
                  </a:lnTo>
                  <a:lnTo>
                    <a:pt x="913" y="473"/>
                  </a:lnTo>
                  <a:lnTo>
                    <a:pt x="926" y="468"/>
                  </a:lnTo>
                  <a:lnTo>
                    <a:pt x="936" y="471"/>
                  </a:lnTo>
                  <a:lnTo>
                    <a:pt x="942" y="480"/>
                  </a:lnTo>
                  <a:lnTo>
                    <a:pt x="946" y="489"/>
                  </a:lnTo>
                  <a:lnTo>
                    <a:pt x="952" y="496"/>
                  </a:lnTo>
                  <a:lnTo>
                    <a:pt x="962" y="499"/>
                  </a:lnTo>
                  <a:lnTo>
                    <a:pt x="971" y="503"/>
                  </a:lnTo>
                  <a:lnTo>
                    <a:pt x="977" y="509"/>
                  </a:lnTo>
                  <a:lnTo>
                    <a:pt x="980" y="517"/>
                  </a:lnTo>
                  <a:lnTo>
                    <a:pt x="983" y="523"/>
                  </a:lnTo>
                  <a:lnTo>
                    <a:pt x="989" y="529"/>
                  </a:lnTo>
                  <a:lnTo>
                    <a:pt x="996" y="535"/>
                  </a:lnTo>
                  <a:lnTo>
                    <a:pt x="1001" y="541"/>
                  </a:lnTo>
                  <a:lnTo>
                    <a:pt x="1003" y="548"/>
                  </a:lnTo>
                  <a:close/>
                </a:path>
              </a:pathLst>
            </a:custGeom>
            <a:solidFill>
              <a:srgbClr val="F5DAC5">
                <a:alpha val="12900"/>
              </a:srgbClr>
            </a:solidFill>
            <a:ln>
              <a:noFill/>
            </a:ln>
          </p:spPr>
          <p:txBody>
            <a:bodyPr anchor="ctr"/>
            <a:lstStyle/>
            <a:p>
              <a:pPr algn="ctr">
                <a:buNone/>
              </a:pPr>
            </a:p>
          </p:txBody>
        </p:sp>
        <p:sp>
          <p:nvSpPr>
            <p:cNvPr id="640" name="addition:spatial:22"/>
            <p:cNvSpPr>
              <a:spLocks noGrp="1"/>
            </p:cNvSpPr>
            <p:nvPr/>
          </p:nvSpPr>
          <p:spPr>
            <a:xfrm>
              <a:off x="5648325" y="1666875"/>
              <a:ext cx="1312621" cy="1074191"/>
            </a:xfrm>
            <a:custGeom>
              <a:avLst/>
              <a:gdLst/>
              <a:ahLst/>
              <a:cxnLst/>
              <a:rect l="l" t="t" r="r" b="b"/>
              <a:pathLst>
                <a:path w="990" h="635">
                  <a:moveTo>
                    <a:pt x="0" y="0"/>
                  </a:moveTo>
                  <a:moveTo>
                    <a:pt x="983" y="560"/>
                  </a:moveTo>
                  <a:lnTo>
                    <a:pt x="986" y="566"/>
                  </a:lnTo>
                  <a:lnTo>
                    <a:pt x="990" y="573"/>
                  </a:lnTo>
                  <a:lnTo>
                    <a:pt x="989" y="579"/>
                  </a:lnTo>
                  <a:lnTo>
                    <a:pt x="984" y="585"/>
                  </a:lnTo>
                  <a:lnTo>
                    <a:pt x="977" y="589"/>
                  </a:lnTo>
                  <a:lnTo>
                    <a:pt x="973" y="594"/>
                  </a:lnTo>
                  <a:lnTo>
                    <a:pt x="971" y="600"/>
                  </a:lnTo>
                  <a:lnTo>
                    <a:pt x="969" y="606"/>
                  </a:lnTo>
                  <a:lnTo>
                    <a:pt x="961" y="610"/>
                  </a:lnTo>
                  <a:lnTo>
                    <a:pt x="950" y="610"/>
                  </a:lnTo>
                  <a:lnTo>
                    <a:pt x="938" y="608"/>
                  </a:lnTo>
                  <a:lnTo>
                    <a:pt x="930" y="609"/>
                  </a:lnTo>
                  <a:lnTo>
                    <a:pt x="926" y="615"/>
                  </a:lnTo>
                  <a:lnTo>
                    <a:pt x="921" y="624"/>
                  </a:lnTo>
                  <a:lnTo>
                    <a:pt x="913" y="632"/>
                  </a:lnTo>
                  <a:lnTo>
                    <a:pt x="904" y="635"/>
                  </a:lnTo>
                  <a:lnTo>
                    <a:pt x="893" y="635"/>
                  </a:lnTo>
                  <a:lnTo>
                    <a:pt x="882" y="633"/>
                  </a:lnTo>
                  <a:lnTo>
                    <a:pt x="872" y="631"/>
                  </a:lnTo>
                  <a:lnTo>
                    <a:pt x="863" y="628"/>
                  </a:lnTo>
                  <a:lnTo>
                    <a:pt x="855" y="622"/>
                  </a:lnTo>
                  <a:lnTo>
                    <a:pt x="850" y="615"/>
                  </a:lnTo>
                  <a:lnTo>
                    <a:pt x="844" y="610"/>
                  </a:lnTo>
                  <a:lnTo>
                    <a:pt x="836" y="610"/>
                  </a:lnTo>
                  <a:lnTo>
                    <a:pt x="824" y="611"/>
                  </a:lnTo>
                  <a:lnTo>
                    <a:pt x="814" y="611"/>
                  </a:lnTo>
                  <a:lnTo>
                    <a:pt x="808" y="606"/>
                  </a:lnTo>
                  <a:lnTo>
                    <a:pt x="807" y="599"/>
                  </a:lnTo>
                  <a:lnTo>
                    <a:pt x="806" y="593"/>
                  </a:lnTo>
                  <a:lnTo>
                    <a:pt x="801" y="588"/>
                  </a:lnTo>
                  <a:lnTo>
                    <a:pt x="792" y="585"/>
                  </a:lnTo>
                  <a:lnTo>
                    <a:pt x="784" y="580"/>
                  </a:lnTo>
                  <a:lnTo>
                    <a:pt x="783" y="573"/>
                  </a:lnTo>
                  <a:lnTo>
                    <a:pt x="788" y="566"/>
                  </a:lnTo>
                  <a:lnTo>
                    <a:pt x="795" y="560"/>
                  </a:lnTo>
                  <a:lnTo>
                    <a:pt x="801" y="554"/>
                  </a:lnTo>
                  <a:lnTo>
                    <a:pt x="806" y="549"/>
                  </a:lnTo>
                  <a:lnTo>
                    <a:pt x="811" y="544"/>
                  </a:lnTo>
                  <a:lnTo>
                    <a:pt x="817" y="539"/>
                  </a:lnTo>
                  <a:lnTo>
                    <a:pt x="822" y="535"/>
                  </a:lnTo>
                  <a:lnTo>
                    <a:pt x="822" y="529"/>
                  </a:lnTo>
                  <a:lnTo>
                    <a:pt x="818" y="520"/>
                  </a:lnTo>
                  <a:lnTo>
                    <a:pt x="816" y="510"/>
                  </a:lnTo>
                  <a:lnTo>
                    <a:pt x="820" y="503"/>
                  </a:lnTo>
                  <a:lnTo>
                    <a:pt x="830" y="501"/>
                  </a:lnTo>
                  <a:lnTo>
                    <a:pt x="842" y="503"/>
                  </a:lnTo>
                  <a:lnTo>
                    <a:pt x="852" y="503"/>
                  </a:lnTo>
                  <a:lnTo>
                    <a:pt x="858" y="501"/>
                  </a:lnTo>
                  <a:lnTo>
                    <a:pt x="863" y="497"/>
                  </a:lnTo>
                  <a:lnTo>
                    <a:pt x="870" y="494"/>
                  </a:lnTo>
                  <a:lnTo>
                    <a:pt x="877" y="495"/>
                  </a:lnTo>
                  <a:lnTo>
                    <a:pt x="884" y="497"/>
                  </a:lnTo>
                  <a:lnTo>
                    <a:pt x="891" y="499"/>
                  </a:lnTo>
                  <a:lnTo>
                    <a:pt x="897" y="498"/>
                  </a:lnTo>
                  <a:lnTo>
                    <a:pt x="904" y="496"/>
                  </a:lnTo>
                  <a:lnTo>
                    <a:pt x="912" y="497"/>
                  </a:lnTo>
                  <a:lnTo>
                    <a:pt x="918" y="499"/>
                  </a:lnTo>
                  <a:lnTo>
                    <a:pt x="926" y="501"/>
                  </a:lnTo>
                  <a:lnTo>
                    <a:pt x="936" y="500"/>
                  </a:lnTo>
                  <a:lnTo>
                    <a:pt x="947" y="500"/>
                  </a:lnTo>
                  <a:lnTo>
                    <a:pt x="956" y="503"/>
                  </a:lnTo>
                  <a:lnTo>
                    <a:pt x="958" y="511"/>
                  </a:lnTo>
                  <a:lnTo>
                    <a:pt x="955" y="521"/>
                  </a:lnTo>
                  <a:lnTo>
                    <a:pt x="950" y="530"/>
                  </a:lnTo>
                  <a:lnTo>
                    <a:pt x="952" y="536"/>
                  </a:lnTo>
                  <a:lnTo>
                    <a:pt x="959" y="539"/>
                  </a:lnTo>
                  <a:lnTo>
                    <a:pt x="969" y="543"/>
                  </a:lnTo>
                  <a:lnTo>
                    <a:pt x="976" y="548"/>
                  </a:lnTo>
                  <a:lnTo>
                    <a:pt x="980" y="554"/>
                  </a:lnTo>
                  <a:close/>
                </a:path>
              </a:pathLst>
            </a:custGeom>
            <a:solidFill>
              <a:srgbClr val="ECB78D">
                <a:alpha val="12900"/>
              </a:srgbClr>
            </a:solidFill>
            <a:ln>
              <a:noFill/>
            </a:ln>
          </p:spPr>
          <p:txBody>
            <a:bodyPr anchor="ctr"/>
            <a:lstStyle/>
            <a:p>
              <a:pPr algn="ctr">
                <a:buNone/>
              </a:pPr>
            </a:p>
          </p:txBody>
        </p:sp>
        <p:sp>
          <p:nvSpPr>
            <p:cNvPr id="641" name="addition:spatial:23"/>
            <p:cNvSpPr>
              <a:spLocks noGrp="1"/>
            </p:cNvSpPr>
            <p:nvPr/>
          </p:nvSpPr>
          <p:spPr>
            <a:xfrm>
              <a:off x="5648325" y="1666875"/>
              <a:ext cx="1282126" cy="1058967"/>
            </a:xfrm>
            <a:custGeom>
              <a:avLst/>
              <a:gdLst/>
              <a:ahLst/>
              <a:cxnLst/>
              <a:rect l="l" t="t" r="r" b="b"/>
              <a:pathLst>
                <a:path w="967" h="626">
                  <a:moveTo>
                    <a:pt x="0" y="0"/>
                  </a:moveTo>
                  <a:moveTo>
                    <a:pt x="957" y="565"/>
                  </a:moveTo>
                  <a:lnTo>
                    <a:pt x="960" y="570"/>
                  </a:lnTo>
                  <a:lnTo>
                    <a:pt x="958" y="576"/>
                  </a:lnTo>
                  <a:lnTo>
                    <a:pt x="951" y="580"/>
                  </a:lnTo>
                  <a:lnTo>
                    <a:pt x="943" y="583"/>
                  </a:lnTo>
                  <a:lnTo>
                    <a:pt x="938" y="587"/>
                  </a:lnTo>
                  <a:lnTo>
                    <a:pt x="939" y="593"/>
                  </a:lnTo>
                  <a:lnTo>
                    <a:pt x="941" y="600"/>
                  </a:lnTo>
                  <a:lnTo>
                    <a:pt x="940" y="606"/>
                  </a:lnTo>
                  <a:lnTo>
                    <a:pt x="936" y="611"/>
                  </a:lnTo>
                  <a:lnTo>
                    <a:pt x="931" y="615"/>
                  </a:lnTo>
                  <a:lnTo>
                    <a:pt x="925" y="618"/>
                  </a:lnTo>
                  <a:lnTo>
                    <a:pt x="919" y="621"/>
                  </a:lnTo>
                  <a:lnTo>
                    <a:pt x="911" y="621"/>
                  </a:lnTo>
                  <a:lnTo>
                    <a:pt x="903" y="618"/>
                  </a:lnTo>
                  <a:lnTo>
                    <a:pt x="896" y="614"/>
                  </a:lnTo>
                  <a:lnTo>
                    <a:pt x="890" y="612"/>
                  </a:lnTo>
                  <a:lnTo>
                    <a:pt x="886" y="615"/>
                  </a:lnTo>
                  <a:lnTo>
                    <a:pt x="880" y="622"/>
                  </a:lnTo>
                  <a:lnTo>
                    <a:pt x="873" y="626"/>
                  </a:lnTo>
                  <a:lnTo>
                    <a:pt x="866" y="626"/>
                  </a:lnTo>
                  <a:lnTo>
                    <a:pt x="860" y="623"/>
                  </a:lnTo>
                  <a:lnTo>
                    <a:pt x="855" y="619"/>
                  </a:lnTo>
                  <a:lnTo>
                    <a:pt x="849" y="617"/>
                  </a:lnTo>
                  <a:lnTo>
                    <a:pt x="841" y="616"/>
                  </a:lnTo>
                  <a:lnTo>
                    <a:pt x="833" y="614"/>
                  </a:lnTo>
                  <a:lnTo>
                    <a:pt x="828" y="610"/>
                  </a:lnTo>
                  <a:lnTo>
                    <a:pt x="825" y="604"/>
                  </a:lnTo>
                  <a:lnTo>
                    <a:pt x="822" y="599"/>
                  </a:lnTo>
                  <a:lnTo>
                    <a:pt x="818" y="594"/>
                  </a:lnTo>
                  <a:lnTo>
                    <a:pt x="814" y="589"/>
                  </a:lnTo>
                  <a:lnTo>
                    <a:pt x="813" y="584"/>
                  </a:lnTo>
                  <a:lnTo>
                    <a:pt x="814" y="579"/>
                  </a:lnTo>
                  <a:lnTo>
                    <a:pt x="813" y="574"/>
                  </a:lnTo>
                  <a:lnTo>
                    <a:pt x="807" y="570"/>
                  </a:lnTo>
                  <a:lnTo>
                    <a:pt x="796" y="565"/>
                  </a:lnTo>
                  <a:lnTo>
                    <a:pt x="785" y="559"/>
                  </a:lnTo>
                  <a:lnTo>
                    <a:pt x="782" y="553"/>
                  </a:lnTo>
                  <a:lnTo>
                    <a:pt x="787" y="547"/>
                  </a:lnTo>
                  <a:lnTo>
                    <a:pt x="797" y="544"/>
                  </a:lnTo>
                  <a:lnTo>
                    <a:pt x="805" y="541"/>
                  </a:lnTo>
                  <a:lnTo>
                    <a:pt x="809" y="537"/>
                  </a:lnTo>
                  <a:lnTo>
                    <a:pt x="812" y="532"/>
                  </a:lnTo>
                  <a:lnTo>
                    <a:pt x="817" y="529"/>
                  </a:lnTo>
                  <a:lnTo>
                    <a:pt x="823" y="526"/>
                  </a:lnTo>
                  <a:lnTo>
                    <a:pt x="829" y="523"/>
                  </a:lnTo>
                  <a:lnTo>
                    <a:pt x="834" y="519"/>
                  </a:lnTo>
                  <a:lnTo>
                    <a:pt x="839" y="514"/>
                  </a:lnTo>
                  <a:lnTo>
                    <a:pt x="845" y="510"/>
                  </a:lnTo>
                  <a:lnTo>
                    <a:pt x="854" y="508"/>
                  </a:lnTo>
                  <a:lnTo>
                    <a:pt x="863" y="509"/>
                  </a:lnTo>
                  <a:lnTo>
                    <a:pt x="871" y="508"/>
                  </a:lnTo>
                  <a:lnTo>
                    <a:pt x="879" y="504"/>
                  </a:lnTo>
                  <a:lnTo>
                    <a:pt x="888" y="500"/>
                  </a:lnTo>
                  <a:lnTo>
                    <a:pt x="897" y="498"/>
                  </a:lnTo>
                  <a:lnTo>
                    <a:pt x="905" y="503"/>
                  </a:lnTo>
                  <a:lnTo>
                    <a:pt x="911" y="511"/>
                  </a:lnTo>
                  <a:lnTo>
                    <a:pt x="914" y="518"/>
                  </a:lnTo>
                  <a:lnTo>
                    <a:pt x="919" y="522"/>
                  </a:lnTo>
                  <a:lnTo>
                    <a:pt x="926" y="523"/>
                  </a:lnTo>
                  <a:lnTo>
                    <a:pt x="934" y="523"/>
                  </a:lnTo>
                  <a:lnTo>
                    <a:pt x="941" y="524"/>
                  </a:lnTo>
                  <a:lnTo>
                    <a:pt x="948" y="527"/>
                  </a:lnTo>
                  <a:lnTo>
                    <a:pt x="954" y="529"/>
                  </a:lnTo>
                  <a:lnTo>
                    <a:pt x="961" y="532"/>
                  </a:lnTo>
                  <a:lnTo>
                    <a:pt x="967" y="536"/>
                  </a:lnTo>
                  <a:lnTo>
                    <a:pt x="967" y="542"/>
                  </a:lnTo>
                  <a:lnTo>
                    <a:pt x="962" y="549"/>
                  </a:lnTo>
                  <a:lnTo>
                    <a:pt x="956" y="555"/>
                  </a:lnTo>
                  <a:lnTo>
                    <a:pt x="954" y="560"/>
                  </a:lnTo>
                  <a:close/>
                </a:path>
              </a:pathLst>
            </a:custGeom>
            <a:solidFill>
              <a:srgbClr val="E18B48">
                <a:alpha val="10500"/>
              </a:srgbClr>
            </a:solidFill>
            <a:ln>
              <a:noFill/>
            </a:ln>
          </p:spPr>
          <p:txBody>
            <a:bodyPr anchor="ctr"/>
            <a:lstStyle/>
            <a:p>
              <a:pPr algn="ctr">
                <a:buNone/>
              </a:pPr>
            </a:p>
          </p:txBody>
        </p:sp>
        <p:sp>
          <p:nvSpPr>
            <p:cNvPr id="642" name="addition:spatial:24"/>
            <p:cNvSpPr>
              <a:spLocks noGrp="1"/>
            </p:cNvSpPr>
            <p:nvPr/>
          </p:nvSpPr>
          <p:spPr>
            <a:xfrm>
              <a:off x="5648325" y="1666875"/>
              <a:ext cx="1169426" cy="967618"/>
            </a:xfrm>
            <a:custGeom>
              <a:avLst/>
              <a:gdLst/>
              <a:ahLst/>
              <a:cxnLst/>
              <a:rect l="l" t="t" r="r" b="b"/>
              <a:pathLst>
                <a:path w="882" h="572">
                  <a:moveTo>
                    <a:pt x="0" y="0"/>
                  </a:moveTo>
                  <a:moveTo>
                    <a:pt x="875" y="546"/>
                  </a:moveTo>
                  <a:lnTo>
                    <a:pt x="873" y="548"/>
                  </a:lnTo>
                  <a:lnTo>
                    <a:pt x="874" y="549"/>
                  </a:lnTo>
                  <a:lnTo>
                    <a:pt x="877" y="552"/>
                  </a:lnTo>
                  <a:lnTo>
                    <a:pt x="880" y="555"/>
                  </a:lnTo>
                  <a:lnTo>
                    <a:pt x="880" y="558"/>
                  </a:lnTo>
                  <a:lnTo>
                    <a:pt x="878" y="560"/>
                  </a:lnTo>
                  <a:lnTo>
                    <a:pt x="876" y="561"/>
                  </a:lnTo>
                  <a:lnTo>
                    <a:pt x="874" y="562"/>
                  </a:lnTo>
                  <a:lnTo>
                    <a:pt x="872" y="564"/>
                  </a:lnTo>
                  <a:lnTo>
                    <a:pt x="870" y="566"/>
                  </a:lnTo>
                  <a:lnTo>
                    <a:pt x="867" y="566"/>
                  </a:lnTo>
                  <a:lnTo>
                    <a:pt x="864" y="566"/>
                  </a:lnTo>
                  <a:lnTo>
                    <a:pt x="862" y="567"/>
                  </a:lnTo>
                  <a:lnTo>
                    <a:pt x="860" y="568"/>
                  </a:lnTo>
                  <a:lnTo>
                    <a:pt x="858" y="569"/>
                  </a:lnTo>
                  <a:lnTo>
                    <a:pt x="855" y="570"/>
                  </a:lnTo>
                  <a:lnTo>
                    <a:pt x="852" y="569"/>
                  </a:lnTo>
                  <a:lnTo>
                    <a:pt x="850" y="567"/>
                  </a:lnTo>
                  <a:lnTo>
                    <a:pt x="847" y="568"/>
                  </a:lnTo>
                  <a:lnTo>
                    <a:pt x="844" y="570"/>
                  </a:lnTo>
                  <a:lnTo>
                    <a:pt x="840" y="572"/>
                  </a:lnTo>
                  <a:lnTo>
                    <a:pt x="835" y="572"/>
                  </a:lnTo>
                  <a:lnTo>
                    <a:pt x="833" y="571"/>
                  </a:lnTo>
                  <a:lnTo>
                    <a:pt x="831" y="567"/>
                  </a:lnTo>
                  <a:lnTo>
                    <a:pt x="830" y="564"/>
                  </a:lnTo>
                  <a:lnTo>
                    <a:pt x="828" y="562"/>
                  </a:lnTo>
                  <a:lnTo>
                    <a:pt x="826" y="561"/>
                  </a:lnTo>
                  <a:lnTo>
                    <a:pt x="824" y="559"/>
                  </a:lnTo>
                  <a:lnTo>
                    <a:pt x="823" y="557"/>
                  </a:lnTo>
                  <a:lnTo>
                    <a:pt x="821" y="555"/>
                  </a:lnTo>
                  <a:lnTo>
                    <a:pt x="817" y="554"/>
                  </a:lnTo>
                  <a:lnTo>
                    <a:pt x="813" y="553"/>
                  </a:lnTo>
                  <a:lnTo>
                    <a:pt x="810" y="551"/>
                  </a:lnTo>
                  <a:lnTo>
                    <a:pt x="810" y="548"/>
                  </a:lnTo>
                  <a:lnTo>
                    <a:pt x="812" y="546"/>
                  </a:lnTo>
                  <a:lnTo>
                    <a:pt x="813" y="544"/>
                  </a:lnTo>
                  <a:lnTo>
                    <a:pt x="813" y="541"/>
                  </a:lnTo>
                  <a:lnTo>
                    <a:pt x="812" y="539"/>
                  </a:lnTo>
                  <a:lnTo>
                    <a:pt x="811" y="536"/>
                  </a:lnTo>
                  <a:lnTo>
                    <a:pt x="814" y="534"/>
                  </a:lnTo>
                  <a:lnTo>
                    <a:pt x="818" y="533"/>
                  </a:lnTo>
                  <a:lnTo>
                    <a:pt x="822" y="533"/>
                  </a:lnTo>
                  <a:lnTo>
                    <a:pt x="825" y="532"/>
                  </a:lnTo>
                  <a:lnTo>
                    <a:pt x="827" y="530"/>
                  </a:lnTo>
                  <a:lnTo>
                    <a:pt x="829" y="528"/>
                  </a:lnTo>
                  <a:lnTo>
                    <a:pt x="831" y="526"/>
                  </a:lnTo>
                  <a:lnTo>
                    <a:pt x="833" y="524"/>
                  </a:lnTo>
                  <a:lnTo>
                    <a:pt x="836" y="522"/>
                  </a:lnTo>
                  <a:lnTo>
                    <a:pt x="838" y="520"/>
                  </a:lnTo>
                  <a:lnTo>
                    <a:pt x="842" y="518"/>
                  </a:lnTo>
                  <a:lnTo>
                    <a:pt x="846" y="518"/>
                  </a:lnTo>
                  <a:lnTo>
                    <a:pt x="849" y="520"/>
                  </a:lnTo>
                  <a:lnTo>
                    <a:pt x="853" y="523"/>
                  </a:lnTo>
                  <a:lnTo>
                    <a:pt x="855" y="525"/>
                  </a:lnTo>
                  <a:lnTo>
                    <a:pt x="858" y="525"/>
                  </a:lnTo>
                  <a:lnTo>
                    <a:pt x="861" y="523"/>
                  </a:lnTo>
                  <a:lnTo>
                    <a:pt x="865" y="523"/>
                  </a:lnTo>
                  <a:lnTo>
                    <a:pt x="867" y="524"/>
                  </a:lnTo>
                  <a:lnTo>
                    <a:pt x="868" y="526"/>
                  </a:lnTo>
                  <a:lnTo>
                    <a:pt x="870" y="528"/>
                  </a:lnTo>
                  <a:lnTo>
                    <a:pt x="873" y="529"/>
                  </a:lnTo>
                  <a:lnTo>
                    <a:pt x="876" y="529"/>
                  </a:lnTo>
                  <a:lnTo>
                    <a:pt x="878" y="530"/>
                  </a:lnTo>
                  <a:lnTo>
                    <a:pt x="879" y="532"/>
                  </a:lnTo>
                  <a:lnTo>
                    <a:pt x="880" y="535"/>
                  </a:lnTo>
                  <a:lnTo>
                    <a:pt x="881" y="537"/>
                  </a:lnTo>
                  <a:lnTo>
                    <a:pt x="882" y="539"/>
                  </a:lnTo>
                  <a:lnTo>
                    <a:pt x="882" y="541"/>
                  </a:lnTo>
                  <a:lnTo>
                    <a:pt x="879" y="544"/>
                  </a:lnTo>
                  <a:close/>
                </a:path>
              </a:pathLst>
            </a:custGeom>
            <a:solidFill>
              <a:srgbClr val="ECB78D">
                <a:alpha val="9600"/>
              </a:srgbClr>
            </a:solidFill>
            <a:ln>
              <a:noFill/>
            </a:ln>
          </p:spPr>
          <p:txBody>
            <a:bodyPr anchor="ctr"/>
            <a:lstStyle/>
            <a:p>
              <a:pPr algn="ctr">
                <a:buNone/>
              </a:pPr>
            </a:p>
          </p:txBody>
        </p:sp>
        <p:sp>
          <p:nvSpPr>
            <p:cNvPr id="643" name="addition:spatial:25"/>
            <p:cNvSpPr>
              <a:spLocks noGrp="1"/>
            </p:cNvSpPr>
            <p:nvPr/>
          </p:nvSpPr>
          <p:spPr>
            <a:xfrm>
              <a:off x="5648325" y="1666875"/>
              <a:ext cx="1209203" cy="933785"/>
            </a:xfrm>
            <a:custGeom>
              <a:avLst/>
              <a:gdLst/>
              <a:ahLst/>
              <a:cxnLst/>
              <a:rect l="l" t="t" r="r" b="b"/>
              <a:pathLst>
                <a:path w="912" h="552">
                  <a:moveTo>
                    <a:pt x="0" y="0"/>
                  </a:moveTo>
                  <a:moveTo>
                    <a:pt x="909" y="526"/>
                  </a:moveTo>
                  <a:lnTo>
                    <a:pt x="911" y="528"/>
                  </a:lnTo>
                  <a:lnTo>
                    <a:pt x="912" y="531"/>
                  </a:lnTo>
                  <a:lnTo>
                    <a:pt x="910" y="533"/>
                  </a:lnTo>
                  <a:lnTo>
                    <a:pt x="906" y="534"/>
                  </a:lnTo>
                  <a:lnTo>
                    <a:pt x="902" y="535"/>
                  </a:lnTo>
                  <a:lnTo>
                    <a:pt x="899" y="537"/>
                  </a:lnTo>
                  <a:lnTo>
                    <a:pt x="898" y="539"/>
                  </a:lnTo>
                  <a:lnTo>
                    <a:pt x="897" y="541"/>
                  </a:lnTo>
                  <a:lnTo>
                    <a:pt x="896" y="543"/>
                  </a:lnTo>
                  <a:lnTo>
                    <a:pt x="894" y="545"/>
                  </a:lnTo>
                  <a:lnTo>
                    <a:pt x="892" y="547"/>
                  </a:lnTo>
                  <a:lnTo>
                    <a:pt x="890" y="550"/>
                  </a:lnTo>
                  <a:lnTo>
                    <a:pt x="888" y="552"/>
                  </a:lnTo>
                  <a:lnTo>
                    <a:pt x="884" y="552"/>
                  </a:lnTo>
                  <a:lnTo>
                    <a:pt x="881" y="550"/>
                  </a:lnTo>
                  <a:lnTo>
                    <a:pt x="877" y="548"/>
                  </a:lnTo>
                  <a:lnTo>
                    <a:pt x="875" y="546"/>
                  </a:lnTo>
                  <a:lnTo>
                    <a:pt x="873" y="547"/>
                  </a:lnTo>
                  <a:lnTo>
                    <a:pt x="870" y="549"/>
                  </a:lnTo>
                  <a:lnTo>
                    <a:pt x="867" y="550"/>
                  </a:lnTo>
                  <a:lnTo>
                    <a:pt x="865" y="549"/>
                  </a:lnTo>
                  <a:lnTo>
                    <a:pt x="863" y="547"/>
                  </a:lnTo>
                  <a:lnTo>
                    <a:pt x="862" y="546"/>
                  </a:lnTo>
                  <a:lnTo>
                    <a:pt x="859" y="546"/>
                  </a:lnTo>
                  <a:lnTo>
                    <a:pt x="856" y="545"/>
                  </a:lnTo>
                  <a:lnTo>
                    <a:pt x="853" y="545"/>
                  </a:lnTo>
                  <a:lnTo>
                    <a:pt x="852" y="543"/>
                  </a:lnTo>
                  <a:lnTo>
                    <a:pt x="851" y="541"/>
                  </a:lnTo>
                  <a:lnTo>
                    <a:pt x="849" y="539"/>
                  </a:lnTo>
                  <a:lnTo>
                    <a:pt x="848" y="537"/>
                  </a:lnTo>
                  <a:lnTo>
                    <a:pt x="847" y="535"/>
                  </a:lnTo>
                  <a:lnTo>
                    <a:pt x="849" y="532"/>
                  </a:lnTo>
                  <a:lnTo>
                    <a:pt x="851" y="530"/>
                  </a:lnTo>
                  <a:lnTo>
                    <a:pt x="853" y="528"/>
                  </a:lnTo>
                  <a:lnTo>
                    <a:pt x="851" y="526"/>
                  </a:lnTo>
                  <a:lnTo>
                    <a:pt x="847" y="524"/>
                  </a:lnTo>
                  <a:lnTo>
                    <a:pt x="844" y="522"/>
                  </a:lnTo>
                  <a:lnTo>
                    <a:pt x="842" y="519"/>
                  </a:lnTo>
                  <a:lnTo>
                    <a:pt x="843" y="517"/>
                  </a:lnTo>
                  <a:lnTo>
                    <a:pt x="846" y="515"/>
                  </a:lnTo>
                  <a:lnTo>
                    <a:pt x="847" y="514"/>
                  </a:lnTo>
                  <a:lnTo>
                    <a:pt x="848" y="512"/>
                  </a:lnTo>
                  <a:lnTo>
                    <a:pt x="850" y="510"/>
                  </a:lnTo>
                  <a:lnTo>
                    <a:pt x="852" y="509"/>
                  </a:lnTo>
                  <a:lnTo>
                    <a:pt x="855" y="509"/>
                  </a:lnTo>
                  <a:lnTo>
                    <a:pt x="857" y="508"/>
                  </a:lnTo>
                  <a:lnTo>
                    <a:pt x="859" y="506"/>
                  </a:lnTo>
                  <a:lnTo>
                    <a:pt x="861" y="505"/>
                  </a:lnTo>
                  <a:lnTo>
                    <a:pt x="864" y="504"/>
                  </a:lnTo>
                  <a:lnTo>
                    <a:pt x="867" y="504"/>
                  </a:lnTo>
                  <a:lnTo>
                    <a:pt x="870" y="505"/>
                  </a:lnTo>
                  <a:lnTo>
                    <a:pt x="872" y="504"/>
                  </a:lnTo>
                  <a:lnTo>
                    <a:pt x="875" y="502"/>
                  </a:lnTo>
                  <a:lnTo>
                    <a:pt x="879" y="500"/>
                  </a:lnTo>
                  <a:lnTo>
                    <a:pt x="883" y="499"/>
                  </a:lnTo>
                  <a:lnTo>
                    <a:pt x="886" y="500"/>
                  </a:lnTo>
                  <a:lnTo>
                    <a:pt x="889" y="503"/>
                  </a:lnTo>
                  <a:lnTo>
                    <a:pt x="890" y="506"/>
                  </a:lnTo>
                  <a:lnTo>
                    <a:pt x="892" y="508"/>
                  </a:lnTo>
                  <a:lnTo>
                    <a:pt x="895" y="509"/>
                  </a:lnTo>
                  <a:lnTo>
                    <a:pt x="897" y="511"/>
                  </a:lnTo>
                  <a:lnTo>
                    <a:pt x="899" y="512"/>
                  </a:lnTo>
                  <a:lnTo>
                    <a:pt x="901" y="514"/>
                  </a:lnTo>
                  <a:lnTo>
                    <a:pt x="905" y="514"/>
                  </a:lnTo>
                  <a:lnTo>
                    <a:pt x="908" y="515"/>
                  </a:lnTo>
                  <a:lnTo>
                    <a:pt x="911" y="517"/>
                  </a:lnTo>
                  <a:lnTo>
                    <a:pt x="912" y="519"/>
                  </a:lnTo>
                  <a:lnTo>
                    <a:pt x="911" y="522"/>
                  </a:lnTo>
                  <a:lnTo>
                    <a:pt x="909" y="524"/>
                  </a:lnTo>
                  <a:close/>
                </a:path>
              </a:pathLst>
            </a:custGeom>
            <a:solidFill>
              <a:srgbClr val="ECB78D">
                <a:alpha val="9600"/>
              </a:srgbClr>
            </a:solidFill>
            <a:ln>
              <a:noFill/>
            </a:ln>
          </p:spPr>
          <p:txBody>
            <a:bodyPr anchor="ctr"/>
            <a:lstStyle/>
            <a:p>
              <a:pPr algn="ctr">
                <a:buNone/>
              </a:pPr>
            </a:p>
          </p:txBody>
        </p:sp>
        <p:sp>
          <p:nvSpPr>
            <p:cNvPr id="644" name="addition:spatial:26"/>
            <p:cNvSpPr>
              <a:spLocks noGrp="1"/>
            </p:cNvSpPr>
            <p:nvPr/>
          </p:nvSpPr>
          <p:spPr>
            <a:xfrm>
              <a:off x="5648325" y="1666875"/>
              <a:ext cx="1255608" cy="945627"/>
            </a:xfrm>
            <a:custGeom>
              <a:avLst/>
              <a:gdLst/>
              <a:ahLst/>
              <a:cxnLst/>
              <a:rect l="l" t="t" r="r" b="b"/>
              <a:pathLst>
                <a:path w="947" h="559">
                  <a:moveTo>
                    <a:pt x="0" y="0"/>
                  </a:moveTo>
                  <a:moveTo>
                    <a:pt x="946" y="532"/>
                  </a:moveTo>
                  <a:lnTo>
                    <a:pt x="945" y="534"/>
                  </a:lnTo>
                  <a:lnTo>
                    <a:pt x="942" y="536"/>
                  </a:lnTo>
                  <a:lnTo>
                    <a:pt x="938" y="538"/>
                  </a:lnTo>
                  <a:lnTo>
                    <a:pt x="936" y="539"/>
                  </a:lnTo>
                  <a:lnTo>
                    <a:pt x="936" y="542"/>
                  </a:lnTo>
                  <a:lnTo>
                    <a:pt x="936" y="545"/>
                  </a:lnTo>
                  <a:lnTo>
                    <a:pt x="935" y="547"/>
                  </a:lnTo>
                  <a:lnTo>
                    <a:pt x="932" y="549"/>
                  </a:lnTo>
                  <a:lnTo>
                    <a:pt x="929" y="549"/>
                  </a:lnTo>
                  <a:lnTo>
                    <a:pt x="926" y="550"/>
                  </a:lnTo>
                  <a:lnTo>
                    <a:pt x="924" y="553"/>
                  </a:lnTo>
                  <a:lnTo>
                    <a:pt x="923" y="556"/>
                  </a:lnTo>
                  <a:lnTo>
                    <a:pt x="921" y="559"/>
                  </a:lnTo>
                  <a:lnTo>
                    <a:pt x="917" y="559"/>
                  </a:lnTo>
                  <a:lnTo>
                    <a:pt x="914" y="559"/>
                  </a:lnTo>
                  <a:lnTo>
                    <a:pt x="911" y="557"/>
                  </a:lnTo>
                  <a:lnTo>
                    <a:pt x="908" y="556"/>
                  </a:lnTo>
                  <a:lnTo>
                    <a:pt x="905" y="556"/>
                  </a:lnTo>
                  <a:lnTo>
                    <a:pt x="903" y="555"/>
                  </a:lnTo>
                  <a:lnTo>
                    <a:pt x="901" y="553"/>
                  </a:lnTo>
                  <a:lnTo>
                    <a:pt x="899" y="552"/>
                  </a:lnTo>
                  <a:lnTo>
                    <a:pt x="896" y="553"/>
                  </a:lnTo>
                  <a:lnTo>
                    <a:pt x="893" y="555"/>
                  </a:lnTo>
                  <a:lnTo>
                    <a:pt x="889" y="556"/>
                  </a:lnTo>
                  <a:lnTo>
                    <a:pt x="886" y="555"/>
                  </a:lnTo>
                  <a:lnTo>
                    <a:pt x="885" y="552"/>
                  </a:lnTo>
                  <a:lnTo>
                    <a:pt x="886" y="549"/>
                  </a:lnTo>
                  <a:lnTo>
                    <a:pt x="885" y="546"/>
                  </a:lnTo>
                  <a:lnTo>
                    <a:pt x="883" y="545"/>
                  </a:lnTo>
                  <a:lnTo>
                    <a:pt x="881" y="543"/>
                  </a:lnTo>
                  <a:lnTo>
                    <a:pt x="880" y="541"/>
                  </a:lnTo>
                  <a:lnTo>
                    <a:pt x="880" y="538"/>
                  </a:lnTo>
                  <a:lnTo>
                    <a:pt x="881" y="536"/>
                  </a:lnTo>
                  <a:lnTo>
                    <a:pt x="881" y="534"/>
                  </a:lnTo>
                  <a:lnTo>
                    <a:pt x="880" y="532"/>
                  </a:lnTo>
                  <a:lnTo>
                    <a:pt x="879" y="529"/>
                  </a:lnTo>
                  <a:lnTo>
                    <a:pt x="879" y="527"/>
                  </a:lnTo>
                  <a:lnTo>
                    <a:pt x="879" y="525"/>
                  </a:lnTo>
                  <a:lnTo>
                    <a:pt x="878" y="522"/>
                  </a:lnTo>
                  <a:lnTo>
                    <a:pt x="877" y="519"/>
                  </a:lnTo>
                  <a:lnTo>
                    <a:pt x="875" y="516"/>
                  </a:lnTo>
                  <a:lnTo>
                    <a:pt x="876" y="514"/>
                  </a:lnTo>
                  <a:lnTo>
                    <a:pt x="880" y="513"/>
                  </a:lnTo>
                  <a:lnTo>
                    <a:pt x="885" y="514"/>
                  </a:lnTo>
                  <a:lnTo>
                    <a:pt x="889" y="514"/>
                  </a:lnTo>
                  <a:lnTo>
                    <a:pt x="891" y="513"/>
                  </a:lnTo>
                  <a:lnTo>
                    <a:pt x="892" y="511"/>
                  </a:lnTo>
                  <a:lnTo>
                    <a:pt x="894" y="509"/>
                  </a:lnTo>
                  <a:lnTo>
                    <a:pt x="896" y="507"/>
                  </a:lnTo>
                  <a:lnTo>
                    <a:pt x="899" y="507"/>
                  </a:lnTo>
                  <a:lnTo>
                    <a:pt x="902" y="506"/>
                  </a:lnTo>
                  <a:lnTo>
                    <a:pt x="905" y="505"/>
                  </a:lnTo>
                  <a:lnTo>
                    <a:pt x="908" y="504"/>
                  </a:lnTo>
                  <a:lnTo>
                    <a:pt x="912" y="504"/>
                  </a:lnTo>
                  <a:lnTo>
                    <a:pt x="915" y="506"/>
                  </a:lnTo>
                  <a:lnTo>
                    <a:pt x="918" y="507"/>
                  </a:lnTo>
                  <a:lnTo>
                    <a:pt x="921" y="508"/>
                  </a:lnTo>
                  <a:lnTo>
                    <a:pt x="925" y="508"/>
                  </a:lnTo>
                  <a:lnTo>
                    <a:pt x="928" y="509"/>
                  </a:lnTo>
                  <a:lnTo>
                    <a:pt x="931" y="511"/>
                  </a:lnTo>
                  <a:lnTo>
                    <a:pt x="931" y="514"/>
                  </a:lnTo>
                  <a:lnTo>
                    <a:pt x="931" y="518"/>
                  </a:lnTo>
                  <a:lnTo>
                    <a:pt x="932" y="519"/>
                  </a:lnTo>
                  <a:lnTo>
                    <a:pt x="936" y="520"/>
                  </a:lnTo>
                  <a:lnTo>
                    <a:pt x="941" y="520"/>
                  </a:lnTo>
                  <a:lnTo>
                    <a:pt x="945" y="522"/>
                  </a:lnTo>
                  <a:lnTo>
                    <a:pt x="946" y="524"/>
                  </a:lnTo>
                  <a:lnTo>
                    <a:pt x="947" y="527"/>
                  </a:lnTo>
                  <a:lnTo>
                    <a:pt x="947" y="529"/>
                  </a:lnTo>
                  <a:close/>
                </a:path>
              </a:pathLst>
            </a:custGeom>
            <a:solidFill>
              <a:srgbClr val="ECB78D">
                <a:alpha val="9600"/>
              </a:srgbClr>
            </a:solidFill>
            <a:ln>
              <a:noFill/>
            </a:ln>
          </p:spPr>
          <p:txBody>
            <a:bodyPr anchor="ctr"/>
            <a:lstStyle/>
            <a:p>
              <a:pPr algn="ctr">
                <a:buNone/>
              </a:pPr>
            </a:p>
          </p:txBody>
        </p:sp>
        <p:sp>
          <p:nvSpPr>
            <p:cNvPr id="645" name="addition:spatial:27"/>
            <p:cNvSpPr>
              <a:spLocks noGrp="1"/>
            </p:cNvSpPr>
            <p:nvPr/>
          </p:nvSpPr>
          <p:spPr>
            <a:xfrm>
              <a:off x="5648325" y="1666875"/>
              <a:ext cx="1287429" cy="984534"/>
            </a:xfrm>
            <a:custGeom>
              <a:avLst/>
              <a:gdLst/>
              <a:ahLst/>
              <a:cxnLst/>
              <a:rect l="l" t="t" r="r" b="b"/>
              <a:pathLst>
                <a:path w="971" h="582">
                  <a:moveTo>
                    <a:pt x="0" y="0"/>
                  </a:moveTo>
                  <a:moveTo>
                    <a:pt x="962" y="553"/>
                  </a:moveTo>
                  <a:lnTo>
                    <a:pt x="961" y="555"/>
                  </a:lnTo>
                  <a:lnTo>
                    <a:pt x="962" y="558"/>
                  </a:lnTo>
                  <a:lnTo>
                    <a:pt x="963" y="560"/>
                  </a:lnTo>
                  <a:lnTo>
                    <a:pt x="964" y="563"/>
                  </a:lnTo>
                  <a:lnTo>
                    <a:pt x="964" y="565"/>
                  </a:lnTo>
                  <a:lnTo>
                    <a:pt x="964" y="568"/>
                  </a:lnTo>
                  <a:lnTo>
                    <a:pt x="964" y="572"/>
                  </a:lnTo>
                  <a:lnTo>
                    <a:pt x="963" y="574"/>
                  </a:lnTo>
                  <a:lnTo>
                    <a:pt x="960" y="576"/>
                  </a:lnTo>
                  <a:lnTo>
                    <a:pt x="956" y="575"/>
                  </a:lnTo>
                  <a:lnTo>
                    <a:pt x="952" y="575"/>
                  </a:lnTo>
                  <a:lnTo>
                    <a:pt x="949" y="575"/>
                  </a:lnTo>
                  <a:lnTo>
                    <a:pt x="948" y="577"/>
                  </a:lnTo>
                  <a:lnTo>
                    <a:pt x="946" y="579"/>
                  </a:lnTo>
                  <a:lnTo>
                    <a:pt x="944" y="581"/>
                  </a:lnTo>
                  <a:lnTo>
                    <a:pt x="941" y="580"/>
                  </a:lnTo>
                  <a:lnTo>
                    <a:pt x="938" y="579"/>
                  </a:lnTo>
                  <a:lnTo>
                    <a:pt x="935" y="578"/>
                  </a:lnTo>
                  <a:lnTo>
                    <a:pt x="932" y="580"/>
                  </a:lnTo>
                  <a:lnTo>
                    <a:pt x="929" y="581"/>
                  </a:lnTo>
                  <a:lnTo>
                    <a:pt x="925" y="582"/>
                  </a:lnTo>
                  <a:lnTo>
                    <a:pt x="921" y="581"/>
                  </a:lnTo>
                  <a:lnTo>
                    <a:pt x="918" y="580"/>
                  </a:lnTo>
                  <a:lnTo>
                    <a:pt x="915" y="578"/>
                  </a:lnTo>
                  <a:lnTo>
                    <a:pt x="912" y="577"/>
                  </a:lnTo>
                  <a:lnTo>
                    <a:pt x="910" y="574"/>
                  </a:lnTo>
                  <a:lnTo>
                    <a:pt x="909" y="571"/>
                  </a:lnTo>
                  <a:lnTo>
                    <a:pt x="910" y="567"/>
                  </a:lnTo>
                  <a:lnTo>
                    <a:pt x="909" y="565"/>
                  </a:lnTo>
                  <a:lnTo>
                    <a:pt x="906" y="563"/>
                  </a:lnTo>
                  <a:lnTo>
                    <a:pt x="900" y="563"/>
                  </a:lnTo>
                  <a:lnTo>
                    <a:pt x="895" y="561"/>
                  </a:lnTo>
                  <a:lnTo>
                    <a:pt x="893" y="559"/>
                  </a:lnTo>
                  <a:lnTo>
                    <a:pt x="893" y="556"/>
                  </a:lnTo>
                  <a:lnTo>
                    <a:pt x="895" y="553"/>
                  </a:lnTo>
                  <a:lnTo>
                    <a:pt x="895" y="551"/>
                  </a:lnTo>
                  <a:lnTo>
                    <a:pt x="895" y="548"/>
                  </a:lnTo>
                  <a:lnTo>
                    <a:pt x="895" y="545"/>
                  </a:lnTo>
                  <a:lnTo>
                    <a:pt x="897" y="543"/>
                  </a:lnTo>
                  <a:lnTo>
                    <a:pt x="900" y="541"/>
                  </a:lnTo>
                  <a:lnTo>
                    <a:pt x="902" y="540"/>
                  </a:lnTo>
                  <a:lnTo>
                    <a:pt x="904" y="538"/>
                  </a:lnTo>
                  <a:lnTo>
                    <a:pt x="906" y="535"/>
                  </a:lnTo>
                  <a:lnTo>
                    <a:pt x="909" y="534"/>
                  </a:lnTo>
                  <a:lnTo>
                    <a:pt x="913" y="534"/>
                  </a:lnTo>
                  <a:lnTo>
                    <a:pt x="916" y="533"/>
                  </a:lnTo>
                  <a:lnTo>
                    <a:pt x="919" y="531"/>
                  </a:lnTo>
                  <a:lnTo>
                    <a:pt x="920" y="527"/>
                  </a:lnTo>
                  <a:lnTo>
                    <a:pt x="922" y="523"/>
                  </a:lnTo>
                  <a:lnTo>
                    <a:pt x="926" y="521"/>
                  </a:lnTo>
                  <a:lnTo>
                    <a:pt x="930" y="522"/>
                  </a:lnTo>
                  <a:lnTo>
                    <a:pt x="935" y="524"/>
                  </a:lnTo>
                  <a:lnTo>
                    <a:pt x="938" y="527"/>
                  </a:lnTo>
                  <a:lnTo>
                    <a:pt x="941" y="528"/>
                  </a:lnTo>
                  <a:lnTo>
                    <a:pt x="944" y="528"/>
                  </a:lnTo>
                  <a:lnTo>
                    <a:pt x="947" y="529"/>
                  </a:lnTo>
                  <a:lnTo>
                    <a:pt x="949" y="530"/>
                  </a:lnTo>
                  <a:lnTo>
                    <a:pt x="952" y="531"/>
                  </a:lnTo>
                  <a:lnTo>
                    <a:pt x="955" y="531"/>
                  </a:lnTo>
                  <a:lnTo>
                    <a:pt x="959" y="531"/>
                  </a:lnTo>
                  <a:lnTo>
                    <a:pt x="962" y="532"/>
                  </a:lnTo>
                  <a:lnTo>
                    <a:pt x="963" y="534"/>
                  </a:lnTo>
                  <a:lnTo>
                    <a:pt x="963" y="537"/>
                  </a:lnTo>
                  <a:lnTo>
                    <a:pt x="964" y="539"/>
                  </a:lnTo>
                  <a:lnTo>
                    <a:pt x="966" y="541"/>
                  </a:lnTo>
                  <a:lnTo>
                    <a:pt x="969" y="543"/>
                  </a:lnTo>
                  <a:lnTo>
                    <a:pt x="971" y="545"/>
                  </a:lnTo>
                  <a:lnTo>
                    <a:pt x="970" y="548"/>
                  </a:lnTo>
                  <a:lnTo>
                    <a:pt x="966" y="551"/>
                  </a:lnTo>
                  <a:close/>
                </a:path>
              </a:pathLst>
            </a:custGeom>
            <a:solidFill>
              <a:srgbClr val="ECB78D">
                <a:alpha val="9600"/>
              </a:srgbClr>
            </a:solidFill>
            <a:ln>
              <a:noFill/>
            </a:ln>
          </p:spPr>
          <p:txBody>
            <a:bodyPr anchor="ctr"/>
            <a:lstStyle/>
            <a:p>
              <a:pPr algn="ctr">
                <a:buNone/>
              </a:pPr>
            </a:p>
          </p:txBody>
        </p:sp>
        <p:sp>
          <p:nvSpPr>
            <p:cNvPr id="646" name="addition:spatial:28"/>
            <p:cNvSpPr>
              <a:spLocks noGrp="1"/>
            </p:cNvSpPr>
            <p:nvPr/>
          </p:nvSpPr>
          <p:spPr>
            <a:xfrm>
              <a:off x="5648325" y="1666875"/>
              <a:ext cx="1268867" cy="1028517"/>
            </a:xfrm>
            <a:custGeom>
              <a:avLst/>
              <a:gdLst/>
              <a:ahLst/>
              <a:cxnLst/>
              <a:rect l="l" t="t" r="r" b="b"/>
              <a:pathLst>
                <a:path w="957" h="608">
                  <a:moveTo>
                    <a:pt x="0" y="0"/>
                  </a:moveTo>
                  <a:moveTo>
                    <a:pt x="946" y="577"/>
                  </a:moveTo>
                  <a:lnTo>
                    <a:pt x="949" y="579"/>
                  </a:lnTo>
                  <a:lnTo>
                    <a:pt x="950" y="582"/>
                  </a:lnTo>
                  <a:lnTo>
                    <a:pt x="948" y="584"/>
                  </a:lnTo>
                  <a:lnTo>
                    <a:pt x="946" y="586"/>
                  </a:lnTo>
                  <a:lnTo>
                    <a:pt x="944" y="589"/>
                  </a:lnTo>
                  <a:lnTo>
                    <a:pt x="944" y="591"/>
                  </a:lnTo>
                  <a:lnTo>
                    <a:pt x="944" y="594"/>
                  </a:lnTo>
                  <a:lnTo>
                    <a:pt x="942" y="597"/>
                  </a:lnTo>
                  <a:lnTo>
                    <a:pt x="940" y="599"/>
                  </a:lnTo>
                  <a:lnTo>
                    <a:pt x="937" y="600"/>
                  </a:lnTo>
                  <a:lnTo>
                    <a:pt x="934" y="602"/>
                  </a:lnTo>
                  <a:lnTo>
                    <a:pt x="932" y="604"/>
                  </a:lnTo>
                  <a:lnTo>
                    <a:pt x="928" y="605"/>
                  </a:lnTo>
                  <a:lnTo>
                    <a:pt x="924" y="603"/>
                  </a:lnTo>
                  <a:lnTo>
                    <a:pt x="920" y="601"/>
                  </a:lnTo>
                  <a:lnTo>
                    <a:pt x="917" y="599"/>
                  </a:lnTo>
                  <a:lnTo>
                    <a:pt x="914" y="601"/>
                  </a:lnTo>
                  <a:lnTo>
                    <a:pt x="911" y="604"/>
                  </a:lnTo>
                  <a:lnTo>
                    <a:pt x="907" y="607"/>
                  </a:lnTo>
                  <a:lnTo>
                    <a:pt x="903" y="608"/>
                  </a:lnTo>
                  <a:lnTo>
                    <a:pt x="899" y="607"/>
                  </a:lnTo>
                  <a:lnTo>
                    <a:pt x="896" y="605"/>
                  </a:lnTo>
                  <a:lnTo>
                    <a:pt x="892" y="603"/>
                  </a:lnTo>
                  <a:lnTo>
                    <a:pt x="889" y="602"/>
                  </a:lnTo>
                  <a:lnTo>
                    <a:pt x="886" y="600"/>
                  </a:lnTo>
                  <a:lnTo>
                    <a:pt x="884" y="597"/>
                  </a:lnTo>
                  <a:lnTo>
                    <a:pt x="882" y="594"/>
                  </a:lnTo>
                  <a:lnTo>
                    <a:pt x="880" y="592"/>
                  </a:lnTo>
                  <a:lnTo>
                    <a:pt x="876" y="591"/>
                  </a:lnTo>
                  <a:lnTo>
                    <a:pt x="872" y="589"/>
                  </a:lnTo>
                  <a:lnTo>
                    <a:pt x="870" y="587"/>
                  </a:lnTo>
                  <a:lnTo>
                    <a:pt x="871" y="584"/>
                  </a:lnTo>
                  <a:lnTo>
                    <a:pt x="871" y="581"/>
                  </a:lnTo>
                  <a:lnTo>
                    <a:pt x="869" y="579"/>
                  </a:lnTo>
                  <a:lnTo>
                    <a:pt x="864" y="577"/>
                  </a:lnTo>
                  <a:lnTo>
                    <a:pt x="859" y="574"/>
                  </a:lnTo>
                  <a:lnTo>
                    <a:pt x="857" y="571"/>
                  </a:lnTo>
                  <a:lnTo>
                    <a:pt x="860" y="568"/>
                  </a:lnTo>
                  <a:lnTo>
                    <a:pt x="864" y="566"/>
                  </a:lnTo>
                  <a:lnTo>
                    <a:pt x="869" y="565"/>
                  </a:lnTo>
                  <a:lnTo>
                    <a:pt x="873" y="563"/>
                  </a:lnTo>
                  <a:lnTo>
                    <a:pt x="875" y="562"/>
                  </a:lnTo>
                  <a:lnTo>
                    <a:pt x="879" y="560"/>
                  </a:lnTo>
                  <a:lnTo>
                    <a:pt x="882" y="559"/>
                  </a:lnTo>
                  <a:lnTo>
                    <a:pt x="885" y="557"/>
                  </a:lnTo>
                  <a:lnTo>
                    <a:pt x="886" y="554"/>
                  </a:lnTo>
                  <a:lnTo>
                    <a:pt x="888" y="550"/>
                  </a:lnTo>
                  <a:lnTo>
                    <a:pt x="891" y="548"/>
                  </a:lnTo>
                  <a:lnTo>
                    <a:pt x="896" y="547"/>
                  </a:lnTo>
                  <a:lnTo>
                    <a:pt x="902" y="548"/>
                  </a:lnTo>
                  <a:lnTo>
                    <a:pt x="906" y="549"/>
                  </a:lnTo>
                  <a:lnTo>
                    <a:pt x="911" y="549"/>
                  </a:lnTo>
                  <a:lnTo>
                    <a:pt x="915" y="547"/>
                  </a:lnTo>
                  <a:lnTo>
                    <a:pt x="920" y="546"/>
                  </a:lnTo>
                  <a:lnTo>
                    <a:pt x="924" y="547"/>
                  </a:lnTo>
                  <a:lnTo>
                    <a:pt x="927" y="551"/>
                  </a:lnTo>
                  <a:lnTo>
                    <a:pt x="929" y="553"/>
                  </a:lnTo>
                  <a:lnTo>
                    <a:pt x="932" y="555"/>
                  </a:lnTo>
                  <a:lnTo>
                    <a:pt x="935" y="556"/>
                  </a:lnTo>
                  <a:lnTo>
                    <a:pt x="939" y="556"/>
                  </a:lnTo>
                  <a:lnTo>
                    <a:pt x="942" y="557"/>
                  </a:lnTo>
                  <a:lnTo>
                    <a:pt x="945" y="558"/>
                  </a:lnTo>
                  <a:lnTo>
                    <a:pt x="949" y="559"/>
                  </a:lnTo>
                  <a:lnTo>
                    <a:pt x="953" y="560"/>
                  </a:lnTo>
                  <a:lnTo>
                    <a:pt x="957" y="562"/>
                  </a:lnTo>
                  <a:lnTo>
                    <a:pt x="957" y="565"/>
                  </a:lnTo>
                  <a:lnTo>
                    <a:pt x="953" y="569"/>
                  </a:lnTo>
                  <a:lnTo>
                    <a:pt x="948" y="572"/>
                  </a:lnTo>
                  <a:lnTo>
                    <a:pt x="945" y="575"/>
                  </a:lnTo>
                  <a:close/>
                </a:path>
              </a:pathLst>
            </a:custGeom>
            <a:solidFill>
              <a:srgbClr val="ECB78D">
                <a:alpha val="9600"/>
              </a:srgbClr>
            </a:solidFill>
            <a:ln>
              <a:noFill/>
            </a:ln>
          </p:spPr>
          <p:txBody>
            <a:bodyPr anchor="ctr"/>
            <a:lstStyle/>
            <a:p>
              <a:pPr algn="ctr">
                <a:buNone/>
              </a:pPr>
            </a:p>
          </p:txBody>
        </p:sp>
        <p:sp>
          <p:nvSpPr>
            <p:cNvPr id="647" name="addition:spatial:29"/>
            <p:cNvSpPr>
              <a:spLocks noGrp="1"/>
            </p:cNvSpPr>
            <p:nvPr/>
          </p:nvSpPr>
          <p:spPr>
            <a:xfrm>
              <a:off x="5648325" y="1666875"/>
              <a:ext cx="1201247" cy="1033592"/>
            </a:xfrm>
            <a:custGeom>
              <a:avLst/>
              <a:gdLst/>
              <a:ahLst/>
              <a:cxnLst/>
              <a:rect l="l" t="t" r="r" b="b"/>
              <a:pathLst>
                <a:path w="906" h="611">
                  <a:moveTo>
                    <a:pt x="0" y="0"/>
                  </a:moveTo>
                  <a:moveTo>
                    <a:pt x="900" y="580"/>
                  </a:moveTo>
                  <a:lnTo>
                    <a:pt x="903" y="582"/>
                  </a:lnTo>
                  <a:lnTo>
                    <a:pt x="905" y="585"/>
                  </a:lnTo>
                  <a:lnTo>
                    <a:pt x="906" y="588"/>
                  </a:lnTo>
                  <a:lnTo>
                    <a:pt x="905" y="590"/>
                  </a:lnTo>
                  <a:lnTo>
                    <a:pt x="902" y="592"/>
                  </a:lnTo>
                  <a:lnTo>
                    <a:pt x="900" y="593"/>
                  </a:lnTo>
                  <a:lnTo>
                    <a:pt x="900" y="596"/>
                  </a:lnTo>
                  <a:lnTo>
                    <a:pt x="901" y="600"/>
                  </a:lnTo>
                  <a:lnTo>
                    <a:pt x="899" y="602"/>
                  </a:lnTo>
                  <a:lnTo>
                    <a:pt x="896" y="603"/>
                  </a:lnTo>
                  <a:lnTo>
                    <a:pt x="891" y="602"/>
                  </a:lnTo>
                  <a:lnTo>
                    <a:pt x="887" y="601"/>
                  </a:lnTo>
                  <a:lnTo>
                    <a:pt x="885" y="602"/>
                  </a:lnTo>
                  <a:lnTo>
                    <a:pt x="882" y="603"/>
                  </a:lnTo>
                  <a:lnTo>
                    <a:pt x="880" y="605"/>
                  </a:lnTo>
                  <a:lnTo>
                    <a:pt x="877" y="606"/>
                  </a:lnTo>
                  <a:lnTo>
                    <a:pt x="874" y="607"/>
                  </a:lnTo>
                  <a:lnTo>
                    <a:pt x="870" y="609"/>
                  </a:lnTo>
                  <a:lnTo>
                    <a:pt x="866" y="611"/>
                  </a:lnTo>
                  <a:lnTo>
                    <a:pt x="862" y="611"/>
                  </a:lnTo>
                  <a:lnTo>
                    <a:pt x="858" y="610"/>
                  </a:lnTo>
                  <a:lnTo>
                    <a:pt x="855" y="606"/>
                  </a:lnTo>
                  <a:lnTo>
                    <a:pt x="854" y="602"/>
                  </a:lnTo>
                  <a:lnTo>
                    <a:pt x="851" y="600"/>
                  </a:lnTo>
                  <a:lnTo>
                    <a:pt x="847" y="600"/>
                  </a:lnTo>
                  <a:lnTo>
                    <a:pt x="843" y="600"/>
                  </a:lnTo>
                  <a:lnTo>
                    <a:pt x="840" y="598"/>
                  </a:lnTo>
                  <a:lnTo>
                    <a:pt x="838" y="595"/>
                  </a:lnTo>
                  <a:lnTo>
                    <a:pt x="837" y="593"/>
                  </a:lnTo>
                  <a:lnTo>
                    <a:pt x="836" y="591"/>
                  </a:lnTo>
                  <a:lnTo>
                    <a:pt x="833" y="589"/>
                  </a:lnTo>
                  <a:lnTo>
                    <a:pt x="829" y="587"/>
                  </a:lnTo>
                  <a:lnTo>
                    <a:pt x="827" y="585"/>
                  </a:lnTo>
                  <a:lnTo>
                    <a:pt x="827" y="582"/>
                  </a:lnTo>
                  <a:lnTo>
                    <a:pt x="826" y="580"/>
                  </a:lnTo>
                  <a:lnTo>
                    <a:pt x="826" y="577"/>
                  </a:lnTo>
                  <a:lnTo>
                    <a:pt x="826" y="574"/>
                  </a:lnTo>
                  <a:lnTo>
                    <a:pt x="829" y="572"/>
                  </a:lnTo>
                  <a:lnTo>
                    <a:pt x="834" y="570"/>
                  </a:lnTo>
                  <a:lnTo>
                    <a:pt x="840" y="569"/>
                  </a:lnTo>
                  <a:lnTo>
                    <a:pt x="843" y="568"/>
                  </a:lnTo>
                  <a:lnTo>
                    <a:pt x="844" y="566"/>
                  </a:lnTo>
                  <a:lnTo>
                    <a:pt x="843" y="562"/>
                  </a:lnTo>
                  <a:lnTo>
                    <a:pt x="843" y="558"/>
                  </a:lnTo>
                  <a:lnTo>
                    <a:pt x="845" y="556"/>
                  </a:lnTo>
                  <a:lnTo>
                    <a:pt x="849" y="555"/>
                  </a:lnTo>
                  <a:lnTo>
                    <a:pt x="853" y="554"/>
                  </a:lnTo>
                  <a:lnTo>
                    <a:pt x="857" y="553"/>
                  </a:lnTo>
                  <a:lnTo>
                    <a:pt x="860" y="552"/>
                  </a:lnTo>
                  <a:lnTo>
                    <a:pt x="863" y="551"/>
                  </a:lnTo>
                  <a:lnTo>
                    <a:pt x="867" y="552"/>
                  </a:lnTo>
                  <a:lnTo>
                    <a:pt x="871" y="553"/>
                  </a:lnTo>
                  <a:lnTo>
                    <a:pt x="874" y="553"/>
                  </a:lnTo>
                  <a:lnTo>
                    <a:pt x="877" y="553"/>
                  </a:lnTo>
                  <a:lnTo>
                    <a:pt x="880" y="553"/>
                  </a:lnTo>
                  <a:lnTo>
                    <a:pt x="882" y="554"/>
                  </a:lnTo>
                  <a:lnTo>
                    <a:pt x="884" y="557"/>
                  </a:lnTo>
                  <a:lnTo>
                    <a:pt x="885" y="559"/>
                  </a:lnTo>
                  <a:lnTo>
                    <a:pt x="888" y="559"/>
                  </a:lnTo>
                  <a:lnTo>
                    <a:pt x="893" y="557"/>
                  </a:lnTo>
                  <a:lnTo>
                    <a:pt x="898" y="557"/>
                  </a:lnTo>
                  <a:lnTo>
                    <a:pt x="902" y="558"/>
                  </a:lnTo>
                  <a:lnTo>
                    <a:pt x="902" y="561"/>
                  </a:lnTo>
                  <a:lnTo>
                    <a:pt x="901" y="565"/>
                  </a:lnTo>
                  <a:lnTo>
                    <a:pt x="900" y="568"/>
                  </a:lnTo>
                  <a:lnTo>
                    <a:pt x="900" y="570"/>
                  </a:lnTo>
                  <a:lnTo>
                    <a:pt x="900" y="573"/>
                  </a:lnTo>
                  <a:lnTo>
                    <a:pt x="900" y="575"/>
                  </a:lnTo>
                  <a:lnTo>
                    <a:pt x="899" y="577"/>
                  </a:lnTo>
                  <a:close/>
                </a:path>
              </a:pathLst>
            </a:custGeom>
            <a:solidFill>
              <a:srgbClr val="ECB78D">
                <a:alpha val="9600"/>
              </a:srgbClr>
            </a:solidFill>
            <a:ln>
              <a:noFill/>
            </a:ln>
          </p:spPr>
          <p:txBody>
            <a:bodyPr anchor="ctr"/>
            <a:lstStyle/>
            <a:p>
              <a:pPr algn="ctr">
                <a:buNone/>
              </a:pPr>
            </a:p>
          </p:txBody>
        </p:sp>
        <p:sp>
          <p:nvSpPr>
            <p:cNvPr id="648" name="addition:spatial:30"/>
            <p:cNvSpPr>
              <a:spLocks noGrp="1"/>
            </p:cNvSpPr>
            <p:nvPr/>
          </p:nvSpPr>
          <p:spPr>
            <a:xfrm>
              <a:off x="5648325" y="1666875"/>
              <a:ext cx="1156167" cy="1006526"/>
            </a:xfrm>
            <a:custGeom>
              <a:avLst/>
              <a:gdLst/>
              <a:ahLst/>
              <a:cxnLst/>
              <a:rect l="l" t="t" r="r" b="b"/>
              <a:pathLst>
                <a:path w="872" h="595">
                  <a:moveTo>
                    <a:pt x="0" y="0"/>
                  </a:moveTo>
                  <a:moveTo>
                    <a:pt x="869" y="569"/>
                  </a:moveTo>
                  <a:lnTo>
                    <a:pt x="871" y="572"/>
                  </a:lnTo>
                  <a:lnTo>
                    <a:pt x="872" y="574"/>
                  </a:lnTo>
                  <a:lnTo>
                    <a:pt x="870" y="576"/>
                  </a:lnTo>
                  <a:lnTo>
                    <a:pt x="869" y="578"/>
                  </a:lnTo>
                  <a:lnTo>
                    <a:pt x="867" y="580"/>
                  </a:lnTo>
                  <a:lnTo>
                    <a:pt x="865" y="582"/>
                  </a:lnTo>
                  <a:lnTo>
                    <a:pt x="861" y="582"/>
                  </a:lnTo>
                  <a:lnTo>
                    <a:pt x="858" y="583"/>
                  </a:lnTo>
                  <a:lnTo>
                    <a:pt x="855" y="583"/>
                  </a:lnTo>
                  <a:lnTo>
                    <a:pt x="854" y="586"/>
                  </a:lnTo>
                  <a:lnTo>
                    <a:pt x="854" y="589"/>
                  </a:lnTo>
                  <a:lnTo>
                    <a:pt x="853" y="592"/>
                  </a:lnTo>
                  <a:lnTo>
                    <a:pt x="850" y="594"/>
                  </a:lnTo>
                  <a:lnTo>
                    <a:pt x="846" y="594"/>
                  </a:lnTo>
                  <a:lnTo>
                    <a:pt x="843" y="593"/>
                  </a:lnTo>
                  <a:lnTo>
                    <a:pt x="839" y="593"/>
                  </a:lnTo>
                  <a:lnTo>
                    <a:pt x="836" y="594"/>
                  </a:lnTo>
                  <a:lnTo>
                    <a:pt x="833" y="595"/>
                  </a:lnTo>
                  <a:lnTo>
                    <a:pt x="830" y="594"/>
                  </a:lnTo>
                  <a:lnTo>
                    <a:pt x="828" y="592"/>
                  </a:lnTo>
                  <a:lnTo>
                    <a:pt x="825" y="591"/>
                  </a:lnTo>
                  <a:lnTo>
                    <a:pt x="823" y="590"/>
                  </a:lnTo>
                  <a:lnTo>
                    <a:pt x="821" y="589"/>
                  </a:lnTo>
                  <a:lnTo>
                    <a:pt x="819" y="588"/>
                  </a:lnTo>
                  <a:lnTo>
                    <a:pt x="817" y="586"/>
                  </a:lnTo>
                  <a:lnTo>
                    <a:pt x="816" y="585"/>
                  </a:lnTo>
                  <a:lnTo>
                    <a:pt x="814" y="584"/>
                  </a:lnTo>
                  <a:lnTo>
                    <a:pt x="810" y="584"/>
                  </a:lnTo>
                  <a:lnTo>
                    <a:pt x="806" y="584"/>
                  </a:lnTo>
                  <a:lnTo>
                    <a:pt x="804" y="582"/>
                  </a:lnTo>
                  <a:lnTo>
                    <a:pt x="805" y="579"/>
                  </a:lnTo>
                  <a:lnTo>
                    <a:pt x="808" y="576"/>
                  </a:lnTo>
                  <a:lnTo>
                    <a:pt x="810" y="573"/>
                  </a:lnTo>
                  <a:lnTo>
                    <a:pt x="811" y="571"/>
                  </a:lnTo>
                  <a:lnTo>
                    <a:pt x="811" y="569"/>
                  </a:lnTo>
                  <a:lnTo>
                    <a:pt x="810" y="567"/>
                  </a:lnTo>
                  <a:lnTo>
                    <a:pt x="811" y="566"/>
                  </a:lnTo>
                  <a:lnTo>
                    <a:pt x="812" y="564"/>
                  </a:lnTo>
                  <a:lnTo>
                    <a:pt x="812" y="561"/>
                  </a:lnTo>
                  <a:lnTo>
                    <a:pt x="811" y="559"/>
                  </a:lnTo>
                  <a:lnTo>
                    <a:pt x="811" y="557"/>
                  </a:lnTo>
                  <a:lnTo>
                    <a:pt x="813" y="555"/>
                  </a:lnTo>
                  <a:lnTo>
                    <a:pt x="816" y="554"/>
                  </a:lnTo>
                  <a:lnTo>
                    <a:pt x="818" y="552"/>
                  </a:lnTo>
                  <a:lnTo>
                    <a:pt x="819" y="550"/>
                  </a:lnTo>
                  <a:lnTo>
                    <a:pt x="819" y="548"/>
                  </a:lnTo>
                  <a:lnTo>
                    <a:pt x="821" y="546"/>
                  </a:lnTo>
                  <a:lnTo>
                    <a:pt x="824" y="546"/>
                  </a:lnTo>
                  <a:lnTo>
                    <a:pt x="827" y="548"/>
                  </a:lnTo>
                  <a:lnTo>
                    <a:pt x="830" y="550"/>
                  </a:lnTo>
                  <a:lnTo>
                    <a:pt x="832" y="550"/>
                  </a:lnTo>
                  <a:lnTo>
                    <a:pt x="834" y="549"/>
                  </a:lnTo>
                  <a:lnTo>
                    <a:pt x="836" y="547"/>
                  </a:lnTo>
                  <a:lnTo>
                    <a:pt x="839" y="546"/>
                  </a:lnTo>
                  <a:lnTo>
                    <a:pt x="841" y="545"/>
                  </a:lnTo>
                  <a:lnTo>
                    <a:pt x="844" y="545"/>
                  </a:lnTo>
                  <a:lnTo>
                    <a:pt x="847" y="545"/>
                  </a:lnTo>
                  <a:lnTo>
                    <a:pt x="850" y="546"/>
                  </a:lnTo>
                  <a:lnTo>
                    <a:pt x="852" y="548"/>
                  </a:lnTo>
                  <a:lnTo>
                    <a:pt x="853" y="551"/>
                  </a:lnTo>
                  <a:lnTo>
                    <a:pt x="854" y="554"/>
                  </a:lnTo>
                  <a:lnTo>
                    <a:pt x="855" y="556"/>
                  </a:lnTo>
                  <a:lnTo>
                    <a:pt x="858" y="556"/>
                  </a:lnTo>
                  <a:lnTo>
                    <a:pt x="861" y="557"/>
                  </a:lnTo>
                  <a:lnTo>
                    <a:pt x="864" y="559"/>
                  </a:lnTo>
                  <a:lnTo>
                    <a:pt x="864" y="561"/>
                  </a:lnTo>
                  <a:lnTo>
                    <a:pt x="864" y="564"/>
                  </a:lnTo>
                  <a:lnTo>
                    <a:pt x="864" y="566"/>
                  </a:lnTo>
                  <a:lnTo>
                    <a:pt x="866" y="567"/>
                  </a:lnTo>
                  <a:close/>
                </a:path>
              </a:pathLst>
            </a:custGeom>
            <a:solidFill>
              <a:srgbClr val="ECB78D">
                <a:alpha val="9600"/>
              </a:srgbClr>
            </a:solidFill>
            <a:ln>
              <a:noFill/>
            </a:ln>
          </p:spPr>
          <p:txBody>
            <a:bodyPr anchor="ctr"/>
            <a:lstStyle/>
            <a:p>
              <a:pPr algn="ctr">
                <a:buNone/>
              </a:pPr>
            </a:p>
          </p:txBody>
        </p:sp>
        <p:sp>
          <p:nvSpPr>
            <p:cNvPr id="649" name="addition:spatial:31"/>
            <p:cNvSpPr>
              <a:spLocks noGrp="1"/>
            </p:cNvSpPr>
            <p:nvPr/>
          </p:nvSpPr>
          <p:spPr>
            <a:xfrm>
              <a:off x="5648325" y="1666875"/>
              <a:ext cx="1242350" cy="1018367"/>
            </a:xfrm>
            <a:custGeom>
              <a:avLst/>
              <a:gdLst/>
              <a:ahLst/>
              <a:cxnLst/>
              <a:rect l="l" t="t" r="r" b="b"/>
              <a:pathLst>
                <a:path w="937" h="602">
                  <a:moveTo>
                    <a:pt x="0" y="0"/>
                  </a:moveTo>
                  <a:moveTo>
                    <a:pt x="929" y="565"/>
                  </a:moveTo>
                  <a:lnTo>
                    <a:pt x="935" y="568"/>
                  </a:lnTo>
                  <a:lnTo>
                    <a:pt x="937" y="571"/>
                  </a:lnTo>
                  <a:lnTo>
                    <a:pt x="936" y="574"/>
                  </a:lnTo>
                  <a:lnTo>
                    <a:pt x="933" y="576"/>
                  </a:lnTo>
                  <a:lnTo>
                    <a:pt x="930" y="579"/>
                  </a:lnTo>
                  <a:lnTo>
                    <a:pt x="930" y="581"/>
                  </a:lnTo>
                  <a:lnTo>
                    <a:pt x="930" y="584"/>
                  </a:lnTo>
                  <a:lnTo>
                    <a:pt x="928" y="587"/>
                  </a:lnTo>
                  <a:lnTo>
                    <a:pt x="924" y="588"/>
                  </a:lnTo>
                  <a:lnTo>
                    <a:pt x="920" y="589"/>
                  </a:lnTo>
                  <a:lnTo>
                    <a:pt x="916" y="589"/>
                  </a:lnTo>
                  <a:lnTo>
                    <a:pt x="913" y="591"/>
                  </a:lnTo>
                  <a:lnTo>
                    <a:pt x="910" y="592"/>
                  </a:lnTo>
                  <a:lnTo>
                    <a:pt x="906" y="592"/>
                  </a:lnTo>
                  <a:lnTo>
                    <a:pt x="902" y="592"/>
                  </a:lnTo>
                  <a:lnTo>
                    <a:pt x="899" y="593"/>
                  </a:lnTo>
                  <a:lnTo>
                    <a:pt x="895" y="596"/>
                  </a:lnTo>
                  <a:lnTo>
                    <a:pt x="890" y="600"/>
                  </a:lnTo>
                  <a:lnTo>
                    <a:pt x="885" y="602"/>
                  </a:lnTo>
                  <a:lnTo>
                    <a:pt x="880" y="600"/>
                  </a:lnTo>
                  <a:lnTo>
                    <a:pt x="876" y="596"/>
                  </a:lnTo>
                  <a:lnTo>
                    <a:pt x="873" y="592"/>
                  </a:lnTo>
                  <a:lnTo>
                    <a:pt x="870" y="590"/>
                  </a:lnTo>
                  <a:lnTo>
                    <a:pt x="866" y="589"/>
                  </a:lnTo>
                  <a:lnTo>
                    <a:pt x="862" y="588"/>
                  </a:lnTo>
                  <a:lnTo>
                    <a:pt x="858" y="586"/>
                  </a:lnTo>
                  <a:lnTo>
                    <a:pt x="855" y="584"/>
                  </a:lnTo>
                  <a:lnTo>
                    <a:pt x="852" y="582"/>
                  </a:lnTo>
                  <a:lnTo>
                    <a:pt x="848" y="581"/>
                  </a:lnTo>
                  <a:lnTo>
                    <a:pt x="844" y="579"/>
                  </a:lnTo>
                  <a:lnTo>
                    <a:pt x="842" y="577"/>
                  </a:lnTo>
                  <a:lnTo>
                    <a:pt x="842" y="574"/>
                  </a:lnTo>
                  <a:lnTo>
                    <a:pt x="842" y="571"/>
                  </a:lnTo>
                  <a:lnTo>
                    <a:pt x="841" y="568"/>
                  </a:lnTo>
                  <a:lnTo>
                    <a:pt x="839" y="565"/>
                  </a:lnTo>
                  <a:lnTo>
                    <a:pt x="837" y="562"/>
                  </a:lnTo>
                  <a:lnTo>
                    <a:pt x="839" y="559"/>
                  </a:lnTo>
                  <a:lnTo>
                    <a:pt x="845" y="557"/>
                  </a:lnTo>
                  <a:lnTo>
                    <a:pt x="852" y="556"/>
                  </a:lnTo>
                  <a:lnTo>
                    <a:pt x="857" y="555"/>
                  </a:lnTo>
                  <a:lnTo>
                    <a:pt x="858" y="552"/>
                  </a:lnTo>
                  <a:lnTo>
                    <a:pt x="858" y="549"/>
                  </a:lnTo>
                  <a:lnTo>
                    <a:pt x="858" y="545"/>
                  </a:lnTo>
                  <a:lnTo>
                    <a:pt x="860" y="543"/>
                  </a:lnTo>
                  <a:lnTo>
                    <a:pt x="863" y="540"/>
                  </a:lnTo>
                  <a:lnTo>
                    <a:pt x="866" y="538"/>
                  </a:lnTo>
                  <a:lnTo>
                    <a:pt x="869" y="535"/>
                  </a:lnTo>
                  <a:lnTo>
                    <a:pt x="874" y="534"/>
                  </a:lnTo>
                  <a:lnTo>
                    <a:pt x="879" y="535"/>
                  </a:lnTo>
                  <a:lnTo>
                    <a:pt x="884" y="537"/>
                  </a:lnTo>
                  <a:lnTo>
                    <a:pt x="888" y="538"/>
                  </a:lnTo>
                  <a:lnTo>
                    <a:pt x="891" y="537"/>
                  </a:lnTo>
                  <a:lnTo>
                    <a:pt x="894" y="536"/>
                  </a:lnTo>
                  <a:lnTo>
                    <a:pt x="898" y="534"/>
                  </a:lnTo>
                  <a:lnTo>
                    <a:pt x="901" y="536"/>
                  </a:lnTo>
                  <a:lnTo>
                    <a:pt x="904" y="538"/>
                  </a:lnTo>
                  <a:lnTo>
                    <a:pt x="906" y="541"/>
                  </a:lnTo>
                  <a:lnTo>
                    <a:pt x="909" y="541"/>
                  </a:lnTo>
                  <a:lnTo>
                    <a:pt x="914" y="540"/>
                  </a:lnTo>
                  <a:lnTo>
                    <a:pt x="919" y="539"/>
                  </a:lnTo>
                  <a:lnTo>
                    <a:pt x="923" y="541"/>
                  </a:lnTo>
                  <a:lnTo>
                    <a:pt x="925" y="543"/>
                  </a:lnTo>
                  <a:lnTo>
                    <a:pt x="926" y="546"/>
                  </a:lnTo>
                  <a:lnTo>
                    <a:pt x="927" y="549"/>
                  </a:lnTo>
                  <a:lnTo>
                    <a:pt x="928" y="552"/>
                  </a:lnTo>
                  <a:lnTo>
                    <a:pt x="927" y="555"/>
                  </a:lnTo>
                  <a:lnTo>
                    <a:pt x="925" y="558"/>
                  </a:lnTo>
                  <a:lnTo>
                    <a:pt x="923" y="561"/>
                  </a:lnTo>
                  <a:lnTo>
                    <a:pt x="924" y="563"/>
                  </a:lnTo>
                  <a:close/>
                </a:path>
              </a:pathLst>
            </a:custGeom>
            <a:solidFill>
              <a:srgbClr val="ECB78D">
                <a:alpha val="9600"/>
              </a:srgbClr>
            </a:solidFill>
            <a:ln>
              <a:noFill/>
            </a:ln>
          </p:spPr>
          <p:txBody>
            <a:bodyPr anchor="ctr"/>
            <a:lstStyle/>
            <a:p>
              <a:pPr algn="ctr">
                <a:buNone/>
              </a:pPr>
            </a:p>
          </p:txBody>
        </p:sp>
        <p:sp>
          <p:nvSpPr>
            <p:cNvPr id="650" name="addition:spatial:32"/>
            <p:cNvSpPr>
              <a:spLocks noGrp="1"/>
            </p:cNvSpPr>
            <p:nvPr/>
          </p:nvSpPr>
          <p:spPr>
            <a:xfrm>
              <a:off x="5648325" y="1666875"/>
              <a:ext cx="1272845" cy="1031900"/>
            </a:xfrm>
            <a:custGeom>
              <a:avLst/>
              <a:gdLst/>
              <a:ahLst/>
              <a:cxnLst/>
              <a:rect l="l" t="t" r="r" b="b"/>
              <a:pathLst>
                <a:path w="960" h="610">
                  <a:moveTo>
                    <a:pt x="0" y="0"/>
                  </a:moveTo>
                  <a:moveTo>
                    <a:pt x="953" y="560"/>
                  </a:moveTo>
                  <a:lnTo>
                    <a:pt x="954" y="564"/>
                  </a:lnTo>
                  <a:lnTo>
                    <a:pt x="953" y="568"/>
                  </a:lnTo>
                  <a:lnTo>
                    <a:pt x="950" y="572"/>
                  </a:lnTo>
                  <a:lnTo>
                    <a:pt x="945" y="575"/>
                  </a:lnTo>
                  <a:lnTo>
                    <a:pt x="941" y="578"/>
                  </a:lnTo>
                  <a:lnTo>
                    <a:pt x="938" y="581"/>
                  </a:lnTo>
                  <a:lnTo>
                    <a:pt x="935" y="585"/>
                  </a:lnTo>
                  <a:lnTo>
                    <a:pt x="931" y="588"/>
                  </a:lnTo>
                  <a:lnTo>
                    <a:pt x="925" y="590"/>
                  </a:lnTo>
                  <a:lnTo>
                    <a:pt x="920" y="592"/>
                  </a:lnTo>
                  <a:lnTo>
                    <a:pt x="917" y="596"/>
                  </a:lnTo>
                  <a:lnTo>
                    <a:pt x="915" y="602"/>
                  </a:lnTo>
                  <a:lnTo>
                    <a:pt x="912" y="608"/>
                  </a:lnTo>
                  <a:lnTo>
                    <a:pt x="906" y="610"/>
                  </a:lnTo>
                  <a:lnTo>
                    <a:pt x="898" y="608"/>
                  </a:lnTo>
                  <a:lnTo>
                    <a:pt x="891" y="603"/>
                  </a:lnTo>
                  <a:lnTo>
                    <a:pt x="886" y="600"/>
                  </a:lnTo>
                  <a:lnTo>
                    <a:pt x="881" y="599"/>
                  </a:lnTo>
                  <a:lnTo>
                    <a:pt x="877" y="599"/>
                  </a:lnTo>
                  <a:lnTo>
                    <a:pt x="872" y="600"/>
                  </a:lnTo>
                  <a:lnTo>
                    <a:pt x="868" y="599"/>
                  </a:lnTo>
                  <a:lnTo>
                    <a:pt x="863" y="599"/>
                  </a:lnTo>
                  <a:lnTo>
                    <a:pt x="858" y="599"/>
                  </a:lnTo>
                  <a:lnTo>
                    <a:pt x="852" y="599"/>
                  </a:lnTo>
                  <a:lnTo>
                    <a:pt x="847" y="598"/>
                  </a:lnTo>
                  <a:lnTo>
                    <a:pt x="845" y="594"/>
                  </a:lnTo>
                  <a:lnTo>
                    <a:pt x="844" y="589"/>
                  </a:lnTo>
                  <a:lnTo>
                    <a:pt x="843" y="585"/>
                  </a:lnTo>
                  <a:lnTo>
                    <a:pt x="839" y="583"/>
                  </a:lnTo>
                  <a:lnTo>
                    <a:pt x="833" y="580"/>
                  </a:lnTo>
                  <a:lnTo>
                    <a:pt x="830" y="577"/>
                  </a:lnTo>
                  <a:lnTo>
                    <a:pt x="832" y="572"/>
                  </a:lnTo>
                  <a:lnTo>
                    <a:pt x="837" y="567"/>
                  </a:lnTo>
                  <a:lnTo>
                    <a:pt x="842" y="563"/>
                  </a:lnTo>
                  <a:lnTo>
                    <a:pt x="842" y="560"/>
                  </a:lnTo>
                  <a:lnTo>
                    <a:pt x="838" y="556"/>
                  </a:lnTo>
                  <a:lnTo>
                    <a:pt x="833" y="552"/>
                  </a:lnTo>
                  <a:lnTo>
                    <a:pt x="830" y="548"/>
                  </a:lnTo>
                  <a:lnTo>
                    <a:pt x="829" y="543"/>
                  </a:lnTo>
                  <a:lnTo>
                    <a:pt x="830" y="539"/>
                  </a:lnTo>
                  <a:lnTo>
                    <a:pt x="830" y="535"/>
                  </a:lnTo>
                  <a:lnTo>
                    <a:pt x="832" y="531"/>
                  </a:lnTo>
                  <a:lnTo>
                    <a:pt x="837" y="529"/>
                  </a:lnTo>
                  <a:lnTo>
                    <a:pt x="845" y="529"/>
                  </a:lnTo>
                  <a:lnTo>
                    <a:pt x="851" y="529"/>
                  </a:lnTo>
                  <a:lnTo>
                    <a:pt x="856" y="528"/>
                  </a:lnTo>
                  <a:lnTo>
                    <a:pt x="858" y="524"/>
                  </a:lnTo>
                  <a:lnTo>
                    <a:pt x="860" y="520"/>
                  </a:lnTo>
                  <a:lnTo>
                    <a:pt x="864" y="517"/>
                  </a:lnTo>
                  <a:lnTo>
                    <a:pt x="870" y="517"/>
                  </a:lnTo>
                  <a:lnTo>
                    <a:pt x="875" y="519"/>
                  </a:lnTo>
                  <a:lnTo>
                    <a:pt x="881" y="519"/>
                  </a:lnTo>
                  <a:lnTo>
                    <a:pt x="886" y="517"/>
                  </a:lnTo>
                  <a:lnTo>
                    <a:pt x="893" y="514"/>
                  </a:lnTo>
                  <a:lnTo>
                    <a:pt x="900" y="512"/>
                  </a:lnTo>
                  <a:lnTo>
                    <a:pt x="906" y="514"/>
                  </a:lnTo>
                  <a:lnTo>
                    <a:pt x="912" y="517"/>
                  </a:lnTo>
                  <a:lnTo>
                    <a:pt x="917" y="519"/>
                  </a:lnTo>
                  <a:lnTo>
                    <a:pt x="922" y="522"/>
                  </a:lnTo>
                  <a:lnTo>
                    <a:pt x="926" y="526"/>
                  </a:lnTo>
                  <a:lnTo>
                    <a:pt x="928" y="531"/>
                  </a:lnTo>
                  <a:lnTo>
                    <a:pt x="929" y="536"/>
                  </a:lnTo>
                  <a:lnTo>
                    <a:pt x="931" y="539"/>
                  </a:lnTo>
                  <a:lnTo>
                    <a:pt x="938" y="540"/>
                  </a:lnTo>
                  <a:lnTo>
                    <a:pt x="948" y="541"/>
                  </a:lnTo>
                  <a:lnTo>
                    <a:pt x="957" y="543"/>
                  </a:lnTo>
                  <a:lnTo>
                    <a:pt x="960" y="547"/>
                  </a:lnTo>
                  <a:lnTo>
                    <a:pt x="958" y="551"/>
                  </a:lnTo>
                  <a:lnTo>
                    <a:pt x="955" y="556"/>
                  </a:lnTo>
                  <a:close/>
                </a:path>
              </a:pathLst>
            </a:custGeom>
            <a:solidFill>
              <a:srgbClr val="E18B48">
                <a:alpha val="11100"/>
              </a:srgbClr>
            </a:solidFill>
            <a:ln>
              <a:noFill/>
            </a:ln>
          </p:spPr>
          <p:txBody>
            <a:bodyPr anchor="ctr"/>
            <a:lstStyle/>
            <a:p>
              <a:pPr algn="ctr">
                <a:buNone/>
              </a:pPr>
            </a:p>
          </p:txBody>
        </p:sp>
        <p:sp>
          <p:nvSpPr>
            <p:cNvPr id="651" name="addition:spatial:33"/>
            <p:cNvSpPr>
              <a:spLocks noGrp="1"/>
            </p:cNvSpPr>
            <p:nvPr/>
          </p:nvSpPr>
          <p:spPr>
            <a:xfrm>
              <a:off x="5648325" y="1666875"/>
              <a:ext cx="1186663" cy="969310"/>
            </a:xfrm>
            <a:custGeom>
              <a:avLst/>
              <a:gdLst/>
              <a:ahLst/>
              <a:cxnLst/>
              <a:rect l="l" t="t" r="r" b="b"/>
              <a:pathLst>
                <a:path w="895" h="573">
                  <a:moveTo>
                    <a:pt x="0" y="0"/>
                  </a:moveTo>
                  <a:moveTo>
                    <a:pt x="893" y="548"/>
                  </a:moveTo>
                  <a:lnTo>
                    <a:pt x="895" y="550"/>
                  </a:lnTo>
                  <a:lnTo>
                    <a:pt x="895" y="552"/>
                  </a:lnTo>
                  <a:lnTo>
                    <a:pt x="894" y="554"/>
                  </a:lnTo>
                  <a:lnTo>
                    <a:pt x="893" y="556"/>
                  </a:lnTo>
                  <a:lnTo>
                    <a:pt x="891" y="558"/>
                  </a:lnTo>
                  <a:lnTo>
                    <a:pt x="889" y="559"/>
                  </a:lnTo>
                  <a:lnTo>
                    <a:pt x="887" y="560"/>
                  </a:lnTo>
                  <a:lnTo>
                    <a:pt x="884" y="561"/>
                  </a:lnTo>
                  <a:lnTo>
                    <a:pt x="882" y="562"/>
                  </a:lnTo>
                  <a:lnTo>
                    <a:pt x="881" y="564"/>
                  </a:lnTo>
                  <a:lnTo>
                    <a:pt x="880" y="567"/>
                  </a:lnTo>
                  <a:lnTo>
                    <a:pt x="878" y="568"/>
                  </a:lnTo>
                  <a:lnTo>
                    <a:pt x="875" y="569"/>
                  </a:lnTo>
                  <a:lnTo>
                    <a:pt x="872" y="568"/>
                  </a:lnTo>
                  <a:lnTo>
                    <a:pt x="869" y="568"/>
                  </a:lnTo>
                  <a:lnTo>
                    <a:pt x="867" y="570"/>
                  </a:lnTo>
                  <a:lnTo>
                    <a:pt x="864" y="572"/>
                  </a:lnTo>
                  <a:lnTo>
                    <a:pt x="861" y="573"/>
                  </a:lnTo>
                  <a:lnTo>
                    <a:pt x="857" y="573"/>
                  </a:lnTo>
                  <a:lnTo>
                    <a:pt x="855" y="571"/>
                  </a:lnTo>
                  <a:lnTo>
                    <a:pt x="853" y="569"/>
                  </a:lnTo>
                  <a:lnTo>
                    <a:pt x="850" y="567"/>
                  </a:lnTo>
                  <a:lnTo>
                    <a:pt x="848" y="566"/>
                  </a:lnTo>
                  <a:lnTo>
                    <a:pt x="847" y="564"/>
                  </a:lnTo>
                  <a:lnTo>
                    <a:pt x="845" y="563"/>
                  </a:lnTo>
                  <a:lnTo>
                    <a:pt x="843" y="562"/>
                  </a:lnTo>
                  <a:lnTo>
                    <a:pt x="840" y="562"/>
                  </a:lnTo>
                  <a:lnTo>
                    <a:pt x="836" y="562"/>
                  </a:lnTo>
                  <a:lnTo>
                    <a:pt x="833" y="561"/>
                  </a:lnTo>
                  <a:lnTo>
                    <a:pt x="832" y="559"/>
                  </a:lnTo>
                  <a:lnTo>
                    <a:pt x="833" y="556"/>
                  </a:lnTo>
                  <a:lnTo>
                    <a:pt x="835" y="554"/>
                  </a:lnTo>
                  <a:lnTo>
                    <a:pt x="836" y="552"/>
                  </a:lnTo>
                  <a:lnTo>
                    <a:pt x="835" y="550"/>
                  </a:lnTo>
                  <a:lnTo>
                    <a:pt x="835" y="548"/>
                  </a:lnTo>
                  <a:lnTo>
                    <a:pt x="835" y="546"/>
                  </a:lnTo>
                  <a:lnTo>
                    <a:pt x="837" y="544"/>
                  </a:lnTo>
                  <a:lnTo>
                    <a:pt x="839" y="542"/>
                  </a:lnTo>
                  <a:lnTo>
                    <a:pt x="841" y="541"/>
                  </a:lnTo>
                  <a:lnTo>
                    <a:pt x="841" y="539"/>
                  </a:lnTo>
                  <a:lnTo>
                    <a:pt x="841" y="537"/>
                  </a:lnTo>
                  <a:lnTo>
                    <a:pt x="843" y="535"/>
                  </a:lnTo>
                  <a:lnTo>
                    <a:pt x="844" y="533"/>
                  </a:lnTo>
                  <a:lnTo>
                    <a:pt x="845" y="531"/>
                  </a:lnTo>
                  <a:lnTo>
                    <a:pt x="845" y="529"/>
                  </a:lnTo>
                  <a:lnTo>
                    <a:pt x="846" y="526"/>
                  </a:lnTo>
                  <a:lnTo>
                    <a:pt x="849" y="525"/>
                  </a:lnTo>
                  <a:lnTo>
                    <a:pt x="852" y="526"/>
                  </a:lnTo>
                  <a:lnTo>
                    <a:pt x="856" y="528"/>
                  </a:lnTo>
                  <a:lnTo>
                    <a:pt x="858" y="530"/>
                  </a:lnTo>
                  <a:lnTo>
                    <a:pt x="860" y="529"/>
                  </a:lnTo>
                  <a:lnTo>
                    <a:pt x="861" y="528"/>
                  </a:lnTo>
                  <a:lnTo>
                    <a:pt x="863" y="526"/>
                  </a:lnTo>
                  <a:lnTo>
                    <a:pt x="866" y="526"/>
                  </a:lnTo>
                  <a:lnTo>
                    <a:pt x="868" y="526"/>
                  </a:lnTo>
                  <a:lnTo>
                    <a:pt x="870" y="526"/>
                  </a:lnTo>
                  <a:lnTo>
                    <a:pt x="872" y="526"/>
                  </a:lnTo>
                  <a:lnTo>
                    <a:pt x="875" y="527"/>
                  </a:lnTo>
                  <a:lnTo>
                    <a:pt x="877" y="528"/>
                  </a:lnTo>
                  <a:lnTo>
                    <a:pt x="879" y="530"/>
                  </a:lnTo>
                  <a:lnTo>
                    <a:pt x="880" y="532"/>
                  </a:lnTo>
                  <a:lnTo>
                    <a:pt x="882" y="533"/>
                  </a:lnTo>
                  <a:lnTo>
                    <a:pt x="884" y="534"/>
                  </a:lnTo>
                  <a:lnTo>
                    <a:pt x="886" y="536"/>
                  </a:lnTo>
                  <a:lnTo>
                    <a:pt x="887" y="538"/>
                  </a:lnTo>
                  <a:lnTo>
                    <a:pt x="885" y="541"/>
                  </a:lnTo>
                  <a:lnTo>
                    <a:pt x="884" y="543"/>
                  </a:lnTo>
                  <a:lnTo>
                    <a:pt x="885" y="544"/>
                  </a:lnTo>
                  <a:lnTo>
                    <a:pt x="889" y="546"/>
                  </a:lnTo>
                  <a:close/>
                </a:path>
              </a:pathLst>
            </a:custGeom>
            <a:solidFill>
              <a:srgbClr val="DE8036">
                <a:alpha val="10800"/>
              </a:srgbClr>
            </a:solidFill>
            <a:ln>
              <a:noFill/>
            </a:ln>
          </p:spPr>
          <p:txBody>
            <a:bodyPr anchor="ctr"/>
            <a:lstStyle/>
            <a:p>
              <a:pPr algn="ctr">
                <a:buNone/>
              </a:pPr>
            </a:p>
          </p:txBody>
        </p:sp>
        <p:sp>
          <p:nvSpPr>
            <p:cNvPr id="652" name="addition:spatial:34"/>
            <p:cNvSpPr>
              <a:spLocks noGrp="1"/>
            </p:cNvSpPr>
            <p:nvPr/>
          </p:nvSpPr>
          <p:spPr>
            <a:xfrm>
              <a:off x="5648325" y="1666875"/>
              <a:ext cx="1231743" cy="947318"/>
            </a:xfrm>
            <a:custGeom>
              <a:avLst/>
              <a:gdLst/>
              <a:ahLst/>
              <a:cxnLst/>
              <a:rect l="l" t="t" r="r" b="b"/>
              <a:pathLst>
                <a:path w="929" h="560">
                  <a:moveTo>
                    <a:pt x="0" y="0"/>
                  </a:moveTo>
                  <a:moveTo>
                    <a:pt x="928" y="541"/>
                  </a:moveTo>
                  <a:lnTo>
                    <a:pt x="929" y="543"/>
                  </a:lnTo>
                  <a:lnTo>
                    <a:pt x="929" y="544"/>
                  </a:lnTo>
                  <a:lnTo>
                    <a:pt x="927" y="546"/>
                  </a:lnTo>
                  <a:lnTo>
                    <a:pt x="926" y="547"/>
                  </a:lnTo>
                  <a:lnTo>
                    <a:pt x="924" y="548"/>
                  </a:lnTo>
                  <a:lnTo>
                    <a:pt x="923" y="550"/>
                  </a:lnTo>
                  <a:lnTo>
                    <a:pt x="923" y="551"/>
                  </a:lnTo>
                  <a:lnTo>
                    <a:pt x="922" y="552"/>
                  </a:lnTo>
                  <a:lnTo>
                    <a:pt x="919" y="553"/>
                  </a:lnTo>
                  <a:lnTo>
                    <a:pt x="916" y="553"/>
                  </a:lnTo>
                  <a:lnTo>
                    <a:pt x="914" y="553"/>
                  </a:lnTo>
                  <a:lnTo>
                    <a:pt x="913" y="555"/>
                  </a:lnTo>
                  <a:lnTo>
                    <a:pt x="912" y="557"/>
                  </a:lnTo>
                  <a:lnTo>
                    <a:pt x="910" y="559"/>
                  </a:lnTo>
                  <a:lnTo>
                    <a:pt x="908" y="560"/>
                  </a:lnTo>
                  <a:lnTo>
                    <a:pt x="905" y="560"/>
                  </a:lnTo>
                  <a:lnTo>
                    <a:pt x="903" y="559"/>
                  </a:lnTo>
                  <a:lnTo>
                    <a:pt x="900" y="558"/>
                  </a:lnTo>
                  <a:lnTo>
                    <a:pt x="898" y="558"/>
                  </a:lnTo>
                  <a:lnTo>
                    <a:pt x="896" y="557"/>
                  </a:lnTo>
                  <a:lnTo>
                    <a:pt x="895" y="555"/>
                  </a:lnTo>
                  <a:lnTo>
                    <a:pt x="894" y="554"/>
                  </a:lnTo>
                  <a:lnTo>
                    <a:pt x="892" y="554"/>
                  </a:lnTo>
                  <a:lnTo>
                    <a:pt x="889" y="555"/>
                  </a:lnTo>
                  <a:lnTo>
                    <a:pt x="887" y="555"/>
                  </a:lnTo>
                  <a:lnTo>
                    <a:pt x="885" y="554"/>
                  </a:lnTo>
                  <a:lnTo>
                    <a:pt x="884" y="553"/>
                  </a:lnTo>
                  <a:lnTo>
                    <a:pt x="884" y="551"/>
                  </a:lnTo>
                  <a:lnTo>
                    <a:pt x="884" y="550"/>
                  </a:lnTo>
                  <a:lnTo>
                    <a:pt x="882" y="549"/>
                  </a:lnTo>
                  <a:lnTo>
                    <a:pt x="880" y="548"/>
                  </a:lnTo>
                  <a:lnTo>
                    <a:pt x="879" y="546"/>
                  </a:lnTo>
                  <a:lnTo>
                    <a:pt x="880" y="544"/>
                  </a:lnTo>
                  <a:lnTo>
                    <a:pt x="882" y="543"/>
                  </a:lnTo>
                  <a:lnTo>
                    <a:pt x="884" y="541"/>
                  </a:lnTo>
                  <a:lnTo>
                    <a:pt x="884" y="540"/>
                  </a:lnTo>
                  <a:lnTo>
                    <a:pt x="885" y="538"/>
                  </a:lnTo>
                  <a:lnTo>
                    <a:pt x="885" y="537"/>
                  </a:lnTo>
                  <a:lnTo>
                    <a:pt x="886" y="536"/>
                  </a:lnTo>
                  <a:lnTo>
                    <a:pt x="886" y="534"/>
                  </a:lnTo>
                  <a:lnTo>
                    <a:pt x="885" y="532"/>
                  </a:lnTo>
                  <a:lnTo>
                    <a:pt x="884" y="530"/>
                  </a:lnTo>
                  <a:lnTo>
                    <a:pt x="884" y="528"/>
                  </a:lnTo>
                  <a:lnTo>
                    <a:pt x="886" y="527"/>
                  </a:lnTo>
                  <a:lnTo>
                    <a:pt x="889" y="527"/>
                  </a:lnTo>
                  <a:lnTo>
                    <a:pt x="892" y="528"/>
                  </a:lnTo>
                  <a:lnTo>
                    <a:pt x="893" y="527"/>
                  </a:lnTo>
                  <a:lnTo>
                    <a:pt x="894" y="526"/>
                  </a:lnTo>
                  <a:lnTo>
                    <a:pt x="896" y="525"/>
                  </a:lnTo>
                  <a:lnTo>
                    <a:pt x="897" y="525"/>
                  </a:lnTo>
                  <a:lnTo>
                    <a:pt x="899" y="525"/>
                  </a:lnTo>
                  <a:lnTo>
                    <a:pt x="901" y="525"/>
                  </a:lnTo>
                  <a:lnTo>
                    <a:pt x="902" y="525"/>
                  </a:lnTo>
                  <a:lnTo>
                    <a:pt x="904" y="524"/>
                  </a:lnTo>
                  <a:lnTo>
                    <a:pt x="906" y="524"/>
                  </a:lnTo>
                  <a:lnTo>
                    <a:pt x="908" y="525"/>
                  </a:lnTo>
                  <a:lnTo>
                    <a:pt x="910" y="525"/>
                  </a:lnTo>
                  <a:lnTo>
                    <a:pt x="913" y="525"/>
                  </a:lnTo>
                  <a:lnTo>
                    <a:pt x="915" y="525"/>
                  </a:lnTo>
                  <a:lnTo>
                    <a:pt x="918" y="526"/>
                  </a:lnTo>
                  <a:lnTo>
                    <a:pt x="919" y="528"/>
                  </a:lnTo>
                  <a:lnTo>
                    <a:pt x="918" y="530"/>
                  </a:lnTo>
                  <a:lnTo>
                    <a:pt x="918" y="533"/>
                  </a:lnTo>
                  <a:lnTo>
                    <a:pt x="918" y="534"/>
                  </a:lnTo>
                  <a:lnTo>
                    <a:pt x="920" y="535"/>
                  </a:lnTo>
                  <a:lnTo>
                    <a:pt x="923" y="535"/>
                  </a:lnTo>
                  <a:lnTo>
                    <a:pt x="926" y="536"/>
                  </a:lnTo>
                  <a:lnTo>
                    <a:pt x="927" y="538"/>
                  </a:lnTo>
                  <a:lnTo>
                    <a:pt x="928" y="539"/>
                  </a:lnTo>
                  <a:close/>
                </a:path>
              </a:pathLst>
            </a:custGeom>
            <a:solidFill>
              <a:srgbClr val="DE8036">
                <a:alpha val="10800"/>
              </a:srgbClr>
            </a:solidFill>
            <a:ln>
              <a:noFill/>
            </a:ln>
          </p:spPr>
          <p:txBody>
            <a:bodyPr anchor="ctr"/>
            <a:lstStyle/>
            <a:p>
              <a:pPr algn="ctr">
                <a:buNone/>
              </a:pPr>
            </a:p>
          </p:txBody>
        </p:sp>
        <p:sp>
          <p:nvSpPr>
            <p:cNvPr id="653" name="addition:spatial:35"/>
            <p:cNvSpPr>
              <a:spLocks noGrp="1"/>
            </p:cNvSpPr>
            <p:nvPr/>
          </p:nvSpPr>
          <p:spPr>
            <a:xfrm>
              <a:off x="5648325" y="1666875"/>
              <a:ext cx="1267541" cy="1009909"/>
            </a:xfrm>
            <a:custGeom>
              <a:avLst/>
              <a:gdLst/>
              <a:ahLst/>
              <a:cxnLst/>
              <a:rect l="l" t="t" r="r" b="b"/>
              <a:pathLst>
                <a:path w="956" h="597">
                  <a:moveTo>
                    <a:pt x="0" y="0"/>
                  </a:moveTo>
                  <a:moveTo>
                    <a:pt x="953" y="571"/>
                  </a:moveTo>
                  <a:lnTo>
                    <a:pt x="952" y="573"/>
                  </a:lnTo>
                  <a:lnTo>
                    <a:pt x="953" y="575"/>
                  </a:lnTo>
                  <a:lnTo>
                    <a:pt x="954" y="577"/>
                  </a:lnTo>
                  <a:lnTo>
                    <a:pt x="953" y="579"/>
                  </a:lnTo>
                  <a:lnTo>
                    <a:pt x="951" y="581"/>
                  </a:lnTo>
                  <a:lnTo>
                    <a:pt x="947" y="582"/>
                  </a:lnTo>
                  <a:lnTo>
                    <a:pt x="945" y="583"/>
                  </a:lnTo>
                  <a:lnTo>
                    <a:pt x="943" y="584"/>
                  </a:lnTo>
                  <a:lnTo>
                    <a:pt x="941" y="586"/>
                  </a:lnTo>
                  <a:lnTo>
                    <a:pt x="938" y="587"/>
                  </a:lnTo>
                  <a:lnTo>
                    <a:pt x="936" y="588"/>
                  </a:lnTo>
                  <a:lnTo>
                    <a:pt x="934" y="590"/>
                  </a:lnTo>
                  <a:lnTo>
                    <a:pt x="932" y="592"/>
                  </a:lnTo>
                  <a:lnTo>
                    <a:pt x="930" y="595"/>
                  </a:lnTo>
                  <a:lnTo>
                    <a:pt x="927" y="597"/>
                  </a:lnTo>
                  <a:lnTo>
                    <a:pt x="924" y="596"/>
                  </a:lnTo>
                  <a:lnTo>
                    <a:pt x="920" y="594"/>
                  </a:lnTo>
                  <a:lnTo>
                    <a:pt x="917" y="591"/>
                  </a:lnTo>
                  <a:lnTo>
                    <a:pt x="915" y="590"/>
                  </a:lnTo>
                  <a:lnTo>
                    <a:pt x="912" y="591"/>
                  </a:lnTo>
                  <a:lnTo>
                    <a:pt x="910" y="591"/>
                  </a:lnTo>
                  <a:lnTo>
                    <a:pt x="907" y="591"/>
                  </a:lnTo>
                  <a:lnTo>
                    <a:pt x="905" y="590"/>
                  </a:lnTo>
                  <a:lnTo>
                    <a:pt x="903" y="589"/>
                  </a:lnTo>
                  <a:lnTo>
                    <a:pt x="901" y="588"/>
                  </a:lnTo>
                  <a:lnTo>
                    <a:pt x="898" y="588"/>
                  </a:lnTo>
                  <a:lnTo>
                    <a:pt x="896" y="586"/>
                  </a:lnTo>
                  <a:lnTo>
                    <a:pt x="895" y="584"/>
                  </a:lnTo>
                  <a:lnTo>
                    <a:pt x="895" y="582"/>
                  </a:lnTo>
                  <a:lnTo>
                    <a:pt x="894" y="581"/>
                  </a:lnTo>
                  <a:lnTo>
                    <a:pt x="892" y="579"/>
                  </a:lnTo>
                  <a:lnTo>
                    <a:pt x="890" y="577"/>
                  </a:lnTo>
                  <a:lnTo>
                    <a:pt x="891" y="575"/>
                  </a:lnTo>
                  <a:lnTo>
                    <a:pt x="894" y="573"/>
                  </a:lnTo>
                  <a:lnTo>
                    <a:pt x="897" y="571"/>
                  </a:lnTo>
                  <a:lnTo>
                    <a:pt x="899" y="569"/>
                  </a:lnTo>
                  <a:lnTo>
                    <a:pt x="898" y="567"/>
                  </a:lnTo>
                  <a:lnTo>
                    <a:pt x="896" y="565"/>
                  </a:lnTo>
                  <a:lnTo>
                    <a:pt x="894" y="563"/>
                  </a:lnTo>
                  <a:lnTo>
                    <a:pt x="894" y="560"/>
                  </a:lnTo>
                  <a:lnTo>
                    <a:pt x="895" y="558"/>
                  </a:lnTo>
                  <a:lnTo>
                    <a:pt x="896" y="557"/>
                  </a:lnTo>
                  <a:lnTo>
                    <a:pt x="897" y="555"/>
                  </a:lnTo>
                  <a:lnTo>
                    <a:pt x="899" y="553"/>
                  </a:lnTo>
                  <a:lnTo>
                    <a:pt x="902" y="553"/>
                  </a:lnTo>
                  <a:lnTo>
                    <a:pt x="905" y="553"/>
                  </a:lnTo>
                  <a:lnTo>
                    <a:pt x="908" y="553"/>
                  </a:lnTo>
                  <a:lnTo>
                    <a:pt x="909" y="552"/>
                  </a:lnTo>
                  <a:lnTo>
                    <a:pt x="910" y="550"/>
                  </a:lnTo>
                  <a:lnTo>
                    <a:pt x="912" y="549"/>
                  </a:lnTo>
                  <a:lnTo>
                    <a:pt x="915" y="549"/>
                  </a:lnTo>
                  <a:lnTo>
                    <a:pt x="917" y="550"/>
                  </a:lnTo>
                  <a:lnTo>
                    <a:pt x="920" y="551"/>
                  </a:lnTo>
                  <a:lnTo>
                    <a:pt x="922" y="550"/>
                  </a:lnTo>
                  <a:lnTo>
                    <a:pt x="925" y="549"/>
                  </a:lnTo>
                  <a:lnTo>
                    <a:pt x="929" y="547"/>
                  </a:lnTo>
                  <a:lnTo>
                    <a:pt x="932" y="547"/>
                  </a:lnTo>
                  <a:lnTo>
                    <a:pt x="935" y="549"/>
                  </a:lnTo>
                  <a:lnTo>
                    <a:pt x="937" y="551"/>
                  </a:lnTo>
                  <a:lnTo>
                    <a:pt x="938" y="553"/>
                  </a:lnTo>
                  <a:lnTo>
                    <a:pt x="940" y="555"/>
                  </a:lnTo>
                  <a:lnTo>
                    <a:pt x="941" y="557"/>
                  </a:lnTo>
                  <a:lnTo>
                    <a:pt x="942" y="559"/>
                  </a:lnTo>
                  <a:lnTo>
                    <a:pt x="942" y="561"/>
                  </a:lnTo>
                  <a:lnTo>
                    <a:pt x="945" y="562"/>
                  </a:lnTo>
                  <a:lnTo>
                    <a:pt x="949" y="563"/>
                  </a:lnTo>
                  <a:lnTo>
                    <a:pt x="953" y="564"/>
                  </a:lnTo>
                  <a:lnTo>
                    <a:pt x="956" y="566"/>
                  </a:lnTo>
                  <a:lnTo>
                    <a:pt x="955" y="569"/>
                  </a:lnTo>
                  <a:close/>
                </a:path>
              </a:pathLst>
            </a:custGeom>
            <a:solidFill>
              <a:srgbClr val="DE8036">
                <a:alpha val="10800"/>
              </a:srgbClr>
            </a:solidFill>
            <a:ln>
              <a:noFill/>
            </a:ln>
          </p:spPr>
          <p:txBody>
            <a:bodyPr anchor="ctr"/>
            <a:lstStyle/>
            <a:p>
              <a:pPr algn="ctr">
                <a:buNone/>
              </a:pPr>
            </a:p>
          </p:txBody>
        </p:sp>
        <p:sp>
          <p:nvSpPr>
            <p:cNvPr id="654" name="addition:spatial:36"/>
            <p:cNvSpPr>
              <a:spLocks noGrp="1"/>
            </p:cNvSpPr>
            <p:nvPr/>
          </p:nvSpPr>
          <p:spPr>
            <a:xfrm>
              <a:off x="5648325" y="1666875"/>
              <a:ext cx="1205225" cy="1020059"/>
            </a:xfrm>
            <a:custGeom>
              <a:avLst/>
              <a:gdLst/>
              <a:ahLst/>
              <a:cxnLst/>
              <a:rect l="l" t="t" r="r" b="b"/>
              <a:pathLst>
                <a:path w="909" h="603">
                  <a:moveTo>
                    <a:pt x="0" y="0"/>
                  </a:moveTo>
                  <a:moveTo>
                    <a:pt x="908" y="584"/>
                  </a:moveTo>
                  <a:lnTo>
                    <a:pt x="905" y="585"/>
                  </a:lnTo>
                  <a:lnTo>
                    <a:pt x="902" y="587"/>
                  </a:lnTo>
                  <a:lnTo>
                    <a:pt x="899" y="588"/>
                  </a:lnTo>
                  <a:lnTo>
                    <a:pt x="899" y="589"/>
                  </a:lnTo>
                  <a:lnTo>
                    <a:pt x="900" y="592"/>
                  </a:lnTo>
                  <a:lnTo>
                    <a:pt x="901" y="594"/>
                  </a:lnTo>
                  <a:lnTo>
                    <a:pt x="899" y="595"/>
                  </a:lnTo>
                  <a:lnTo>
                    <a:pt x="897" y="596"/>
                  </a:lnTo>
                  <a:lnTo>
                    <a:pt x="894" y="597"/>
                  </a:lnTo>
                  <a:lnTo>
                    <a:pt x="893" y="598"/>
                  </a:lnTo>
                  <a:lnTo>
                    <a:pt x="892" y="600"/>
                  </a:lnTo>
                  <a:lnTo>
                    <a:pt x="890" y="602"/>
                  </a:lnTo>
                  <a:lnTo>
                    <a:pt x="888" y="603"/>
                  </a:lnTo>
                  <a:lnTo>
                    <a:pt x="885" y="603"/>
                  </a:lnTo>
                  <a:lnTo>
                    <a:pt x="883" y="602"/>
                  </a:lnTo>
                  <a:lnTo>
                    <a:pt x="881" y="602"/>
                  </a:lnTo>
                  <a:lnTo>
                    <a:pt x="879" y="602"/>
                  </a:lnTo>
                  <a:lnTo>
                    <a:pt x="877" y="601"/>
                  </a:lnTo>
                  <a:lnTo>
                    <a:pt x="875" y="600"/>
                  </a:lnTo>
                  <a:lnTo>
                    <a:pt x="874" y="599"/>
                  </a:lnTo>
                  <a:lnTo>
                    <a:pt x="872" y="600"/>
                  </a:lnTo>
                  <a:lnTo>
                    <a:pt x="869" y="601"/>
                  </a:lnTo>
                  <a:lnTo>
                    <a:pt x="866" y="603"/>
                  </a:lnTo>
                  <a:lnTo>
                    <a:pt x="863" y="602"/>
                  </a:lnTo>
                  <a:lnTo>
                    <a:pt x="862" y="601"/>
                  </a:lnTo>
                  <a:lnTo>
                    <a:pt x="861" y="598"/>
                  </a:lnTo>
                  <a:lnTo>
                    <a:pt x="861" y="596"/>
                  </a:lnTo>
                  <a:lnTo>
                    <a:pt x="860" y="595"/>
                  </a:lnTo>
                  <a:lnTo>
                    <a:pt x="859" y="593"/>
                  </a:lnTo>
                  <a:lnTo>
                    <a:pt x="857" y="592"/>
                  </a:lnTo>
                  <a:lnTo>
                    <a:pt x="857" y="590"/>
                  </a:lnTo>
                  <a:lnTo>
                    <a:pt x="857" y="588"/>
                  </a:lnTo>
                  <a:lnTo>
                    <a:pt x="856" y="587"/>
                  </a:lnTo>
                  <a:lnTo>
                    <a:pt x="855" y="585"/>
                  </a:lnTo>
                  <a:lnTo>
                    <a:pt x="853" y="584"/>
                  </a:lnTo>
                  <a:lnTo>
                    <a:pt x="853" y="582"/>
                  </a:lnTo>
                  <a:lnTo>
                    <a:pt x="854" y="580"/>
                  </a:lnTo>
                  <a:lnTo>
                    <a:pt x="854" y="579"/>
                  </a:lnTo>
                  <a:lnTo>
                    <a:pt x="852" y="577"/>
                  </a:lnTo>
                  <a:lnTo>
                    <a:pt x="851" y="574"/>
                  </a:lnTo>
                  <a:lnTo>
                    <a:pt x="851" y="572"/>
                  </a:lnTo>
                  <a:lnTo>
                    <a:pt x="853" y="571"/>
                  </a:lnTo>
                  <a:lnTo>
                    <a:pt x="857" y="571"/>
                  </a:lnTo>
                  <a:lnTo>
                    <a:pt x="861" y="572"/>
                  </a:lnTo>
                  <a:lnTo>
                    <a:pt x="863" y="571"/>
                  </a:lnTo>
                  <a:lnTo>
                    <a:pt x="864" y="570"/>
                  </a:lnTo>
                  <a:lnTo>
                    <a:pt x="865" y="568"/>
                  </a:lnTo>
                  <a:lnTo>
                    <a:pt x="867" y="567"/>
                  </a:lnTo>
                  <a:lnTo>
                    <a:pt x="869" y="566"/>
                  </a:lnTo>
                  <a:lnTo>
                    <a:pt x="871" y="565"/>
                  </a:lnTo>
                  <a:lnTo>
                    <a:pt x="874" y="564"/>
                  </a:lnTo>
                  <a:lnTo>
                    <a:pt x="876" y="563"/>
                  </a:lnTo>
                  <a:lnTo>
                    <a:pt x="879" y="563"/>
                  </a:lnTo>
                  <a:lnTo>
                    <a:pt x="882" y="564"/>
                  </a:lnTo>
                  <a:lnTo>
                    <a:pt x="884" y="566"/>
                  </a:lnTo>
                  <a:lnTo>
                    <a:pt x="887" y="566"/>
                  </a:lnTo>
                  <a:lnTo>
                    <a:pt x="890" y="566"/>
                  </a:lnTo>
                  <a:lnTo>
                    <a:pt x="893" y="566"/>
                  </a:lnTo>
                  <a:lnTo>
                    <a:pt x="895" y="567"/>
                  </a:lnTo>
                  <a:lnTo>
                    <a:pt x="896" y="569"/>
                  </a:lnTo>
                  <a:lnTo>
                    <a:pt x="896" y="572"/>
                  </a:lnTo>
                  <a:lnTo>
                    <a:pt x="897" y="573"/>
                  </a:lnTo>
                  <a:lnTo>
                    <a:pt x="900" y="574"/>
                  </a:lnTo>
                  <a:lnTo>
                    <a:pt x="903" y="574"/>
                  </a:lnTo>
                  <a:lnTo>
                    <a:pt x="906" y="575"/>
                  </a:lnTo>
                  <a:lnTo>
                    <a:pt x="907" y="576"/>
                  </a:lnTo>
                  <a:lnTo>
                    <a:pt x="908" y="578"/>
                  </a:lnTo>
                  <a:lnTo>
                    <a:pt x="909" y="580"/>
                  </a:lnTo>
                  <a:lnTo>
                    <a:pt x="909" y="582"/>
                  </a:lnTo>
                  <a:close/>
                </a:path>
              </a:pathLst>
            </a:custGeom>
            <a:solidFill>
              <a:srgbClr val="DE8036">
                <a:alpha val="10800"/>
              </a:srgbClr>
            </a:solidFill>
            <a:ln>
              <a:noFill/>
            </a:ln>
          </p:spPr>
          <p:txBody>
            <a:bodyPr anchor="ctr"/>
            <a:lstStyle/>
            <a:p>
              <a:pPr algn="ctr">
                <a:buNone/>
              </a:pPr>
            </a:p>
          </p:txBody>
        </p:sp>
        <p:sp>
          <p:nvSpPr>
            <p:cNvPr id="655" name="addition:spatial:37"/>
            <p:cNvSpPr>
              <a:spLocks noGrp="1"/>
            </p:cNvSpPr>
            <p:nvPr/>
          </p:nvSpPr>
          <p:spPr>
            <a:xfrm>
              <a:off x="5648325" y="1666875"/>
              <a:ext cx="1868165" cy="612374"/>
            </a:xfrm>
            <a:custGeom>
              <a:avLst/>
              <a:gdLst/>
              <a:ahLst/>
              <a:cxnLst/>
              <a:rect l="l" t="t" r="r" b="b"/>
              <a:pathLst>
                <a:path w="1409" h="362">
                  <a:moveTo>
                    <a:pt x="0" y="0"/>
                  </a:moveTo>
                  <a:moveTo>
                    <a:pt x="1405" y="262"/>
                  </a:moveTo>
                  <a:lnTo>
                    <a:pt x="1409" y="271"/>
                  </a:lnTo>
                  <a:lnTo>
                    <a:pt x="1409" y="279"/>
                  </a:lnTo>
                  <a:lnTo>
                    <a:pt x="1402" y="287"/>
                  </a:lnTo>
                  <a:lnTo>
                    <a:pt x="1391" y="293"/>
                  </a:lnTo>
                  <a:lnTo>
                    <a:pt x="1383" y="299"/>
                  </a:lnTo>
                  <a:lnTo>
                    <a:pt x="1379" y="306"/>
                  </a:lnTo>
                  <a:lnTo>
                    <a:pt x="1376" y="315"/>
                  </a:lnTo>
                  <a:lnTo>
                    <a:pt x="1368" y="321"/>
                  </a:lnTo>
                  <a:lnTo>
                    <a:pt x="1354" y="323"/>
                  </a:lnTo>
                  <a:lnTo>
                    <a:pt x="1337" y="323"/>
                  </a:lnTo>
                  <a:lnTo>
                    <a:pt x="1325" y="325"/>
                  </a:lnTo>
                  <a:lnTo>
                    <a:pt x="1319" y="333"/>
                  </a:lnTo>
                  <a:lnTo>
                    <a:pt x="1313" y="345"/>
                  </a:lnTo>
                  <a:lnTo>
                    <a:pt x="1305" y="357"/>
                  </a:lnTo>
                  <a:lnTo>
                    <a:pt x="1291" y="362"/>
                  </a:lnTo>
                  <a:lnTo>
                    <a:pt x="1276" y="361"/>
                  </a:lnTo>
                  <a:lnTo>
                    <a:pt x="1261" y="357"/>
                  </a:lnTo>
                  <a:lnTo>
                    <a:pt x="1248" y="353"/>
                  </a:lnTo>
                  <a:lnTo>
                    <a:pt x="1236" y="350"/>
                  </a:lnTo>
                  <a:lnTo>
                    <a:pt x="1225" y="344"/>
                  </a:lnTo>
                  <a:lnTo>
                    <a:pt x="1216" y="337"/>
                  </a:lnTo>
                  <a:lnTo>
                    <a:pt x="1209" y="332"/>
                  </a:lnTo>
                  <a:lnTo>
                    <a:pt x="1198" y="331"/>
                  </a:lnTo>
                  <a:lnTo>
                    <a:pt x="1184" y="334"/>
                  </a:lnTo>
                  <a:lnTo>
                    <a:pt x="1169" y="335"/>
                  </a:lnTo>
                  <a:lnTo>
                    <a:pt x="1159" y="331"/>
                  </a:lnTo>
                  <a:lnTo>
                    <a:pt x="1156" y="322"/>
                  </a:lnTo>
                  <a:lnTo>
                    <a:pt x="1156" y="313"/>
                  </a:lnTo>
                  <a:lnTo>
                    <a:pt x="1152" y="306"/>
                  </a:lnTo>
                  <a:lnTo>
                    <a:pt x="1141" y="302"/>
                  </a:lnTo>
                  <a:lnTo>
                    <a:pt x="1130" y="296"/>
                  </a:lnTo>
                  <a:lnTo>
                    <a:pt x="1126" y="288"/>
                  </a:lnTo>
                  <a:lnTo>
                    <a:pt x="1132" y="279"/>
                  </a:lnTo>
                  <a:lnTo>
                    <a:pt x="1143" y="270"/>
                  </a:lnTo>
                  <a:lnTo>
                    <a:pt x="1151" y="262"/>
                  </a:lnTo>
                  <a:lnTo>
                    <a:pt x="1155" y="255"/>
                  </a:lnTo>
                  <a:lnTo>
                    <a:pt x="1157" y="248"/>
                  </a:lnTo>
                  <a:lnTo>
                    <a:pt x="1161" y="241"/>
                  </a:lnTo>
                  <a:lnTo>
                    <a:pt x="1164" y="234"/>
                  </a:lnTo>
                  <a:lnTo>
                    <a:pt x="1163" y="226"/>
                  </a:lnTo>
                  <a:lnTo>
                    <a:pt x="1157" y="215"/>
                  </a:lnTo>
                  <a:lnTo>
                    <a:pt x="1151" y="202"/>
                  </a:lnTo>
                  <a:lnTo>
                    <a:pt x="1155" y="193"/>
                  </a:lnTo>
                  <a:lnTo>
                    <a:pt x="1167" y="189"/>
                  </a:lnTo>
                  <a:lnTo>
                    <a:pt x="1185" y="191"/>
                  </a:lnTo>
                  <a:lnTo>
                    <a:pt x="1199" y="193"/>
                  </a:lnTo>
                  <a:lnTo>
                    <a:pt x="1208" y="191"/>
                  </a:lnTo>
                  <a:lnTo>
                    <a:pt x="1213" y="184"/>
                  </a:lnTo>
                  <a:lnTo>
                    <a:pt x="1220" y="178"/>
                  </a:lnTo>
                  <a:lnTo>
                    <a:pt x="1230" y="177"/>
                  </a:lnTo>
                  <a:lnTo>
                    <a:pt x="1240" y="179"/>
                  </a:lnTo>
                  <a:lnTo>
                    <a:pt x="1250" y="180"/>
                  </a:lnTo>
                  <a:lnTo>
                    <a:pt x="1259" y="179"/>
                  </a:lnTo>
                  <a:lnTo>
                    <a:pt x="1270" y="175"/>
                  </a:lnTo>
                  <a:lnTo>
                    <a:pt x="1281" y="174"/>
                  </a:lnTo>
                  <a:lnTo>
                    <a:pt x="1292" y="176"/>
                  </a:lnTo>
                  <a:lnTo>
                    <a:pt x="1304" y="178"/>
                  </a:lnTo>
                  <a:lnTo>
                    <a:pt x="1317" y="179"/>
                  </a:lnTo>
                  <a:lnTo>
                    <a:pt x="1332" y="179"/>
                  </a:lnTo>
                  <a:lnTo>
                    <a:pt x="1345" y="183"/>
                  </a:lnTo>
                  <a:lnTo>
                    <a:pt x="1352" y="192"/>
                  </a:lnTo>
                  <a:lnTo>
                    <a:pt x="1350" y="206"/>
                  </a:lnTo>
                  <a:lnTo>
                    <a:pt x="1346" y="218"/>
                  </a:lnTo>
                  <a:lnTo>
                    <a:pt x="1348" y="225"/>
                  </a:lnTo>
                  <a:lnTo>
                    <a:pt x="1361" y="229"/>
                  </a:lnTo>
                  <a:lnTo>
                    <a:pt x="1379" y="232"/>
                  </a:lnTo>
                  <a:lnTo>
                    <a:pt x="1393" y="238"/>
                  </a:lnTo>
                  <a:lnTo>
                    <a:pt x="1400" y="245"/>
                  </a:lnTo>
                  <a:lnTo>
                    <a:pt x="1403" y="254"/>
                  </a:lnTo>
                  <a:close/>
                </a:path>
              </a:pathLst>
            </a:custGeom>
            <a:solidFill>
              <a:srgbClr val="C5E9DF">
                <a:alpha val="12900"/>
              </a:srgbClr>
            </a:solidFill>
            <a:ln>
              <a:noFill/>
            </a:ln>
          </p:spPr>
          <p:txBody>
            <a:bodyPr anchor="ctr"/>
            <a:lstStyle/>
            <a:p>
              <a:pPr algn="ctr">
                <a:buNone/>
              </a:pPr>
            </a:p>
          </p:txBody>
        </p:sp>
        <p:sp>
          <p:nvSpPr>
            <p:cNvPr id="656" name="addition:spatial:38"/>
            <p:cNvSpPr>
              <a:spLocks noGrp="1"/>
            </p:cNvSpPr>
            <p:nvPr/>
          </p:nvSpPr>
          <p:spPr>
            <a:xfrm>
              <a:off x="5648325" y="1666875"/>
              <a:ext cx="1812478" cy="580233"/>
            </a:xfrm>
            <a:custGeom>
              <a:avLst/>
              <a:gdLst/>
              <a:ahLst/>
              <a:cxnLst/>
              <a:rect l="l" t="t" r="r" b="b"/>
              <a:pathLst>
                <a:path w="1367" h="343">
                  <a:moveTo>
                    <a:pt x="0" y="0"/>
                  </a:moveTo>
                  <a:moveTo>
                    <a:pt x="1352" y="267"/>
                  </a:moveTo>
                  <a:lnTo>
                    <a:pt x="1347" y="273"/>
                  </a:lnTo>
                  <a:lnTo>
                    <a:pt x="1345" y="279"/>
                  </a:lnTo>
                  <a:lnTo>
                    <a:pt x="1344" y="286"/>
                  </a:lnTo>
                  <a:lnTo>
                    <a:pt x="1342" y="292"/>
                  </a:lnTo>
                  <a:lnTo>
                    <a:pt x="1339" y="298"/>
                  </a:lnTo>
                  <a:lnTo>
                    <a:pt x="1339" y="305"/>
                  </a:lnTo>
                  <a:lnTo>
                    <a:pt x="1343" y="315"/>
                  </a:lnTo>
                  <a:lnTo>
                    <a:pt x="1345" y="325"/>
                  </a:lnTo>
                  <a:lnTo>
                    <a:pt x="1340" y="332"/>
                  </a:lnTo>
                  <a:lnTo>
                    <a:pt x="1328" y="333"/>
                  </a:lnTo>
                  <a:lnTo>
                    <a:pt x="1313" y="330"/>
                  </a:lnTo>
                  <a:lnTo>
                    <a:pt x="1301" y="327"/>
                  </a:lnTo>
                  <a:lnTo>
                    <a:pt x="1293" y="328"/>
                  </a:lnTo>
                  <a:lnTo>
                    <a:pt x="1288" y="333"/>
                  </a:lnTo>
                  <a:lnTo>
                    <a:pt x="1282" y="338"/>
                  </a:lnTo>
                  <a:lnTo>
                    <a:pt x="1274" y="340"/>
                  </a:lnTo>
                  <a:lnTo>
                    <a:pt x="1266" y="340"/>
                  </a:lnTo>
                  <a:lnTo>
                    <a:pt x="1257" y="339"/>
                  </a:lnTo>
                  <a:lnTo>
                    <a:pt x="1248" y="341"/>
                  </a:lnTo>
                  <a:lnTo>
                    <a:pt x="1238" y="343"/>
                  </a:lnTo>
                  <a:lnTo>
                    <a:pt x="1228" y="343"/>
                  </a:lnTo>
                  <a:lnTo>
                    <a:pt x="1219" y="339"/>
                  </a:lnTo>
                  <a:lnTo>
                    <a:pt x="1210" y="335"/>
                  </a:lnTo>
                  <a:lnTo>
                    <a:pt x="1200" y="333"/>
                  </a:lnTo>
                  <a:lnTo>
                    <a:pt x="1187" y="331"/>
                  </a:lnTo>
                  <a:lnTo>
                    <a:pt x="1177" y="327"/>
                  </a:lnTo>
                  <a:lnTo>
                    <a:pt x="1173" y="319"/>
                  </a:lnTo>
                  <a:lnTo>
                    <a:pt x="1175" y="308"/>
                  </a:lnTo>
                  <a:lnTo>
                    <a:pt x="1179" y="299"/>
                  </a:lnTo>
                  <a:lnTo>
                    <a:pt x="1176" y="293"/>
                  </a:lnTo>
                  <a:lnTo>
                    <a:pt x="1164" y="290"/>
                  </a:lnTo>
                  <a:lnTo>
                    <a:pt x="1148" y="287"/>
                  </a:lnTo>
                  <a:lnTo>
                    <a:pt x="1136" y="281"/>
                  </a:lnTo>
                  <a:lnTo>
                    <a:pt x="1130" y="274"/>
                  </a:lnTo>
                  <a:lnTo>
                    <a:pt x="1129" y="267"/>
                  </a:lnTo>
                  <a:lnTo>
                    <a:pt x="1129" y="260"/>
                  </a:lnTo>
                  <a:lnTo>
                    <a:pt x="1129" y="252"/>
                  </a:lnTo>
                  <a:lnTo>
                    <a:pt x="1133" y="246"/>
                  </a:lnTo>
                  <a:lnTo>
                    <a:pt x="1142" y="240"/>
                  </a:lnTo>
                  <a:lnTo>
                    <a:pt x="1153" y="236"/>
                  </a:lnTo>
                  <a:lnTo>
                    <a:pt x="1161" y="232"/>
                  </a:lnTo>
                  <a:lnTo>
                    <a:pt x="1164" y="225"/>
                  </a:lnTo>
                  <a:lnTo>
                    <a:pt x="1166" y="217"/>
                  </a:lnTo>
                  <a:lnTo>
                    <a:pt x="1172" y="211"/>
                  </a:lnTo>
                  <a:lnTo>
                    <a:pt x="1184" y="209"/>
                  </a:lnTo>
                  <a:lnTo>
                    <a:pt x="1197" y="210"/>
                  </a:lnTo>
                  <a:lnTo>
                    <a:pt x="1208" y="208"/>
                  </a:lnTo>
                  <a:lnTo>
                    <a:pt x="1215" y="201"/>
                  </a:lnTo>
                  <a:lnTo>
                    <a:pt x="1221" y="191"/>
                  </a:lnTo>
                  <a:lnTo>
                    <a:pt x="1231" y="183"/>
                  </a:lnTo>
                  <a:lnTo>
                    <a:pt x="1243" y="181"/>
                  </a:lnTo>
                  <a:lnTo>
                    <a:pt x="1256" y="184"/>
                  </a:lnTo>
                  <a:lnTo>
                    <a:pt x="1267" y="188"/>
                  </a:lnTo>
                  <a:lnTo>
                    <a:pt x="1278" y="192"/>
                  </a:lnTo>
                  <a:lnTo>
                    <a:pt x="1287" y="196"/>
                  </a:lnTo>
                  <a:lnTo>
                    <a:pt x="1295" y="201"/>
                  </a:lnTo>
                  <a:lnTo>
                    <a:pt x="1301" y="207"/>
                  </a:lnTo>
                  <a:lnTo>
                    <a:pt x="1307" y="211"/>
                  </a:lnTo>
                  <a:lnTo>
                    <a:pt x="1317" y="210"/>
                  </a:lnTo>
                  <a:lnTo>
                    <a:pt x="1331" y="208"/>
                  </a:lnTo>
                  <a:lnTo>
                    <a:pt x="1345" y="207"/>
                  </a:lnTo>
                  <a:lnTo>
                    <a:pt x="1353" y="211"/>
                  </a:lnTo>
                  <a:lnTo>
                    <a:pt x="1353" y="219"/>
                  </a:lnTo>
                  <a:lnTo>
                    <a:pt x="1351" y="228"/>
                  </a:lnTo>
                  <a:lnTo>
                    <a:pt x="1352" y="235"/>
                  </a:lnTo>
                  <a:lnTo>
                    <a:pt x="1359" y="240"/>
                  </a:lnTo>
                  <a:lnTo>
                    <a:pt x="1365" y="246"/>
                  </a:lnTo>
                  <a:lnTo>
                    <a:pt x="1367" y="253"/>
                  </a:lnTo>
                  <a:lnTo>
                    <a:pt x="1361" y="260"/>
                  </a:lnTo>
                  <a:close/>
                </a:path>
              </a:pathLst>
            </a:custGeom>
            <a:solidFill>
              <a:srgbClr val="86D1BC">
                <a:alpha val="12900"/>
              </a:srgbClr>
            </a:solidFill>
            <a:ln>
              <a:noFill/>
            </a:ln>
          </p:spPr>
          <p:txBody>
            <a:bodyPr anchor="ctr"/>
            <a:lstStyle/>
            <a:p>
              <a:pPr algn="ctr">
                <a:buNone/>
              </a:pPr>
            </a:p>
          </p:txBody>
        </p:sp>
        <p:sp>
          <p:nvSpPr>
            <p:cNvPr id="657" name="addition:spatial:39"/>
            <p:cNvSpPr>
              <a:spLocks noGrp="1"/>
            </p:cNvSpPr>
            <p:nvPr/>
          </p:nvSpPr>
          <p:spPr>
            <a:xfrm>
              <a:off x="5648325" y="1666875"/>
              <a:ext cx="1788612" cy="573466"/>
            </a:xfrm>
            <a:custGeom>
              <a:avLst/>
              <a:gdLst/>
              <a:ahLst/>
              <a:cxnLst/>
              <a:rect l="l" t="t" r="r" b="b"/>
              <a:pathLst>
                <a:path w="1349" h="339">
                  <a:moveTo>
                    <a:pt x="0" y="0"/>
                  </a:moveTo>
                  <a:moveTo>
                    <a:pt x="1349" y="272"/>
                  </a:moveTo>
                  <a:lnTo>
                    <a:pt x="1341" y="278"/>
                  </a:lnTo>
                  <a:lnTo>
                    <a:pt x="1329" y="283"/>
                  </a:lnTo>
                  <a:lnTo>
                    <a:pt x="1320" y="287"/>
                  </a:lnTo>
                  <a:lnTo>
                    <a:pt x="1318" y="292"/>
                  </a:lnTo>
                  <a:lnTo>
                    <a:pt x="1320" y="298"/>
                  </a:lnTo>
                  <a:lnTo>
                    <a:pt x="1322" y="305"/>
                  </a:lnTo>
                  <a:lnTo>
                    <a:pt x="1320" y="312"/>
                  </a:lnTo>
                  <a:lnTo>
                    <a:pt x="1317" y="318"/>
                  </a:lnTo>
                  <a:lnTo>
                    <a:pt x="1313" y="324"/>
                  </a:lnTo>
                  <a:lnTo>
                    <a:pt x="1309" y="330"/>
                  </a:lnTo>
                  <a:lnTo>
                    <a:pt x="1302" y="334"/>
                  </a:lnTo>
                  <a:lnTo>
                    <a:pt x="1292" y="334"/>
                  </a:lnTo>
                  <a:lnTo>
                    <a:pt x="1280" y="330"/>
                  </a:lnTo>
                  <a:lnTo>
                    <a:pt x="1271" y="326"/>
                  </a:lnTo>
                  <a:lnTo>
                    <a:pt x="1265" y="327"/>
                  </a:lnTo>
                  <a:lnTo>
                    <a:pt x="1260" y="332"/>
                  </a:lnTo>
                  <a:lnTo>
                    <a:pt x="1254" y="338"/>
                  </a:lnTo>
                  <a:lnTo>
                    <a:pt x="1247" y="339"/>
                  </a:lnTo>
                  <a:lnTo>
                    <a:pt x="1240" y="337"/>
                  </a:lnTo>
                  <a:lnTo>
                    <a:pt x="1233" y="333"/>
                  </a:lnTo>
                  <a:lnTo>
                    <a:pt x="1226" y="332"/>
                  </a:lnTo>
                  <a:lnTo>
                    <a:pt x="1217" y="333"/>
                  </a:lnTo>
                  <a:lnTo>
                    <a:pt x="1207" y="334"/>
                  </a:lnTo>
                  <a:lnTo>
                    <a:pt x="1198" y="332"/>
                  </a:lnTo>
                  <a:lnTo>
                    <a:pt x="1191" y="327"/>
                  </a:lnTo>
                  <a:lnTo>
                    <a:pt x="1186" y="322"/>
                  </a:lnTo>
                  <a:lnTo>
                    <a:pt x="1180" y="317"/>
                  </a:lnTo>
                  <a:lnTo>
                    <a:pt x="1175" y="312"/>
                  </a:lnTo>
                  <a:lnTo>
                    <a:pt x="1173" y="305"/>
                  </a:lnTo>
                  <a:lnTo>
                    <a:pt x="1175" y="298"/>
                  </a:lnTo>
                  <a:lnTo>
                    <a:pt x="1177" y="291"/>
                  </a:lnTo>
                  <a:lnTo>
                    <a:pt x="1174" y="286"/>
                  </a:lnTo>
                  <a:lnTo>
                    <a:pt x="1163" y="283"/>
                  </a:lnTo>
                  <a:lnTo>
                    <a:pt x="1148" y="278"/>
                  </a:lnTo>
                  <a:lnTo>
                    <a:pt x="1137" y="272"/>
                  </a:lnTo>
                  <a:lnTo>
                    <a:pt x="1136" y="265"/>
                  </a:lnTo>
                  <a:lnTo>
                    <a:pt x="1141" y="259"/>
                  </a:lnTo>
                  <a:lnTo>
                    <a:pt x="1148" y="254"/>
                  </a:lnTo>
                  <a:lnTo>
                    <a:pt x="1151" y="249"/>
                  </a:lnTo>
                  <a:lnTo>
                    <a:pt x="1153" y="243"/>
                  </a:lnTo>
                  <a:lnTo>
                    <a:pt x="1157" y="238"/>
                  </a:lnTo>
                  <a:lnTo>
                    <a:pt x="1165" y="234"/>
                  </a:lnTo>
                  <a:lnTo>
                    <a:pt x="1173" y="231"/>
                  </a:lnTo>
                  <a:lnTo>
                    <a:pt x="1179" y="228"/>
                  </a:lnTo>
                  <a:lnTo>
                    <a:pt x="1184" y="223"/>
                  </a:lnTo>
                  <a:lnTo>
                    <a:pt x="1191" y="218"/>
                  </a:lnTo>
                  <a:lnTo>
                    <a:pt x="1199" y="216"/>
                  </a:lnTo>
                  <a:lnTo>
                    <a:pt x="1209" y="216"/>
                  </a:lnTo>
                  <a:lnTo>
                    <a:pt x="1218" y="214"/>
                  </a:lnTo>
                  <a:lnTo>
                    <a:pt x="1226" y="209"/>
                  </a:lnTo>
                  <a:lnTo>
                    <a:pt x="1234" y="201"/>
                  </a:lnTo>
                  <a:lnTo>
                    <a:pt x="1245" y="195"/>
                  </a:lnTo>
                  <a:lnTo>
                    <a:pt x="1256" y="194"/>
                  </a:lnTo>
                  <a:lnTo>
                    <a:pt x="1266" y="201"/>
                  </a:lnTo>
                  <a:lnTo>
                    <a:pt x="1274" y="210"/>
                  </a:lnTo>
                  <a:lnTo>
                    <a:pt x="1281" y="216"/>
                  </a:lnTo>
                  <a:lnTo>
                    <a:pt x="1288" y="219"/>
                  </a:lnTo>
                  <a:lnTo>
                    <a:pt x="1296" y="220"/>
                  </a:lnTo>
                  <a:lnTo>
                    <a:pt x="1304" y="222"/>
                  </a:lnTo>
                  <a:lnTo>
                    <a:pt x="1311" y="224"/>
                  </a:lnTo>
                  <a:lnTo>
                    <a:pt x="1318" y="227"/>
                  </a:lnTo>
                  <a:lnTo>
                    <a:pt x="1328" y="228"/>
                  </a:lnTo>
                  <a:lnTo>
                    <a:pt x="1338" y="230"/>
                  </a:lnTo>
                  <a:lnTo>
                    <a:pt x="1344" y="235"/>
                  </a:lnTo>
                  <a:lnTo>
                    <a:pt x="1344" y="242"/>
                  </a:lnTo>
                  <a:lnTo>
                    <a:pt x="1340" y="249"/>
                  </a:lnTo>
                  <a:lnTo>
                    <a:pt x="1339" y="255"/>
                  </a:lnTo>
                  <a:lnTo>
                    <a:pt x="1343" y="260"/>
                  </a:lnTo>
                  <a:lnTo>
                    <a:pt x="1348" y="266"/>
                  </a:lnTo>
                  <a:close/>
                </a:path>
              </a:pathLst>
            </a:custGeom>
            <a:solidFill>
              <a:srgbClr val="56BFA2">
                <a:alpha val="10500"/>
              </a:srgbClr>
            </a:solidFill>
            <a:ln>
              <a:noFill/>
            </a:ln>
          </p:spPr>
          <p:txBody>
            <a:bodyPr anchor="ctr"/>
            <a:lstStyle/>
            <a:p>
              <a:pPr algn="ctr">
                <a:buNone/>
              </a:pPr>
            </a:p>
          </p:txBody>
        </p:sp>
        <p:sp>
          <p:nvSpPr>
            <p:cNvPr id="658" name="addition:spatial:40"/>
            <p:cNvSpPr>
              <a:spLocks noGrp="1"/>
            </p:cNvSpPr>
            <p:nvPr/>
          </p:nvSpPr>
          <p:spPr>
            <a:xfrm>
              <a:off x="5648325" y="1666875"/>
              <a:ext cx="1656024" cy="473659"/>
            </a:xfrm>
            <a:custGeom>
              <a:avLst/>
              <a:gdLst/>
              <a:ahLst/>
              <a:cxnLst/>
              <a:rect l="l" t="t" r="r" b="b"/>
              <a:pathLst>
                <a:path w="1249" h="280">
                  <a:moveTo>
                    <a:pt x="0" y="0"/>
                  </a:moveTo>
                  <a:moveTo>
                    <a:pt x="1243" y="251"/>
                  </a:moveTo>
                  <a:lnTo>
                    <a:pt x="1246" y="253"/>
                  </a:lnTo>
                  <a:lnTo>
                    <a:pt x="1248" y="256"/>
                  </a:lnTo>
                  <a:lnTo>
                    <a:pt x="1249" y="259"/>
                  </a:lnTo>
                  <a:lnTo>
                    <a:pt x="1249" y="261"/>
                  </a:lnTo>
                  <a:lnTo>
                    <a:pt x="1249" y="264"/>
                  </a:lnTo>
                  <a:lnTo>
                    <a:pt x="1248" y="267"/>
                  </a:lnTo>
                  <a:lnTo>
                    <a:pt x="1247" y="269"/>
                  </a:lnTo>
                  <a:lnTo>
                    <a:pt x="1243" y="270"/>
                  </a:lnTo>
                  <a:lnTo>
                    <a:pt x="1238" y="270"/>
                  </a:lnTo>
                  <a:lnTo>
                    <a:pt x="1232" y="269"/>
                  </a:lnTo>
                  <a:lnTo>
                    <a:pt x="1229" y="269"/>
                  </a:lnTo>
                  <a:lnTo>
                    <a:pt x="1228" y="272"/>
                  </a:lnTo>
                  <a:lnTo>
                    <a:pt x="1227" y="276"/>
                  </a:lnTo>
                  <a:lnTo>
                    <a:pt x="1224" y="279"/>
                  </a:lnTo>
                  <a:lnTo>
                    <a:pt x="1220" y="280"/>
                  </a:lnTo>
                  <a:lnTo>
                    <a:pt x="1216" y="279"/>
                  </a:lnTo>
                  <a:lnTo>
                    <a:pt x="1212" y="279"/>
                  </a:lnTo>
                  <a:lnTo>
                    <a:pt x="1208" y="280"/>
                  </a:lnTo>
                  <a:lnTo>
                    <a:pt x="1203" y="280"/>
                  </a:lnTo>
                  <a:lnTo>
                    <a:pt x="1199" y="279"/>
                  </a:lnTo>
                  <a:lnTo>
                    <a:pt x="1195" y="278"/>
                  </a:lnTo>
                  <a:lnTo>
                    <a:pt x="1192" y="276"/>
                  </a:lnTo>
                  <a:lnTo>
                    <a:pt x="1188" y="275"/>
                  </a:lnTo>
                  <a:lnTo>
                    <a:pt x="1184" y="274"/>
                  </a:lnTo>
                  <a:lnTo>
                    <a:pt x="1181" y="272"/>
                  </a:lnTo>
                  <a:lnTo>
                    <a:pt x="1180" y="270"/>
                  </a:lnTo>
                  <a:lnTo>
                    <a:pt x="1179" y="267"/>
                  </a:lnTo>
                  <a:lnTo>
                    <a:pt x="1178" y="265"/>
                  </a:lnTo>
                  <a:lnTo>
                    <a:pt x="1174" y="264"/>
                  </a:lnTo>
                  <a:lnTo>
                    <a:pt x="1168" y="263"/>
                  </a:lnTo>
                  <a:lnTo>
                    <a:pt x="1162" y="262"/>
                  </a:lnTo>
                  <a:lnTo>
                    <a:pt x="1160" y="260"/>
                  </a:lnTo>
                  <a:lnTo>
                    <a:pt x="1162" y="257"/>
                  </a:lnTo>
                  <a:lnTo>
                    <a:pt x="1165" y="254"/>
                  </a:lnTo>
                  <a:lnTo>
                    <a:pt x="1167" y="251"/>
                  </a:lnTo>
                  <a:lnTo>
                    <a:pt x="1169" y="249"/>
                  </a:lnTo>
                  <a:lnTo>
                    <a:pt x="1171" y="246"/>
                  </a:lnTo>
                  <a:lnTo>
                    <a:pt x="1173" y="244"/>
                  </a:lnTo>
                  <a:lnTo>
                    <a:pt x="1176" y="242"/>
                  </a:lnTo>
                  <a:lnTo>
                    <a:pt x="1177" y="240"/>
                  </a:lnTo>
                  <a:lnTo>
                    <a:pt x="1177" y="237"/>
                  </a:lnTo>
                  <a:lnTo>
                    <a:pt x="1177" y="234"/>
                  </a:lnTo>
                  <a:lnTo>
                    <a:pt x="1179" y="232"/>
                  </a:lnTo>
                  <a:lnTo>
                    <a:pt x="1183" y="231"/>
                  </a:lnTo>
                  <a:lnTo>
                    <a:pt x="1187" y="230"/>
                  </a:lnTo>
                  <a:lnTo>
                    <a:pt x="1190" y="229"/>
                  </a:lnTo>
                  <a:lnTo>
                    <a:pt x="1192" y="226"/>
                  </a:lnTo>
                  <a:lnTo>
                    <a:pt x="1194" y="223"/>
                  </a:lnTo>
                  <a:lnTo>
                    <a:pt x="1197" y="221"/>
                  </a:lnTo>
                  <a:lnTo>
                    <a:pt x="1201" y="222"/>
                  </a:lnTo>
                  <a:lnTo>
                    <a:pt x="1205" y="225"/>
                  </a:lnTo>
                  <a:lnTo>
                    <a:pt x="1209" y="227"/>
                  </a:lnTo>
                  <a:lnTo>
                    <a:pt x="1211" y="227"/>
                  </a:lnTo>
                  <a:lnTo>
                    <a:pt x="1214" y="227"/>
                  </a:lnTo>
                  <a:lnTo>
                    <a:pt x="1217" y="226"/>
                  </a:lnTo>
                  <a:lnTo>
                    <a:pt x="1220" y="226"/>
                  </a:lnTo>
                  <a:lnTo>
                    <a:pt x="1223" y="226"/>
                  </a:lnTo>
                  <a:lnTo>
                    <a:pt x="1227" y="225"/>
                  </a:lnTo>
                  <a:lnTo>
                    <a:pt x="1231" y="225"/>
                  </a:lnTo>
                  <a:lnTo>
                    <a:pt x="1235" y="226"/>
                  </a:lnTo>
                  <a:lnTo>
                    <a:pt x="1236" y="229"/>
                  </a:lnTo>
                  <a:lnTo>
                    <a:pt x="1236" y="233"/>
                  </a:lnTo>
                  <a:lnTo>
                    <a:pt x="1235" y="236"/>
                  </a:lnTo>
                  <a:lnTo>
                    <a:pt x="1237" y="238"/>
                  </a:lnTo>
                  <a:lnTo>
                    <a:pt x="1240" y="239"/>
                  </a:lnTo>
                  <a:lnTo>
                    <a:pt x="1243" y="241"/>
                  </a:lnTo>
                  <a:lnTo>
                    <a:pt x="1245" y="244"/>
                  </a:lnTo>
                  <a:lnTo>
                    <a:pt x="1243" y="246"/>
                  </a:lnTo>
                  <a:lnTo>
                    <a:pt x="1242" y="249"/>
                  </a:lnTo>
                  <a:close/>
                </a:path>
              </a:pathLst>
            </a:custGeom>
            <a:solidFill>
              <a:srgbClr val="86D1BC">
                <a:alpha val="9600"/>
              </a:srgbClr>
            </a:solidFill>
            <a:ln>
              <a:noFill/>
            </a:ln>
          </p:spPr>
          <p:txBody>
            <a:bodyPr anchor="ctr"/>
            <a:lstStyle/>
            <a:p>
              <a:pPr algn="ctr">
                <a:buNone/>
              </a:pPr>
            </a:p>
          </p:txBody>
        </p:sp>
        <p:sp>
          <p:nvSpPr>
            <p:cNvPr id="659" name="addition:spatial:41"/>
            <p:cNvSpPr>
              <a:spLocks noGrp="1"/>
            </p:cNvSpPr>
            <p:nvPr/>
          </p:nvSpPr>
          <p:spPr>
            <a:xfrm>
              <a:off x="5648325" y="1666875"/>
              <a:ext cx="1703756" cy="436443"/>
            </a:xfrm>
            <a:custGeom>
              <a:avLst/>
              <a:gdLst/>
              <a:ahLst/>
              <a:cxnLst/>
              <a:rect l="l" t="t" r="r" b="b"/>
              <a:pathLst>
                <a:path w="1285" h="258">
                  <a:moveTo>
                    <a:pt x="0" y="0"/>
                  </a:moveTo>
                  <a:moveTo>
                    <a:pt x="1280" y="229"/>
                  </a:moveTo>
                  <a:lnTo>
                    <a:pt x="1281" y="231"/>
                  </a:lnTo>
                  <a:lnTo>
                    <a:pt x="1283" y="234"/>
                  </a:lnTo>
                  <a:lnTo>
                    <a:pt x="1285" y="237"/>
                  </a:lnTo>
                  <a:lnTo>
                    <a:pt x="1284" y="240"/>
                  </a:lnTo>
                  <a:lnTo>
                    <a:pt x="1280" y="241"/>
                  </a:lnTo>
                  <a:lnTo>
                    <a:pt x="1274" y="242"/>
                  </a:lnTo>
                  <a:lnTo>
                    <a:pt x="1269" y="242"/>
                  </a:lnTo>
                  <a:lnTo>
                    <a:pt x="1266" y="243"/>
                  </a:lnTo>
                  <a:lnTo>
                    <a:pt x="1265" y="246"/>
                  </a:lnTo>
                  <a:lnTo>
                    <a:pt x="1264" y="249"/>
                  </a:lnTo>
                  <a:lnTo>
                    <a:pt x="1262" y="251"/>
                  </a:lnTo>
                  <a:lnTo>
                    <a:pt x="1259" y="253"/>
                  </a:lnTo>
                  <a:lnTo>
                    <a:pt x="1256" y="255"/>
                  </a:lnTo>
                  <a:lnTo>
                    <a:pt x="1253" y="257"/>
                  </a:lnTo>
                  <a:lnTo>
                    <a:pt x="1249" y="258"/>
                  </a:lnTo>
                  <a:lnTo>
                    <a:pt x="1244" y="258"/>
                  </a:lnTo>
                  <a:lnTo>
                    <a:pt x="1240" y="256"/>
                  </a:lnTo>
                  <a:lnTo>
                    <a:pt x="1236" y="254"/>
                  </a:lnTo>
                  <a:lnTo>
                    <a:pt x="1233" y="253"/>
                  </a:lnTo>
                  <a:lnTo>
                    <a:pt x="1229" y="254"/>
                  </a:lnTo>
                  <a:lnTo>
                    <a:pt x="1226" y="255"/>
                  </a:lnTo>
                  <a:lnTo>
                    <a:pt x="1222" y="254"/>
                  </a:lnTo>
                  <a:lnTo>
                    <a:pt x="1221" y="251"/>
                  </a:lnTo>
                  <a:lnTo>
                    <a:pt x="1220" y="249"/>
                  </a:lnTo>
                  <a:lnTo>
                    <a:pt x="1218" y="247"/>
                  </a:lnTo>
                  <a:lnTo>
                    <a:pt x="1214" y="247"/>
                  </a:lnTo>
                  <a:lnTo>
                    <a:pt x="1210" y="247"/>
                  </a:lnTo>
                  <a:lnTo>
                    <a:pt x="1206" y="246"/>
                  </a:lnTo>
                  <a:lnTo>
                    <a:pt x="1204" y="244"/>
                  </a:lnTo>
                  <a:lnTo>
                    <a:pt x="1203" y="242"/>
                  </a:lnTo>
                  <a:lnTo>
                    <a:pt x="1203" y="239"/>
                  </a:lnTo>
                  <a:lnTo>
                    <a:pt x="1203" y="236"/>
                  </a:lnTo>
                  <a:lnTo>
                    <a:pt x="1204" y="234"/>
                  </a:lnTo>
                  <a:lnTo>
                    <a:pt x="1207" y="231"/>
                  </a:lnTo>
                  <a:lnTo>
                    <a:pt x="1211" y="229"/>
                  </a:lnTo>
                  <a:lnTo>
                    <a:pt x="1212" y="227"/>
                  </a:lnTo>
                  <a:lnTo>
                    <a:pt x="1211" y="225"/>
                  </a:lnTo>
                  <a:lnTo>
                    <a:pt x="1208" y="222"/>
                  </a:lnTo>
                  <a:lnTo>
                    <a:pt x="1206" y="219"/>
                  </a:lnTo>
                  <a:lnTo>
                    <a:pt x="1207" y="216"/>
                  </a:lnTo>
                  <a:lnTo>
                    <a:pt x="1210" y="215"/>
                  </a:lnTo>
                  <a:lnTo>
                    <a:pt x="1213" y="213"/>
                  </a:lnTo>
                  <a:lnTo>
                    <a:pt x="1214" y="211"/>
                  </a:lnTo>
                  <a:lnTo>
                    <a:pt x="1215" y="209"/>
                  </a:lnTo>
                  <a:lnTo>
                    <a:pt x="1216" y="206"/>
                  </a:lnTo>
                  <a:lnTo>
                    <a:pt x="1219" y="205"/>
                  </a:lnTo>
                  <a:lnTo>
                    <a:pt x="1223" y="205"/>
                  </a:lnTo>
                  <a:lnTo>
                    <a:pt x="1226" y="205"/>
                  </a:lnTo>
                  <a:lnTo>
                    <a:pt x="1229" y="205"/>
                  </a:lnTo>
                  <a:lnTo>
                    <a:pt x="1231" y="204"/>
                  </a:lnTo>
                  <a:lnTo>
                    <a:pt x="1234" y="204"/>
                  </a:lnTo>
                  <a:lnTo>
                    <a:pt x="1237" y="205"/>
                  </a:lnTo>
                  <a:lnTo>
                    <a:pt x="1240" y="206"/>
                  </a:lnTo>
                  <a:lnTo>
                    <a:pt x="1243" y="204"/>
                  </a:lnTo>
                  <a:lnTo>
                    <a:pt x="1246" y="201"/>
                  </a:lnTo>
                  <a:lnTo>
                    <a:pt x="1251" y="199"/>
                  </a:lnTo>
                  <a:lnTo>
                    <a:pt x="1255" y="199"/>
                  </a:lnTo>
                  <a:lnTo>
                    <a:pt x="1258" y="202"/>
                  </a:lnTo>
                  <a:lnTo>
                    <a:pt x="1259" y="206"/>
                  </a:lnTo>
                  <a:lnTo>
                    <a:pt x="1260" y="209"/>
                  </a:lnTo>
                  <a:lnTo>
                    <a:pt x="1263" y="211"/>
                  </a:lnTo>
                  <a:lnTo>
                    <a:pt x="1266" y="212"/>
                  </a:lnTo>
                  <a:lnTo>
                    <a:pt x="1269" y="214"/>
                  </a:lnTo>
                  <a:lnTo>
                    <a:pt x="1271" y="216"/>
                  </a:lnTo>
                  <a:lnTo>
                    <a:pt x="1272" y="218"/>
                  </a:lnTo>
                  <a:lnTo>
                    <a:pt x="1275" y="220"/>
                  </a:lnTo>
                  <a:lnTo>
                    <a:pt x="1278" y="222"/>
                  </a:lnTo>
                  <a:lnTo>
                    <a:pt x="1280" y="224"/>
                  </a:lnTo>
                  <a:lnTo>
                    <a:pt x="1281" y="226"/>
                  </a:lnTo>
                  <a:close/>
                </a:path>
              </a:pathLst>
            </a:custGeom>
            <a:solidFill>
              <a:srgbClr val="86D1BC">
                <a:alpha val="9600"/>
              </a:srgbClr>
            </a:solidFill>
            <a:ln>
              <a:noFill/>
            </a:ln>
          </p:spPr>
          <p:txBody>
            <a:bodyPr anchor="ctr"/>
            <a:lstStyle/>
            <a:p>
              <a:pPr algn="ctr">
                <a:buNone/>
              </a:pPr>
            </a:p>
          </p:txBody>
        </p:sp>
        <p:sp>
          <p:nvSpPr>
            <p:cNvPr id="660" name="addition:spatial:42"/>
            <p:cNvSpPr>
              <a:spLocks noGrp="1"/>
            </p:cNvSpPr>
            <p:nvPr/>
          </p:nvSpPr>
          <p:spPr>
            <a:xfrm>
              <a:off x="5648325" y="1666875"/>
              <a:ext cx="1755465" cy="449976"/>
            </a:xfrm>
            <a:custGeom>
              <a:avLst/>
              <a:gdLst/>
              <a:ahLst/>
              <a:cxnLst/>
              <a:rect l="l" t="t" r="r" b="b"/>
              <a:pathLst>
                <a:path w="1324" h="266">
                  <a:moveTo>
                    <a:pt x="0" y="0"/>
                  </a:moveTo>
                  <a:moveTo>
                    <a:pt x="1315" y="235"/>
                  </a:moveTo>
                  <a:lnTo>
                    <a:pt x="1319" y="238"/>
                  </a:lnTo>
                  <a:lnTo>
                    <a:pt x="1323" y="241"/>
                  </a:lnTo>
                  <a:lnTo>
                    <a:pt x="1324" y="244"/>
                  </a:lnTo>
                  <a:lnTo>
                    <a:pt x="1322" y="246"/>
                  </a:lnTo>
                  <a:lnTo>
                    <a:pt x="1320" y="248"/>
                  </a:lnTo>
                  <a:lnTo>
                    <a:pt x="1317" y="250"/>
                  </a:lnTo>
                  <a:lnTo>
                    <a:pt x="1314" y="252"/>
                  </a:lnTo>
                  <a:lnTo>
                    <a:pt x="1310" y="253"/>
                  </a:lnTo>
                  <a:lnTo>
                    <a:pt x="1306" y="253"/>
                  </a:lnTo>
                  <a:lnTo>
                    <a:pt x="1303" y="254"/>
                  </a:lnTo>
                  <a:lnTo>
                    <a:pt x="1301" y="256"/>
                  </a:lnTo>
                  <a:lnTo>
                    <a:pt x="1300" y="260"/>
                  </a:lnTo>
                  <a:lnTo>
                    <a:pt x="1298" y="263"/>
                  </a:lnTo>
                  <a:lnTo>
                    <a:pt x="1294" y="265"/>
                  </a:lnTo>
                  <a:lnTo>
                    <a:pt x="1290" y="265"/>
                  </a:lnTo>
                  <a:lnTo>
                    <a:pt x="1285" y="264"/>
                  </a:lnTo>
                  <a:lnTo>
                    <a:pt x="1281" y="263"/>
                  </a:lnTo>
                  <a:lnTo>
                    <a:pt x="1277" y="265"/>
                  </a:lnTo>
                  <a:lnTo>
                    <a:pt x="1273" y="266"/>
                  </a:lnTo>
                  <a:lnTo>
                    <a:pt x="1269" y="266"/>
                  </a:lnTo>
                  <a:lnTo>
                    <a:pt x="1265" y="264"/>
                  </a:lnTo>
                  <a:lnTo>
                    <a:pt x="1262" y="261"/>
                  </a:lnTo>
                  <a:lnTo>
                    <a:pt x="1260" y="259"/>
                  </a:lnTo>
                  <a:lnTo>
                    <a:pt x="1257" y="257"/>
                  </a:lnTo>
                  <a:lnTo>
                    <a:pt x="1254" y="256"/>
                  </a:lnTo>
                  <a:lnTo>
                    <a:pt x="1252" y="254"/>
                  </a:lnTo>
                  <a:lnTo>
                    <a:pt x="1250" y="252"/>
                  </a:lnTo>
                  <a:lnTo>
                    <a:pt x="1247" y="251"/>
                  </a:lnTo>
                  <a:lnTo>
                    <a:pt x="1242" y="250"/>
                  </a:lnTo>
                  <a:lnTo>
                    <a:pt x="1237" y="249"/>
                  </a:lnTo>
                  <a:lnTo>
                    <a:pt x="1234" y="247"/>
                  </a:lnTo>
                  <a:lnTo>
                    <a:pt x="1235" y="244"/>
                  </a:lnTo>
                  <a:lnTo>
                    <a:pt x="1239" y="240"/>
                  </a:lnTo>
                  <a:lnTo>
                    <a:pt x="1243" y="237"/>
                  </a:lnTo>
                  <a:lnTo>
                    <a:pt x="1244" y="235"/>
                  </a:lnTo>
                  <a:lnTo>
                    <a:pt x="1244" y="233"/>
                  </a:lnTo>
                  <a:lnTo>
                    <a:pt x="1244" y="230"/>
                  </a:lnTo>
                  <a:lnTo>
                    <a:pt x="1245" y="227"/>
                  </a:lnTo>
                  <a:lnTo>
                    <a:pt x="1247" y="225"/>
                  </a:lnTo>
                  <a:lnTo>
                    <a:pt x="1249" y="223"/>
                  </a:lnTo>
                  <a:lnTo>
                    <a:pt x="1250" y="220"/>
                  </a:lnTo>
                  <a:lnTo>
                    <a:pt x="1250" y="218"/>
                  </a:lnTo>
                  <a:lnTo>
                    <a:pt x="1252" y="215"/>
                  </a:lnTo>
                  <a:lnTo>
                    <a:pt x="1255" y="214"/>
                  </a:lnTo>
                  <a:lnTo>
                    <a:pt x="1258" y="212"/>
                  </a:lnTo>
                  <a:lnTo>
                    <a:pt x="1260" y="210"/>
                  </a:lnTo>
                  <a:lnTo>
                    <a:pt x="1262" y="207"/>
                  </a:lnTo>
                  <a:lnTo>
                    <a:pt x="1264" y="205"/>
                  </a:lnTo>
                  <a:lnTo>
                    <a:pt x="1268" y="205"/>
                  </a:lnTo>
                  <a:lnTo>
                    <a:pt x="1272" y="207"/>
                  </a:lnTo>
                  <a:lnTo>
                    <a:pt x="1276" y="210"/>
                  </a:lnTo>
                  <a:lnTo>
                    <a:pt x="1278" y="212"/>
                  </a:lnTo>
                  <a:lnTo>
                    <a:pt x="1280" y="210"/>
                  </a:lnTo>
                  <a:lnTo>
                    <a:pt x="1283" y="208"/>
                  </a:lnTo>
                  <a:lnTo>
                    <a:pt x="1287" y="206"/>
                  </a:lnTo>
                  <a:lnTo>
                    <a:pt x="1290" y="206"/>
                  </a:lnTo>
                  <a:lnTo>
                    <a:pt x="1293" y="207"/>
                  </a:lnTo>
                  <a:lnTo>
                    <a:pt x="1297" y="207"/>
                  </a:lnTo>
                  <a:lnTo>
                    <a:pt x="1300" y="208"/>
                  </a:lnTo>
                  <a:lnTo>
                    <a:pt x="1303" y="210"/>
                  </a:lnTo>
                  <a:lnTo>
                    <a:pt x="1304" y="213"/>
                  </a:lnTo>
                  <a:lnTo>
                    <a:pt x="1305" y="217"/>
                  </a:lnTo>
                  <a:lnTo>
                    <a:pt x="1306" y="219"/>
                  </a:lnTo>
                  <a:lnTo>
                    <a:pt x="1308" y="221"/>
                  </a:lnTo>
                  <a:lnTo>
                    <a:pt x="1312" y="222"/>
                  </a:lnTo>
                  <a:lnTo>
                    <a:pt x="1315" y="225"/>
                  </a:lnTo>
                  <a:lnTo>
                    <a:pt x="1315" y="227"/>
                  </a:lnTo>
                  <a:lnTo>
                    <a:pt x="1313" y="230"/>
                  </a:lnTo>
                  <a:lnTo>
                    <a:pt x="1312" y="233"/>
                  </a:lnTo>
                  <a:close/>
                </a:path>
              </a:pathLst>
            </a:custGeom>
            <a:solidFill>
              <a:srgbClr val="86D1BC">
                <a:alpha val="9600"/>
              </a:srgbClr>
            </a:solidFill>
            <a:ln>
              <a:noFill/>
            </a:ln>
          </p:spPr>
          <p:txBody>
            <a:bodyPr anchor="ctr"/>
            <a:lstStyle/>
            <a:p>
              <a:pPr algn="ctr">
                <a:buNone/>
              </a:pPr>
            </a:p>
          </p:txBody>
        </p:sp>
        <p:sp>
          <p:nvSpPr>
            <p:cNvPr id="661" name="addition:spatial:43"/>
            <p:cNvSpPr>
              <a:spLocks noGrp="1"/>
            </p:cNvSpPr>
            <p:nvPr/>
          </p:nvSpPr>
          <p:spPr>
            <a:xfrm>
              <a:off x="5648325" y="1666875"/>
              <a:ext cx="1800545" cy="493959"/>
            </a:xfrm>
            <a:custGeom>
              <a:avLst/>
              <a:gdLst/>
              <a:ahLst/>
              <a:cxnLst/>
              <a:rect l="l" t="t" r="r" b="b"/>
              <a:pathLst>
                <a:path w="1358" h="292">
                  <a:moveTo>
                    <a:pt x="0" y="0"/>
                  </a:moveTo>
                  <a:moveTo>
                    <a:pt x="1358" y="259"/>
                  </a:moveTo>
                  <a:lnTo>
                    <a:pt x="1357" y="262"/>
                  </a:lnTo>
                  <a:lnTo>
                    <a:pt x="1356" y="265"/>
                  </a:lnTo>
                  <a:lnTo>
                    <a:pt x="1356" y="268"/>
                  </a:lnTo>
                  <a:lnTo>
                    <a:pt x="1355" y="271"/>
                  </a:lnTo>
                  <a:lnTo>
                    <a:pt x="1352" y="274"/>
                  </a:lnTo>
                  <a:lnTo>
                    <a:pt x="1346" y="275"/>
                  </a:lnTo>
                  <a:lnTo>
                    <a:pt x="1340" y="275"/>
                  </a:lnTo>
                  <a:lnTo>
                    <a:pt x="1336" y="276"/>
                  </a:lnTo>
                  <a:lnTo>
                    <a:pt x="1335" y="279"/>
                  </a:lnTo>
                  <a:lnTo>
                    <a:pt x="1335" y="283"/>
                  </a:lnTo>
                  <a:lnTo>
                    <a:pt x="1334" y="288"/>
                  </a:lnTo>
                  <a:lnTo>
                    <a:pt x="1331" y="290"/>
                  </a:lnTo>
                  <a:lnTo>
                    <a:pt x="1326" y="291"/>
                  </a:lnTo>
                  <a:lnTo>
                    <a:pt x="1321" y="291"/>
                  </a:lnTo>
                  <a:lnTo>
                    <a:pt x="1317" y="291"/>
                  </a:lnTo>
                  <a:lnTo>
                    <a:pt x="1312" y="292"/>
                  </a:lnTo>
                  <a:lnTo>
                    <a:pt x="1308" y="292"/>
                  </a:lnTo>
                  <a:lnTo>
                    <a:pt x="1304" y="290"/>
                  </a:lnTo>
                  <a:lnTo>
                    <a:pt x="1301" y="288"/>
                  </a:lnTo>
                  <a:lnTo>
                    <a:pt x="1297" y="288"/>
                  </a:lnTo>
                  <a:lnTo>
                    <a:pt x="1294" y="288"/>
                  </a:lnTo>
                  <a:lnTo>
                    <a:pt x="1290" y="288"/>
                  </a:lnTo>
                  <a:lnTo>
                    <a:pt x="1287" y="287"/>
                  </a:lnTo>
                  <a:lnTo>
                    <a:pt x="1286" y="284"/>
                  </a:lnTo>
                  <a:lnTo>
                    <a:pt x="1284" y="281"/>
                  </a:lnTo>
                  <a:lnTo>
                    <a:pt x="1281" y="280"/>
                  </a:lnTo>
                  <a:lnTo>
                    <a:pt x="1276" y="281"/>
                  </a:lnTo>
                  <a:lnTo>
                    <a:pt x="1270" y="280"/>
                  </a:lnTo>
                  <a:lnTo>
                    <a:pt x="1267" y="278"/>
                  </a:lnTo>
                  <a:lnTo>
                    <a:pt x="1267" y="275"/>
                  </a:lnTo>
                  <a:lnTo>
                    <a:pt x="1270" y="271"/>
                  </a:lnTo>
                  <a:lnTo>
                    <a:pt x="1272" y="267"/>
                  </a:lnTo>
                  <a:lnTo>
                    <a:pt x="1273" y="265"/>
                  </a:lnTo>
                  <a:lnTo>
                    <a:pt x="1274" y="262"/>
                  </a:lnTo>
                  <a:lnTo>
                    <a:pt x="1275" y="259"/>
                  </a:lnTo>
                  <a:lnTo>
                    <a:pt x="1276" y="257"/>
                  </a:lnTo>
                  <a:lnTo>
                    <a:pt x="1275" y="254"/>
                  </a:lnTo>
                  <a:lnTo>
                    <a:pt x="1273" y="251"/>
                  </a:lnTo>
                  <a:lnTo>
                    <a:pt x="1270" y="248"/>
                  </a:lnTo>
                  <a:lnTo>
                    <a:pt x="1270" y="244"/>
                  </a:lnTo>
                  <a:lnTo>
                    <a:pt x="1272" y="242"/>
                  </a:lnTo>
                  <a:lnTo>
                    <a:pt x="1277" y="241"/>
                  </a:lnTo>
                  <a:lnTo>
                    <a:pt x="1280" y="239"/>
                  </a:lnTo>
                  <a:lnTo>
                    <a:pt x="1281" y="237"/>
                  </a:lnTo>
                  <a:lnTo>
                    <a:pt x="1282" y="233"/>
                  </a:lnTo>
                  <a:lnTo>
                    <a:pt x="1284" y="231"/>
                  </a:lnTo>
                  <a:lnTo>
                    <a:pt x="1287" y="230"/>
                  </a:lnTo>
                  <a:lnTo>
                    <a:pt x="1292" y="232"/>
                  </a:lnTo>
                  <a:lnTo>
                    <a:pt x="1296" y="233"/>
                  </a:lnTo>
                  <a:lnTo>
                    <a:pt x="1299" y="233"/>
                  </a:lnTo>
                  <a:lnTo>
                    <a:pt x="1301" y="231"/>
                  </a:lnTo>
                  <a:lnTo>
                    <a:pt x="1304" y="230"/>
                  </a:lnTo>
                  <a:lnTo>
                    <a:pt x="1308" y="229"/>
                  </a:lnTo>
                  <a:lnTo>
                    <a:pt x="1312" y="228"/>
                  </a:lnTo>
                  <a:lnTo>
                    <a:pt x="1316" y="227"/>
                  </a:lnTo>
                  <a:lnTo>
                    <a:pt x="1321" y="225"/>
                  </a:lnTo>
                  <a:lnTo>
                    <a:pt x="1326" y="225"/>
                  </a:lnTo>
                  <a:lnTo>
                    <a:pt x="1329" y="228"/>
                  </a:lnTo>
                  <a:lnTo>
                    <a:pt x="1331" y="233"/>
                  </a:lnTo>
                  <a:lnTo>
                    <a:pt x="1331" y="237"/>
                  </a:lnTo>
                  <a:lnTo>
                    <a:pt x="1333" y="240"/>
                  </a:lnTo>
                  <a:lnTo>
                    <a:pt x="1337" y="241"/>
                  </a:lnTo>
                  <a:lnTo>
                    <a:pt x="1343" y="241"/>
                  </a:lnTo>
                  <a:lnTo>
                    <a:pt x="1346" y="243"/>
                  </a:lnTo>
                  <a:lnTo>
                    <a:pt x="1348" y="246"/>
                  </a:lnTo>
                  <a:lnTo>
                    <a:pt x="1349" y="249"/>
                  </a:lnTo>
                  <a:lnTo>
                    <a:pt x="1350" y="251"/>
                  </a:lnTo>
                  <a:lnTo>
                    <a:pt x="1353" y="254"/>
                  </a:lnTo>
                  <a:lnTo>
                    <a:pt x="1356" y="256"/>
                  </a:lnTo>
                  <a:close/>
                </a:path>
              </a:pathLst>
            </a:custGeom>
            <a:solidFill>
              <a:srgbClr val="86D1BC">
                <a:alpha val="9600"/>
              </a:srgbClr>
            </a:solidFill>
            <a:ln>
              <a:noFill/>
            </a:ln>
          </p:spPr>
          <p:txBody>
            <a:bodyPr anchor="ctr"/>
            <a:lstStyle/>
            <a:p>
              <a:pPr algn="ctr">
                <a:buNone/>
              </a:pPr>
            </a:p>
          </p:txBody>
        </p:sp>
        <p:sp>
          <p:nvSpPr>
            <p:cNvPr id="662" name="addition:spatial:44"/>
            <p:cNvSpPr>
              <a:spLocks noGrp="1"/>
            </p:cNvSpPr>
            <p:nvPr/>
          </p:nvSpPr>
          <p:spPr>
            <a:xfrm>
              <a:off x="5648325" y="1666875"/>
              <a:ext cx="1778005" cy="548091"/>
            </a:xfrm>
            <a:custGeom>
              <a:avLst/>
              <a:gdLst/>
              <a:ahLst/>
              <a:cxnLst/>
              <a:rect l="l" t="t" r="r" b="b"/>
              <a:pathLst>
                <a:path w="1341" h="324">
                  <a:moveTo>
                    <a:pt x="0" y="0"/>
                  </a:moveTo>
                  <a:moveTo>
                    <a:pt x="1341" y="286"/>
                  </a:moveTo>
                  <a:lnTo>
                    <a:pt x="1339" y="289"/>
                  </a:lnTo>
                  <a:lnTo>
                    <a:pt x="1338" y="292"/>
                  </a:lnTo>
                  <a:lnTo>
                    <a:pt x="1337" y="295"/>
                  </a:lnTo>
                  <a:lnTo>
                    <a:pt x="1335" y="298"/>
                  </a:lnTo>
                  <a:lnTo>
                    <a:pt x="1332" y="300"/>
                  </a:lnTo>
                  <a:lnTo>
                    <a:pt x="1328" y="302"/>
                  </a:lnTo>
                  <a:lnTo>
                    <a:pt x="1324" y="304"/>
                  </a:lnTo>
                  <a:lnTo>
                    <a:pt x="1321" y="306"/>
                  </a:lnTo>
                  <a:lnTo>
                    <a:pt x="1319" y="309"/>
                  </a:lnTo>
                  <a:lnTo>
                    <a:pt x="1316" y="311"/>
                  </a:lnTo>
                  <a:lnTo>
                    <a:pt x="1311" y="312"/>
                  </a:lnTo>
                  <a:lnTo>
                    <a:pt x="1305" y="312"/>
                  </a:lnTo>
                  <a:lnTo>
                    <a:pt x="1300" y="313"/>
                  </a:lnTo>
                  <a:lnTo>
                    <a:pt x="1297" y="316"/>
                  </a:lnTo>
                  <a:lnTo>
                    <a:pt x="1293" y="320"/>
                  </a:lnTo>
                  <a:lnTo>
                    <a:pt x="1288" y="324"/>
                  </a:lnTo>
                  <a:lnTo>
                    <a:pt x="1282" y="324"/>
                  </a:lnTo>
                  <a:lnTo>
                    <a:pt x="1276" y="321"/>
                  </a:lnTo>
                  <a:lnTo>
                    <a:pt x="1272" y="317"/>
                  </a:lnTo>
                  <a:lnTo>
                    <a:pt x="1267" y="315"/>
                  </a:lnTo>
                  <a:lnTo>
                    <a:pt x="1263" y="314"/>
                  </a:lnTo>
                  <a:lnTo>
                    <a:pt x="1259" y="313"/>
                  </a:lnTo>
                  <a:lnTo>
                    <a:pt x="1256" y="311"/>
                  </a:lnTo>
                  <a:lnTo>
                    <a:pt x="1252" y="310"/>
                  </a:lnTo>
                  <a:lnTo>
                    <a:pt x="1248" y="310"/>
                  </a:lnTo>
                  <a:lnTo>
                    <a:pt x="1242" y="310"/>
                  </a:lnTo>
                  <a:lnTo>
                    <a:pt x="1236" y="309"/>
                  </a:lnTo>
                  <a:lnTo>
                    <a:pt x="1233" y="307"/>
                  </a:lnTo>
                  <a:lnTo>
                    <a:pt x="1234" y="303"/>
                  </a:lnTo>
                  <a:lnTo>
                    <a:pt x="1235" y="300"/>
                  </a:lnTo>
                  <a:lnTo>
                    <a:pt x="1235" y="297"/>
                  </a:lnTo>
                  <a:lnTo>
                    <a:pt x="1232" y="295"/>
                  </a:lnTo>
                  <a:lnTo>
                    <a:pt x="1229" y="292"/>
                  </a:lnTo>
                  <a:lnTo>
                    <a:pt x="1229" y="289"/>
                  </a:lnTo>
                  <a:lnTo>
                    <a:pt x="1233" y="286"/>
                  </a:lnTo>
                  <a:lnTo>
                    <a:pt x="1238" y="283"/>
                  </a:lnTo>
                  <a:lnTo>
                    <a:pt x="1242" y="281"/>
                  </a:lnTo>
                  <a:lnTo>
                    <a:pt x="1242" y="279"/>
                  </a:lnTo>
                  <a:lnTo>
                    <a:pt x="1241" y="276"/>
                  </a:lnTo>
                  <a:lnTo>
                    <a:pt x="1241" y="273"/>
                  </a:lnTo>
                  <a:lnTo>
                    <a:pt x="1242" y="270"/>
                  </a:lnTo>
                  <a:lnTo>
                    <a:pt x="1242" y="266"/>
                  </a:lnTo>
                  <a:lnTo>
                    <a:pt x="1243" y="263"/>
                  </a:lnTo>
                  <a:lnTo>
                    <a:pt x="1244" y="259"/>
                  </a:lnTo>
                  <a:lnTo>
                    <a:pt x="1247" y="257"/>
                  </a:lnTo>
                  <a:lnTo>
                    <a:pt x="1253" y="257"/>
                  </a:lnTo>
                  <a:lnTo>
                    <a:pt x="1260" y="259"/>
                  </a:lnTo>
                  <a:lnTo>
                    <a:pt x="1265" y="261"/>
                  </a:lnTo>
                  <a:lnTo>
                    <a:pt x="1268" y="260"/>
                  </a:lnTo>
                  <a:lnTo>
                    <a:pt x="1270" y="257"/>
                  </a:lnTo>
                  <a:lnTo>
                    <a:pt x="1273" y="254"/>
                  </a:lnTo>
                  <a:lnTo>
                    <a:pt x="1277" y="254"/>
                  </a:lnTo>
                  <a:lnTo>
                    <a:pt x="1281" y="255"/>
                  </a:lnTo>
                  <a:lnTo>
                    <a:pt x="1285" y="256"/>
                  </a:lnTo>
                  <a:lnTo>
                    <a:pt x="1289" y="256"/>
                  </a:lnTo>
                  <a:lnTo>
                    <a:pt x="1294" y="255"/>
                  </a:lnTo>
                  <a:lnTo>
                    <a:pt x="1299" y="255"/>
                  </a:lnTo>
                  <a:lnTo>
                    <a:pt x="1304" y="256"/>
                  </a:lnTo>
                  <a:lnTo>
                    <a:pt x="1307" y="258"/>
                  </a:lnTo>
                  <a:lnTo>
                    <a:pt x="1312" y="260"/>
                  </a:lnTo>
                  <a:lnTo>
                    <a:pt x="1316" y="261"/>
                  </a:lnTo>
                  <a:lnTo>
                    <a:pt x="1320" y="264"/>
                  </a:lnTo>
                  <a:lnTo>
                    <a:pt x="1321" y="267"/>
                  </a:lnTo>
                  <a:lnTo>
                    <a:pt x="1319" y="271"/>
                  </a:lnTo>
                  <a:lnTo>
                    <a:pt x="1318" y="275"/>
                  </a:lnTo>
                  <a:lnTo>
                    <a:pt x="1320" y="277"/>
                  </a:lnTo>
                  <a:lnTo>
                    <a:pt x="1327" y="278"/>
                  </a:lnTo>
                  <a:lnTo>
                    <a:pt x="1335" y="280"/>
                  </a:lnTo>
                  <a:lnTo>
                    <a:pt x="1341" y="283"/>
                  </a:lnTo>
                  <a:close/>
                </a:path>
              </a:pathLst>
            </a:custGeom>
            <a:solidFill>
              <a:srgbClr val="86D1BC">
                <a:alpha val="9600"/>
              </a:srgbClr>
            </a:solidFill>
            <a:ln>
              <a:noFill/>
            </a:ln>
          </p:spPr>
          <p:txBody>
            <a:bodyPr anchor="ctr"/>
            <a:lstStyle/>
            <a:p>
              <a:pPr algn="ctr">
                <a:buNone/>
              </a:pPr>
            </a:p>
          </p:txBody>
        </p:sp>
        <p:sp>
          <p:nvSpPr>
            <p:cNvPr id="663" name="addition:spatial:45"/>
            <p:cNvSpPr>
              <a:spLocks noGrp="1"/>
            </p:cNvSpPr>
            <p:nvPr/>
          </p:nvSpPr>
          <p:spPr>
            <a:xfrm>
              <a:off x="5648325" y="1666875"/>
              <a:ext cx="1705082" cy="544708"/>
            </a:xfrm>
            <a:custGeom>
              <a:avLst/>
              <a:gdLst/>
              <a:ahLst/>
              <a:cxnLst/>
              <a:rect l="l" t="t" r="r" b="b"/>
              <a:pathLst>
                <a:path w="1286" h="322">
                  <a:moveTo>
                    <a:pt x="0" y="0"/>
                  </a:moveTo>
                  <a:moveTo>
                    <a:pt x="1281" y="289"/>
                  </a:moveTo>
                  <a:lnTo>
                    <a:pt x="1284" y="292"/>
                  </a:lnTo>
                  <a:lnTo>
                    <a:pt x="1286" y="296"/>
                  </a:lnTo>
                  <a:lnTo>
                    <a:pt x="1286" y="299"/>
                  </a:lnTo>
                  <a:lnTo>
                    <a:pt x="1282" y="301"/>
                  </a:lnTo>
                  <a:lnTo>
                    <a:pt x="1276" y="302"/>
                  </a:lnTo>
                  <a:lnTo>
                    <a:pt x="1269" y="303"/>
                  </a:lnTo>
                  <a:lnTo>
                    <a:pt x="1265" y="304"/>
                  </a:lnTo>
                  <a:lnTo>
                    <a:pt x="1265" y="307"/>
                  </a:lnTo>
                  <a:lnTo>
                    <a:pt x="1264" y="311"/>
                  </a:lnTo>
                  <a:lnTo>
                    <a:pt x="1262" y="314"/>
                  </a:lnTo>
                  <a:lnTo>
                    <a:pt x="1259" y="316"/>
                  </a:lnTo>
                  <a:lnTo>
                    <a:pt x="1254" y="317"/>
                  </a:lnTo>
                  <a:lnTo>
                    <a:pt x="1250" y="318"/>
                  </a:lnTo>
                  <a:lnTo>
                    <a:pt x="1246" y="320"/>
                  </a:lnTo>
                  <a:lnTo>
                    <a:pt x="1242" y="322"/>
                  </a:lnTo>
                  <a:lnTo>
                    <a:pt x="1237" y="322"/>
                  </a:lnTo>
                  <a:lnTo>
                    <a:pt x="1232" y="321"/>
                  </a:lnTo>
                  <a:lnTo>
                    <a:pt x="1228" y="321"/>
                  </a:lnTo>
                  <a:lnTo>
                    <a:pt x="1223" y="321"/>
                  </a:lnTo>
                  <a:lnTo>
                    <a:pt x="1219" y="321"/>
                  </a:lnTo>
                  <a:lnTo>
                    <a:pt x="1215" y="320"/>
                  </a:lnTo>
                  <a:lnTo>
                    <a:pt x="1213" y="316"/>
                  </a:lnTo>
                  <a:lnTo>
                    <a:pt x="1212" y="312"/>
                  </a:lnTo>
                  <a:lnTo>
                    <a:pt x="1210" y="310"/>
                  </a:lnTo>
                  <a:lnTo>
                    <a:pt x="1206" y="311"/>
                  </a:lnTo>
                  <a:lnTo>
                    <a:pt x="1200" y="312"/>
                  </a:lnTo>
                  <a:lnTo>
                    <a:pt x="1194" y="312"/>
                  </a:lnTo>
                  <a:lnTo>
                    <a:pt x="1190" y="310"/>
                  </a:lnTo>
                  <a:lnTo>
                    <a:pt x="1190" y="307"/>
                  </a:lnTo>
                  <a:lnTo>
                    <a:pt x="1190" y="304"/>
                  </a:lnTo>
                  <a:lnTo>
                    <a:pt x="1190" y="301"/>
                  </a:lnTo>
                  <a:lnTo>
                    <a:pt x="1190" y="298"/>
                  </a:lnTo>
                  <a:lnTo>
                    <a:pt x="1192" y="295"/>
                  </a:lnTo>
                  <a:lnTo>
                    <a:pt x="1194" y="292"/>
                  </a:lnTo>
                  <a:lnTo>
                    <a:pt x="1196" y="289"/>
                  </a:lnTo>
                  <a:lnTo>
                    <a:pt x="1196" y="287"/>
                  </a:lnTo>
                  <a:lnTo>
                    <a:pt x="1194" y="284"/>
                  </a:lnTo>
                  <a:lnTo>
                    <a:pt x="1192" y="281"/>
                  </a:lnTo>
                  <a:lnTo>
                    <a:pt x="1194" y="278"/>
                  </a:lnTo>
                  <a:lnTo>
                    <a:pt x="1197" y="276"/>
                  </a:lnTo>
                  <a:lnTo>
                    <a:pt x="1200" y="274"/>
                  </a:lnTo>
                  <a:lnTo>
                    <a:pt x="1201" y="271"/>
                  </a:lnTo>
                  <a:lnTo>
                    <a:pt x="1200" y="267"/>
                  </a:lnTo>
                  <a:lnTo>
                    <a:pt x="1200" y="263"/>
                  </a:lnTo>
                  <a:lnTo>
                    <a:pt x="1202" y="261"/>
                  </a:lnTo>
                  <a:lnTo>
                    <a:pt x="1207" y="260"/>
                  </a:lnTo>
                  <a:lnTo>
                    <a:pt x="1212" y="261"/>
                  </a:lnTo>
                  <a:lnTo>
                    <a:pt x="1216" y="262"/>
                  </a:lnTo>
                  <a:lnTo>
                    <a:pt x="1219" y="262"/>
                  </a:lnTo>
                  <a:lnTo>
                    <a:pt x="1222" y="262"/>
                  </a:lnTo>
                  <a:lnTo>
                    <a:pt x="1226" y="262"/>
                  </a:lnTo>
                  <a:lnTo>
                    <a:pt x="1229" y="262"/>
                  </a:lnTo>
                  <a:lnTo>
                    <a:pt x="1232" y="260"/>
                  </a:lnTo>
                  <a:lnTo>
                    <a:pt x="1236" y="257"/>
                  </a:lnTo>
                  <a:lnTo>
                    <a:pt x="1240" y="255"/>
                  </a:lnTo>
                  <a:lnTo>
                    <a:pt x="1245" y="254"/>
                  </a:lnTo>
                  <a:lnTo>
                    <a:pt x="1249" y="257"/>
                  </a:lnTo>
                  <a:lnTo>
                    <a:pt x="1251" y="261"/>
                  </a:lnTo>
                  <a:lnTo>
                    <a:pt x="1253" y="264"/>
                  </a:lnTo>
                  <a:lnTo>
                    <a:pt x="1257" y="266"/>
                  </a:lnTo>
                  <a:lnTo>
                    <a:pt x="1261" y="266"/>
                  </a:lnTo>
                  <a:lnTo>
                    <a:pt x="1266" y="268"/>
                  </a:lnTo>
                  <a:lnTo>
                    <a:pt x="1268" y="271"/>
                  </a:lnTo>
                  <a:lnTo>
                    <a:pt x="1268" y="274"/>
                  </a:lnTo>
                  <a:lnTo>
                    <a:pt x="1269" y="277"/>
                  </a:lnTo>
                  <a:lnTo>
                    <a:pt x="1271" y="279"/>
                  </a:lnTo>
                  <a:lnTo>
                    <a:pt x="1275" y="281"/>
                  </a:lnTo>
                  <a:lnTo>
                    <a:pt x="1277" y="284"/>
                  </a:lnTo>
                  <a:lnTo>
                    <a:pt x="1279" y="286"/>
                  </a:lnTo>
                  <a:close/>
                </a:path>
              </a:pathLst>
            </a:custGeom>
            <a:solidFill>
              <a:srgbClr val="86D1BC">
                <a:alpha val="9600"/>
              </a:srgbClr>
            </a:solidFill>
            <a:ln>
              <a:noFill/>
            </a:ln>
          </p:spPr>
          <p:txBody>
            <a:bodyPr anchor="ctr"/>
            <a:lstStyle/>
            <a:p>
              <a:pPr algn="ctr">
                <a:buNone/>
              </a:pPr>
            </a:p>
          </p:txBody>
        </p:sp>
        <p:sp>
          <p:nvSpPr>
            <p:cNvPr id="664" name="addition:spatial:46"/>
            <p:cNvSpPr>
              <a:spLocks noGrp="1"/>
            </p:cNvSpPr>
            <p:nvPr/>
          </p:nvSpPr>
          <p:spPr>
            <a:xfrm>
              <a:off x="5648325" y="1666875"/>
              <a:ext cx="1637462" cy="514259"/>
            </a:xfrm>
            <a:custGeom>
              <a:avLst/>
              <a:gdLst/>
              <a:ahLst/>
              <a:cxnLst/>
              <a:rect l="l" t="t" r="r" b="b"/>
              <a:pathLst>
                <a:path w="1235" h="304">
                  <a:moveTo>
                    <a:pt x="0" y="0"/>
                  </a:moveTo>
                  <a:moveTo>
                    <a:pt x="1234" y="278"/>
                  </a:moveTo>
                  <a:lnTo>
                    <a:pt x="1232" y="280"/>
                  </a:lnTo>
                  <a:lnTo>
                    <a:pt x="1230" y="282"/>
                  </a:lnTo>
                  <a:lnTo>
                    <a:pt x="1228" y="285"/>
                  </a:lnTo>
                  <a:lnTo>
                    <a:pt x="1225" y="287"/>
                  </a:lnTo>
                  <a:lnTo>
                    <a:pt x="1222" y="288"/>
                  </a:lnTo>
                  <a:lnTo>
                    <a:pt x="1218" y="289"/>
                  </a:lnTo>
                  <a:lnTo>
                    <a:pt x="1217" y="291"/>
                  </a:lnTo>
                  <a:lnTo>
                    <a:pt x="1218" y="295"/>
                  </a:lnTo>
                  <a:lnTo>
                    <a:pt x="1218" y="299"/>
                  </a:lnTo>
                  <a:lnTo>
                    <a:pt x="1217" y="302"/>
                  </a:lnTo>
                  <a:lnTo>
                    <a:pt x="1214" y="304"/>
                  </a:lnTo>
                  <a:lnTo>
                    <a:pt x="1209" y="303"/>
                  </a:lnTo>
                  <a:lnTo>
                    <a:pt x="1205" y="302"/>
                  </a:lnTo>
                  <a:lnTo>
                    <a:pt x="1202" y="302"/>
                  </a:lnTo>
                  <a:lnTo>
                    <a:pt x="1199" y="303"/>
                  </a:lnTo>
                  <a:lnTo>
                    <a:pt x="1197" y="304"/>
                  </a:lnTo>
                  <a:lnTo>
                    <a:pt x="1194" y="304"/>
                  </a:lnTo>
                  <a:lnTo>
                    <a:pt x="1191" y="303"/>
                  </a:lnTo>
                  <a:lnTo>
                    <a:pt x="1189" y="302"/>
                  </a:lnTo>
                  <a:lnTo>
                    <a:pt x="1186" y="302"/>
                  </a:lnTo>
                  <a:lnTo>
                    <a:pt x="1183" y="303"/>
                  </a:lnTo>
                  <a:lnTo>
                    <a:pt x="1181" y="302"/>
                  </a:lnTo>
                  <a:lnTo>
                    <a:pt x="1179" y="300"/>
                  </a:lnTo>
                  <a:lnTo>
                    <a:pt x="1177" y="299"/>
                  </a:lnTo>
                  <a:lnTo>
                    <a:pt x="1173" y="299"/>
                  </a:lnTo>
                  <a:lnTo>
                    <a:pt x="1169" y="299"/>
                  </a:lnTo>
                  <a:lnTo>
                    <a:pt x="1165" y="298"/>
                  </a:lnTo>
                  <a:lnTo>
                    <a:pt x="1163" y="296"/>
                  </a:lnTo>
                  <a:lnTo>
                    <a:pt x="1165" y="292"/>
                  </a:lnTo>
                  <a:lnTo>
                    <a:pt x="1167" y="288"/>
                  </a:lnTo>
                  <a:lnTo>
                    <a:pt x="1169" y="286"/>
                  </a:lnTo>
                  <a:lnTo>
                    <a:pt x="1167" y="284"/>
                  </a:lnTo>
                  <a:lnTo>
                    <a:pt x="1165" y="282"/>
                  </a:lnTo>
                  <a:lnTo>
                    <a:pt x="1162" y="280"/>
                  </a:lnTo>
                  <a:lnTo>
                    <a:pt x="1161" y="278"/>
                  </a:lnTo>
                  <a:lnTo>
                    <a:pt x="1160" y="275"/>
                  </a:lnTo>
                  <a:lnTo>
                    <a:pt x="1158" y="273"/>
                  </a:lnTo>
                  <a:lnTo>
                    <a:pt x="1157" y="270"/>
                  </a:lnTo>
                  <a:lnTo>
                    <a:pt x="1157" y="267"/>
                  </a:lnTo>
                  <a:lnTo>
                    <a:pt x="1159" y="265"/>
                  </a:lnTo>
                  <a:lnTo>
                    <a:pt x="1162" y="264"/>
                  </a:lnTo>
                  <a:lnTo>
                    <a:pt x="1165" y="263"/>
                  </a:lnTo>
                  <a:lnTo>
                    <a:pt x="1166" y="260"/>
                  </a:lnTo>
                  <a:lnTo>
                    <a:pt x="1166" y="258"/>
                  </a:lnTo>
                  <a:lnTo>
                    <a:pt x="1168" y="256"/>
                  </a:lnTo>
                  <a:lnTo>
                    <a:pt x="1172" y="256"/>
                  </a:lnTo>
                  <a:lnTo>
                    <a:pt x="1176" y="257"/>
                  </a:lnTo>
                  <a:lnTo>
                    <a:pt x="1179" y="257"/>
                  </a:lnTo>
                  <a:lnTo>
                    <a:pt x="1182" y="256"/>
                  </a:lnTo>
                  <a:lnTo>
                    <a:pt x="1184" y="253"/>
                  </a:lnTo>
                  <a:lnTo>
                    <a:pt x="1187" y="250"/>
                  </a:lnTo>
                  <a:lnTo>
                    <a:pt x="1190" y="249"/>
                  </a:lnTo>
                  <a:lnTo>
                    <a:pt x="1194" y="248"/>
                  </a:lnTo>
                  <a:lnTo>
                    <a:pt x="1198" y="248"/>
                  </a:lnTo>
                  <a:lnTo>
                    <a:pt x="1202" y="249"/>
                  </a:lnTo>
                  <a:lnTo>
                    <a:pt x="1206" y="250"/>
                  </a:lnTo>
                  <a:lnTo>
                    <a:pt x="1209" y="253"/>
                  </a:lnTo>
                  <a:lnTo>
                    <a:pt x="1210" y="256"/>
                  </a:lnTo>
                  <a:lnTo>
                    <a:pt x="1212" y="259"/>
                  </a:lnTo>
                  <a:lnTo>
                    <a:pt x="1215" y="260"/>
                  </a:lnTo>
                  <a:lnTo>
                    <a:pt x="1219" y="260"/>
                  </a:lnTo>
                  <a:lnTo>
                    <a:pt x="1224" y="260"/>
                  </a:lnTo>
                  <a:lnTo>
                    <a:pt x="1227" y="261"/>
                  </a:lnTo>
                  <a:lnTo>
                    <a:pt x="1228" y="264"/>
                  </a:lnTo>
                  <a:lnTo>
                    <a:pt x="1228" y="266"/>
                  </a:lnTo>
                  <a:lnTo>
                    <a:pt x="1229" y="269"/>
                  </a:lnTo>
                  <a:lnTo>
                    <a:pt x="1232" y="270"/>
                  </a:lnTo>
                  <a:lnTo>
                    <a:pt x="1234" y="272"/>
                  </a:lnTo>
                  <a:lnTo>
                    <a:pt x="1235" y="275"/>
                  </a:lnTo>
                  <a:close/>
                </a:path>
              </a:pathLst>
            </a:custGeom>
            <a:solidFill>
              <a:srgbClr val="86D1BC">
                <a:alpha val="9600"/>
              </a:srgbClr>
            </a:solidFill>
            <a:ln>
              <a:noFill/>
            </a:ln>
          </p:spPr>
          <p:txBody>
            <a:bodyPr anchor="ctr"/>
            <a:lstStyle/>
            <a:p>
              <a:pPr algn="ctr">
                <a:buNone/>
              </a:pPr>
            </a:p>
          </p:txBody>
        </p:sp>
        <p:sp>
          <p:nvSpPr>
            <p:cNvPr id="665" name="addition:spatial:47"/>
            <p:cNvSpPr>
              <a:spLocks noGrp="1"/>
            </p:cNvSpPr>
            <p:nvPr/>
          </p:nvSpPr>
          <p:spPr>
            <a:xfrm>
              <a:off x="5648325" y="1666875"/>
              <a:ext cx="1743532" cy="522717"/>
            </a:xfrm>
            <a:custGeom>
              <a:avLst/>
              <a:gdLst/>
              <a:ahLst/>
              <a:cxnLst/>
              <a:rect l="l" t="t" r="r" b="b"/>
              <a:pathLst>
                <a:path w="1315" h="309">
                  <a:moveTo>
                    <a:pt x="0" y="0"/>
                  </a:moveTo>
                  <a:moveTo>
                    <a:pt x="1307" y="273"/>
                  </a:moveTo>
                  <a:lnTo>
                    <a:pt x="1303" y="276"/>
                  </a:lnTo>
                  <a:lnTo>
                    <a:pt x="1299" y="278"/>
                  </a:lnTo>
                  <a:lnTo>
                    <a:pt x="1296" y="281"/>
                  </a:lnTo>
                  <a:lnTo>
                    <a:pt x="1298" y="284"/>
                  </a:lnTo>
                  <a:lnTo>
                    <a:pt x="1302" y="288"/>
                  </a:lnTo>
                  <a:lnTo>
                    <a:pt x="1304" y="293"/>
                  </a:lnTo>
                  <a:lnTo>
                    <a:pt x="1302" y="296"/>
                  </a:lnTo>
                  <a:lnTo>
                    <a:pt x="1296" y="297"/>
                  </a:lnTo>
                  <a:lnTo>
                    <a:pt x="1291" y="298"/>
                  </a:lnTo>
                  <a:lnTo>
                    <a:pt x="1287" y="300"/>
                  </a:lnTo>
                  <a:lnTo>
                    <a:pt x="1285" y="302"/>
                  </a:lnTo>
                  <a:lnTo>
                    <a:pt x="1282" y="305"/>
                  </a:lnTo>
                  <a:lnTo>
                    <a:pt x="1278" y="306"/>
                  </a:lnTo>
                  <a:lnTo>
                    <a:pt x="1273" y="306"/>
                  </a:lnTo>
                  <a:lnTo>
                    <a:pt x="1269" y="305"/>
                  </a:lnTo>
                  <a:lnTo>
                    <a:pt x="1265" y="304"/>
                  </a:lnTo>
                  <a:lnTo>
                    <a:pt x="1261" y="305"/>
                  </a:lnTo>
                  <a:lnTo>
                    <a:pt x="1257" y="305"/>
                  </a:lnTo>
                  <a:lnTo>
                    <a:pt x="1254" y="305"/>
                  </a:lnTo>
                  <a:lnTo>
                    <a:pt x="1250" y="304"/>
                  </a:lnTo>
                  <a:lnTo>
                    <a:pt x="1245" y="305"/>
                  </a:lnTo>
                  <a:lnTo>
                    <a:pt x="1239" y="307"/>
                  </a:lnTo>
                  <a:lnTo>
                    <a:pt x="1232" y="309"/>
                  </a:lnTo>
                  <a:lnTo>
                    <a:pt x="1226" y="307"/>
                  </a:lnTo>
                  <a:lnTo>
                    <a:pt x="1224" y="303"/>
                  </a:lnTo>
                  <a:lnTo>
                    <a:pt x="1225" y="298"/>
                  </a:lnTo>
                  <a:lnTo>
                    <a:pt x="1225" y="293"/>
                  </a:lnTo>
                  <a:lnTo>
                    <a:pt x="1222" y="291"/>
                  </a:lnTo>
                  <a:lnTo>
                    <a:pt x="1218" y="289"/>
                  </a:lnTo>
                  <a:lnTo>
                    <a:pt x="1213" y="287"/>
                  </a:lnTo>
                  <a:lnTo>
                    <a:pt x="1210" y="285"/>
                  </a:lnTo>
                  <a:lnTo>
                    <a:pt x="1208" y="282"/>
                  </a:lnTo>
                  <a:lnTo>
                    <a:pt x="1206" y="279"/>
                  </a:lnTo>
                  <a:lnTo>
                    <a:pt x="1202" y="276"/>
                  </a:lnTo>
                  <a:lnTo>
                    <a:pt x="1199" y="273"/>
                  </a:lnTo>
                  <a:lnTo>
                    <a:pt x="1198" y="270"/>
                  </a:lnTo>
                  <a:lnTo>
                    <a:pt x="1200" y="267"/>
                  </a:lnTo>
                  <a:lnTo>
                    <a:pt x="1202" y="264"/>
                  </a:lnTo>
                  <a:lnTo>
                    <a:pt x="1202" y="261"/>
                  </a:lnTo>
                  <a:lnTo>
                    <a:pt x="1201" y="257"/>
                  </a:lnTo>
                  <a:lnTo>
                    <a:pt x="1203" y="254"/>
                  </a:lnTo>
                  <a:lnTo>
                    <a:pt x="1208" y="252"/>
                  </a:lnTo>
                  <a:lnTo>
                    <a:pt x="1216" y="252"/>
                  </a:lnTo>
                  <a:lnTo>
                    <a:pt x="1223" y="253"/>
                  </a:lnTo>
                  <a:lnTo>
                    <a:pt x="1227" y="251"/>
                  </a:lnTo>
                  <a:lnTo>
                    <a:pt x="1229" y="248"/>
                  </a:lnTo>
                  <a:lnTo>
                    <a:pt x="1230" y="243"/>
                  </a:lnTo>
                  <a:lnTo>
                    <a:pt x="1234" y="240"/>
                  </a:lnTo>
                  <a:lnTo>
                    <a:pt x="1239" y="238"/>
                  </a:lnTo>
                  <a:lnTo>
                    <a:pt x="1245" y="237"/>
                  </a:lnTo>
                  <a:lnTo>
                    <a:pt x="1250" y="236"/>
                  </a:lnTo>
                  <a:lnTo>
                    <a:pt x="1256" y="235"/>
                  </a:lnTo>
                  <a:lnTo>
                    <a:pt x="1262" y="236"/>
                  </a:lnTo>
                  <a:lnTo>
                    <a:pt x="1267" y="239"/>
                  </a:lnTo>
                  <a:lnTo>
                    <a:pt x="1272" y="242"/>
                  </a:lnTo>
                  <a:lnTo>
                    <a:pt x="1276" y="244"/>
                  </a:lnTo>
                  <a:lnTo>
                    <a:pt x="1281" y="244"/>
                  </a:lnTo>
                  <a:lnTo>
                    <a:pt x="1287" y="243"/>
                  </a:lnTo>
                  <a:lnTo>
                    <a:pt x="1291" y="244"/>
                  </a:lnTo>
                  <a:lnTo>
                    <a:pt x="1294" y="247"/>
                  </a:lnTo>
                  <a:lnTo>
                    <a:pt x="1295" y="250"/>
                  </a:lnTo>
                  <a:lnTo>
                    <a:pt x="1297" y="253"/>
                  </a:lnTo>
                  <a:lnTo>
                    <a:pt x="1302" y="254"/>
                  </a:lnTo>
                  <a:lnTo>
                    <a:pt x="1308" y="254"/>
                  </a:lnTo>
                  <a:lnTo>
                    <a:pt x="1313" y="256"/>
                  </a:lnTo>
                  <a:lnTo>
                    <a:pt x="1315" y="259"/>
                  </a:lnTo>
                  <a:lnTo>
                    <a:pt x="1313" y="263"/>
                  </a:lnTo>
                  <a:lnTo>
                    <a:pt x="1311" y="267"/>
                  </a:lnTo>
                  <a:lnTo>
                    <a:pt x="1309" y="270"/>
                  </a:lnTo>
                  <a:close/>
                </a:path>
              </a:pathLst>
            </a:custGeom>
            <a:solidFill>
              <a:srgbClr val="86D1BC">
                <a:alpha val="9600"/>
              </a:srgbClr>
            </a:solidFill>
            <a:ln>
              <a:noFill/>
            </a:ln>
          </p:spPr>
          <p:txBody>
            <a:bodyPr anchor="ctr"/>
            <a:lstStyle/>
            <a:p>
              <a:pPr algn="ctr">
                <a:buNone/>
              </a:pPr>
            </a:p>
          </p:txBody>
        </p:sp>
        <p:sp>
          <p:nvSpPr>
            <p:cNvPr id="666" name="addition:spatial:48"/>
            <p:cNvSpPr>
              <a:spLocks noGrp="1"/>
            </p:cNvSpPr>
            <p:nvPr/>
          </p:nvSpPr>
          <p:spPr>
            <a:xfrm>
              <a:off x="5648325" y="1666875"/>
              <a:ext cx="1770050" cy="537942"/>
            </a:xfrm>
            <a:custGeom>
              <a:avLst/>
              <a:gdLst/>
              <a:ahLst/>
              <a:cxnLst/>
              <a:rect l="l" t="t" r="r" b="b"/>
              <a:pathLst>
                <a:path w="1335" h="318">
                  <a:moveTo>
                    <a:pt x="0" y="0"/>
                  </a:moveTo>
                  <a:moveTo>
                    <a:pt x="1329" y="267"/>
                  </a:moveTo>
                  <a:lnTo>
                    <a:pt x="1330" y="272"/>
                  </a:lnTo>
                  <a:lnTo>
                    <a:pt x="1327" y="276"/>
                  </a:lnTo>
                  <a:lnTo>
                    <a:pt x="1320" y="280"/>
                  </a:lnTo>
                  <a:lnTo>
                    <a:pt x="1312" y="282"/>
                  </a:lnTo>
                  <a:lnTo>
                    <a:pt x="1308" y="286"/>
                  </a:lnTo>
                  <a:lnTo>
                    <a:pt x="1307" y="290"/>
                  </a:lnTo>
                  <a:lnTo>
                    <a:pt x="1307" y="295"/>
                  </a:lnTo>
                  <a:lnTo>
                    <a:pt x="1305" y="300"/>
                  </a:lnTo>
                  <a:lnTo>
                    <a:pt x="1301" y="304"/>
                  </a:lnTo>
                  <a:lnTo>
                    <a:pt x="1298" y="309"/>
                  </a:lnTo>
                  <a:lnTo>
                    <a:pt x="1294" y="314"/>
                  </a:lnTo>
                  <a:lnTo>
                    <a:pt x="1289" y="318"/>
                  </a:lnTo>
                  <a:lnTo>
                    <a:pt x="1282" y="318"/>
                  </a:lnTo>
                  <a:lnTo>
                    <a:pt x="1273" y="314"/>
                  </a:lnTo>
                  <a:lnTo>
                    <a:pt x="1266" y="310"/>
                  </a:lnTo>
                  <a:lnTo>
                    <a:pt x="1261" y="308"/>
                  </a:lnTo>
                  <a:lnTo>
                    <a:pt x="1257" y="310"/>
                  </a:lnTo>
                  <a:lnTo>
                    <a:pt x="1252" y="314"/>
                  </a:lnTo>
                  <a:lnTo>
                    <a:pt x="1246" y="317"/>
                  </a:lnTo>
                  <a:lnTo>
                    <a:pt x="1240" y="317"/>
                  </a:lnTo>
                  <a:lnTo>
                    <a:pt x="1236" y="314"/>
                  </a:lnTo>
                  <a:lnTo>
                    <a:pt x="1231" y="312"/>
                  </a:lnTo>
                  <a:lnTo>
                    <a:pt x="1225" y="311"/>
                  </a:lnTo>
                  <a:lnTo>
                    <a:pt x="1218" y="311"/>
                  </a:lnTo>
                  <a:lnTo>
                    <a:pt x="1212" y="309"/>
                  </a:lnTo>
                  <a:lnTo>
                    <a:pt x="1208" y="305"/>
                  </a:lnTo>
                  <a:lnTo>
                    <a:pt x="1205" y="301"/>
                  </a:lnTo>
                  <a:lnTo>
                    <a:pt x="1201" y="297"/>
                  </a:lnTo>
                  <a:lnTo>
                    <a:pt x="1196" y="293"/>
                  </a:lnTo>
                  <a:lnTo>
                    <a:pt x="1194" y="289"/>
                  </a:lnTo>
                  <a:lnTo>
                    <a:pt x="1195" y="284"/>
                  </a:lnTo>
                  <a:lnTo>
                    <a:pt x="1199" y="278"/>
                  </a:lnTo>
                  <a:lnTo>
                    <a:pt x="1200" y="274"/>
                  </a:lnTo>
                  <a:lnTo>
                    <a:pt x="1195" y="271"/>
                  </a:lnTo>
                  <a:lnTo>
                    <a:pt x="1185" y="267"/>
                  </a:lnTo>
                  <a:lnTo>
                    <a:pt x="1175" y="262"/>
                  </a:lnTo>
                  <a:lnTo>
                    <a:pt x="1171" y="257"/>
                  </a:lnTo>
                  <a:lnTo>
                    <a:pt x="1174" y="252"/>
                  </a:lnTo>
                  <a:lnTo>
                    <a:pt x="1180" y="248"/>
                  </a:lnTo>
                  <a:lnTo>
                    <a:pt x="1184" y="245"/>
                  </a:lnTo>
                  <a:lnTo>
                    <a:pt x="1188" y="241"/>
                  </a:lnTo>
                  <a:lnTo>
                    <a:pt x="1192" y="238"/>
                  </a:lnTo>
                  <a:lnTo>
                    <a:pt x="1197" y="236"/>
                  </a:lnTo>
                  <a:lnTo>
                    <a:pt x="1204" y="234"/>
                  </a:lnTo>
                  <a:lnTo>
                    <a:pt x="1208" y="232"/>
                  </a:lnTo>
                  <a:lnTo>
                    <a:pt x="1212" y="228"/>
                  </a:lnTo>
                  <a:lnTo>
                    <a:pt x="1216" y="223"/>
                  </a:lnTo>
                  <a:lnTo>
                    <a:pt x="1222" y="221"/>
                  </a:lnTo>
                  <a:lnTo>
                    <a:pt x="1229" y="221"/>
                  </a:lnTo>
                  <a:lnTo>
                    <a:pt x="1237" y="222"/>
                  </a:lnTo>
                  <a:lnTo>
                    <a:pt x="1244" y="220"/>
                  </a:lnTo>
                  <a:lnTo>
                    <a:pt x="1250" y="216"/>
                  </a:lnTo>
                  <a:lnTo>
                    <a:pt x="1258" y="211"/>
                  </a:lnTo>
                  <a:lnTo>
                    <a:pt x="1267" y="209"/>
                  </a:lnTo>
                  <a:lnTo>
                    <a:pt x="1275" y="212"/>
                  </a:lnTo>
                  <a:lnTo>
                    <a:pt x="1281" y="219"/>
                  </a:lnTo>
                  <a:lnTo>
                    <a:pt x="1285" y="225"/>
                  </a:lnTo>
                  <a:lnTo>
                    <a:pt x="1290" y="228"/>
                  </a:lnTo>
                  <a:lnTo>
                    <a:pt x="1295" y="230"/>
                  </a:lnTo>
                  <a:lnTo>
                    <a:pt x="1301" y="232"/>
                  </a:lnTo>
                  <a:lnTo>
                    <a:pt x="1306" y="235"/>
                  </a:lnTo>
                  <a:lnTo>
                    <a:pt x="1311" y="237"/>
                  </a:lnTo>
                  <a:lnTo>
                    <a:pt x="1319" y="238"/>
                  </a:lnTo>
                  <a:lnTo>
                    <a:pt x="1328" y="239"/>
                  </a:lnTo>
                  <a:lnTo>
                    <a:pt x="1334" y="242"/>
                  </a:lnTo>
                  <a:lnTo>
                    <a:pt x="1335" y="247"/>
                  </a:lnTo>
                  <a:lnTo>
                    <a:pt x="1331" y="253"/>
                  </a:lnTo>
                  <a:lnTo>
                    <a:pt x="1326" y="258"/>
                  </a:lnTo>
                  <a:lnTo>
                    <a:pt x="1326" y="263"/>
                  </a:lnTo>
                  <a:close/>
                </a:path>
              </a:pathLst>
            </a:custGeom>
            <a:solidFill>
              <a:srgbClr val="56BFA2">
                <a:alpha val="11100"/>
              </a:srgbClr>
            </a:solidFill>
            <a:ln>
              <a:noFill/>
            </a:ln>
          </p:spPr>
          <p:txBody>
            <a:bodyPr anchor="ctr"/>
            <a:lstStyle/>
            <a:p>
              <a:pPr algn="ctr">
                <a:buNone/>
              </a:pPr>
            </a:p>
          </p:txBody>
        </p:sp>
        <p:sp>
          <p:nvSpPr>
            <p:cNvPr id="667" name="addition:spatial:49"/>
            <p:cNvSpPr>
              <a:spLocks noGrp="1"/>
            </p:cNvSpPr>
            <p:nvPr/>
          </p:nvSpPr>
          <p:spPr>
            <a:xfrm>
              <a:off x="5648325" y="1666875"/>
              <a:ext cx="1675912" cy="475351"/>
            </a:xfrm>
            <a:custGeom>
              <a:avLst/>
              <a:gdLst/>
              <a:ahLst/>
              <a:cxnLst/>
              <a:rect l="l" t="t" r="r" b="b"/>
              <a:pathLst>
                <a:path w="1264" h="281">
                  <a:moveTo>
                    <a:pt x="0" y="0"/>
                  </a:moveTo>
                  <a:moveTo>
                    <a:pt x="1263" y="253"/>
                  </a:moveTo>
                  <a:lnTo>
                    <a:pt x="1264" y="256"/>
                  </a:lnTo>
                  <a:lnTo>
                    <a:pt x="1263" y="258"/>
                  </a:lnTo>
                  <a:lnTo>
                    <a:pt x="1260" y="260"/>
                  </a:lnTo>
                  <a:lnTo>
                    <a:pt x="1258" y="262"/>
                  </a:lnTo>
                  <a:lnTo>
                    <a:pt x="1257" y="264"/>
                  </a:lnTo>
                  <a:lnTo>
                    <a:pt x="1257" y="267"/>
                  </a:lnTo>
                  <a:lnTo>
                    <a:pt x="1256" y="269"/>
                  </a:lnTo>
                  <a:lnTo>
                    <a:pt x="1253" y="270"/>
                  </a:lnTo>
                  <a:lnTo>
                    <a:pt x="1248" y="270"/>
                  </a:lnTo>
                  <a:lnTo>
                    <a:pt x="1245" y="270"/>
                  </a:lnTo>
                  <a:lnTo>
                    <a:pt x="1242" y="271"/>
                  </a:lnTo>
                  <a:lnTo>
                    <a:pt x="1241" y="274"/>
                  </a:lnTo>
                  <a:lnTo>
                    <a:pt x="1239" y="277"/>
                  </a:lnTo>
                  <a:lnTo>
                    <a:pt x="1236" y="279"/>
                  </a:lnTo>
                  <a:lnTo>
                    <a:pt x="1233" y="280"/>
                  </a:lnTo>
                  <a:lnTo>
                    <a:pt x="1229" y="281"/>
                  </a:lnTo>
                  <a:lnTo>
                    <a:pt x="1226" y="281"/>
                  </a:lnTo>
                  <a:lnTo>
                    <a:pt x="1222" y="281"/>
                  </a:lnTo>
                  <a:lnTo>
                    <a:pt x="1218" y="279"/>
                  </a:lnTo>
                  <a:lnTo>
                    <a:pt x="1216" y="277"/>
                  </a:lnTo>
                  <a:lnTo>
                    <a:pt x="1214" y="274"/>
                  </a:lnTo>
                  <a:lnTo>
                    <a:pt x="1211" y="273"/>
                  </a:lnTo>
                  <a:lnTo>
                    <a:pt x="1208" y="273"/>
                  </a:lnTo>
                  <a:lnTo>
                    <a:pt x="1204" y="274"/>
                  </a:lnTo>
                  <a:lnTo>
                    <a:pt x="1201" y="274"/>
                  </a:lnTo>
                  <a:lnTo>
                    <a:pt x="1199" y="272"/>
                  </a:lnTo>
                  <a:lnTo>
                    <a:pt x="1199" y="269"/>
                  </a:lnTo>
                  <a:lnTo>
                    <a:pt x="1198" y="267"/>
                  </a:lnTo>
                  <a:lnTo>
                    <a:pt x="1195" y="266"/>
                  </a:lnTo>
                  <a:lnTo>
                    <a:pt x="1192" y="265"/>
                  </a:lnTo>
                  <a:lnTo>
                    <a:pt x="1190" y="263"/>
                  </a:lnTo>
                  <a:lnTo>
                    <a:pt x="1190" y="261"/>
                  </a:lnTo>
                  <a:lnTo>
                    <a:pt x="1191" y="258"/>
                  </a:lnTo>
                  <a:lnTo>
                    <a:pt x="1193" y="256"/>
                  </a:lnTo>
                  <a:lnTo>
                    <a:pt x="1194" y="253"/>
                  </a:lnTo>
                  <a:lnTo>
                    <a:pt x="1195" y="251"/>
                  </a:lnTo>
                  <a:lnTo>
                    <a:pt x="1198" y="249"/>
                  </a:lnTo>
                  <a:lnTo>
                    <a:pt x="1200" y="248"/>
                  </a:lnTo>
                  <a:lnTo>
                    <a:pt x="1201" y="246"/>
                  </a:lnTo>
                  <a:lnTo>
                    <a:pt x="1200" y="243"/>
                  </a:lnTo>
                  <a:lnTo>
                    <a:pt x="1198" y="240"/>
                  </a:lnTo>
                  <a:lnTo>
                    <a:pt x="1197" y="236"/>
                  </a:lnTo>
                  <a:lnTo>
                    <a:pt x="1198" y="234"/>
                  </a:lnTo>
                  <a:lnTo>
                    <a:pt x="1202" y="233"/>
                  </a:lnTo>
                  <a:lnTo>
                    <a:pt x="1206" y="233"/>
                  </a:lnTo>
                  <a:lnTo>
                    <a:pt x="1209" y="233"/>
                  </a:lnTo>
                  <a:lnTo>
                    <a:pt x="1211" y="231"/>
                  </a:lnTo>
                  <a:lnTo>
                    <a:pt x="1213" y="230"/>
                  </a:lnTo>
                  <a:lnTo>
                    <a:pt x="1215" y="230"/>
                  </a:lnTo>
                  <a:lnTo>
                    <a:pt x="1218" y="230"/>
                  </a:lnTo>
                  <a:lnTo>
                    <a:pt x="1220" y="230"/>
                  </a:lnTo>
                  <a:lnTo>
                    <a:pt x="1222" y="230"/>
                  </a:lnTo>
                  <a:lnTo>
                    <a:pt x="1225" y="229"/>
                  </a:lnTo>
                  <a:lnTo>
                    <a:pt x="1228" y="229"/>
                  </a:lnTo>
                  <a:lnTo>
                    <a:pt x="1230" y="229"/>
                  </a:lnTo>
                  <a:lnTo>
                    <a:pt x="1232" y="230"/>
                  </a:lnTo>
                  <a:lnTo>
                    <a:pt x="1235" y="230"/>
                  </a:lnTo>
                  <a:lnTo>
                    <a:pt x="1240" y="229"/>
                  </a:lnTo>
                  <a:lnTo>
                    <a:pt x="1244" y="229"/>
                  </a:lnTo>
                  <a:lnTo>
                    <a:pt x="1247" y="230"/>
                  </a:lnTo>
                  <a:lnTo>
                    <a:pt x="1248" y="233"/>
                  </a:lnTo>
                  <a:lnTo>
                    <a:pt x="1247" y="237"/>
                  </a:lnTo>
                  <a:lnTo>
                    <a:pt x="1247" y="240"/>
                  </a:lnTo>
                  <a:lnTo>
                    <a:pt x="1248" y="242"/>
                  </a:lnTo>
                  <a:lnTo>
                    <a:pt x="1251" y="243"/>
                  </a:lnTo>
                  <a:lnTo>
                    <a:pt x="1254" y="245"/>
                  </a:lnTo>
                  <a:lnTo>
                    <a:pt x="1256" y="247"/>
                  </a:lnTo>
                  <a:lnTo>
                    <a:pt x="1258" y="249"/>
                  </a:lnTo>
                  <a:lnTo>
                    <a:pt x="1260" y="251"/>
                  </a:lnTo>
                  <a:close/>
                </a:path>
              </a:pathLst>
            </a:custGeom>
            <a:solidFill>
              <a:srgbClr val="41B796">
                <a:alpha val="10800"/>
              </a:srgbClr>
            </a:solidFill>
            <a:ln>
              <a:noFill/>
            </a:ln>
          </p:spPr>
          <p:txBody>
            <a:bodyPr anchor="ctr"/>
            <a:lstStyle/>
            <a:p>
              <a:pPr algn="ctr">
                <a:buNone/>
              </a:pPr>
            </a:p>
          </p:txBody>
        </p:sp>
        <p:sp>
          <p:nvSpPr>
            <p:cNvPr id="668" name="addition:spatial:50"/>
            <p:cNvSpPr>
              <a:spLocks noGrp="1"/>
            </p:cNvSpPr>
            <p:nvPr/>
          </p:nvSpPr>
          <p:spPr>
            <a:xfrm>
              <a:off x="5648325" y="1666875"/>
              <a:ext cx="1730273" cy="449976"/>
            </a:xfrm>
            <a:custGeom>
              <a:avLst/>
              <a:gdLst/>
              <a:ahLst/>
              <a:cxnLst/>
              <a:rect l="l" t="t" r="r" b="b"/>
              <a:pathLst>
                <a:path w="1305" h="266">
                  <a:moveTo>
                    <a:pt x="0" y="0"/>
                  </a:moveTo>
                  <a:moveTo>
                    <a:pt x="1299" y="246"/>
                  </a:moveTo>
                  <a:lnTo>
                    <a:pt x="1302" y="247"/>
                  </a:lnTo>
                  <a:lnTo>
                    <a:pt x="1304" y="250"/>
                  </a:lnTo>
                  <a:lnTo>
                    <a:pt x="1305" y="252"/>
                  </a:lnTo>
                  <a:lnTo>
                    <a:pt x="1303" y="253"/>
                  </a:lnTo>
                  <a:lnTo>
                    <a:pt x="1299" y="254"/>
                  </a:lnTo>
                  <a:lnTo>
                    <a:pt x="1296" y="255"/>
                  </a:lnTo>
                  <a:lnTo>
                    <a:pt x="1294" y="256"/>
                  </a:lnTo>
                  <a:lnTo>
                    <a:pt x="1293" y="257"/>
                  </a:lnTo>
                  <a:lnTo>
                    <a:pt x="1293" y="259"/>
                  </a:lnTo>
                  <a:lnTo>
                    <a:pt x="1291" y="260"/>
                  </a:lnTo>
                  <a:lnTo>
                    <a:pt x="1288" y="261"/>
                  </a:lnTo>
                  <a:lnTo>
                    <a:pt x="1286" y="262"/>
                  </a:lnTo>
                  <a:lnTo>
                    <a:pt x="1284" y="263"/>
                  </a:lnTo>
                  <a:lnTo>
                    <a:pt x="1282" y="264"/>
                  </a:lnTo>
                  <a:lnTo>
                    <a:pt x="1279" y="265"/>
                  </a:lnTo>
                  <a:lnTo>
                    <a:pt x="1276" y="265"/>
                  </a:lnTo>
                  <a:lnTo>
                    <a:pt x="1274" y="265"/>
                  </a:lnTo>
                  <a:lnTo>
                    <a:pt x="1271" y="265"/>
                  </a:lnTo>
                  <a:lnTo>
                    <a:pt x="1268" y="266"/>
                  </a:lnTo>
                  <a:lnTo>
                    <a:pt x="1265" y="266"/>
                  </a:lnTo>
                  <a:lnTo>
                    <a:pt x="1262" y="265"/>
                  </a:lnTo>
                  <a:lnTo>
                    <a:pt x="1261" y="262"/>
                  </a:lnTo>
                  <a:lnTo>
                    <a:pt x="1260" y="260"/>
                  </a:lnTo>
                  <a:lnTo>
                    <a:pt x="1259" y="258"/>
                  </a:lnTo>
                  <a:lnTo>
                    <a:pt x="1256" y="259"/>
                  </a:lnTo>
                  <a:lnTo>
                    <a:pt x="1253" y="259"/>
                  </a:lnTo>
                  <a:lnTo>
                    <a:pt x="1250" y="259"/>
                  </a:lnTo>
                  <a:lnTo>
                    <a:pt x="1248" y="258"/>
                  </a:lnTo>
                  <a:lnTo>
                    <a:pt x="1247" y="256"/>
                  </a:lnTo>
                  <a:lnTo>
                    <a:pt x="1245" y="255"/>
                  </a:lnTo>
                  <a:lnTo>
                    <a:pt x="1244" y="253"/>
                  </a:lnTo>
                  <a:lnTo>
                    <a:pt x="1244" y="251"/>
                  </a:lnTo>
                  <a:lnTo>
                    <a:pt x="1246" y="249"/>
                  </a:lnTo>
                  <a:lnTo>
                    <a:pt x="1248" y="247"/>
                  </a:lnTo>
                  <a:lnTo>
                    <a:pt x="1249" y="246"/>
                  </a:lnTo>
                  <a:lnTo>
                    <a:pt x="1249" y="244"/>
                  </a:lnTo>
                  <a:lnTo>
                    <a:pt x="1248" y="242"/>
                  </a:lnTo>
                  <a:lnTo>
                    <a:pt x="1248" y="240"/>
                  </a:lnTo>
                  <a:lnTo>
                    <a:pt x="1250" y="239"/>
                  </a:lnTo>
                  <a:lnTo>
                    <a:pt x="1253" y="238"/>
                  </a:lnTo>
                  <a:lnTo>
                    <a:pt x="1255" y="237"/>
                  </a:lnTo>
                  <a:lnTo>
                    <a:pt x="1255" y="235"/>
                  </a:lnTo>
                  <a:lnTo>
                    <a:pt x="1254" y="233"/>
                  </a:lnTo>
                  <a:lnTo>
                    <a:pt x="1254" y="230"/>
                  </a:lnTo>
                  <a:lnTo>
                    <a:pt x="1256" y="228"/>
                  </a:lnTo>
                  <a:lnTo>
                    <a:pt x="1258" y="228"/>
                  </a:lnTo>
                  <a:lnTo>
                    <a:pt x="1261" y="228"/>
                  </a:lnTo>
                  <a:lnTo>
                    <a:pt x="1263" y="228"/>
                  </a:lnTo>
                  <a:lnTo>
                    <a:pt x="1265" y="228"/>
                  </a:lnTo>
                  <a:lnTo>
                    <a:pt x="1268" y="228"/>
                  </a:lnTo>
                  <a:lnTo>
                    <a:pt x="1270" y="229"/>
                  </a:lnTo>
                  <a:lnTo>
                    <a:pt x="1271" y="230"/>
                  </a:lnTo>
                  <a:lnTo>
                    <a:pt x="1273" y="229"/>
                  </a:lnTo>
                  <a:lnTo>
                    <a:pt x="1275" y="227"/>
                  </a:lnTo>
                  <a:lnTo>
                    <a:pt x="1278" y="225"/>
                  </a:lnTo>
                  <a:lnTo>
                    <a:pt x="1280" y="225"/>
                  </a:lnTo>
                  <a:lnTo>
                    <a:pt x="1282" y="227"/>
                  </a:lnTo>
                  <a:lnTo>
                    <a:pt x="1283" y="229"/>
                  </a:lnTo>
                  <a:lnTo>
                    <a:pt x="1285" y="230"/>
                  </a:lnTo>
                  <a:lnTo>
                    <a:pt x="1288" y="230"/>
                  </a:lnTo>
                  <a:lnTo>
                    <a:pt x="1290" y="231"/>
                  </a:lnTo>
                  <a:lnTo>
                    <a:pt x="1292" y="232"/>
                  </a:lnTo>
                  <a:lnTo>
                    <a:pt x="1293" y="234"/>
                  </a:lnTo>
                  <a:lnTo>
                    <a:pt x="1293" y="236"/>
                  </a:lnTo>
                  <a:lnTo>
                    <a:pt x="1294" y="238"/>
                  </a:lnTo>
                  <a:lnTo>
                    <a:pt x="1295" y="239"/>
                  </a:lnTo>
                  <a:lnTo>
                    <a:pt x="1296" y="241"/>
                  </a:lnTo>
                  <a:lnTo>
                    <a:pt x="1297" y="243"/>
                  </a:lnTo>
                  <a:lnTo>
                    <a:pt x="1297" y="244"/>
                  </a:lnTo>
                  <a:close/>
                </a:path>
              </a:pathLst>
            </a:custGeom>
            <a:solidFill>
              <a:srgbClr val="41B796">
                <a:alpha val="10800"/>
              </a:srgbClr>
            </a:solidFill>
            <a:ln>
              <a:noFill/>
            </a:ln>
          </p:spPr>
          <p:txBody>
            <a:bodyPr anchor="ctr"/>
            <a:lstStyle/>
            <a:p>
              <a:pPr algn="ctr">
                <a:buNone/>
              </a:pPr>
            </a:p>
          </p:txBody>
        </p:sp>
        <p:sp>
          <p:nvSpPr>
            <p:cNvPr id="669" name="addition:spatial:51"/>
            <p:cNvSpPr>
              <a:spLocks noGrp="1"/>
            </p:cNvSpPr>
            <p:nvPr/>
          </p:nvSpPr>
          <p:spPr>
            <a:xfrm>
              <a:off x="5648325" y="1666875"/>
              <a:ext cx="1772702" cy="517642"/>
            </a:xfrm>
            <a:custGeom>
              <a:avLst/>
              <a:gdLst/>
              <a:ahLst/>
              <a:cxnLst/>
              <a:rect l="l" t="t" r="r" b="b"/>
              <a:pathLst>
                <a:path w="1337" h="306">
                  <a:moveTo>
                    <a:pt x="0" y="0"/>
                  </a:moveTo>
                  <a:moveTo>
                    <a:pt x="1334" y="279"/>
                  </a:moveTo>
                  <a:lnTo>
                    <a:pt x="1329" y="281"/>
                  </a:lnTo>
                  <a:lnTo>
                    <a:pt x="1324" y="283"/>
                  </a:lnTo>
                  <a:lnTo>
                    <a:pt x="1322" y="285"/>
                  </a:lnTo>
                  <a:lnTo>
                    <a:pt x="1323" y="287"/>
                  </a:lnTo>
                  <a:lnTo>
                    <a:pt x="1323" y="290"/>
                  </a:lnTo>
                  <a:lnTo>
                    <a:pt x="1322" y="292"/>
                  </a:lnTo>
                  <a:lnTo>
                    <a:pt x="1320" y="294"/>
                  </a:lnTo>
                  <a:lnTo>
                    <a:pt x="1318" y="296"/>
                  </a:lnTo>
                  <a:lnTo>
                    <a:pt x="1317" y="298"/>
                  </a:lnTo>
                  <a:lnTo>
                    <a:pt x="1315" y="300"/>
                  </a:lnTo>
                  <a:lnTo>
                    <a:pt x="1312" y="302"/>
                  </a:lnTo>
                  <a:lnTo>
                    <a:pt x="1308" y="302"/>
                  </a:lnTo>
                  <a:lnTo>
                    <a:pt x="1305" y="302"/>
                  </a:lnTo>
                  <a:lnTo>
                    <a:pt x="1302" y="303"/>
                  </a:lnTo>
                  <a:lnTo>
                    <a:pt x="1300" y="305"/>
                  </a:lnTo>
                  <a:lnTo>
                    <a:pt x="1297" y="306"/>
                  </a:lnTo>
                  <a:lnTo>
                    <a:pt x="1294" y="305"/>
                  </a:lnTo>
                  <a:lnTo>
                    <a:pt x="1291" y="303"/>
                  </a:lnTo>
                  <a:lnTo>
                    <a:pt x="1289" y="300"/>
                  </a:lnTo>
                  <a:lnTo>
                    <a:pt x="1287" y="299"/>
                  </a:lnTo>
                  <a:lnTo>
                    <a:pt x="1284" y="301"/>
                  </a:lnTo>
                  <a:lnTo>
                    <a:pt x="1281" y="303"/>
                  </a:lnTo>
                  <a:lnTo>
                    <a:pt x="1277" y="304"/>
                  </a:lnTo>
                  <a:lnTo>
                    <a:pt x="1274" y="303"/>
                  </a:lnTo>
                  <a:lnTo>
                    <a:pt x="1271" y="301"/>
                  </a:lnTo>
                  <a:lnTo>
                    <a:pt x="1270" y="299"/>
                  </a:lnTo>
                  <a:lnTo>
                    <a:pt x="1268" y="297"/>
                  </a:lnTo>
                  <a:lnTo>
                    <a:pt x="1267" y="295"/>
                  </a:lnTo>
                  <a:lnTo>
                    <a:pt x="1267" y="292"/>
                  </a:lnTo>
                  <a:lnTo>
                    <a:pt x="1268" y="289"/>
                  </a:lnTo>
                  <a:lnTo>
                    <a:pt x="1268" y="287"/>
                  </a:lnTo>
                  <a:lnTo>
                    <a:pt x="1265" y="285"/>
                  </a:lnTo>
                  <a:lnTo>
                    <a:pt x="1261" y="284"/>
                  </a:lnTo>
                  <a:lnTo>
                    <a:pt x="1259" y="282"/>
                  </a:lnTo>
                  <a:lnTo>
                    <a:pt x="1259" y="279"/>
                  </a:lnTo>
                  <a:lnTo>
                    <a:pt x="1261" y="277"/>
                  </a:lnTo>
                  <a:lnTo>
                    <a:pt x="1262" y="275"/>
                  </a:lnTo>
                  <a:lnTo>
                    <a:pt x="1260" y="273"/>
                  </a:lnTo>
                  <a:lnTo>
                    <a:pt x="1258" y="270"/>
                  </a:lnTo>
                  <a:lnTo>
                    <a:pt x="1256" y="267"/>
                  </a:lnTo>
                  <a:lnTo>
                    <a:pt x="1258" y="265"/>
                  </a:lnTo>
                  <a:lnTo>
                    <a:pt x="1261" y="263"/>
                  </a:lnTo>
                  <a:lnTo>
                    <a:pt x="1264" y="262"/>
                  </a:lnTo>
                  <a:lnTo>
                    <a:pt x="1268" y="262"/>
                  </a:lnTo>
                  <a:lnTo>
                    <a:pt x="1270" y="261"/>
                  </a:lnTo>
                  <a:lnTo>
                    <a:pt x="1273" y="260"/>
                  </a:lnTo>
                  <a:lnTo>
                    <a:pt x="1276" y="260"/>
                  </a:lnTo>
                  <a:lnTo>
                    <a:pt x="1279" y="259"/>
                  </a:lnTo>
                  <a:lnTo>
                    <a:pt x="1281" y="257"/>
                  </a:lnTo>
                  <a:lnTo>
                    <a:pt x="1283" y="254"/>
                  </a:lnTo>
                  <a:lnTo>
                    <a:pt x="1286" y="251"/>
                  </a:lnTo>
                  <a:lnTo>
                    <a:pt x="1290" y="250"/>
                  </a:lnTo>
                  <a:lnTo>
                    <a:pt x="1294" y="251"/>
                  </a:lnTo>
                  <a:lnTo>
                    <a:pt x="1298" y="254"/>
                  </a:lnTo>
                  <a:lnTo>
                    <a:pt x="1301" y="255"/>
                  </a:lnTo>
                  <a:lnTo>
                    <a:pt x="1305" y="256"/>
                  </a:lnTo>
                  <a:lnTo>
                    <a:pt x="1309" y="256"/>
                  </a:lnTo>
                  <a:lnTo>
                    <a:pt x="1312" y="256"/>
                  </a:lnTo>
                  <a:lnTo>
                    <a:pt x="1315" y="259"/>
                  </a:lnTo>
                  <a:lnTo>
                    <a:pt x="1317" y="261"/>
                  </a:lnTo>
                  <a:lnTo>
                    <a:pt x="1319" y="263"/>
                  </a:lnTo>
                  <a:lnTo>
                    <a:pt x="1321" y="264"/>
                  </a:lnTo>
                  <a:lnTo>
                    <a:pt x="1324" y="265"/>
                  </a:lnTo>
                  <a:lnTo>
                    <a:pt x="1326" y="267"/>
                  </a:lnTo>
                  <a:lnTo>
                    <a:pt x="1328" y="269"/>
                  </a:lnTo>
                  <a:lnTo>
                    <a:pt x="1330" y="270"/>
                  </a:lnTo>
                  <a:lnTo>
                    <a:pt x="1333" y="272"/>
                  </a:lnTo>
                  <a:lnTo>
                    <a:pt x="1337" y="274"/>
                  </a:lnTo>
                  <a:lnTo>
                    <a:pt x="1337" y="277"/>
                  </a:lnTo>
                  <a:close/>
                </a:path>
              </a:pathLst>
            </a:custGeom>
            <a:solidFill>
              <a:srgbClr val="41B796">
                <a:alpha val="10800"/>
              </a:srgbClr>
            </a:solidFill>
            <a:ln>
              <a:noFill/>
            </a:ln>
          </p:spPr>
          <p:txBody>
            <a:bodyPr anchor="ctr"/>
            <a:lstStyle/>
            <a:p>
              <a:pPr algn="ctr">
                <a:buNone/>
              </a:pPr>
            </a:p>
          </p:txBody>
        </p:sp>
        <p:sp>
          <p:nvSpPr>
            <p:cNvPr id="670" name="addition:spatial:52"/>
            <p:cNvSpPr>
              <a:spLocks noGrp="1"/>
            </p:cNvSpPr>
            <p:nvPr/>
          </p:nvSpPr>
          <p:spPr>
            <a:xfrm>
              <a:off x="5648325" y="1666875"/>
              <a:ext cx="1689171" cy="536250"/>
            </a:xfrm>
            <a:custGeom>
              <a:avLst/>
              <a:gdLst/>
              <a:ahLst/>
              <a:cxnLst/>
              <a:rect l="l" t="t" r="r" b="b"/>
              <a:pathLst>
                <a:path w="1274" h="317">
                  <a:moveTo>
                    <a:pt x="0" y="0"/>
                  </a:moveTo>
                  <a:moveTo>
                    <a:pt x="1270" y="294"/>
                  </a:moveTo>
                  <a:lnTo>
                    <a:pt x="1272" y="296"/>
                  </a:lnTo>
                  <a:lnTo>
                    <a:pt x="1272" y="298"/>
                  </a:lnTo>
                  <a:lnTo>
                    <a:pt x="1271" y="299"/>
                  </a:lnTo>
                  <a:lnTo>
                    <a:pt x="1269" y="301"/>
                  </a:lnTo>
                  <a:lnTo>
                    <a:pt x="1267" y="302"/>
                  </a:lnTo>
                  <a:lnTo>
                    <a:pt x="1267" y="304"/>
                  </a:lnTo>
                  <a:lnTo>
                    <a:pt x="1268" y="307"/>
                  </a:lnTo>
                  <a:lnTo>
                    <a:pt x="1269" y="310"/>
                  </a:lnTo>
                  <a:lnTo>
                    <a:pt x="1268" y="312"/>
                  </a:lnTo>
                  <a:lnTo>
                    <a:pt x="1265" y="312"/>
                  </a:lnTo>
                  <a:lnTo>
                    <a:pt x="1261" y="312"/>
                  </a:lnTo>
                  <a:lnTo>
                    <a:pt x="1258" y="312"/>
                  </a:lnTo>
                  <a:lnTo>
                    <a:pt x="1256" y="312"/>
                  </a:lnTo>
                  <a:lnTo>
                    <a:pt x="1254" y="312"/>
                  </a:lnTo>
                  <a:lnTo>
                    <a:pt x="1251" y="312"/>
                  </a:lnTo>
                  <a:lnTo>
                    <a:pt x="1249" y="312"/>
                  </a:lnTo>
                  <a:lnTo>
                    <a:pt x="1247" y="313"/>
                  </a:lnTo>
                  <a:lnTo>
                    <a:pt x="1245" y="315"/>
                  </a:lnTo>
                  <a:lnTo>
                    <a:pt x="1242" y="317"/>
                  </a:lnTo>
                  <a:lnTo>
                    <a:pt x="1239" y="317"/>
                  </a:lnTo>
                  <a:lnTo>
                    <a:pt x="1236" y="316"/>
                  </a:lnTo>
                  <a:lnTo>
                    <a:pt x="1234" y="314"/>
                  </a:lnTo>
                  <a:lnTo>
                    <a:pt x="1232" y="312"/>
                  </a:lnTo>
                  <a:lnTo>
                    <a:pt x="1229" y="311"/>
                  </a:lnTo>
                  <a:lnTo>
                    <a:pt x="1225" y="311"/>
                  </a:lnTo>
                  <a:lnTo>
                    <a:pt x="1222" y="310"/>
                  </a:lnTo>
                  <a:lnTo>
                    <a:pt x="1221" y="308"/>
                  </a:lnTo>
                  <a:lnTo>
                    <a:pt x="1221" y="306"/>
                  </a:lnTo>
                  <a:lnTo>
                    <a:pt x="1220" y="304"/>
                  </a:lnTo>
                  <a:lnTo>
                    <a:pt x="1219" y="302"/>
                  </a:lnTo>
                  <a:lnTo>
                    <a:pt x="1216" y="301"/>
                  </a:lnTo>
                  <a:lnTo>
                    <a:pt x="1214" y="299"/>
                  </a:lnTo>
                  <a:lnTo>
                    <a:pt x="1213" y="297"/>
                  </a:lnTo>
                  <a:lnTo>
                    <a:pt x="1211" y="296"/>
                  </a:lnTo>
                  <a:lnTo>
                    <a:pt x="1209" y="294"/>
                  </a:lnTo>
                  <a:lnTo>
                    <a:pt x="1206" y="292"/>
                  </a:lnTo>
                  <a:lnTo>
                    <a:pt x="1205" y="289"/>
                  </a:lnTo>
                  <a:lnTo>
                    <a:pt x="1208" y="287"/>
                  </a:lnTo>
                  <a:lnTo>
                    <a:pt x="1212" y="286"/>
                  </a:lnTo>
                  <a:lnTo>
                    <a:pt x="1217" y="285"/>
                  </a:lnTo>
                  <a:lnTo>
                    <a:pt x="1219" y="284"/>
                  </a:lnTo>
                  <a:lnTo>
                    <a:pt x="1220" y="282"/>
                  </a:lnTo>
                  <a:lnTo>
                    <a:pt x="1220" y="280"/>
                  </a:lnTo>
                  <a:lnTo>
                    <a:pt x="1221" y="278"/>
                  </a:lnTo>
                  <a:lnTo>
                    <a:pt x="1224" y="277"/>
                  </a:lnTo>
                  <a:lnTo>
                    <a:pt x="1227" y="276"/>
                  </a:lnTo>
                  <a:lnTo>
                    <a:pt x="1229" y="275"/>
                  </a:lnTo>
                  <a:lnTo>
                    <a:pt x="1232" y="274"/>
                  </a:lnTo>
                  <a:lnTo>
                    <a:pt x="1235" y="272"/>
                  </a:lnTo>
                  <a:lnTo>
                    <a:pt x="1238" y="272"/>
                  </a:lnTo>
                  <a:lnTo>
                    <a:pt x="1241" y="272"/>
                  </a:lnTo>
                  <a:lnTo>
                    <a:pt x="1244" y="272"/>
                  </a:lnTo>
                  <a:lnTo>
                    <a:pt x="1248" y="271"/>
                  </a:lnTo>
                  <a:lnTo>
                    <a:pt x="1251" y="271"/>
                  </a:lnTo>
                  <a:lnTo>
                    <a:pt x="1254" y="272"/>
                  </a:lnTo>
                  <a:lnTo>
                    <a:pt x="1255" y="274"/>
                  </a:lnTo>
                  <a:lnTo>
                    <a:pt x="1257" y="277"/>
                  </a:lnTo>
                  <a:lnTo>
                    <a:pt x="1258" y="279"/>
                  </a:lnTo>
                  <a:lnTo>
                    <a:pt x="1261" y="278"/>
                  </a:lnTo>
                  <a:lnTo>
                    <a:pt x="1265" y="277"/>
                  </a:lnTo>
                  <a:lnTo>
                    <a:pt x="1269" y="277"/>
                  </a:lnTo>
                  <a:lnTo>
                    <a:pt x="1271" y="278"/>
                  </a:lnTo>
                  <a:lnTo>
                    <a:pt x="1272" y="280"/>
                  </a:lnTo>
                  <a:lnTo>
                    <a:pt x="1273" y="282"/>
                  </a:lnTo>
                  <a:lnTo>
                    <a:pt x="1273" y="284"/>
                  </a:lnTo>
                  <a:lnTo>
                    <a:pt x="1274" y="286"/>
                  </a:lnTo>
                  <a:lnTo>
                    <a:pt x="1273" y="288"/>
                  </a:lnTo>
                  <a:lnTo>
                    <a:pt x="1272" y="290"/>
                  </a:lnTo>
                  <a:lnTo>
                    <a:pt x="1270" y="292"/>
                  </a:lnTo>
                  <a:close/>
                </a:path>
              </a:pathLst>
            </a:custGeom>
            <a:solidFill>
              <a:srgbClr val="41B796">
                <a:alpha val="10800"/>
              </a:srgbClr>
            </a:solidFill>
            <a:ln>
              <a:noFill/>
            </a:ln>
          </p:spPr>
          <p:txBody>
            <a:bodyPr anchor="ctr"/>
            <a:lstStyle/>
            <a:p>
              <a:pPr algn="ctr">
                <a:buNone/>
              </a:pPr>
            </a:p>
          </p:txBody>
        </p:sp>
        <p:sp>
          <p:nvSpPr>
            <p:cNvPr id="671" name="addition:spatial:53"/>
            <p:cNvSpPr>
              <a:spLocks noGrp="1"/>
            </p:cNvSpPr>
            <p:nvPr/>
          </p:nvSpPr>
          <p:spPr>
            <a:xfrm>
              <a:off x="5648325" y="1666875"/>
              <a:ext cx="1921200" cy="740938"/>
            </a:xfrm>
            <a:custGeom>
              <a:avLst/>
              <a:gdLst/>
              <a:ahLst/>
              <a:cxnLst/>
              <a:rect l="l" t="t" r="r" b="b"/>
              <a:pathLst>
                <a:path w="1449" h="438">
                  <a:moveTo>
                    <a:pt x="0" y="0"/>
                  </a:moveTo>
                  <a:moveTo>
                    <a:pt x="1422" y="349"/>
                  </a:moveTo>
                  <a:lnTo>
                    <a:pt x="1435" y="357"/>
                  </a:lnTo>
                  <a:lnTo>
                    <a:pt x="1446" y="366"/>
                  </a:lnTo>
                  <a:lnTo>
                    <a:pt x="1449" y="375"/>
                  </a:lnTo>
                  <a:lnTo>
                    <a:pt x="1439" y="382"/>
                  </a:lnTo>
                  <a:lnTo>
                    <a:pt x="1423" y="385"/>
                  </a:lnTo>
                  <a:lnTo>
                    <a:pt x="1408" y="387"/>
                  </a:lnTo>
                  <a:lnTo>
                    <a:pt x="1401" y="392"/>
                  </a:lnTo>
                  <a:lnTo>
                    <a:pt x="1398" y="399"/>
                  </a:lnTo>
                  <a:lnTo>
                    <a:pt x="1395" y="406"/>
                  </a:lnTo>
                  <a:lnTo>
                    <a:pt x="1387" y="411"/>
                  </a:lnTo>
                  <a:lnTo>
                    <a:pt x="1377" y="414"/>
                  </a:lnTo>
                  <a:lnTo>
                    <a:pt x="1367" y="418"/>
                  </a:lnTo>
                  <a:lnTo>
                    <a:pt x="1358" y="423"/>
                  </a:lnTo>
                  <a:lnTo>
                    <a:pt x="1349" y="429"/>
                  </a:lnTo>
                  <a:lnTo>
                    <a:pt x="1338" y="433"/>
                  </a:lnTo>
                  <a:lnTo>
                    <a:pt x="1325" y="433"/>
                  </a:lnTo>
                  <a:lnTo>
                    <a:pt x="1313" y="432"/>
                  </a:lnTo>
                  <a:lnTo>
                    <a:pt x="1300" y="434"/>
                  </a:lnTo>
                  <a:lnTo>
                    <a:pt x="1287" y="438"/>
                  </a:lnTo>
                  <a:lnTo>
                    <a:pt x="1274" y="438"/>
                  </a:lnTo>
                  <a:lnTo>
                    <a:pt x="1264" y="432"/>
                  </a:lnTo>
                  <a:lnTo>
                    <a:pt x="1258" y="421"/>
                  </a:lnTo>
                  <a:lnTo>
                    <a:pt x="1254" y="409"/>
                  </a:lnTo>
                  <a:lnTo>
                    <a:pt x="1249" y="404"/>
                  </a:lnTo>
                  <a:lnTo>
                    <a:pt x="1238" y="404"/>
                  </a:lnTo>
                  <a:lnTo>
                    <a:pt x="1223" y="406"/>
                  </a:lnTo>
                  <a:lnTo>
                    <a:pt x="1210" y="405"/>
                  </a:lnTo>
                  <a:lnTo>
                    <a:pt x="1201" y="401"/>
                  </a:lnTo>
                  <a:lnTo>
                    <a:pt x="1196" y="394"/>
                  </a:lnTo>
                  <a:lnTo>
                    <a:pt x="1191" y="388"/>
                  </a:lnTo>
                  <a:lnTo>
                    <a:pt x="1187" y="381"/>
                  </a:lnTo>
                  <a:lnTo>
                    <a:pt x="1186" y="373"/>
                  </a:lnTo>
                  <a:lnTo>
                    <a:pt x="1192" y="364"/>
                  </a:lnTo>
                  <a:lnTo>
                    <a:pt x="1201" y="356"/>
                  </a:lnTo>
                  <a:lnTo>
                    <a:pt x="1206" y="349"/>
                  </a:lnTo>
                  <a:lnTo>
                    <a:pt x="1205" y="342"/>
                  </a:lnTo>
                  <a:lnTo>
                    <a:pt x="1201" y="334"/>
                  </a:lnTo>
                  <a:lnTo>
                    <a:pt x="1202" y="327"/>
                  </a:lnTo>
                  <a:lnTo>
                    <a:pt x="1211" y="321"/>
                  </a:lnTo>
                  <a:lnTo>
                    <a:pt x="1223" y="317"/>
                  </a:lnTo>
                  <a:lnTo>
                    <a:pt x="1231" y="312"/>
                  </a:lnTo>
                  <a:lnTo>
                    <a:pt x="1231" y="304"/>
                  </a:lnTo>
                  <a:lnTo>
                    <a:pt x="1228" y="293"/>
                  </a:lnTo>
                  <a:lnTo>
                    <a:pt x="1228" y="282"/>
                  </a:lnTo>
                  <a:lnTo>
                    <a:pt x="1234" y="275"/>
                  </a:lnTo>
                  <a:lnTo>
                    <a:pt x="1246" y="273"/>
                  </a:lnTo>
                  <a:lnTo>
                    <a:pt x="1257" y="273"/>
                  </a:lnTo>
                  <a:lnTo>
                    <a:pt x="1268" y="272"/>
                  </a:lnTo>
                  <a:lnTo>
                    <a:pt x="1277" y="272"/>
                  </a:lnTo>
                  <a:lnTo>
                    <a:pt x="1287" y="275"/>
                  </a:lnTo>
                  <a:lnTo>
                    <a:pt x="1296" y="279"/>
                  </a:lnTo>
                  <a:lnTo>
                    <a:pt x="1303" y="281"/>
                  </a:lnTo>
                  <a:lnTo>
                    <a:pt x="1310" y="277"/>
                  </a:lnTo>
                  <a:lnTo>
                    <a:pt x="1320" y="269"/>
                  </a:lnTo>
                  <a:lnTo>
                    <a:pt x="1331" y="262"/>
                  </a:lnTo>
                  <a:lnTo>
                    <a:pt x="1342" y="262"/>
                  </a:lnTo>
                  <a:lnTo>
                    <a:pt x="1349" y="269"/>
                  </a:lnTo>
                  <a:lnTo>
                    <a:pt x="1355" y="277"/>
                  </a:lnTo>
                  <a:lnTo>
                    <a:pt x="1362" y="282"/>
                  </a:lnTo>
                  <a:lnTo>
                    <a:pt x="1373" y="284"/>
                  </a:lnTo>
                  <a:lnTo>
                    <a:pt x="1386" y="286"/>
                  </a:lnTo>
                  <a:lnTo>
                    <a:pt x="1394" y="291"/>
                  </a:lnTo>
                  <a:lnTo>
                    <a:pt x="1397" y="300"/>
                  </a:lnTo>
                  <a:lnTo>
                    <a:pt x="1397" y="309"/>
                  </a:lnTo>
                  <a:lnTo>
                    <a:pt x="1399" y="316"/>
                  </a:lnTo>
                  <a:lnTo>
                    <a:pt x="1404" y="323"/>
                  </a:lnTo>
                  <a:lnTo>
                    <a:pt x="1409" y="329"/>
                  </a:lnTo>
                  <a:lnTo>
                    <a:pt x="1412" y="336"/>
                  </a:lnTo>
                  <a:lnTo>
                    <a:pt x="1415" y="342"/>
                  </a:lnTo>
                  <a:close/>
                </a:path>
              </a:pathLst>
            </a:custGeom>
            <a:solidFill>
              <a:srgbClr val="EFD4E3">
                <a:alpha val="12900"/>
              </a:srgbClr>
            </a:solidFill>
            <a:ln>
              <a:noFill/>
            </a:ln>
          </p:spPr>
          <p:txBody>
            <a:bodyPr anchor="ctr"/>
            <a:lstStyle/>
            <a:p>
              <a:pPr algn="ctr">
                <a:buNone/>
              </a:pPr>
            </a:p>
          </p:txBody>
        </p:sp>
        <p:sp>
          <p:nvSpPr>
            <p:cNvPr id="672" name="addition:spatial:54"/>
            <p:cNvSpPr>
              <a:spLocks noGrp="1"/>
            </p:cNvSpPr>
            <p:nvPr/>
          </p:nvSpPr>
          <p:spPr>
            <a:xfrm>
              <a:off x="5648325" y="1666875"/>
              <a:ext cx="1852254" cy="725714"/>
            </a:xfrm>
            <a:custGeom>
              <a:avLst/>
              <a:gdLst/>
              <a:ahLst/>
              <a:cxnLst/>
              <a:rect l="l" t="t" r="r" b="b"/>
              <a:pathLst>
                <a:path w="1397" h="429">
                  <a:moveTo>
                    <a:pt x="0" y="0"/>
                  </a:moveTo>
                  <a:moveTo>
                    <a:pt x="1385" y="354"/>
                  </a:moveTo>
                  <a:lnTo>
                    <a:pt x="1388" y="360"/>
                  </a:lnTo>
                  <a:lnTo>
                    <a:pt x="1389" y="366"/>
                  </a:lnTo>
                  <a:lnTo>
                    <a:pt x="1388" y="372"/>
                  </a:lnTo>
                  <a:lnTo>
                    <a:pt x="1387" y="378"/>
                  </a:lnTo>
                  <a:lnTo>
                    <a:pt x="1391" y="385"/>
                  </a:lnTo>
                  <a:lnTo>
                    <a:pt x="1396" y="394"/>
                  </a:lnTo>
                  <a:lnTo>
                    <a:pt x="1397" y="403"/>
                  </a:lnTo>
                  <a:lnTo>
                    <a:pt x="1389" y="407"/>
                  </a:lnTo>
                  <a:lnTo>
                    <a:pt x="1376" y="407"/>
                  </a:lnTo>
                  <a:lnTo>
                    <a:pt x="1362" y="404"/>
                  </a:lnTo>
                  <a:lnTo>
                    <a:pt x="1353" y="403"/>
                  </a:lnTo>
                  <a:lnTo>
                    <a:pt x="1348" y="407"/>
                  </a:lnTo>
                  <a:lnTo>
                    <a:pt x="1345" y="413"/>
                  </a:lnTo>
                  <a:lnTo>
                    <a:pt x="1339" y="419"/>
                  </a:lnTo>
                  <a:lnTo>
                    <a:pt x="1331" y="421"/>
                  </a:lnTo>
                  <a:lnTo>
                    <a:pt x="1323" y="422"/>
                  </a:lnTo>
                  <a:lnTo>
                    <a:pt x="1314" y="425"/>
                  </a:lnTo>
                  <a:lnTo>
                    <a:pt x="1305" y="428"/>
                  </a:lnTo>
                  <a:lnTo>
                    <a:pt x="1294" y="429"/>
                  </a:lnTo>
                  <a:lnTo>
                    <a:pt x="1285" y="426"/>
                  </a:lnTo>
                  <a:lnTo>
                    <a:pt x="1276" y="422"/>
                  </a:lnTo>
                  <a:lnTo>
                    <a:pt x="1267" y="418"/>
                  </a:lnTo>
                  <a:lnTo>
                    <a:pt x="1256" y="417"/>
                  </a:lnTo>
                  <a:lnTo>
                    <a:pt x="1245" y="416"/>
                  </a:lnTo>
                  <a:lnTo>
                    <a:pt x="1236" y="412"/>
                  </a:lnTo>
                  <a:lnTo>
                    <a:pt x="1233" y="404"/>
                  </a:lnTo>
                  <a:lnTo>
                    <a:pt x="1234" y="394"/>
                  </a:lnTo>
                  <a:lnTo>
                    <a:pt x="1233" y="387"/>
                  </a:lnTo>
                  <a:lnTo>
                    <a:pt x="1225" y="384"/>
                  </a:lnTo>
                  <a:lnTo>
                    <a:pt x="1212" y="383"/>
                  </a:lnTo>
                  <a:lnTo>
                    <a:pt x="1198" y="380"/>
                  </a:lnTo>
                  <a:lnTo>
                    <a:pt x="1190" y="375"/>
                  </a:lnTo>
                  <a:lnTo>
                    <a:pt x="1187" y="368"/>
                  </a:lnTo>
                  <a:lnTo>
                    <a:pt x="1187" y="361"/>
                  </a:lnTo>
                  <a:lnTo>
                    <a:pt x="1187" y="354"/>
                  </a:lnTo>
                  <a:lnTo>
                    <a:pt x="1190" y="347"/>
                  </a:lnTo>
                  <a:lnTo>
                    <a:pt x="1197" y="341"/>
                  </a:lnTo>
                  <a:lnTo>
                    <a:pt x="1207" y="336"/>
                  </a:lnTo>
                  <a:lnTo>
                    <a:pt x="1217" y="332"/>
                  </a:lnTo>
                  <a:lnTo>
                    <a:pt x="1221" y="327"/>
                  </a:lnTo>
                  <a:lnTo>
                    <a:pt x="1220" y="320"/>
                  </a:lnTo>
                  <a:lnTo>
                    <a:pt x="1221" y="312"/>
                  </a:lnTo>
                  <a:lnTo>
                    <a:pt x="1227" y="307"/>
                  </a:lnTo>
                  <a:lnTo>
                    <a:pt x="1238" y="304"/>
                  </a:lnTo>
                  <a:lnTo>
                    <a:pt x="1249" y="303"/>
                  </a:lnTo>
                  <a:lnTo>
                    <a:pt x="1256" y="299"/>
                  </a:lnTo>
                  <a:lnTo>
                    <a:pt x="1261" y="292"/>
                  </a:lnTo>
                  <a:lnTo>
                    <a:pt x="1266" y="283"/>
                  </a:lnTo>
                  <a:lnTo>
                    <a:pt x="1275" y="278"/>
                  </a:lnTo>
                  <a:lnTo>
                    <a:pt x="1285" y="278"/>
                  </a:lnTo>
                  <a:lnTo>
                    <a:pt x="1296" y="281"/>
                  </a:lnTo>
                  <a:lnTo>
                    <a:pt x="1305" y="284"/>
                  </a:lnTo>
                  <a:lnTo>
                    <a:pt x="1314" y="287"/>
                  </a:lnTo>
                  <a:lnTo>
                    <a:pt x="1321" y="290"/>
                  </a:lnTo>
                  <a:lnTo>
                    <a:pt x="1327" y="294"/>
                  </a:lnTo>
                  <a:lnTo>
                    <a:pt x="1332" y="298"/>
                  </a:lnTo>
                  <a:lnTo>
                    <a:pt x="1339" y="298"/>
                  </a:lnTo>
                  <a:lnTo>
                    <a:pt x="1349" y="295"/>
                  </a:lnTo>
                  <a:lnTo>
                    <a:pt x="1362" y="291"/>
                  </a:lnTo>
                  <a:lnTo>
                    <a:pt x="1372" y="291"/>
                  </a:lnTo>
                  <a:lnTo>
                    <a:pt x="1377" y="297"/>
                  </a:lnTo>
                  <a:lnTo>
                    <a:pt x="1377" y="305"/>
                  </a:lnTo>
                  <a:lnTo>
                    <a:pt x="1376" y="314"/>
                  </a:lnTo>
                  <a:lnTo>
                    <a:pt x="1379" y="319"/>
                  </a:lnTo>
                  <a:lnTo>
                    <a:pt x="1385" y="323"/>
                  </a:lnTo>
                  <a:lnTo>
                    <a:pt x="1390" y="329"/>
                  </a:lnTo>
                  <a:lnTo>
                    <a:pt x="1390" y="335"/>
                  </a:lnTo>
                  <a:lnTo>
                    <a:pt x="1387" y="342"/>
                  </a:lnTo>
                  <a:lnTo>
                    <a:pt x="1384" y="348"/>
                  </a:lnTo>
                  <a:close/>
                </a:path>
              </a:pathLst>
            </a:custGeom>
            <a:solidFill>
              <a:srgbClr val="DA9FC0">
                <a:alpha val="12900"/>
              </a:srgbClr>
            </a:solidFill>
            <a:ln>
              <a:noFill/>
            </a:ln>
          </p:spPr>
          <p:txBody>
            <a:bodyPr anchor="ctr"/>
            <a:lstStyle/>
            <a:p>
              <a:pPr algn="ctr">
                <a:buNone/>
              </a:pPr>
            </a:p>
          </p:txBody>
        </p:sp>
        <p:sp>
          <p:nvSpPr>
            <p:cNvPr id="673" name="addition:spatial:55"/>
            <p:cNvSpPr>
              <a:spLocks noGrp="1"/>
            </p:cNvSpPr>
            <p:nvPr/>
          </p:nvSpPr>
          <p:spPr>
            <a:xfrm>
              <a:off x="5648325" y="1666875"/>
              <a:ext cx="1856232" cy="725714"/>
            </a:xfrm>
            <a:custGeom>
              <a:avLst/>
              <a:gdLst/>
              <a:ahLst/>
              <a:cxnLst/>
              <a:rect l="l" t="t" r="r" b="b"/>
              <a:pathLst>
                <a:path w="1400" h="429">
                  <a:moveTo>
                    <a:pt x="0" y="0"/>
                  </a:moveTo>
                  <a:moveTo>
                    <a:pt x="1397" y="359"/>
                  </a:moveTo>
                  <a:lnTo>
                    <a:pt x="1392" y="365"/>
                  </a:lnTo>
                  <a:lnTo>
                    <a:pt x="1388" y="370"/>
                  </a:lnTo>
                  <a:lnTo>
                    <a:pt x="1385" y="375"/>
                  </a:lnTo>
                  <a:lnTo>
                    <a:pt x="1380" y="380"/>
                  </a:lnTo>
                  <a:lnTo>
                    <a:pt x="1372" y="384"/>
                  </a:lnTo>
                  <a:lnTo>
                    <a:pt x="1365" y="387"/>
                  </a:lnTo>
                  <a:lnTo>
                    <a:pt x="1361" y="392"/>
                  </a:lnTo>
                  <a:lnTo>
                    <a:pt x="1360" y="398"/>
                  </a:lnTo>
                  <a:lnTo>
                    <a:pt x="1356" y="404"/>
                  </a:lnTo>
                  <a:lnTo>
                    <a:pt x="1349" y="407"/>
                  </a:lnTo>
                  <a:lnTo>
                    <a:pt x="1339" y="408"/>
                  </a:lnTo>
                  <a:lnTo>
                    <a:pt x="1330" y="409"/>
                  </a:lnTo>
                  <a:lnTo>
                    <a:pt x="1324" y="413"/>
                  </a:lnTo>
                  <a:lnTo>
                    <a:pt x="1318" y="420"/>
                  </a:lnTo>
                  <a:lnTo>
                    <a:pt x="1311" y="427"/>
                  </a:lnTo>
                  <a:lnTo>
                    <a:pt x="1302" y="429"/>
                  </a:lnTo>
                  <a:lnTo>
                    <a:pt x="1293" y="425"/>
                  </a:lnTo>
                  <a:lnTo>
                    <a:pt x="1284" y="419"/>
                  </a:lnTo>
                  <a:lnTo>
                    <a:pt x="1278" y="414"/>
                  </a:lnTo>
                  <a:lnTo>
                    <a:pt x="1271" y="412"/>
                  </a:lnTo>
                  <a:lnTo>
                    <a:pt x="1265" y="411"/>
                  </a:lnTo>
                  <a:lnTo>
                    <a:pt x="1259" y="409"/>
                  </a:lnTo>
                  <a:lnTo>
                    <a:pt x="1254" y="407"/>
                  </a:lnTo>
                  <a:lnTo>
                    <a:pt x="1247" y="407"/>
                  </a:lnTo>
                  <a:lnTo>
                    <a:pt x="1237" y="408"/>
                  </a:lnTo>
                  <a:lnTo>
                    <a:pt x="1227" y="408"/>
                  </a:lnTo>
                  <a:lnTo>
                    <a:pt x="1220" y="405"/>
                  </a:lnTo>
                  <a:lnTo>
                    <a:pt x="1219" y="398"/>
                  </a:lnTo>
                  <a:lnTo>
                    <a:pt x="1223" y="391"/>
                  </a:lnTo>
                  <a:lnTo>
                    <a:pt x="1225" y="384"/>
                  </a:lnTo>
                  <a:lnTo>
                    <a:pt x="1222" y="380"/>
                  </a:lnTo>
                  <a:lnTo>
                    <a:pt x="1216" y="375"/>
                  </a:lnTo>
                  <a:lnTo>
                    <a:pt x="1213" y="370"/>
                  </a:lnTo>
                  <a:lnTo>
                    <a:pt x="1215" y="365"/>
                  </a:lnTo>
                  <a:lnTo>
                    <a:pt x="1221" y="359"/>
                  </a:lnTo>
                  <a:lnTo>
                    <a:pt x="1226" y="354"/>
                  </a:lnTo>
                  <a:lnTo>
                    <a:pt x="1227" y="349"/>
                  </a:lnTo>
                  <a:lnTo>
                    <a:pt x="1224" y="344"/>
                  </a:lnTo>
                  <a:lnTo>
                    <a:pt x="1222" y="338"/>
                  </a:lnTo>
                  <a:lnTo>
                    <a:pt x="1222" y="332"/>
                  </a:lnTo>
                  <a:lnTo>
                    <a:pt x="1223" y="327"/>
                  </a:lnTo>
                  <a:lnTo>
                    <a:pt x="1223" y="320"/>
                  </a:lnTo>
                  <a:lnTo>
                    <a:pt x="1224" y="313"/>
                  </a:lnTo>
                  <a:lnTo>
                    <a:pt x="1228" y="308"/>
                  </a:lnTo>
                  <a:lnTo>
                    <a:pt x="1237" y="307"/>
                  </a:lnTo>
                  <a:lnTo>
                    <a:pt x="1248" y="310"/>
                  </a:lnTo>
                  <a:lnTo>
                    <a:pt x="1258" y="313"/>
                  </a:lnTo>
                  <a:lnTo>
                    <a:pt x="1264" y="313"/>
                  </a:lnTo>
                  <a:lnTo>
                    <a:pt x="1267" y="308"/>
                  </a:lnTo>
                  <a:lnTo>
                    <a:pt x="1271" y="301"/>
                  </a:lnTo>
                  <a:lnTo>
                    <a:pt x="1277" y="297"/>
                  </a:lnTo>
                  <a:lnTo>
                    <a:pt x="1285" y="297"/>
                  </a:lnTo>
                  <a:lnTo>
                    <a:pt x="1292" y="298"/>
                  </a:lnTo>
                  <a:lnTo>
                    <a:pt x="1300" y="299"/>
                  </a:lnTo>
                  <a:lnTo>
                    <a:pt x="1308" y="298"/>
                  </a:lnTo>
                  <a:lnTo>
                    <a:pt x="1317" y="297"/>
                  </a:lnTo>
                  <a:lnTo>
                    <a:pt x="1325" y="299"/>
                  </a:lnTo>
                  <a:lnTo>
                    <a:pt x="1332" y="304"/>
                  </a:lnTo>
                  <a:lnTo>
                    <a:pt x="1339" y="308"/>
                  </a:lnTo>
                  <a:lnTo>
                    <a:pt x="1347" y="310"/>
                  </a:lnTo>
                  <a:lnTo>
                    <a:pt x="1355" y="313"/>
                  </a:lnTo>
                  <a:lnTo>
                    <a:pt x="1360" y="319"/>
                  </a:lnTo>
                  <a:lnTo>
                    <a:pt x="1360" y="326"/>
                  </a:lnTo>
                  <a:lnTo>
                    <a:pt x="1358" y="333"/>
                  </a:lnTo>
                  <a:lnTo>
                    <a:pt x="1361" y="338"/>
                  </a:lnTo>
                  <a:lnTo>
                    <a:pt x="1370" y="340"/>
                  </a:lnTo>
                  <a:lnTo>
                    <a:pt x="1384" y="343"/>
                  </a:lnTo>
                  <a:lnTo>
                    <a:pt x="1396" y="347"/>
                  </a:lnTo>
                  <a:lnTo>
                    <a:pt x="1400" y="353"/>
                  </a:lnTo>
                  <a:close/>
                </a:path>
              </a:pathLst>
            </a:custGeom>
            <a:solidFill>
              <a:srgbClr val="CC79A7">
                <a:alpha val="10500"/>
              </a:srgbClr>
            </a:solidFill>
            <a:ln>
              <a:noFill/>
            </a:ln>
          </p:spPr>
          <p:txBody>
            <a:bodyPr anchor="ctr"/>
            <a:lstStyle/>
            <a:p>
              <a:pPr algn="ctr">
                <a:buNone/>
              </a:pPr>
            </a:p>
          </p:txBody>
        </p:sp>
        <p:sp>
          <p:nvSpPr>
            <p:cNvPr id="674" name="addition:spatial:56"/>
            <p:cNvSpPr>
              <a:spLocks noGrp="1"/>
            </p:cNvSpPr>
            <p:nvPr/>
          </p:nvSpPr>
          <p:spPr>
            <a:xfrm>
              <a:off x="5648325" y="1666875"/>
              <a:ext cx="1726296" cy="619140"/>
            </a:xfrm>
            <a:custGeom>
              <a:avLst/>
              <a:gdLst/>
              <a:ahLst/>
              <a:cxnLst/>
              <a:rect l="l" t="t" r="r" b="b"/>
              <a:pathLst>
                <a:path w="1302" h="366">
                  <a:moveTo>
                    <a:pt x="0" y="0"/>
                  </a:moveTo>
                  <a:moveTo>
                    <a:pt x="1294" y="339"/>
                  </a:moveTo>
                  <a:lnTo>
                    <a:pt x="1295" y="341"/>
                  </a:lnTo>
                  <a:lnTo>
                    <a:pt x="1298" y="344"/>
                  </a:lnTo>
                  <a:lnTo>
                    <a:pt x="1301" y="347"/>
                  </a:lnTo>
                  <a:lnTo>
                    <a:pt x="1302" y="350"/>
                  </a:lnTo>
                  <a:lnTo>
                    <a:pt x="1299" y="352"/>
                  </a:lnTo>
                  <a:lnTo>
                    <a:pt x="1294" y="352"/>
                  </a:lnTo>
                  <a:lnTo>
                    <a:pt x="1289" y="353"/>
                  </a:lnTo>
                  <a:lnTo>
                    <a:pt x="1287" y="354"/>
                  </a:lnTo>
                  <a:lnTo>
                    <a:pt x="1286" y="356"/>
                  </a:lnTo>
                  <a:lnTo>
                    <a:pt x="1285" y="358"/>
                  </a:lnTo>
                  <a:lnTo>
                    <a:pt x="1282" y="360"/>
                  </a:lnTo>
                  <a:lnTo>
                    <a:pt x="1279" y="361"/>
                  </a:lnTo>
                  <a:lnTo>
                    <a:pt x="1276" y="362"/>
                  </a:lnTo>
                  <a:lnTo>
                    <a:pt x="1273" y="363"/>
                  </a:lnTo>
                  <a:lnTo>
                    <a:pt x="1270" y="365"/>
                  </a:lnTo>
                  <a:lnTo>
                    <a:pt x="1266" y="366"/>
                  </a:lnTo>
                  <a:lnTo>
                    <a:pt x="1262" y="366"/>
                  </a:lnTo>
                  <a:lnTo>
                    <a:pt x="1259" y="365"/>
                  </a:lnTo>
                  <a:lnTo>
                    <a:pt x="1255" y="365"/>
                  </a:lnTo>
                  <a:lnTo>
                    <a:pt x="1251" y="366"/>
                  </a:lnTo>
                  <a:lnTo>
                    <a:pt x="1247" y="366"/>
                  </a:lnTo>
                  <a:lnTo>
                    <a:pt x="1243" y="364"/>
                  </a:lnTo>
                  <a:lnTo>
                    <a:pt x="1242" y="360"/>
                  </a:lnTo>
                  <a:lnTo>
                    <a:pt x="1241" y="357"/>
                  </a:lnTo>
                  <a:lnTo>
                    <a:pt x="1240" y="355"/>
                  </a:lnTo>
                  <a:lnTo>
                    <a:pt x="1236" y="355"/>
                  </a:lnTo>
                  <a:lnTo>
                    <a:pt x="1231" y="355"/>
                  </a:lnTo>
                  <a:lnTo>
                    <a:pt x="1227" y="355"/>
                  </a:lnTo>
                  <a:lnTo>
                    <a:pt x="1224" y="353"/>
                  </a:lnTo>
                  <a:lnTo>
                    <a:pt x="1223" y="351"/>
                  </a:lnTo>
                  <a:lnTo>
                    <a:pt x="1222" y="349"/>
                  </a:lnTo>
                  <a:lnTo>
                    <a:pt x="1221" y="346"/>
                  </a:lnTo>
                  <a:lnTo>
                    <a:pt x="1221" y="344"/>
                  </a:lnTo>
                  <a:lnTo>
                    <a:pt x="1223" y="342"/>
                  </a:lnTo>
                  <a:lnTo>
                    <a:pt x="1226" y="339"/>
                  </a:lnTo>
                  <a:lnTo>
                    <a:pt x="1228" y="337"/>
                  </a:lnTo>
                  <a:lnTo>
                    <a:pt x="1228" y="335"/>
                  </a:lnTo>
                  <a:lnTo>
                    <a:pt x="1227" y="333"/>
                  </a:lnTo>
                  <a:lnTo>
                    <a:pt x="1228" y="330"/>
                  </a:lnTo>
                  <a:lnTo>
                    <a:pt x="1231" y="328"/>
                  </a:lnTo>
                  <a:lnTo>
                    <a:pt x="1234" y="327"/>
                  </a:lnTo>
                  <a:lnTo>
                    <a:pt x="1237" y="326"/>
                  </a:lnTo>
                  <a:lnTo>
                    <a:pt x="1238" y="324"/>
                  </a:lnTo>
                  <a:lnTo>
                    <a:pt x="1237" y="320"/>
                  </a:lnTo>
                  <a:lnTo>
                    <a:pt x="1238" y="317"/>
                  </a:lnTo>
                  <a:lnTo>
                    <a:pt x="1240" y="315"/>
                  </a:lnTo>
                  <a:lnTo>
                    <a:pt x="1244" y="314"/>
                  </a:lnTo>
                  <a:lnTo>
                    <a:pt x="1248" y="315"/>
                  </a:lnTo>
                  <a:lnTo>
                    <a:pt x="1251" y="315"/>
                  </a:lnTo>
                  <a:lnTo>
                    <a:pt x="1254" y="315"/>
                  </a:lnTo>
                  <a:lnTo>
                    <a:pt x="1257" y="316"/>
                  </a:lnTo>
                  <a:lnTo>
                    <a:pt x="1259" y="317"/>
                  </a:lnTo>
                  <a:lnTo>
                    <a:pt x="1262" y="318"/>
                  </a:lnTo>
                  <a:lnTo>
                    <a:pt x="1264" y="317"/>
                  </a:lnTo>
                  <a:lnTo>
                    <a:pt x="1267" y="315"/>
                  </a:lnTo>
                  <a:lnTo>
                    <a:pt x="1271" y="313"/>
                  </a:lnTo>
                  <a:lnTo>
                    <a:pt x="1274" y="313"/>
                  </a:lnTo>
                  <a:lnTo>
                    <a:pt x="1276" y="315"/>
                  </a:lnTo>
                  <a:lnTo>
                    <a:pt x="1278" y="318"/>
                  </a:lnTo>
                  <a:lnTo>
                    <a:pt x="1279" y="320"/>
                  </a:lnTo>
                  <a:lnTo>
                    <a:pt x="1282" y="321"/>
                  </a:lnTo>
                  <a:lnTo>
                    <a:pt x="1286" y="321"/>
                  </a:lnTo>
                  <a:lnTo>
                    <a:pt x="1289" y="323"/>
                  </a:lnTo>
                  <a:lnTo>
                    <a:pt x="1289" y="326"/>
                  </a:lnTo>
                  <a:lnTo>
                    <a:pt x="1289" y="329"/>
                  </a:lnTo>
                  <a:lnTo>
                    <a:pt x="1289" y="331"/>
                  </a:lnTo>
                  <a:lnTo>
                    <a:pt x="1290" y="333"/>
                  </a:lnTo>
                  <a:lnTo>
                    <a:pt x="1291" y="335"/>
                  </a:lnTo>
                  <a:lnTo>
                    <a:pt x="1293" y="337"/>
                  </a:lnTo>
                  <a:close/>
                </a:path>
              </a:pathLst>
            </a:custGeom>
            <a:solidFill>
              <a:srgbClr val="DA9FC0">
                <a:alpha val="9600"/>
              </a:srgbClr>
            </a:solidFill>
            <a:ln>
              <a:noFill/>
            </a:ln>
          </p:spPr>
          <p:txBody>
            <a:bodyPr anchor="ctr"/>
            <a:lstStyle/>
            <a:p>
              <a:pPr algn="ctr">
                <a:buNone/>
              </a:pPr>
            </a:p>
          </p:txBody>
        </p:sp>
        <p:sp>
          <p:nvSpPr>
            <p:cNvPr id="675" name="addition:spatial:57"/>
            <p:cNvSpPr>
              <a:spLocks noGrp="1"/>
            </p:cNvSpPr>
            <p:nvPr/>
          </p:nvSpPr>
          <p:spPr>
            <a:xfrm>
              <a:off x="5648325" y="1666875"/>
              <a:ext cx="1758117" cy="583616"/>
            </a:xfrm>
            <a:custGeom>
              <a:avLst/>
              <a:gdLst/>
              <a:ahLst/>
              <a:cxnLst/>
              <a:rect l="l" t="t" r="r" b="b"/>
              <a:pathLst>
                <a:path w="1326" h="345">
                  <a:moveTo>
                    <a:pt x="0" y="0"/>
                  </a:moveTo>
                  <a:moveTo>
                    <a:pt x="1326" y="319"/>
                  </a:moveTo>
                  <a:lnTo>
                    <a:pt x="1325" y="321"/>
                  </a:lnTo>
                  <a:lnTo>
                    <a:pt x="1322" y="323"/>
                  </a:lnTo>
                  <a:lnTo>
                    <a:pt x="1320" y="325"/>
                  </a:lnTo>
                  <a:lnTo>
                    <a:pt x="1320" y="327"/>
                  </a:lnTo>
                  <a:lnTo>
                    <a:pt x="1319" y="329"/>
                  </a:lnTo>
                  <a:lnTo>
                    <a:pt x="1317" y="331"/>
                  </a:lnTo>
                  <a:lnTo>
                    <a:pt x="1313" y="332"/>
                  </a:lnTo>
                  <a:lnTo>
                    <a:pt x="1310" y="333"/>
                  </a:lnTo>
                  <a:lnTo>
                    <a:pt x="1308" y="335"/>
                  </a:lnTo>
                  <a:lnTo>
                    <a:pt x="1308" y="338"/>
                  </a:lnTo>
                  <a:lnTo>
                    <a:pt x="1307" y="342"/>
                  </a:lnTo>
                  <a:lnTo>
                    <a:pt x="1305" y="345"/>
                  </a:lnTo>
                  <a:lnTo>
                    <a:pt x="1302" y="345"/>
                  </a:lnTo>
                  <a:lnTo>
                    <a:pt x="1298" y="344"/>
                  </a:lnTo>
                  <a:lnTo>
                    <a:pt x="1294" y="342"/>
                  </a:lnTo>
                  <a:lnTo>
                    <a:pt x="1291" y="342"/>
                  </a:lnTo>
                  <a:lnTo>
                    <a:pt x="1288" y="342"/>
                  </a:lnTo>
                  <a:lnTo>
                    <a:pt x="1286" y="341"/>
                  </a:lnTo>
                  <a:lnTo>
                    <a:pt x="1284" y="341"/>
                  </a:lnTo>
                  <a:lnTo>
                    <a:pt x="1282" y="340"/>
                  </a:lnTo>
                  <a:lnTo>
                    <a:pt x="1279" y="341"/>
                  </a:lnTo>
                  <a:lnTo>
                    <a:pt x="1275" y="342"/>
                  </a:lnTo>
                  <a:lnTo>
                    <a:pt x="1272" y="343"/>
                  </a:lnTo>
                  <a:lnTo>
                    <a:pt x="1270" y="341"/>
                  </a:lnTo>
                  <a:lnTo>
                    <a:pt x="1269" y="339"/>
                  </a:lnTo>
                  <a:lnTo>
                    <a:pt x="1268" y="336"/>
                  </a:lnTo>
                  <a:lnTo>
                    <a:pt x="1266" y="335"/>
                  </a:lnTo>
                  <a:lnTo>
                    <a:pt x="1263" y="334"/>
                  </a:lnTo>
                  <a:lnTo>
                    <a:pt x="1260" y="333"/>
                  </a:lnTo>
                  <a:lnTo>
                    <a:pt x="1259" y="330"/>
                  </a:lnTo>
                  <a:lnTo>
                    <a:pt x="1260" y="327"/>
                  </a:lnTo>
                  <a:lnTo>
                    <a:pt x="1262" y="325"/>
                  </a:lnTo>
                  <a:lnTo>
                    <a:pt x="1263" y="323"/>
                  </a:lnTo>
                  <a:lnTo>
                    <a:pt x="1262" y="321"/>
                  </a:lnTo>
                  <a:lnTo>
                    <a:pt x="1260" y="319"/>
                  </a:lnTo>
                  <a:lnTo>
                    <a:pt x="1258" y="317"/>
                  </a:lnTo>
                  <a:lnTo>
                    <a:pt x="1257" y="314"/>
                  </a:lnTo>
                  <a:lnTo>
                    <a:pt x="1256" y="312"/>
                  </a:lnTo>
                  <a:lnTo>
                    <a:pt x="1254" y="309"/>
                  </a:lnTo>
                  <a:lnTo>
                    <a:pt x="1253" y="306"/>
                  </a:lnTo>
                  <a:lnTo>
                    <a:pt x="1255" y="304"/>
                  </a:lnTo>
                  <a:lnTo>
                    <a:pt x="1259" y="303"/>
                  </a:lnTo>
                  <a:lnTo>
                    <a:pt x="1264" y="304"/>
                  </a:lnTo>
                  <a:lnTo>
                    <a:pt x="1267" y="303"/>
                  </a:lnTo>
                  <a:lnTo>
                    <a:pt x="1268" y="301"/>
                  </a:lnTo>
                  <a:lnTo>
                    <a:pt x="1268" y="299"/>
                  </a:lnTo>
                  <a:lnTo>
                    <a:pt x="1270" y="297"/>
                  </a:lnTo>
                  <a:lnTo>
                    <a:pt x="1273" y="296"/>
                  </a:lnTo>
                  <a:lnTo>
                    <a:pt x="1277" y="296"/>
                  </a:lnTo>
                  <a:lnTo>
                    <a:pt x="1280" y="296"/>
                  </a:lnTo>
                  <a:lnTo>
                    <a:pt x="1282" y="295"/>
                  </a:lnTo>
                  <a:lnTo>
                    <a:pt x="1286" y="293"/>
                  </a:lnTo>
                  <a:lnTo>
                    <a:pt x="1289" y="292"/>
                  </a:lnTo>
                  <a:lnTo>
                    <a:pt x="1293" y="292"/>
                  </a:lnTo>
                  <a:lnTo>
                    <a:pt x="1296" y="293"/>
                  </a:lnTo>
                  <a:lnTo>
                    <a:pt x="1300" y="293"/>
                  </a:lnTo>
                  <a:lnTo>
                    <a:pt x="1304" y="294"/>
                  </a:lnTo>
                  <a:lnTo>
                    <a:pt x="1307" y="296"/>
                  </a:lnTo>
                  <a:lnTo>
                    <a:pt x="1308" y="298"/>
                  </a:lnTo>
                  <a:lnTo>
                    <a:pt x="1309" y="302"/>
                  </a:lnTo>
                  <a:lnTo>
                    <a:pt x="1310" y="304"/>
                  </a:lnTo>
                  <a:lnTo>
                    <a:pt x="1312" y="305"/>
                  </a:lnTo>
                  <a:lnTo>
                    <a:pt x="1317" y="305"/>
                  </a:lnTo>
                  <a:lnTo>
                    <a:pt x="1322" y="305"/>
                  </a:lnTo>
                  <a:lnTo>
                    <a:pt x="1326" y="307"/>
                  </a:lnTo>
                  <a:lnTo>
                    <a:pt x="1326" y="309"/>
                  </a:lnTo>
                  <a:lnTo>
                    <a:pt x="1326" y="312"/>
                  </a:lnTo>
                  <a:lnTo>
                    <a:pt x="1326" y="314"/>
                  </a:lnTo>
                  <a:lnTo>
                    <a:pt x="1326" y="316"/>
                  </a:lnTo>
                  <a:close/>
                </a:path>
              </a:pathLst>
            </a:custGeom>
            <a:solidFill>
              <a:srgbClr val="DA9FC0">
                <a:alpha val="9600"/>
              </a:srgbClr>
            </a:solidFill>
            <a:ln>
              <a:noFill/>
            </a:ln>
          </p:spPr>
          <p:txBody>
            <a:bodyPr anchor="ctr"/>
            <a:lstStyle/>
            <a:p>
              <a:pPr algn="ctr">
                <a:buNone/>
              </a:pPr>
            </a:p>
          </p:txBody>
        </p:sp>
        <p:sp>
          <p:nvSpPr>
            <p:cNvPr id="676" name="addition:spatial:58"/>
            <p:cNvSpPr>
              <a:spLocks noGrp="1"/>
            </p:cNvSpPr>
            <p:nvPr/>
          </p:nvSpPr>
          <p:spPr>
            <a:xfrm>
              <a:off x="5648325" y="1666875"/>
              <a:ext cx="1804523" cy="595457"/>
            </a:xfrm>
            <a:custGeom>
              <a:avLst/>
              <a:gdLst/>
              <a:ahLst/>
              <a:cxnLst/>
              <a:rect l="l" t="t" r="r" b="b"/>
              <a:pathLst>
                <a:path w="1361" h="352">
                  <a:moveTo>
                    <a:pt x="0" y="0"/>
                  </a:moveTo>
                  <a:moveTo>
                    <a:pt x="1359" y="324"/>
                  </a:moveTo>
                  <a:lnTo>
                    <a:pt x="1359" y="327"/>
                  </a:lnTo>
                  <a:lnTo>
                    <a:pt x="1357" y="329"/>
                  </a:lnTo>
                  <a:lnTo>
                    <a:pt x="1353" y="331"/>
                  </a:lnTo>
                  <a:lnTo>
                    <a:pt x="1349" y="332"/>
                  </a:lnTo>
                  <a:lnTo>
                    <a:pt x="1348" y="334"/>
                  </a:lnTo>
                  <a:lnTo>
                    <a:pt x="1349" y="337"/>
                  </a:lnTo>
                  <a:lnTo>
                    <a:pt x="1350" y="341"/>
                  </a:lnTo>
                  <a:lnTo>
                    <a:pt x="1350" y="344"/>
                  </a:lnTo>
                  <a:lnTo>
                    <a:pt x="1348" y="346"/>
                  </a:lnTo>
                  <a:lnTo>
                    <a:pt x="1345" y="348"/>
                  </a:lnTo>
                  <a:lnTo>
                    <a:pt x="1343" y="349"/>
                  </a:lnTo>
                  <a:lnTo>
                    <a:pt x="1340" y="350"/>
                  </a:lnTo>
                  <a:lnTo>
                    <a:pt x="1336" y="350"/>
                  </a:lnTo>
                  <a:lnTo>
                    <a:pt x="1333" y="348"/>
                  </a:lnTo>
                  <a:lnTo>
                    <a:pt x="1330" y="347"/>
                  </a:lnTo>
                  <a:lnTo>
                    <a:pt x="1328" y="347"/>
                  </a:lnTo>
                  <a:lnTo>
                    <a:pt x="1326" y="349"/>
                  </a:lnTo>
                  <a:lnTo>
                    <a:pt x="1323" y="351"/>
                  </a:lnTo>
                  <a:lnTo>
                    <a:pt x="1320" y="352"/>
                  </a:lnTo>
                  <a:lnTo>
                    <a:pt x="1318" y="351"/>
                  </a:lnTo>
                  <a:lnTo>
                    <a:pt x="1315" y="349"/>
                  </a:lnTo>
                  <a:lnTo>
                    <a:pt x="1313" y="348"/>
                  </a:lnTo>
                  <a:lnTo>
                    <a:pt x="1310" y="348"/>
                  </a:lnTo>
                  <a:lnTo>
                    <a:pt x="1306" y="348"/>
                  </a:lnTo>
                  <a:lnTo>
                    <a:pt x="1303" y="348"/>
                  </a:lnTo>
                  <a:lnTo>
                    <a:pt x="1300" y="346"/>
                  </a:lnTo>
                  <a:lnTo>
                    <a:pt x="1299" y="343"/>
                  </a:lnTo>
                  <a:lnTo>
                    <a:pt x="1298" y="340"/>
                  </a:lnTo>
                  <a:lnTo>
                    <a:pt x="1297" y="338"/>
                  </a:lnTo>
                  <a:lnTo>
                    <a:pt x="1296" y="335"/>
                  </a:lnTo>
                  <a:lnTo>
                    <a:pt x="1296" y="333"/>
                  </a:lnTo>
                  <a:lnTo>
                    <a:pt x="1296" y="330"/>
                  </a:lnTo>
                  <a:lnTo>
                    <a:pt x="1295" y="328"/>
                  </a:lnTo>
                  <a:lnTo>
                    <a:pt x="1292" y="327"/>
                  </a:lnTo>
                  <a:lnTo>
                    <a:pt x="1286" y="324"/>
                  </a:lnTo>
                  <a:lnTo>
                    <a:pt x="1283" y="322"/>
                  </a:lnTo>
                  <a:lnTo>
                    <a:pt x="1282" y="319"/>
                  </a:lnTo>
                  <a:lnTo>
                    <a:pt x="1285" y="317"/>
                  </a:lnTo>
                  <a:lnTo>
                    <a:pt x="1289" y="315"/>
                  </a:lnTo>
                  <a:lnTo>
                    <a:pt x="1291" y="313"/>
                  </a:lnTo>
                  <a:lnTo>
                    <a:pt x="1292" y="311"/>
                  </a:lnTo>
                  <a:lnTo>
                    <a:pt x="1293" y="309"/>
                  </a:lnTo>
                  <a:lnTo>
                    <a:pt x="1295" y="307"/>
                  </a:lnTo>
                  <a:lnTo>
                    <a:pt x="1298" y="306"/>
                  </a:lnTo>
                  <a:lnTo>
                    <a:pt x="1301" y="305"/>
                  </a:lnTo>
                  <a:lnTo>
                    <a:pt x="1303" y="303"/>
                  </a:lnTo>
                  <a:lnTo>
                    <a:pt x="1306" y="301"/>
                  </a:lnTo>
                  <a:lnTo>
                    <a:pt x="1309" y="300"/>
                  </a:lnTo>
                  <a:lnTo>
                    <a:pt x="1312" y="299"/>
                  </a:lnTo>
                  <a:lnTo>
                    <a:pt x="1316" y="299"/>
                  </a:lnTo>
                  <a:lnTo>
                    <a:pt x="1319" y="298"/>
                  </a:lnTo>
                  <a:lnTo>
                    <a:pt x="1322" y="295"/>
                  </a:lnTo>
                  <a:lnTo>
                    <a:pt x="1326" y="293"/>
                  </a:lnTo>
                  <a:lnTo>
                    <a:pt x="1331" y="293"/>
                  </a:lnTo>
                  <a:lnTo>
                    <a:pt x="1334" y="296"/>
                  </a:lnTo>
                  <a:lnTo>
                    <a:pt x="1336" y="300"/>
                  </a:lnTo>
                  <a:lnTo>
                    <a:pt x="1338" y="303"/>
                  </a:lnTo>
                  <a:lnTo>
                    <a:pt x="1340" y="304"/>
                  </a:lnTo>
                  <a:lnTo>
                    <a:pt x="1344" y="304"/>
                  </a:lnTo>
                  <a:lnTo>
                    <a:pt x="1347" y="305"/>
                  </a:lnTo>
                  <a:lnTo>
                    <a:pt x="1350" y="305"/>
                  </a:lnTo>
                  <a:lnTo>
                    <a:pt x="1353" y="307"/>
                  </a:lnTo>
                  <a:lnTo>
                    <a:pt x="1355" y="308"/>
                  </a:lnTo>
                  <a:lnTo>
                    <a:pt x="1358" y="309"/>
                  </a:lnTo>
                  <a:lnTo>
                    <a:pt x="1361" y="311"/>
                  </a:lnTo>
                  <a:lnTo>
                    <a:pt x="1360" y="314"/>
                  </a:lnTo>
                  <a:lnTo>
                    <a:pt x="1359" y="317"/>
                  </a:lnTo>
                  <a:lnTo>
                    <a:pt x="1357" y="320"/>
                  </a:lnTo>
                  <a:lnTo>
                    <a:pt x="1358" y="322"/>
                  </a:lnTo>
                  <a:close/>
                </a:path>
              </a:pathLst>
            </a:custGeom>
            <a:solidFill>
              <a:srgbClr val="DA9FC0">
                <a:alpha val="9600"/>
              </a:srgbClr>
            </a:solidFill>
            <a:ln>
              <a:noFill/>
            </a:ln>
          </p:spPr>
          <p:txBody>
            <a:bodyPr anchor="ctr"/>
            <a:lstStyle/>
            <a:p>
              <a:pPr algn="ctr">
                <a:buNone/>
              </a:pPr>
            </a:p>
          </p:txBody>
        </p:sp>
        <p:sp>
          <p:nvSpPr>
            <p:cNvPr id="677" name="addition:spatial:59"/>
            <p:cNvSpPr>
              <a:spLocks noGrp="1"/>
            </p:cNvSpPr>
            <p:nvPr/>
          </p:nvSpPr>
          <p:spPr>
            <a:xfrm>
              <a:off x="5648325" y="1666875"/>
              <a:ext cx="1846951" cy="642823"/>
            </a:xfrm>
            <a:custGeom>
              <a:avLst/>
              <a:gdLst/>
              <a:ahLst/>
              <a:cxnLst/>
              <a:rect l="l" t="t" r="r" b="b"/>
              <a:pathLst>
                <a:path w="1393" h="380">
                  <a:moveTo>
                    <a:pt x="0" y="0"/>
                  </a:moveTo>
                  <a:moveTo>
                    <a:pt x="1392" y="347"/>
                  </a:moveTo>
                  <a:lnTo>
                    <a:pt x="1393" y="350"/>
                  </a:lnTo>
                  <a:lnTo>
                    <a:pt x="1393" y="352"/>
                  </a:lnTo>
                  <a:lnTo>
                    <a:pt x="1392" y="355"/>
                  </a:lnTo>
                  <a:lnTo>
                    <a:pt x="1389" y="357"/>
                  </a:lnTo>
                  <a:lnTo>
                    <a:pt x="1386" y="359"/>
                  </a:lnTo>
                  <a:lnTo>
                    <a:pt x="1384" y="361"/>
                  </a:lnTo>
                  <a:lnTo>
                    <a:pt x="1382" y="364"/>
                  </a:lnTo>
                  <a:lnTo>
                    <a:pt x="1379" y="365"/>
                  </a:lnTo>
                  <a:lnTo>
                    <a:pt x="1375" y="366"/>
                  </a:lnTo>
                  <a:lnTo>
                    <a:pt x="1371" y="367"/>
                  </a:lnTo>
                  <a:lnTo>
                    <a:pt x="1369" y="368"/>
                  </a:lnTo>
                  <a:lnTo>
                    <a:pt x="1367" y="372"/>
                  </a:lnTo>
                  <a:lnTo>
                    <a:pt x="1366" y="377"/>
                  </a:lnTo>
                  <a:lnTo>
                    <a:pt x="1363" y="380"/>
                  </a:lnTo>
                  <a:lnTo>
                    <a:pt x="1358" y="380"/>
                  </a:lnTo>
                  <a:lnTo>
                    <a:pt x="1354" y="378"/>
                  </a:lnTo>
                  <a:lnTo>
                    <a:pt x="1350" y="375"/>
                  </a:lnTo>
                  <a:lnTo>
                    <a:pt x="1346" y="374"/>
                  </a:lnTo>
                  <a:lnTo>
                    <a:pt x="1343" y="374"/>
                  </a:lnTo>
                  <a:lnTo>
                    <a:pt x="1340" y="373"/>
                  </a:lnTo>
                  <a:lnTo>
                    <a:pt x="1337" y="372"/>
                  </a:lnTo>
                  <a:lnTo>
                    <a:pt x="1335" y="371"/>
                  </a:lnTo>
                  <a:lnTo>
                    <a:pt x="1332" y="371"/>
                  </a:lnTo>
                  <a:lnTo>
                    <a:pt x="1328" y="371"/>
                  </a:lnTo>
                  <a:lnTo>
                    <a:pt x="1324" y="371"/>
                  </a:lnTo>
                  <a:lnTo>
                    <a:pt x="1322" y="369"/>
                  </a:lnTo>
                  <a:lnTo>
                    <a:pt x="1321" y="366"/>
                  </a:lnTo>
                  <a:lnTo>
                    <a:pt x="1321" y="364"/>
                  </a:lnTo>
                  <a:lnTo>
                    <a:pt x="1319" y="362"/>
                  </a:lnTo>
                  <a:lnTo>
                    <a:pt x="1315" y="360"/>
                  </a:lnTo>
                  <a:lnTo>
                    <a:pt x="1312" y="358"/>
                  </a:lnTo>
                  <a:lnTo>
                    <a:pt x="1312" y="355"/>
                  </a:lnTo>
                  <a:lnTo>
                    <a:pt x="1316" y="352"/>
                  </a:lnTo>
                  <a:lnTo>
                    <a:pt x="1320" y="349"/>
                  </a:lnTo>
                  <a:lnTo>
                    <a:pt x="1322" y="347"/>
                  </a:lnTo>
                  <a:lnTo>
                    <a:pt x="1321" y="345"/>
                  </a:lnTo>
                  <a:lnTo>
                    <a:pt x="1320" y="342"/>
                  </a:lnTo>
                  <a:lnTo>
                    <a:pt x="1319" y="340"/>
                  </a:lnTo>
                  <a:lnTo>
                    <a:pt x="1318" y="337"/>
                  </a:lnTo>
                  <a:lnTo>
                    <a:pt x="1318" y="334"/>
                  </a:lnTo>
                  <a:lnTo>
                    <a:pt x="1317" y="331"/>
                  </a:lnTo>
                  <a:lnTo>
                    <a:pt x="1317" y="327"/>
                  </a:lnTo>
                  <a:lnTo>
                    <a:pt x="1319" y="325"/>
                  </a:lnTo>
                  <a:lnTo>
                    <a:pt x="1324" y="325"/>
                  </a:lnTo>
                  <a:lnTo>
                    <a:pt x="1328" y="325"/>
                  </a:lnTo>
                  <a:lnTo>
                    <a:pt x="1332" y="325"/>
                  </a:lnTo>
                  <a:lnTo>
                    <a:pt x="1333" y="324"/>
                  </a:lnTo>
                  <a:lnTo>
                    <a:pt x="1335" y="321"/>
                  </a:lnTo>
                  <a:lnTo>
                    <a:pt x="1337" y="319"/>
                  </a:lnTo>
                  <a:lnTo>
                    <a:pt x="1340" y="319"/>
                  </a:lnTo>
                  <a:lnTo>
                    <a:pt x="1343" y="320"/>
                  </a:lnTo>
                  <a:lnTo>
                    <a:pt x="1346" y="321"/>
                  </a:lnTo>
                  <a:lnTo>
                    <a:pt x="1349" y="320"/>
                  </a:lnTo>
                  <a:lnTo>
                    <a:pt x="1353" y="318"/>
                  </a:lnTo>
                  <a:lnTo>
                    <a:pt x="1357" y="317"/>
                  </a:lnTo>
                  <a:lnTo>
                    <a:pt x="1361" y="317"/>
                  </a:lnTo>
                  <a:lnTo>
                    <a:pt x="1364" y="318"/>
                  </a:lnTo>
                  <a:lnTo>
                    <a:pt x="1368" y="319"/>
                  </a:lnTo>
                  <a:lnTo>
                    <a:pt x="1372" y="321"/>
                  </a:lnTo>
                  <a:lnTo>
                    <a:pt x="1374" y="323"/>
                  </a:lnTo>
                  <a:lnTo>
                    <a:pt x="1376" y="326"/>
                  </a:lnTo>
                  <a:lnTo>
                    <a:pt x="1375" y="330"/>
                  </a:lnTo>
                  <a:lnTo>
                    <a:pt x="1375" y="333"/>
                  </a:lnTo>
                  <a:lnTo>
                    <a:pt x="1378" y="335"/>
                  </a:lnTo>
                  <a:lnTo>
                    <a:pt x="1384" y="335"/>
                  </a:lnTo>
                  <a:lnTo>
                    <a:pt x="1389" y="336"/>
                  </a:lnTo>
                  <a:lnTo>
                    <a:pt x="1393" y="338"/>
                  </a:lnTo>
                  <a:lnTo>
                    <a:pt x="1393" y="341"/>
                  </a:lnTo>
                  <a:lnTo>
                    <a:pt x="1392" y="344"/>
                  </a:lnTo>
                  <a:close/>
                </a:path>
              </a:pathLst>
            </a:custGeom>
            <a:solidFill>
              <a:srgbClr val="DA9FC0">
                <a:alpha val="9600"/>
              </a:srgbClr>
            </a:solidFill>
            <a:ln>
              <a:noFill/>
            </a:ln>
          </p:spPr>
          <p:txBody>
            <a:bodyPr anchor="ctr"/>
            <a:lstStyle/>
            <a:p>
              <a:pPr algn="ctr">
                <a:buNone/>
              </a:pPr>
            </a:p>
          </p:txBody>
        </p:sp>
        <p:sp>
          <p:nvSpPr>
            <p:cNvPr id="678" name="addition:spatial:60"/>
            <p:cNvSpPr>
              <a:spLocks noGrp="1"/>
            </p:cNvSpPr>
            <p:nvPr/>
          </p:nvSpPr>
          <p:spPr>
            <a:xfrm>
              <a:off x="5648325" y="1666875"/>
              <a:ext cx="1832366" cy="681731"/>
            </a:xfrm>
            <a:custGeom>
              <a:avLst/>
              <a:gdLst/>
              <a:ahLst/>
              <a:cxnLst/>
              <a:rect l="l" t="t" r="r" b="b"/>
              <a:pathLst>
                <a:path w="1382" h="403">
                  <a:moveTo>
                    <a:pt x="0" y="0"/>
                  </a:moveTo>
                  <a:moveTo>
                    <a:pt x="1381" y="372"/>
                  </a:moveTo>
                  <a:lnTo>
                    <a:pt x="1376" y="374"/>
                  </a:lnTo>
                  <a:lnTo>
                    <a:pt x="1368" y="377"/>
                  </a:lnTo>
                  <a:lnTo>
                    <a:pt x="1363" y="378"/>
                  </a:lnTo>
                  <a:lnTo>
                    <a:pt x="1361" y="380"/>
                  </a:lnTo>
                  <a:lnTo>
                    <a:pt x="1362" y="383"/>
                  </a:lnTo>
                  <a:lnTo>
                    <a:pt x="1362" y="386"/>
                  </a:lnTo>
                  <a:lnTo>
                    <a:pt x="1361" y="389"/>
                  </a:lnTo>
                  <a:lnTo>
                    <a:pt x="1358" y="391"/>
                  </a:lnTo>
                  <a:lnTo>
                    <a:pt x="1355" y="394"/>
                  </a:lnTo>
                  <a:lnTo>
                    <a:pt x="1353" y="397"/>
                  </a:lnTo>
                  <a:lnTo>
                    <a:pt x="1350" y="399"/>
                  </a:lnTo>
                  <a:lnTo>
                    <a:pt x="1345" y="400"/>
                  </a:lnTo>
                  <a:lnTo>
                    <a:pt x="1340" y="399"/>
                  </a:lnTo>
                  <a:lnTo>
                    <a:pt x="1336" y="399"/>
                  </a:lnTo>
                  <a:lnTo>
                    <a:pt x="1333" y="400"/>
                  </a:lnTo>
                  <a:lnTo>
                    <a:pt x="1329" y="402"/>
                  </a:lnTo>
                  <a:lnTo>
                    <a:pt x="1326" y="403"/>
                  </a:lnTo>
                  <a:lnTo>
                    <a:pt x="1322" y="401"/>
                  </a:lnTo>
                  <a:lnTo>
                    <a:pt x="1319" y="398"/>
                  </a:lnTo>
                  <a:lnTo>
                    <a:pt x="1317" y="396"/>
                  </a:lnTo>
                  <a:lnTo>
                    <a:pt x="1314" y="396"/>
                  </a:lnTo>
                  <a:lnTo>
                    <a:pt x="1310" y="397"/>
                  </a:lnTo>
                  <a:lnTo>
                    <a:pt x="1304" y="399"/>
                  </a:lnTo>
                  <a:lnTo>
                    <a:pt x="1300" y="399"/>
                  </a:lnTo>
                  <a:lnTo>
                    <a:pt x="1296" y="398"/>
                  </a:lnTo>
                  <a:lnTo>
                    <a:pt x="1294" y="395"/>
                  </a:lnTo>
                  <a:lnTo>
                    <a:pt x="1292" y="393"/>
                  </a:lnTo>
                  <a:lnTo>
                    <a:pt x="1290" y="390"/>
                  </a:lnTo>
                  <a:lnTo>
                    <a:pt x="1290" y="387"/>
                  </a:lnTo>
                  <a:lnTo>
                    <a:pt x="1291" y="384"/>
                  </a:lnTo>
                  <a:lnTo>
                    <a:pt x="1293" y="381"/>
                  </a:lnTo>
                  <a:lnTo>
                    <a:pt x="1292" y="378"/>
                  </a:lnTo>
                  <a:lnTo>
                    <a:pt x="1287" y="377"/>
                  </a:lnTo>
                  <a:lnTo>
                    <a:pt x="1282" y="374"/>
                  </a:lnTo>
                  <a:lnTo>
                    <a:pt x="1280" y="372"/>
                  </a:lnTo>
                  <a:lnTo>
                    <a:pt x="1280" y="369"/>
                  </a:lnTo>
                  <a:lnTo>
                    <a:pt x="1283" y="366"/>
                  </a:lnTo>
                  <a:lnTo>
                    <a:pt x="1284" y="364"/>
                  </a:lnTo>
                  <a:lnTo>
                    <a:pt x="1282" y="361"/>
                  </a:lnTo>
                  <a:lnTo>
                    <a:pt x="1280" y="358"/>
                  </a:lnTo>
                  <a:lnTo>
                    <a:pt x="1280" y="355"/>
                  </a:lnTo>
                  <a:lnTo>
                    <a:pt x="1283" y="352"/>
                  </a:lnTo>
                  <a:lnTo>
                    <a:pt x="1287" y="351"/>
                  </a:lnTo>
                  <a:lnTo>
                    <a:pt x="1292" y="351"/>
                  </a:lnTo>
                  <a:lnTo>
                    <a:pt x="1295" y="350"/>
                  </a:lnTo>
                  <a:lnTo>
                    <a:pt x="1299" y="349"/>
                  </a:lnTo>
                  <a:lnTo>
                    <a:pt x="1303" y="348"/>
                  </a:lnTo>
                  <a:lnTo>
                    <a:pt x="1307" y="348"/>
                  </a:lnTo>
                  <a:lnTo>
                    <a:pt x="1310" y="347"/>
                  </a:lnTo>
                  <a:lnTo>
                    <a:pt x="1313" y="344"/>
                  </a:lnTo>
                  <a:lnTo>
                    <a:pt x="1316" y="340"/>
                  </a:lnTo>
                  <a:lnTo>
                    <a:pt x="1321" y="337"/>
                  </a:lnTo>
                  <a:lnTo>
                    <a:pt x="1326" y="337"/>
                  </a:lnTo>
                  <a:lnTo>
                    <a:pt x="1331" y="340"/>
                  </a:lnTo>
                  <a:lnTo>
                    <a:pt x="1335" y="343"/>
                  </a:lnTo>
                  <a:lnTo>
                    <a:pt x="1339" y="345"/>
                  </a:lnTo>
                  <a:lnTo>
                    <a:pt x="1344" y="345"/>
                  </a:lnTo>
                  <a:lnTo>
                    <a:pt x="1349" y="346"/>
                  </a:lnTo>
                  <a:lnTo>
                    <a:pt x="1353" y="347"/>
                  </a:lnTo>
                  <a:lnTo>
                    <a:pt x="1356" y="350"/>
                  </a:lnTo>
                  <a:lnTo>
                    <a:pt x="1358" y="352"/>
                  </a:lnTo>
                  <a:lnTo>
                    <a:pt x="1361" y="353"/>
                  </a:lnTo>
                  <a:lnTo>
                    <a:pt x="1365" y="355"/>
                  </a:lnTo>
                  <a:lnTo>
                    <a:pt x="1368" y="357"/>
                  </a:lnTo>
                  <a:lnTo>
                    <a:pt x="1370" y="359"/>
                  </a:lnTo>
                  <a:lnTo>
                    <a:pt x="1371" y="361"/>
                  </a:lnTo>
                  <a:lnTo>
                    <a:pt x="1374" y="364"/>
                  </a:lnTo>
                  <a:lnTo>
                    <a:pt x="1378" y="366"/>
                  </a:lnTo>
                  <a:lnTo>
                    <a:pt x="1382" y="369"/>
                  </a:lnTo>
                  <a:close/>
                </a:path>
              </a:pathLst>
            </a:custGeom>
            <a:solidFill>
              <a:srgbClr val="DA9FC0">
                <a:alpha val="9600"/>
              </a:srgbClr>
            </a:solidFill>
            <a:ln>
              <a:noFill/>
            </a:ln>
          </p:spPr>
          <p:txBody>
            <a:bodyPr anchor="ctr"/>
            <a:lstStyle/>
            <a:p>
              <a:pPr algn="ctr">
                <a:buNone/>
              </a:pPr>
            </a:p>
          </p:txBody>
        </p:sp>
        <p:sp>
          <p:nvSpPr>
            <p:cNvPr id="679" name="addition:spatial:61"/>
            <p:cNvSpPr>
              <a:spLocks noGrp="1"/>
            </p:cNvSpPr>
            <p:nvPr/>
          </p:nvSpPr>
          <p:spPr>
            <a:xfrm>
              <a:off x="5648325" y="1666875"/>
              <a:ext cx="1763420" cy="688497"/>
            </a:xfrm>
            <a:custGeom>
              <a:avLst/>
              <a:gdLst/>
              <a:ahLst/>
              <a:cxnLst/>
              <a:rect l="l" t="t" r="r" b="b"/>
              <a:pathLst>
                <a:path w="1330" h="407">
                  <a:moveTo>
                    <a:pt x="0" y="0"/>
                  </a:moveTo>
                  <a:moveTo>
                    <a:pt x="1330" y="374"/>
                  </a:moveTo>
                  <a:lnTo>
                    <a:pt x="1330" y="377"/>
                  </a:lnTo>
                  <a:lnTo>
                    <a:pt x="1328" y="380"/>
                  </a:lnTo>
                  <a:lnTo>
                    <a:pt x="1326" y="383"/>
                  </a:lnTo>
                  <a:lnTo>
                    <a:pt x="1324" y="385"/>
                  </a:lnTo>
                  <a:lnTo>
                    <a:pt x="1321" y="387"/>
                  </a:lnTo>
                  <a:lnTo>
                    <a:pt x="1318" y="389"/>
                  </a:lnTo>
                  <a:lnTo>
                    <a:pt x="1314" y="390"/>
                  </a:lnTo>
                  <a:lnTo>
                    <a:pt x="1311" y="391"/>
                  </a:lnTo>
                  <a:lnTo>
                    <a:pt x="1309" y="394"/>
                  </a:lnTo>
                  <a:lnTo>
                    <a:pt x="1308" y="397"/>
                  </a:lnTo>
                  <a:lnTo>
                    <a:pt x="1306" y="400"/>
                  </a:lnTo>
                  <a:lnTo>
                    <a:pt x="1302" y="401"/>
                  </a:lnTo>
                  <a:lnTo>
                    <a:pt x="1298" y="401"/>
                  </a:lnTo>
                  <a:lnTo>
                    <a:pt x="1293" y="401"/>
                  </a:lnTo>
                  <a:lnTo>
                    <a:pt x="1290" y="402"/>
                  </a:lnTo>
                  <a:lnTo>
                    <a:pt x="1286" y="405"/>
                  </a:lnTo>
                  <a:lnTo>
                    <a:pt x="1282" y="407"/>
                  </a:lnTo>
                  <a:lnTo>
                    <a:pt x="1278" y="407"/>
                  </a:lnTo>
                  <a:lnTo>
                    <a:pt x="1274" y="405"/>
                  </a:lnTo>
                  <a:lnTo>
                    <a:pt x="1271" y="402"/>
                  </a:lnTo>
                  <a:lnTo>
                    <a:pt x="1268" y="400"/>
                  </a:lnTo>
                  <a:lnTo>
                    <a:pt x="1265" y="398"/>
                  </a:lnTo>
                  <a:lnTo>
                    <a:pt x="1262" y="397"/>
                  </a:lnTo>
                  <a:lnTo>
                    <a:pt x="1260" y="396"/>
                  </a:lnTo>
                  <a:lnTo>
                    <a:pt x="1257" y="395"/>
                  </a:lnTo>
                  <a:lnTo>
                    <a:pt x="1253" y="395"/>
                  </a:lnTo>
                  <a:lnTo>
                    <a:pt x="1248" y="395"/>
                  </a:lnTo>
                  <a:lnTo>
                    <a:pt x="1243" y="394"/>
                  </a:lnTo>
                  <a:lnTo>
                    <a:pt x="1241" y="392"/>
                  </a:lnTo>
                  <a:lnTo>
                    <a:pt x="1242" y="388"/>
                  </a:lnTo>
                  <a:lnTo>
                    <a:pt x="1245" y="385"/>
                  </a:lnTo>
                  <a:lnTo>
                    <a:pt x="1247" y="382"/>
                  </a:lnTo>
                  <a:lnTo>
                    <a:pt x="1246" y="379"/>
                  </a:lnTo>
                  <a:lnTo>
                    <a:pt x="1245" y="377"/>
                  </a:lnTo>
                  <a:lnTo>
                    <a:pt x="1244" y="374"/>
                  </a:lnTo>
                  <a:lnTo>
                    <a:pt x="1246" y="372"/>
                  </a:lnTo>
                  <a:lnTo>
                    <a:pt x="1249" y="370"/>
                  </a:lnTo>
                  <a:lnTo>
                    <a:pt x="1250" y="367"/>
                  </a:lnTo>
                  <a:lnTo>
                    <a:pt x="1251" y="365"/>
                  </a:lnTo>
                  <a:lnTo>
                    <a:pt x="1250" y="362"/>
                  </a:lnTo>
                  <a:lnTo>
                    <a:pt x="1251" y="359"/>
                  </a:lnTo>
                  <a:lnTo>
                    <a:pt x="1252" y="357"/>
                  </a:lnTo>
                  <a:lnTo>
                    <a:pt x="1254" y="355"/>
                  </a:lnTo>
                  <a:lnTo>
                    <a:pt x="1254" y="352"/>
                  </a:lnTo>
                  <a:lnTo>
                    <a:pt x="1255" y="349"/>
                  </a:lnTo>
                  <a:lnTo>
                    <a:pt x="1258" y="347"/>
                  </a:lnTo>
                  <a:lnTo>
                    <a:pt x="1263" y="347"/>
                  </a:lnTo>
                  <a:lnTo>
                    <a:pt x="1268" y="350"/>
                  </a:lnTo>
                  <a:lnTo>
                    <a:pt x="1271" y="352"/>
                  </a:lnTo>
                  <a:lnTo>
                    <a:pt x="1274" y="351"/>
                  </a:lnTo>
                  <a:lnTo>
                    <a:pt x="1276" y="349"/>
                  </a:lnTo>
                  <a:lnTo>
                    <a:pt x="1278" y="346"/>
                  </a:lnTo>
                  <a:lnTo>
                    <a:pt x="1282" y="345"/>
                  </a:lnTo>
                  <a:lnTo>
                    <a:pt x="1285" y="345"/>
                  </a:lnTo>
                  <a:lnTo>
                    <a:pt x="1288" y="345"/>
                  </a:lnTo>
                  <a:lnTo>
                    <a:pt x="1292" y="346"/>
                  </a:lnTo>
                  <a:lnTo>
                    <a:pt x="1296" y="346"/>
                  </a:lnTo>
                  <a:lnTo>
                    <a:pt x="1299" y="347"/>
                  </a:lnTo>
                  <a:lnTo>
                    <a:pt x="1302" y="349"/>
                  </a:lnTo>
                  <a:lnTo>
                    <a:pt x="1304" y="352"/>
                  </a:lnTo>
                  <a:lnTo>
                    <a:pt x="1307" y="354"/>
                  </a:lnTo>
                  <a:lnTo>
                    <a:pt x="1310" y="355"/>
                  </a:lnTo>
                  <a:lnTo>
                    <a:pt x="1314" y="357"/>
                  </a:lnTo>
                  <a:lnTo>
                    <a:pt x="1315" y="360"/>
                  </a:lnTo>
                  <a:lnTo>
                    <a:pt x="1315" y="363"/>
                  </a:lnTo>
                  <a:lnTo>
                    <a:pt x="1314" y="366"/>
                  </a:lnTo>
                  <a:lnTo>
                    <a:pt x="1315" y="368"/>
                  </a:lnTo>
                  <a:lnTo>
                    <a:pt x="1320" y="370"/>
                  </a:lnTo>
                  <a:lnTo>
                    <a:pt x="1326" y="372"/>
                  </a:lnTo>
                  <a:close/>
                </a:path>
              </a:pathLst>
            </a:custGeom>
            <a:solidFill>
              <a:srgbClr val="DA9FC0">
                <a:alpha val="9600"/>
              </a:srgbClr>
            </a:solidFill>
            <a:ln>
              <a:noFill/>
            </a:ln>
          </p:spPr>
          <p:txBody>
            <a:bodyPr anchor="ctr"/>
            <a:lstStyle/>
            <a:p>
              <a:pPr algn="ctr">
                <a:buNone/>
              </a:pPr>
            </a:p>
          </p:txBody>
        </p:sp>
        <p:sp>
          <p:nvSpPr>
            <p:cNvPr id="680" name="addition:spatial:62"/>
            <p:cNvSpPr>
              <a:spLocks noGrp="1"/>
            </p:cNvSpPr>
            <p:nvPr/>
          </p:nvSpPr>
          <p:spPr>
            <a:xfrm>
              <a:off x="5648325" y="1666875"/>
              <a:ext cx="1703756" cy="661431"/>
            </a:xfrm>
            <a:custGeom>
              <a:avLst/>
              <a:gdLst/>
              <a:ahLst/>
              <a:cxnLst/>
              <a:rect l="l" t="t" r="r" b="b"/>
              <a:pathLst>
                <a:path w="1285" h="391">
                  <a:moveTo>
                    <a:pt x="0" y="0"/>
                  </a:moveTo>
                  <a:moveTo>
                    <a:pt x="1281" y="364"/>
                  </a:moveTo>
                  <a:lnTo>
                    <a:pt x="1282" y="366"/>
                  </a:lnTo>
                  <a:lnTo>
                    <a:pt x="1284" y="369"/>
                  </a:lnTo>
                  <a:lnTo>
                    <a:pt x="1285" y="371"/>
                  </a:lnTo>
                  <a:lnTo>
                    <a:pt x="1283" y="374"/>
                  </a:lnTo>
                  <a:lnTo>
                    <a:pt x="1279" y="375"/>
                  </a:lnTo>
                  <a:lnTo>
                    <a:pt x="1274" y="375"/>
                  </a:lnTo>
                  <a:lnTo>
                    <a:pt x="1271" y="376"/>
                  </a:lnTo>
                  <a:lnTo>
                    <a:pt x="1270" y="378"/>
                  </a:lnTo>
                  <a:lnTo>
                    <a:pt x="1268" y="380"/>
                  </a:lnTo>
                  <a:lnTo>
                    <a:pt x="1267" y="382"/>
                  </a:lnTo>
                  <a:lnTo>
                    <a:pt x="1265" y="384"/>
                  </a:lnTo>
                  <a:lnTo>
                    <a:pt x="1263" y="386"/>
                  </a:lnTo>
                  <a:lnTo>
                    <a:pt x="1260" y="389"/>
                  </a:lnTo>
                  <a:lnTo>
                    <a:pt x="1257" y="391"/>
                  </a:lnTo>
                  <a:lnTo>
                    <a:pt x="1254" y="391"/>
                  </a:lnTo>
                  <a:lnTo>
                    <a:pt x="1250" y="390"/>
                  </a:lnTo>
                  <a:lnTo>
                    <a:pt x="1247" y="388"/>
                  </a:lnTo>
                  <a:lnTo>
                    <a:pt x="1244" y="387"/>
                  </a:lnTo>
                  <a:lnTo>
                    <a:pt x="1241" y="387"/>
                  </a:lnTo>
                  <a:lnTo>
                    <a:pt x="1238" y="388"/>
                  </a:lnTo>
                  <a:lnTo>
                    <a:pt x="1235" y="388"/>
                  </a:lnTo>
                  <a:lnTo>
                    <a:pt x="1233" y="386"/>
                  </a:lnTo>
                  <a:lnTo>
                    <a:pt x="1231" y="384"/>
                  </a:lnTo>
                  <a:lnTo>
                    <a:pt x="1230" y="382"/>
                  </a:lnTo>
                  <a:lnTo>
                    <a:pt x="1228" y="382"/>
                  </a:lnTo>
                  <a:lnTo>
                    <a:pt x="1224" y="382"/>
                  </a:lnTo>
                  <a:lnTo>
                    <a:pt x="1221" y="381"/>
                  </a:lnTo>
                  <a:lnTo>
                    <a:pt x="1219" y="380"/>
                  </a:lnTo>
                  <a:lnTo>
                    <a:pt x="1218" y="378"/>
                  </a:lnTo>
                  <a:lnTo>
                    <a:pt x="1216" y="376"/>
                  </a:lnTo>
                  <a:lnTo>
                    <a:pt x="1215" y="374"/>
                  </a:lnTo>
                  <a:lnTo>
                    <a:pt x="1216" y="371"/>
                  </a:lnTo>
                  <a:lnTo>
                    <a:pt x="1218" y="368"/>
                  </a:lnTo>
                  <a:lnTo>
                    <a:pt x="1222" y="366"/>
                  </a:lnTo>
                  <a:lnTo>
                    <a:pt x="1224" y="364"/>
                  </a:lnTo>
                  <a:lnTo>
                    <a:pt x="1223" y="362"/>
                  </a:lnTo>
                  <a:lnTo>
                    <a:pt x="1220" y="360"/>
                  </a:lnTo>
                  <a:lnTo>
                    <a:pt x="1218" y="357"/>
                  </a:lnTo>
                  <a:lnTo>
                    <a:pt x="1218" y="355"/>
                  </a:lnTo>
                  <a:lnTo>
                    <a:pt x="1220" y="353"/>
                  </a:lnTo>
                  <a:lnTo>
                    <a:pt x="1222" y="351"/>
                  </a:lnTo>
                  <a:lnTo>
                    <a:pt x="1223" y="349"/>
                  </a:lnTo>
                  <a:lnTo>
                    <a:pt x="1224" y="347"/>
                  </a:lnTo>
                  <a:lnTo>
                    <a:pt x="1225" y="345"/>
                  </a:lnTo>
                  <a:lnTo>
                    <a:pt x="1227" y="343"/>
                  </a:lnTo>
                  <a:lnTo>
                    <a:pt x="1230" y="343"/>
                  </a:lnTo>
                  <a:lnTo>
                    <a:pt x="1232" y="342"/>
                  </a:lnTo>
                  <a:lnTo>
                    <a:pt x="1234" y="342"/>
                  </a:lnTo>
                  <a:lnTo>
                    <a:pt x="1236" y="341"/>
                  </a:lnTo>
                  <a:lnTo>
                    <a:pt x="1239" y="341"/>
                  </a:lnTo>
                  <a:lnTo>
                    <a:pt x="1242" y="342"/>
                  </a:lnTo>
                  <a:lnTo>
                    <a:pt x="1244" y="343"/>
                  </a:lnTo>
                  <a:lnTo>
                    <a:pt x="1246" y="342"/>
                  </a:lnTo>
                  <a:lnTo>
                    <a:pt x="1249" y="340"/>
                  </a:lnTo>
                  <a:lnTo>
                    <a:pt x="1253" y="337"/>
                  </a:lnTo>
                  <a:lnTo>
                    <a:pt x="1257" y="336"/>
                  </a:lnTo>
                  <a:lnTo>
                    <a:pt x="1259" y="338"/>
                  </a:lnTo>
                  <a:lnTo>
                    <a:pt x="1261" y="341"/>
                  </a:lnTo>
                  <a:lnTo>
                    <a:pt x="1263" y="343"/>
                  </a:lnTo>
                  <a:lnTo>
                    <a:pt x="1265" y="345"/>
                  </a:lnTo>
                  <a:lnTo>
                    <a:pt x="1267" y="347"/>
                  </a:lnTo>
                  <a:lnTo>
                    <a:pt x="1269" y="348"/>
                  </a:lnTo>
                  <a:lnTo>
                    <a:pt x="1271" y="350"/>
                  </a:lnTo>
                  <a:lnTo>
                    <a:pt x="1272" y="352"/>
                  </a:lnTo>
                  <a:lnTo>
                    <a:pt x="1275" y="354"/>
                  </a:lnTo>
                  <a:lnTo>
                    <a:pt x="1278" y="355"/>
                  </a:lnTo>
                  <a:lnTo>
                    <a:pt x="1281" y="357"/>
                  </a:lnTo>
                  <a:lnTo>
                    <a:pt x="1281" y="359"/>
                  </a:lnTo>
                  <a:lnTo>
                    <a:pt x="1281" y="362"/>
                  </a:lnTo>
                  <a:close/>
                </a:path>
              </a:pathLst>
            </a:custGeom>
            <a:solidFill>
              <a:srgbClr val="DA9FC0">
                <a:alpha val="9600"/>
              </a:srgbClr>
            </a:solidFill>
            <a:ln>
              <a:noFill/>
            </a:ln>
          </p:spPr>
          <p:txBody>
            <a:bodyPr anchor="ctr"/>
            <a:lstStyle/>
            <a:p>
              <a:pPr algn="ctr">
                <a:buNone/>
              </a:pPr>
            </a:p>
          </p:txBody>
        </p:sp>
        <p:sp>
          <p:nvSpPr>
            <p:cNvPr id="681" name="addition:spatial:63"/>
            <p:cNvSpPr>
              <a:spLocks noGrp="1"/>
            </p:cNvSpPr>
            <p:nvPr/>
          </p:nvSpPr>
          <p:spPr>
            <a:xfrm>
              <a:off x="5648325" y="1666875"/>
              <a:ext cx="1808500" cy="666506"/>
            </a:xfrm>
            <a:custGeom>
              <a:avLst/>
              <a:gdLst/>
              <a:ahLst/>
              <a:cxnLst/>
              <a:rect l="l" t="t" r="r" b="b"/>
              <a:pathLst>
                <a:path w="1364" h="394">
                  <a:moveTo>
                    <a:pt x="0" y="0"/>
                  </a:moveTo>
                  <a:moveTo>
                    <a:pt x="1359" y="360"/>
                  </a:moveTo>
                  <a:lnTo>
                    <a:pt x="1353" y="362"/>
                  </a:lnTo>
                  <a:lnTo>
                    <a:pt x="1347" y="365"/>
                  </a:lnTo>
                  <a:lnTo>
                    <a:pt x="1346" y="367"/>
                  </a:lnTo>
                  <a:lnTo>
                    <a:pt x="1346" y="370"/>
                  </a:lnTo>
                  <a:lnTo>
                    <a:pt x="1345" y="373"/>
                  </a:lnTo>
                  <a:lnTo>
                    <a:pt x="1343" y="375"/>
                  </a:lnTo>
                  <a:lnTo>
                    <a:pt x="1339" y="378"/>
                  </a:lnTo>
                  <a:lnTo>
                    <a:pt x="1337" y="380"/>
                  </a:lnTo>
                  <a:lnTo>
                    <a:pt x="1335" y="383"/>
                  </a:lnTo>
                  <a:lnTo>
                    <a:pt x="1332" y="386"/>
                  </a:lnTo>
                  <a:lnTo>
                    <a:pt x="1328" y="388"/>
                  </a:lnTo>
                  <a:lnTo>
                    <a:pt x="1324" y="388"/>
                  </a:lnTo>
                  <a:lnTo>
                    <a:pt x="1319" y="389"/>
                  </a:lnTo>
                  <a:lnTo>
                    <a:pt x="1316" y="391"/>
                  </a:lnTo>
                  <a:lnTo>
                    <a:pt x="1312" y="394"/>
                  </a:lnTo>
                  <a:lnTo>
                    <a:pt x="1308" y="394"/>
                  </a:lnTo>
                  <a:lnTo>
                    <a:pt x="1303" y="393"/>
                  </a:lnTo>
                  <a:lnTo>
                    <a:pt x="1299" y="389"/>
                  </a:lnTo>
                  <a:lnTo>
                    <a:pt x="1297" y="385"/>
                  </a:lnTo>
                  <a:lnTo>
                    <a:pt x="1294" y="385"/>
                  </a:lnTo>
                  <a:lnTo>
                    <a:pt x="1290" y="387"/>
                  </a:lnTo>
                  <a:lnTo>
                    <a:pt x="1285" y="389"/>
                  </a:lnTo>
                  <a:lnTo>
                    <a:pt x="1280" y="389"/>
                  </a:lnTo>
                  <a:lnTo>
                    <a:pt x="1277" y="388"/>
                  </a:lnTo>
                  <a:lnTo>
                    <a:pt x="1274" y="387"/>
                  </a:lnTo>
                  <a:lnTo>
                    <a:pt x="1270" y="385"/>
                  </a:lnTo>
                  <a:lnTo>
                    <a:pt x="1267" y="383"/>
                  </a:lnTo>
                  <a:lnTo>
                    <a:pt x="1266" y="380"/>
                  </a:lnTo>
                  <a:lnTo>
                    <a:pt x="1267" y="376"/>
                  </a:lnTo>
                  <a:lnTo>
                    <a:pt x="1268" y="372"/>
                  </a:lnTo>
                  <a:lnTo>
                    <a:pt x="1268" y="370"/>
                  </a:lnTo>
                  <a:lnTo>
                    <a:pt x="1264" y="368"/>
                  </a:lnTo>
                  <a:lnTo>
                    <a:pt x="1260" y="365"/>
                  </a:lnTo>
                  <a:lnTo>
                    <a:pt x="1259" y="363"/>
                  </a:lnTo>
                  <a:lnTo>
                    <a:pt x="1261" y="360"/>
                  </a:lnTo>
                  <a:lnTo>
                    <a:pt x="1263" y="357"/>
                  </a:lnTo>
                  <a:lnTo>
                    <a:pt x="1264" y="355"/>
                  </a:lnTo>
                  <a:lnTo>
                    <a:pt x="1261" y="351"/>
                  </a:lnTo>
                  <a:lnTo>
                    <a:pt x="1257" y="348"/>
                  </a:lnTo>
                  <a:lnTo>
                    <a:pt x="1255" y="344"/>
                  </a:lnTo>
                  <a:lnTo>
                    <a:pt x="1256" y="341"/>
                  </a:lnTo>
                  <a:lnTo>
                    <a:pt x="1260" y="339"/>
                  </a:lnTo>
                  <a:lnTo>
                    <a:pt x="1265" y="338"/>
                  </a:lnTo>
                  <a:lnTo>
                    <a:pt x="1268" y="337"/>
                  </a:lnTo>
                  <a:lnTo>
                    <a:pt x="1272" y="336"/>
                  </a:lnTo>
                  <a:lnTo>
                    <a:pt x="1277" y="336"/>
                  </a:lnTo>
                  <a:lnTo>
                    <a:pt x="1281" y="336"/>
                  </a:lnTo>
                  <a:lnTo>
                    <a:pt x="1284" y="335"/>
                  </a:lnTo>
                  <a:lnTo>
                    <a:pt x="1287" y="332"/>
                  </a:lnTo>
                  <a:lnTo>
                    <a:pt x="1289" y="328"/>
                  </a:lnTo>
                  <a:lnTo>
                    <a:pt x="1293" y="325"/>
                  </a:lnTo>
                  <a:lnTo>
                    <a:pt x="1299" y="324"/>
                  </a:lnTo>
                  <a:lnTo>
                    <a:pt x="1304" y="326"/>
                  </a:lnTo>
                  <a:lnTo>
                    <a:pt x="1308" y="328"/>
                  </a:lnTo>
                  <a:lnTo>
                    <a:pt x="1313" y="329"/>
                  </a:lnTo>
                  <a:lnTo>
                    <a:pt x="1318" y="329"/>
                  </a:lnTo>
                  <a:lnTo>
                    <a:pt x="1324" y="328"/>
                  </a:lnTo>
                  <a:lnTo>
                    <a:pt x="1328" y="330"/>
                  </a:lnTo>
                  <a:lnTo>
                    <a:pt x="1331" y="333"/>
                  </a:lnTo>
                  <a:lnTo>
                    <a:pt x="1334" y="336"/>
                  </a:lnTo>
                  <a:lnTo>
                    <a:pt x="1337" y="339"/>
                  </a:lnTo>
                  <a:lnTo>
                    <a:pt x="1340" y="340"/>
                  </a:lnTo>
                  <a:lnTo>
                    <a:pt x="1343" y="342"/>
                  </a:lnTo>
                  <a:lnTo>
                    <a:pt x="1345" y="345"/>
                  </a:lnTo>
                  <a:lnTo>
                    <a:pt x="1348" y="347"/>
                  </a:lnTo>
                  <a:lnTo>
                    <a:pt x="1352" y="349"/>
                  </a:lnTo>
                  <a:lnTo>
                    <a:pt x="1358" y="350"/>
                  </a:lnTo>
                  <a:lnTo>
                    <a:pt x="1363" y="353"/>
                  </a:lnTo>
                  <a:lnTo>
                    <a:pt x="1364" y="356"/>
                  </a:lnTo>
                  <a:close/>
                </a:path>
              </a:pathLst>
            </a:custGeom>
            <a:solidFill>
              <a:srgbClr val="DA9FC0">
                <a:alpha val="9600"/>
              </a:srgbClr>
            </a:solidFill>
            <a:ln>
              <a:noFill/>
            </a:ln>
          </p:spPr>
          <p:txBody>
            <a:bodyPr anchor="ctr"/>
            <a:lstStyle/>
            <a:p>
              <a:pPr algn="ctr">
                <a:buNone/>
              </a:pPr>
            </a:p>
          </p:txBody>
        </p:sp>
        <p:sp>
          <p:nvSpPr>
            <p:cNvPr id="682" name="addition:spatial:64"/>
            <p:cNvSpPr>
              <a:spLocks noGrp="1"/>
            </p:cNvSpPr>
            <p:nvPr/>
          </p:nvSpPr>
          <p:spPr>
            <a:xfrm>
              <a:off x="5648325" y="1666875"/>
              <a:ext cx="1823085" cy="678348"/>
            </a:xfrm>
            <a:custGeom>
              <a:avLst/>
              <a:gdLst/>
              <a:ahLst/>
              <a:cxnLst/>
              <a:rect l="l" t="t" r="r" b="b"/>
              <a:pathLst>
                <a:path w="1375" h="401">
                  <a:moveTo>
                    <a:pt x="0" y="0"/>
                  </a:moveTo>
                  <a:moveTo>
                    <a:pt x="1371" y="354"/>
                  </a:moveTo>
                  <a:lnTo>
                    <a:pt x="1362" y="358"/>
                  </a:lnTo>
                  <a:lnTo>
                    <a:pt x="1354" y="361"/>
                  </a:lnTo>
                  <a:lnTo>
                    <a:pt x="1351" y="364"/>
                  </a:lnTo>
                  <a:lnTo>
                    <a:pt x="1351" y="368"/>
                  </a:lnTo>
                  <a:lnTo>
                    <a:pt x="1352" y="373"/>
                  </a:lnTo>
                  <a:lnTo>
                    <a:pt x="1352" y="377"/>
                  </a:lnTo>
                  <a:lnTo>
                    <a:pt x="1350" y="381"/>
                  </a:lnTo>
                  <a:lnTo>
                    <a:pt x="1349" y="386"/>
                  </a:lnTo>
                  <a:lnTo>
                    <a:pt x="1347" y="391"/>
                  </a:lnTo>
                  <a:lnTo>
                    <a:pt x="1343" y="395"/>
                  </a:lnTo>
                  <a:lnTo>
                    <a:pt x="1337" y="396"/>
                  </a:lnTo>
                  <a:lnTo>
                    <a:pt x="1329" y="395"/>
                  </a:lnTo>
                  <a:lnTo>
                    <a:pt x="1322" y="393"/>
                  </a:lnTo>
                  <a:lnTo>
                    <a:pt x="1318" y="393"/>
                  </a:lnTo>
                  <a:lnTo>
                    <a:pt x="1314" y="397"/>
                  </a:lnTo>
                  <a:lnTo>
                    <a:pt x="1310" y="400"/>
                  </a:lnTo>
                  <a:lnTo>
                    <a:pt x="1305" y="401"/>
                  </a:lnTo>
                  <a:lnTo>
                    <a:pt x="1300" y="398"/>
                  </a:lnTo>
                  <a:lnTo>
                    <a:pt x="1296" y="395"/>
                  </a:lnTo>
                  <a:lnTo>
                    <a:pt x="1292" y="394"/>
                  </a:lnTo>
                  <a:lnTo>
                    <a:pt x="1286" y="396"/>
                  </a:lnTo>
                  <a:lnTo>
                    <a:pt x="1280" y="398"/>
                  </a:lnTo>
                  <a:lnTo>
                    <a:pt x="1273" y="398"/>
                  </a:lnTo>
                  <a:lnTo>
                    <a:pt x="1268" y="396"/>
                  </a:lnTo>
                  <a:lnTo>
                    <a:pt x="1263" y="393"/>
                  </a:lnTo>
                  <a:lnTo>
                    <a:pt x="1258" y="390"/>
                  </a:lnTo>
                  <a:lnTo>
                    <a:pt x="1254" y="387"/>
                  </a:lnTo>
                  <a:lnTo>
                    <a:pt x="1252" y="382"/>
                  </a:lnTo>
                  <a:lnTo>
                    <a:pt x="1254" y="376"/>
                  </a:lnTo>
                  <a:lnTo>
                    <a:pt x="1257" y="371"/>
                  </a:lnTo>
                  <a:lnTo>
                    <a:pt x="1256" y="367"/>
                  </a:lnTo>
                  <a:lnTo>
                    <a:pt x="1250" y="365"/>
                  </a:lnTo>
                  <a:lnTo>
                    <a:pt x="1240" y="362"/>
                  </a:lnTo>
                  <a:lnTo>
                    <a:pt x="1233" y="358"/>
                  </a:lnTo>
                  <a:lnTo>
                    <a:pt x="1230" y="354"/>
                  </a:lnTo>
                  <a:lnTo>
                    <a:pt x="1232" y="350"/>
                  </a:lnTo>
                  <a:lnTo>
                    <a:pt x="1235" y="346"/>
                  </a:lnTo>
                  <a:lnTo>
                    <a:pt x="1235" y="342"/>
                  </a:lnTo>
                  <a:lnTo>
                    <a:pt x="1235" y="337"/>
                  </a:lnTo>
                  <a:lnTo>
                    <a:pt x="1236" y="333"/>
                  </a:lnTo>
                  <a:lnTo>
                    <a:pt x="1240" y="330"/>
                  </a:lnTo>
                  <a:lnTo>
                    <a:pt x="1245" y="327"/>
                  </a:lnTo>
                  <a:lnTo>
                    <a:pt x="1250" y="325"/>
                  </a:lnTo>
                  <a:lnTo>
                    <a:pt x="1254" y="322"/>
                  </a:lnTo>
                  <a:lnTo>
                    <a:pt x="1258" y="319"/>
                  </a:lnTo>
                  <a:lnTo>
                    <a:pt x="1264" y="318"/>
                  </a:lnTo>
                  <a:lnTo>
                    <a:pt x="1271" y="318"/>
                  </a:lnTo>
                  <a:lnTo>
                    <a:pt x="1277" y="317"/>
                  </a:lnTo>
                  <a:lnTo>
                    <a:pt x="1281" y="314"/>
                  </a:lnTo>
                  <a:lnTo>
                    <a:pt x="1285" y="307"/>
                  </a:lnTo>
                  <a:lnTo>
                    <a:pt x="1291" y="301"/>
                  </a:lnTo>
                  <a:lnTo>
                    <a:pt x="1299" y="299"/>
                  </a:lnTo>
                  <a:lnTo>
                    <a:pt x="1306" y="302"/>
                  </a:lnTo>
                  <a:lnTo>
                    <a:pt x="1313" y="307"/>
                  </a:lnTo>
                  <a:lnTo>
                    <a:pt x="1319" y="311"/>
                  </a:lnTo>
                  <a:lnTo>
                    <a:pt x="1324" y="313"/>
                  </a:lnTo>
                  <a:lnTo>
                    <a:pt x="1330" y="314"/>
                  </a:lnTo>
                  <a:lnTo>
                    <a:pt x="1335" y="316"/>
                  </a:lnTo>
                  <a:lnTo>
                    <a:pt x="1340" y="319"/>
                  </a:lnTo>
                  <a:lnTo>
                    <a:pt x="1344" y="321"/>
                  </a:lnTo>
                  <a:lnTo>
                    <a:pt x="1350" y="322"/>
                  </a:lnTo>
                  <a:lnTo>
                    <a:pt x="1357" y="323"/>
                  </a:lnTo>
                  <a:lnTo>
                    <a:pt x="1362" y="325"/>
                  </a:lnTo>
                  <a:lnTo>
                    <a:pt x="1364" y="330"/>
                  </a:lnTo>
                  <a:lnTo>
                    <a:pt x="1363" y="334"/>
                  </a:lnTo>
                  <a:lnTo>
                    <a:pt x="1364" y="338"/>
                  </a:lnTo>
                  <a:lnTo>
                    <a:pt x="1369" y="341"/>
                  </a:lnTo>
                  <a:lnTo>
                    <a:pt x="1374" y="345"/>
                  </a:lnTo>
                  <a:lnTo>
                    <a:pt x="1375" y="349"/>
                  </a:lnTo>
                  <a:close/>
                </a:path>
              </a:pathLst>
            </a:custGeom>
            <a:solidFill>
              <a:srgbClr val="CC79A7">
                <a:alpha val="11100"/>
              </a:srgbClr>
            </a:solidFill>
            <a:ln>
              <a:noFill/>
            </a:ln>
          </p:spPr>
          <p:txBody>
            <a:bodyPr anchor="ctr"/>
            <a:lstStyle/>
            <a:p>
              <a:pPr algn="ctr">
                <a:buNone/>
              </a:pPr>
            </a:p>
          </p:txBody>
        </p:sp>
        <p:sp>
          <p:nvSpPr>
            <p:cNvPr id="683" name="addition:spatial:65"/>
            <p:cNvSpPr>
              <a:spLocks noGrp="1"/>
            </p:cNvSpPr>
            <p:nvPr/>
          </p:nvSpPr>
          <p:spPr>
            <a:xfrm>
              <a:off x="5648325" y="1666875"/>
              <a:ext cx="1736903" cy="619140"/>
            </a:xfrm>
            <a:custGeom>
              <a:avLst/>
              <a:gdLst/>
              <a:ahLst/>
              <a:cxnLst/>
              <a:rect l="l" t="t" r="r" b="b"/>
              <a:pathLst>
                <a:path w="1310" h="366">
                  <a:moveTo>
                    <a:pt x="0" y="0"/>
                  </a:moveTo>
                  <a:moveTo>
                    <a:pt x="1309" y="341"/>
                  </a:moveTo>
                  <a:lnTo>
                    <a:pt x="1310" y="344"/>
                  </a:lnTo>
                  <a:lnTo>
                    <a:pt x="1309" y="346"/>
                  </a:lnTo>
                  <a:lnTo>
                    <a:pt x="1309" y="348"/>
                  </a:lnTo>
                  <a:lnTo>
                    <a:pt x="1308" y="350"/>
                  </a:lnTo>
                  <a:lnTo>
                    <a:pt x="1306" y="352"/>
                  </a:lnTo>
                  <a:lnTo>
                    <a:pt x="1303" y="353"/>
                  </a:lnTo>
                  <a:lnTo>
                    <a:pt x="1298" y="353"/>
                  </a:lnTo>
                  <a:lnTo>
                    <a:pt x="1295" y="354"/>
                  </a:lnTo>
                  <a:lnTo>
                    <a:pt x="1293" y="355"/>
                  </a:lnTo>
                  <a:lnTo>
                    <a:pt x="1293" y="358"/>
                  </a:lnTo>
                  <a:lnTo>
                    <a:pt x="1293" y="362"/>
                  </a:lnTo>
                  <a:lnTo>
                    <a:pt x="1291" y="364"/>
                  </a:lnTo>
                  <a:lnTo>
                    <a:pt x="1288" y="365"/>
                  </a:lnTo>
                  <a:lnTo>
                    <a:pt x="1284" y="365"/>
                  </a:lnTo>
                  <a:lnTo>
                    <a:pt x="1281" y="365"/>
                  </a:lnTo>
                  <a:lnTo>
                    <a:pt x="1278" y="365"/>
                  </a:lnTo>
                  <a:lnTo>
                    <a:pt x="1275" y="366"/>
                  </a:lnTo>
                  <a:lnTo>
                    <a:pt x="1272" y="365"/>
                  </a:lnTo>
                  <a:lnTo>
                    <a:pt x="1269" y="364"/>
                  </a:lnTo>
                  <a:lnTo>
                    <a:pt x="1266" y="363"/>
                  </a:lnTo>
                  <a:lnTo>
                    <a:pt x="1264" y="363"/>
                  </a:lnTo>
                  <a:lnTo>
                    <a:pt x="1261" y="362"/>
                  </a:lnTo>
                  <a:lnTo>
                    <a:pt x="1259" y="361"/>
                  </a:lnTo>
                  <a:lnTo>
                    <a:pt x="1258" y="359"/>
                  </a:lnTo>
                  <a:lnTo>
                    <a:pt x="1257" y="357"/>
                  </a:lnTo>
                  <a:lnTo>
                    <a:pt x="1255" y="356"/>
                  </a:lnTo>
                  <a:lnTo>
                    <a:pt x="1252" y="356"/>
                  </a:lnTo>
                  <a:lnTo>
                    <a:pt x="1248" y="357"/>
                  </a:lnTo>
                  <a:lnTo>
                    <a:pt x="1244" y="356"/>
                  </a:lnTo>
                  <a:lnTo>
                    <a:pt x="1244" y="353"/>
                  </a:lnTo>
                  <a:lnTo>
                    <a:pt x="1245" y="350"/>
                  </a:lnTo>
                  <a:lnTo>
                    <a:pt x="1248" y="347"/>
                  </a:lnTo>
                  <a:lnTo>
                    <a:pt x="1249" y="345"/>
                  </a:lnTo>
                  <a:lnTo>
                    <a:pt x="1249" y="343"/>
                  </a:lnTo>
                  <a:lnTo>
                    <a:pt x="1250" y="341"/>
                  </a:lnTo>
                  <a:lnTo>
                    <a:pt x="1250" y="339"/>
                  </a:lnTo>
                  <a:lnTo>
                    <a:pt x="1251" y="338"/>
                  </a:lnTo>
                  <a:lnTo>
                    <a:pt x="1250" y="335"/>
                  </a:lnTo>
                  <a:lnTo>
                    <a:pt x="1249" y="333"/>
                  </a:lnTo>
                  <a:lnTo>
                    <a:pt x="1249" y="330"/>
                  </a:lnTo>
                  <a:lnTo>
                    <a:pt x="1250" y="328"/>
                  </a:lnTo>
                  <a:lnTo>
                    <a:pt x="1252" y="327"/>
                  </a:lnTo>
                  <a:lnTo>
                    <a:pt x="1255" y="326"/>
                  </a:lnTo>
                  <a:lnTo>
                    <a:pt x="1256" y="325"/>
                  </a:lnTo>
                  <a:lnTo>
                    <a:pt x="1256" y="322"/>
                  </a:lnTo>
                  <a:lnTo>
                    <a:pt x="1257" y="320"/>
                  </a:lnTo>
                  <a:lnTo>
                    <a:pt x="1260" y="319"/>
                  </a:lnTo>
                  <a:lnTo>
                    <a:pt x="1263" y="320"/>
                  </a:lnTo>
                  <a:lnTo>
                    <a:pt x="1266" y="321"/>
                  </a:lnTo>
                  <a:lnTo>
                    <a:pt x="1268" y="322"/>
                  </a:lnTo>
                  <a:lnTo>
                    <a:pt x="1270" y="321"/>
                  </a:lnTo>
                  <a:lnTo>
                    <a:pt x="1272" y="320"/>
                  </a:lnTo>
                  <a:lnTo>
                    <a:pt x="1274" y="319"/>
                  </a:lnTo>
                  <a:lnTo>
                    <a:pt x="1277" y="318"/>
                  </a:lnTo>
                  <a:lnTo>
                    <a:pt x="1280" y="318"/>
                  </a:lnTo>
                  <a:lnTo>
                    <a:pt x="1283" y="317"/>
                  </a:lnTo>
                  <a:lnTo>
                    <a:pt x="1286" y="317"/>
                  </a:lnTo>
                  <a:lnTo>
                    <a:pt x="1289" y="318"/>
                  </a:lnTo>
                  <a:lnTo>
                    <a:pt x="1291" y="321"/>
                  </a:lnTo>
                  <a:lnTo>
                    <a:pt x="1291" y="324"/>
                  </a:lnTo>
                  <a:lnTo>
                    <a:pt x="1292" y="326"/>
                  </a:lnTo>
                  <a:lnTo>
                    <a:pt x="1294" y="327"/>
                  </a:lnTo>
                  <a:lnTo>
                    <a:pt x="1298" y="328"/>
                  </a:lnTo>
                  <a:lnTo>
                    <a:pt x="1301" y="329"/>
                  </a:lnTo>
                  <a:lnTo>
                    <a:pt x="1302" y="331"/>
                  </a:lnTo>
                  <a:lnTo>
                    <a:pt x="1302" y="334"/>
                  </a:lnTo>
                  <a:lnTo>
                    <a:pt x="1302" y="336"/>
                  </a:lnTo>
                  <a:lnTo>
                    <a:pt x="1304" y="337"/>
                  </a:lnTo>
                  <a:lnTo>
                    <a:pt x="1307" y="339"/>
                  </a:lnTo>
                  <a:close/>
                </a:path>
              </a:pathLst>
            </a:custGeom>
            <a:solidFill>
              <a:srgbClr val="CC79A7">
                <a:alpha val="10800"/>
              </a:srgbClr>
            </a:solidFill>
            <a:ln>
              <a:noFill/>
            </a:ln>
          </p:spPr>
          <p:txBody>
            <a:bodyPr anchor="ctr"/>
            <a:lstStyle/>
            <a:p>
              <a:pPr algn="ctr">
                <a:buNone/>
              </a:pPr>
            </a:p>
          </p:txBody>
        </p:sp>
        <p:sp>
          <p:nvSpPr>
            <p:cNvPr id="684" name="addition:spatial:66"/>
            <p:cNvSpPr>
              <a:spLocks noGrp="1"/>
            </p:cNvSpPr>
            <p:nvPr/>
          </p:nvSpPr>
          <p:spPr>
            <a:xfrm>
              <a:off x="5648325" y="1666875"/>
              <a:ext cx="1778005" cy="597149"/>
            </a:xfrm>
            <a:custGeom>
              <a:avLst/>
              <a:gdLst/>
              <a:ahLst/>
              <a:cxnLst/>
              <a:rect l="l" t="t" r="r" b="b"/>
              <a:pathLst>
                <a:path w="1341" h="353">
                  <a:moveTo>
                    <a:pt x="0" y="0"/>
                  </a:moveTo>
                  <a:moveTo>
                    <a:pt x="1339" y="334"/>
                  </a:moveTo>
                  <a:lnTo>
                    <a:pt x="1337" y="336"/>
                  </a:lnTo>
                  <a:lnTo>
                    <a:pt x="1336" y="337"/>
                  </a:lnTo>
                  <a:lnTo>
                    <a:pt x="1337" y="338"/>
                  </a:lnTo>
                  <a:lnTo>
                    <a:pt x="1339" y="341"/>
                  </a:lnTo>
                  <a:lnTo>
                    <a:pt x="1341" y="343"/>
                  </a:lnTo>
                  <a:lnTo>
                    <a:pt x="1341" y="345"/>
                  </a:lnTo>
                  <a:lnTo>
                    <a:pt x="1339" y="346"/>
                  </a:lnTo>
                  <a:lnTo>
                    <a:pt x="1337" y="347"/>
                  </a:lnTo>
                  <a:lnTo>
                    <a:pt x="1335" y="347"/>
                  </a:lnTo>
                  <a:lnTo>
                    <a:pt x="1333" y="348"/>
                  </a:lnTo>
                  <a:lnTo>
                    <a:pt x="1331" y="348"/>
                  </a:lnTo>
                  <a:lnTo>
                    <a:pt x="1329" y="348"/>
                  </a:lnTo>
                  <a:lnTo>
                    <a:pt x="1327" y="348"/>
                  </a:lnTo>
                  <a:lnTo>
                    <a:pt x="1326" y="349"/>
                  </a:lnTo>
                  <a:lnTo>
                    <a:pt x="1325" y="351"/>
                  </a:lnTo>
                  <a:lnTo>
                    <a:pt x="1323" y="352"/>
                  </a:lnTo>
                  <a:lnTo>
                    <a:pt x="1321" y="353"/>
                  </a:lnTo>
                  <a:lnTo>
                    <a:pt x="1319" y="352"/>
                  </a:lnTo>
                  <a:lnTo>
                    <a:pt x="1317" y="351"/>
                  </a:lnTo>
                  <a:lnTo>
                    <a:pt x="1314" y="351"/>
                  </a:lnTo>
                  <a:lnTo>
                    <a:pt x="1312" y="352"/>
                  </a:lnTo>
                  <a:lnTo>
                    <a:pt x="1309" y="352"/>
                  </a:lnTo>
                  <a:lnTo>
                    <a:pt x="1306" y="352"/>
                  </a:lnTo>
                  <a:lnTo>
                    <a:pt x="1304" y="350"/>
                  </a:lnTo>
                  <a:lnTo>
                    <a:pt x="1304" y="348"/>
                  </a:lnTo>
                  <a:lnTo>
                    <a:pt x="1303" y="346"/>
                  </a:lnTo>
                  <a:lnTo>
                    <a:pt x="1302" y="345"/>
                  </a:lnTo>
                  <a:lnTo>
                    <a:pt x="1300" y="344"/>
                  </a:lnTo>
                  <a:lnTo>
                    <a:pt x="1299" y="342"/>
                  </a:lnTo>
                  <a:lnTo>
                    <a:pt x="1297" y="341"/>
                  </a:lnTo>
                  <a:lnTo>
                    <a:pt x="1295" y="340"/>
                  </a:lnTo>
                  <a:lnTo>
                    <a:pt x="1292" y="339"/>
                  </a:lnTo>
                  <a:lnTo>
                    <a:pt x="1289" y="338"/>
                  </a:lnTo>
                  <a:lnTo>
                    <a:pt x="1288" y="336"/>
                  </a:lnTo>
                  <a:lnTo>
                    <a:pt x="1289" y="334"/>
                  </a:lnTo>
                  <a:lnTo>
                    <a:pt x="1292" y="333"/>
                  </a:lnTo>
                  <a:lnTo>
                    <a:pt x="1294" y="331"/>
                  </a:lnTo>
                  <a:lnTo>
                    <a:pt x="1295" y="330"/>
                  </a:lnTo>
                  <a:lnTo>
                    <a:pt x="1295" y="328"/>
                  </a:lnTo>
                  <a:lnTo>
                    <a:pt x="1295" y="326"/>
                  </a:lnTo>
                  <a:lnTo>
                    <a:pt x="1297" y="325"/>
                  </a:lnTo>
                  <a:lnTo>
                    <a:pt x="1299" y="324"/>
                  </a:lnTo>
                  <a:lnTo>
                    <a:pt x="1301" y="324"/>
                  </a:lnTo>
                  <a:lnTo>
                    <a:pt x="1303" y="323"/>
                  </a:lnTo>
                  <a:lnTo>
                    <a:pt x="1304" y="321"/>
                  </a:lnTo>
                  <a:lnTo>
                    <a:pt x="1305" y="319"/>
                  </a:lnTo>
                  <a:lnTo>
                    <a:pt x="1307" y="318"/>
                  </a:lnTo>
                  <a:lnTo>
                    <a:pt x="1310" y="317"/>
                  </a:lnTo>
                  <a:lnTo>
                    <a:pt x="1312" y="316"/>
                  </a:lnTo>
                  <a:lnTo>
                    <a:pt x="1314" y="315"/>
                  </a:lnTo>
                  <a:lnTo>
                    <a:pt x="1316" y="314"/>
                  </a:lnTo>
                  <a:lnTo>
                    <a:pt x="1319" y="315"/>
                  </a:lnTo>
                  <a:lnTo>
                    <a:pt x="1321" y="317"/>
                  </a:lnTo>
                  <a:lnTo>
                    <a:pt x="1322" y="319"/>
                  </a:lnTo>
                  <a:lnTo>
                    <a:pt x="1324" y="320"/>
                  </a:lnTo>
                  <a:lnTo>
                    <a:pt x="1326" y="320"/>
                  </a:lnTo>
                  <a:lnTo>
                    <a:pt x="1328" y="319"/>
                  </a:lnTo>
                  <a:lnTo>
                    <a:pt x="1331" y="318"/>
                  </a:lnTo>
                  <a:lnTo>
                    <a:pt x="1332" y="319"/>
                  </a:lnTo>
                  <a:lnTo>
                    <a:pt x="1334" y="320"/>
                  </a:lnTo>
                  <a:lnTo>
                    <a:pt x="1335" y="321"/>
                  </a:lnTo>
                  <a:lnTo>
                    <a:pt x="1337" y="322"/>
                  </a:lnTo>
                  <a:lnTo>
                    <a:pt x="1338" y="323"/>
                  </a:lnTo>
                  <a:lnTo>
                    <a:pt x="1339" y="325"/>
                  </a:lnTo>
                  <a:lnTo>
                    <a:pt x="1338" y="326"/>
                  </a:lnTo>
                  <a:lnTo>
                    <a:pt x="1338" y="328"/>
                  </a:lnTo>
                  <a:lnTo>
                    <a:pt x="1339" y="330"/>
                  </a:lnTo>
                  <a:lnTo>
                    <a:pt x="1340" y="331"/>
                  </a:lnTo>
                  <a:lnTo>
                    <a:pt x="1340" y="333"/>
                  </a:lnTo>
                  <a:close/>
                </a:path>
              </a:pathLst>
            </a:custGeom>
            <a:solidFill>
              <a:srgbClr val="CC79A7">
                <a:alpha val="10800"/>
              </a:srgbClr>
            </a:solidFill>
            <a:ln>
              <a:noFill/>
            </a:ln>
          </p:spPr>
          <p:txBody>
            <a:bodyPr anchor="ctr"/>
            <a:lstStyle/>
            <a:p>
              <a:pPr algn="ctr">
                <a:buNone/>
              </a:pPr>
            </a:p>
          </p:txBody>
        </p:sp>
        <p:sp>
          <p:nvSpPr>
            <p:cNvPr id="685" name="addition:spatial:67"/>
            <p:cNvSpPr>
              <a:spLocks noGrp="1"/>
            </p:cNvSpPr>
            <p:nvPr/>
          </p:nvSpPr>
          <p:spPr>
            <a:xfrm>
              <a:off x="5648325" y="1666875"/>
              <a:ext cx="1821759" cy="659740"/>
            </a:xfrm>
            <a:custGeom>
              <a:avLst/>
              <a:gdLst/>
              <a:ahLst/>
              <a:cxnLst/>
              <a:rect l="l" t="t" r="r" b="b"/>
              <a:pathLst>
                <a:path w="1374" h="390">
                  <a:moveTo>
                    <a:pt x="0" y="0"/>
                  </a:moveTo>
                  <a:moveTo>
                    <a:pt x="1367" y="365"/>
                  </a:moveTo>
                  <a:lnTo>
                    <a:pt x="1366" y="367"/>
                  </a:lnTo>
                  <a:lnTo>
                    <a:pt x="1365" y="369"/>
                  </a:lnTo>
                  <a:lnTo>
                    <a:pt x="1364" y="371"/>
                  </a:lnTo>
                  <a:lnTo>
                    <a:pt x="1362" y="373"/>
                  </a:lnTo>
                  <a:lnTo>
                    <a:pt x="1362" y="375"/>
                  </a:lnTo>
                  <a:lnTo>
                    <a:pt x="1362" y="377"/>
                  </a:lnTo>
                  <a:lnTo>
                    <a:pt x="1362" y="380"/>
                  </a:lnTo>
                  <a:lnTo>
                    <a:pt x="1360" y="382"/>
                  </a:lnTo>
                  <a:lnTo>
                    <a:pt x="1357" y="382"/>
                  </a:lnTo>
                  <a:lnTo>
                    <a:pt x="1354" y="383"/>
                  </a:lnTo>
                  <a:lnTo>
                    <a:pt x="1352" y="385"/>
                  </a:lnTo>
                  <a:lnTo>
                    <a:pt x="1351" y="387"/>
                  </a:lnTo>
                  <a:lnTo>
                    <a:pt x="1349" y="390"/>
                  </a:lnTo>
                  <a:lnTo>
                    <a:pt x="1346" y="390"/>
                  </a:lnTo>
                  <a:lnTo>
                    <a:pt x="1343" y="388"/>
                  </a:lnTo>
                  <a:lnTo>
                    <a:pt x="1340" y="386"/>
                  </a:lnTo>
                  <a:lnTo>
                    <a:pt x="1337" y="385"/>
                  </a:lnTo>
                  <a:lnTo>
                    <a:pt x="1335" y="385"/>
                  </a:lnTo>
                  <a:lnTo>
                    <a:pt x="1333" y="386"/>
                  </a:lnTo>
                  <a:lnTo>
                    <a:pt x="1331" y="387"/>
                  </a:lnTo>
                  <a:lnTo>
                    <a:pt x="1328" y="387"/>
                  </a:lnTo>
                  <a:lnTo>
                    <a:pt x="1326" y="387"/>
                  </a:lnTo>
                  <a:lnTo>
                    <a:pt x="1322" y="388"/>
                  </a:lnTo>
                  <a:lnTo>
                    <a:pt x="1319" y="388"/>
                  </a:lnTo>
                  <a:lnTo>
                    <a:pt x="1316" y="386"/>
                  </a:lnTo>
                  <a:lnTo>
                    <a:pt x="1316" y="383"/>
                  </a:lnTo>
                  <a:lnTo>
                    <a:pt x="1316" y="380"/>
                  </a:lnTo>
                  <a:lnTo>
                    <a:pt x="1316" y="378"/>
                  </a:lnTo>
                  <a:lnTo>
                    <a:pt x="1314" y="376"/>
                  </a:lnTo>
                  <a:lnTo>
                    <a:pt x="1311" y="375"/>
                  </a:lnTo>
                  <a:lnTo>
                    <a:pt x="1308" y="374"/>
                  </a:lnTo>
                  <a:lnTo>
                    <a:pt x="1308" y="371"/>
                  </a:lnTo>
                  <a:lnTo>
                    <a:pt x="1309" y="369"/>
                  </a:lnTo>
                  <a:lnTo>
                    <a:pt x="1309" y="367"/>
                  </a:lnTo>
                  <a:lnTo>
                    <a:pt x="1308" y="365"/>
                  </a:lnTo>
                  <a:lnTo>
                    <a:pt x="1305" y="363"/>
                  </a:lnTo>
                  <a:lnTo>
                    <a:pt x="1303" y="361"/>
                  </a:lnTo>
                  <a:lnTo>
                    <a:pt x="1303" y="359"/>
                  </a:lnTo>
                  <a:lnTo>
                    <a:pt x="1303" y="356"/>
                  </a:lnTo>
                  <a:lnTo>
                    <a:pt x="1304" y="354"/>
                  </a:lnTo>
                  <a:lnTo>
                    <a:pt x="1305" y="352"/>
                  </a:lnTo>
                  <a:lnTo>
                    <a:pt x="1307" y="350"/>
                  </a:lnTo>
                  <a:lnTo>
                    <a:pt x="1310" y="350"/>
                  </a:lnTo>
                  <a:lnTo>
                    <a:pt x="1315" y="350"/>
                  </a:lnTo>
                  <a:lnTo>
                    <a:pt x="1318" y="351"/>
                  </a:lnTo>
                  <a:lnTo>
                    <a:pt x="1320" y="349"/>
                  </a:lnTo>
                  <a:lnTo>
                    <a:pt x="1321" y="346"/>
                  </a:lnTo>
                  <a:lnTo>
                    <a:pt x="1322" y="343"/>
                  </a:lnTo>
                  <a:lnTo>
                    <a:pt x="1324" y="341"/>
                  </a:lnTo>
                  <a:lnTo>
                    <a:pt x="1328" y="341"/>
                  </a:lnTo>
                  <a:lnTo>
                    <a:pt x="1331" y="341"/>
                  </a:lnTo>
                  <a:lnTo>
                    <a:pt x="1335" y="342"/>
                  </a:lnTo>
                  <a:lnTo>
                    <a:pt x="1338" y="341"/>
                  </a:lnTo>
                  <a:lnTo>
                    <a:pt x="1342" y="341"/>
                  </a:lnTo>
                  <a:lnTo>
                    <a:pt x="1345" y="342"/>
                  </a:lnTo>
                  <a:lnTo>
                    <a:pt x="1348" y="343"/>
                  </a:lnTo>
                  <a:lnTo>
                    <a:pt x="1351" y="345"/>
                  </a:lnTo>
                  <a:lnTo>
                    <a:pt x="1353" y="345"/>
                  </a:lnTo>
                  <a:lnTo>
                    <a:pt x="1356" y="346"/>
                  </a:lnTo>
                  <a:lnTo>
                    <a:pt x="1358" y="348"/>
                  </a:lnTo>
                  <a:lnTo>
                    <a:pt x="1359" y="350"/>
                  </a:lnTo>
                  <a:lnTo>
                    <a:pt x="1360" y="352"/>
                  </a:lnTo>
                  <a:lnTo>
                    <a:pt x="1362" y="353"/>
                  </a:lnTo>
                  <a:lnTo>
                    <a:pt x="1366" y="354"/>
                  </a:lnTo>
                  <a:lnTo>
                    <a:pt x="1371" y="354"/>
                  </a:lnTo>
                  <a:lnTo>
                    <a:pt x="1374" y="356"/>
                  </a:lnTo>
                  <a:lnTo>
                    <a:pt x="1374" y="358"/>
                  </a:lnTo>
                  <a:lnTo>
                    <a:pt x="1372" y="361"/>
                  </a:lnTo>
                  <a:lnTo>
                    <a:pt x="1369" y="363"/>
                  </a:lnTo>
                  <a:close/>
                </a:path>
              </a:pathLst>
            </a:custGeom>
            <a:solidFill>
              <a:srgbClr val="CC79A7">
                <a:alpha val="10800"/>
              </a:srgbClr>
            </a:solidFill>
            <a:ln>
              <a:noFill/>
            </a:ln>
          </p:spPr>
          <p:txBody>
            <a:bodyPr anchor="ctr"/>
            <a:lstStyle/>
            <a:p>
              <a:pPr algn="ctr">
                <a:buNone/>
              </a:pPr>
            </a:p>
          </p:txBody>
        </p:sp>
        <p:sp>
          <p:nvSpPr>
            <p:cNvPr id="686" name="addition:spatial:68"/>
            <p:cNvSpPr>
              <a:spLocks noGrp="1"/>
            </p:cNvSpPr>
            <p:nvPr/>
          </p:nvSpPr>
          <p:spPr>
            <a:xfrm>
              <a:off x="5648325" y="1666875"/>
              <a:ext cx="1754139" cy="676656"/>
            </a:xfrm>
            <a:custGeom>
              <a:avLst/>
              <a:gdLst/>
              <a:ahLst/>
              <a:cxnLst/>
              <a:rect l="l" t="t" r="r" b="b"/>
              <a:pathLst>
                <a:path w="1323" h="400">
                  <a:moveTo>
                    <a:pt x="0" y="0"/>
                  </a:moveTo>
                  <a:moveTo>
                    <a:pt x="1317" y="379"/>
                  </a:moveTo>
                  <a:lnTo>
                    <a:pt x="1314" y="380"/>
                  </a:lnTo>
                  <a:lnTo>
                    <a:pt x="1314" y="382"/>
                  </a:lnTo>
                  <a:lnTo>
                    <a:pt x="1315" y="384"/>
                  </a:lnTo>
                  <a:lnTo>
                    <a:pt x="1317" y="386"/>
                  </a:lnTo>
                  <a:lnTo>
                    <a:pt x="1316" y="388"/>
                  </a:lnTo>
                  <a:lnTo>
                    <a:pt x="1314" y="389"/>
                  </a:lnTo>
                  <a:lnTo>
                    <a:pt x="1312" y="390"/>
                  </a:lnTo>
                  <a:lnTo>
                    <a:pt x="1311" y="392"/>
                  </a:lnTo>
                  <a:lnTo>
                    <a:pt x="1310" y="393"/>
                  </a:lnTo>
                  <a:lnTo>
                    <a:pt x="1309" y="395"/>
                  </a:lnTo>
                  <a:lnTo>
                    <a:pt x="1307" y="397"/>
                  </a:lnTo>
                  <a:lnTo>
                    <a:pt x="1304" y="397"/>
                  </a:lnTo>
                  <a:lnTo>
                    <a:pt x="1302" y="397"/>
                  </a:lnTo>
                  <a:lnTo>
                    <a:pt x="1300" y="398"/>
                  </a:lnTo>
                  <a:lnTo>
                    <a:pt x="1298" y="398"/>
                  </a:lnTo>
                  <a:lnTo>
                    <a:pt x="1296" y="398"/>
                  </a:lnTo>
                  <a:lnTo>
                    <a:pt x="1294" y="396"/>
                  </a:lnTo>
                  <a:lnTo>
                    <a:pt x="1292" y="395"/>
                  </a:lnTo>
                  <a:lnTo>
                    <a:pt x="1290" y="395"/>
                  </a:lnTo>
                  <a:lnTo>
                    <a:pt x="1288" y="397"/>
                  </a:lnTo>
                  <a:lnTo>
                    <a:pt x="1285" y="399"/>
                  </a:lnTo>
                  <a:lnTo>
                    <a:pt x="1281" y="400"/>
                  </a:lnTo>
                  <a:lnTo>
                    <a:pt x="1279" y="399"/>
                  </a:lnTo>
                  <a:lnTo>
                    <a:pt x="1277" y="397"/>
                  </a:lnTo>
                  <a:lnTo>
                    <a:pt x="1277" y="394"/>
                  </a:lnTo>
                  <a:lnTo>
                    <a:pt x="1275" y="393"/>
                  </a:lnTo>
                  <a:lnTo>
                    <a:pt x="1273" y="392"/>
                  </a:lnTo>
                  <a:lnTo>
                    <a:pt x="1272" y="390"/>
                  </a:lnTo>
                  <a:lnTo>
                    <a:pt x="1271" y="388"/>
                  </a:lnTo>
                  <a:lnTo>
                    <a:pt x="1270" y="387"/>
                  </a:lnTo>
                  <a:lnTo>
                    <a:pt x="1269" y="385"/>
                  </a:lnTo>
                  <a:lnTo>
                    <a:pt x="1267" y="384"/>
                  </a:lnTo>
                  <a:lnTo>
                    <a:pt x="1265" y="382"/>
                  </a:lnTo>
                  <a:lnTo>
                    <a:pt x="1264" y="380"/>
                  </a:lnTo>
                  <a:lnTo>
                    <a:pt x="1265" y="379"/>
                  </a:lnTo>
                  <a:lnTo>
                    <a:pt x="1265" y="377"/>
                  </a:lnTo>
                  <a:lnTo>
                    <a:pt x="1263" y="375"/>
                  </a:lnTo>
                  <a:lnTo>
                    <a:pt x="1261" y="373"/>
                  </a:lnTo>
                  <a:lnTo>
                    <a:pt x="1260" y="371"/>
                  </a:lnTo>
                  <a:lnTo>
                    <a:pt x="1261" y="369"/>
                  </a:lnTo>
                  <a:lnTo>
                    <a:pt x="1265" y="368"/>
                  </a:lnTo>
                  <a:lnTo>
                    <a:pt x="1269" y="368"/>
                  </a:lnTo>
                  <a:lnTo>
                    <a:pt x="1272" y="367"/>
                  </a:lnTo>
                  <a:lnTo>
                    <a:pt x="1273" y="366"/>
                  </a:lnTo>
                  <a:lnTo>
                    <a:pt x="1275" y="365"/>
                  </a:lnTo>
                  <a:lnTo>
                    <a:pt x="1276" y="363"/>
                  </a:lnTo>
                  <a:lnTo>
                    <a:pt x="1278" y="362"/>
                  </a:lnTo>
                  <a:lnTo>
                    <a:pt x="1280" y="361"/>
                  </a:lnTo>
                  <a:lnTo>
                    <a:pt x="1282" y="359"/>
                  </a:lnTo>
                  <a:lnTo>
                    <a:pt x="1285" y="357"/>
                  </a:lnTo>
                  <a:lnTo>
                    <a:pt x="1288" y="356"/>
                  </a:lnTo>
                  <a:lnTo>
                    <a:pt x="1291" y="357"/>
                  </a:lnTo>
                  <a:lnTo>
                    <a:pt x="1294" y="359"/>
                  </a:lnTo>
                  <a:lnTo>
                    <a:pt x="1297" y="360"/>
                  </a:lnTo>
                  <a:lnTo>
                    <a:pt x="1300" y="360"/>
                  </a:lnTo>
                  <a:lnTo>
                    <a:pt x="1303" y="359"/>
                  </a:lnTo>
                  <a:lnTo>
                    <a:pt x="1305" y="360"/>
                  </a:lnTo>
                  <a:lnTo>
                    <a:pt x="1307" y="361"/>
                  </a:lnTo>
                  <a:lnTo>
                    <a:pt x="1308" y="364"/>
                  </a:lnTo>
                  <a:lnTo>
                    <a:pt x="1309" y="365"/>
                  </a:lnTo>
                  <a:lnTo>
                    <a:pt x="1311" y="366"/>
                  </a:lnTo>
                  <a:lnTo>
                    <a:pt x="1314" y="366"/>
                  </a:lnTo>
                  <a:lnTo>
                    <a:pt x="1317" y="367"/>
                  </a:lnTo>
                  <a:lnTo>
                    <a:pt x="1319" y="368"/>
                  </a:lnTo>
                  <a:lnTo>
                    <a:pt x="1320" y="369"/>
                  </a:lnTo>
                  <a:lnTo>
                    <a:pt x="1322" y="371"/>
                  </a:lnTo>
                  <a:lnTo>
                    <a:pt x="1323" y="373"/>
                  </a:lnTo>
                  <a:lnTo>
                    <a:pt x="1323" y="375"/>
                  </a:lnTo>
                  <a:lnTo>
                    <a:pt x="1321" y="377"/>
                  </a:lnTo>
                  <a:close/>
                </a:path>
              </a:pathLst>
            </a:custGeom>
            <a:solidFill>
              <a:srgbClr val="CC79A7">
                <a:alpha val="10800"/>
              </a:srgbClr>
            </a:solidFill>
            <a:ln>
              <a:noFill/>
            </a:ln>
          </p:spPr>
          <p:txBody>
            <a:bodyPr anchor="ctr"/>
            <a:lstStyle/>
            <a:p>
              <a:pPr algn="ctr">
                <a:buNone/>
              </a:pPr>
            </a:p>
          </p:txBody>
        </p:sp>
        <p:sp>
          <p:nvSpPr>
            <p:cNvPr id="687" name="addition:spatial:69"/>
            <p:cNvSpPr>
              <a:spLocks noGrp="1"/>
            </p:cNvSpPr>
            <p:nvPr/>
          </p:nvSpPr>
          <p:spPr>
            <a:xfrm>
              <a:off x="5648325" y="1666875"/>
              <a:ext cx="892317" cy="979460"/>
            </a:xfrm>
            <a:custGeom>
              <a:avLst/>
              <a:gdLst/>
              <a:ahLst/>
              <a:cxnLst/>
              <a:rect l="l" t="t" r="r" b="b"/>
              <a:pathLst>
                <a:path w="673" h="579">
                  <a:moveTo>
                    <a:pt x="0" y="0"/>
                  </a:moveTo>
                  <a:moveTo>
                    <a:pt x="662" y="506"/>
                  </a:moveTo>
                  <a:lnTo>
                    <a:pt x="650" y="512"/>
                  </a:lnTo>
                  <a:lnTo>
                    <a:pt x="640" y="516"/>
                  </a:lnTo>
                  <a:lnTo>
                    <a:pt x="639" y="522"/>
                  </a:lnTo>
                  <a:lnTo>
                    <a:pt x="644" y="529"/>
                  </a:lnTo>
                  <a:lnTo>
                    <a:pt x="649" y="537"/>
                  </a:lnTo>
                  <a:lnTo>
                    <a:pt x="647" y="544"/>
                  </a:lnTo>
                  <a:lnTo>
                    <a:pt x="639" y="549"/>
                  </a:lnTo>
                  <a:lnTo>
                    <a:pt x="629" y="551"/>
                  </a:lnTo>
                  <a:lnTo>
                    <a:pt x="622" y="555"/>
                  </a:lnTo>
                  <a:lnTo>
                    <a:pt x="619" y="562"/>
                  </a:lnTo>
                  <a:lnTo>
                    <a:pt x="615" y="569"/>
                  </a:lnTo>
                  <a:lnTo>
                    <a:pt x="607" y="573"/>
                  </a:lnTo>
                  <a:lnTo>
                    <a:pt x="598" y="573"/>
                  </a:lnTo>
                  <a:lnTo>
                    <a:pt x="589" y="572"/>
                  </a:lnTo>
                  <a:lnTo>
                    <a:pt x="581" y="572"/>
                  </a:lnTo>
                  <a:lnTo>
                    <a:pt x="573" y="573"/>
                  </a:lnTo>
                  <a:lnTo>
                    <a:pt x="566" y="571"/>
                  </a:lnTo>
                  <a:lnTo>
                    <a:pt x="559" y="568"/>
                  </a:lnTo>
                  <a:lnTo>
                    <a:pt x="553" y="564"/>
                  </a:lnTo>
                  <a:lnTo>
                    <a:pt x="546" y="565"/>
                  </a:lnTo>
                  <a:lnTo>
                    <a:pt x="537" y="570"/>
                  </a:lnTo>
                  <a:lnTo>
                    <a:pt x="524" y="577"/>
                  </a:lnTo>
                  <a:lnTo>
                    <a:pt x="513" y="579"/>
                  </a:lnTo>
                  <a:lnTo>
                    <a:pt x="505" y="574"/>
                  </a:lnTo>
                  <a:lnTo>
                    <a:pt x="503" y="564"/>
                  </a:lnTo>
                  <a:lnTo>
                    <a:pt x="501" y="556"/>
                  </a:lnTo>
                  <a:lnTo>
                    <a:pt x="498" y="549"/>
                  </a:lnTo>
                  <a:lnTo>
                    <a:pt x="491" y="545"/>
                  </a:lnTo>
                  <a:lnTo>
                    <a:pt x="485" y="541"/>
                  </a:lnTo>
                  <a:lnTo>
                    <a:pt x="482" y="535"/>
                  </a:lnTo>
                  <a:lnTo>
                    <a:pt x="480" y="529"/>
                  </a:lnTo>
                  <a:lnTo>
                    <a:pt x="476" y="523"/>
                  </a:lnTo>
                  <a:lnTo>
                    <a:pt x="469" y="518"/>
                  </a:lnTo>
                  <a:lnTo>
                    <a:pt x="462" y="512"/>
                  </a:lnTo>
                  <a:lnTo>
                    <a:pt x="460" y="506"/>
                  </a:lnTo>
                  <a:lnTo>
                    <a:pt x="461" y="500"/>
                  </a:lnTo>
                  <a:lnTo>
                    <a:pt x="462" y="494"/>
                  </a:lnTo>
                  <a:lnTo>
                    <a:pt x="459" y="487"/>
                  </a:lnTo>
                  <a:lnTo>
                    <a:pt x="453" y="479"/>
                  </a:lnTo>
                  <a:lnTo>
                    <a:pt x="450" y="471"/>
                  </a:lnTo>
                  <a:lnTo>
                    <a:pt x="457" y="465"/>
                  </a:lnTo>
                  <a:lnTo>
                    <a:pt x="470" y="464"/>
                  </a:lnTo>
                  <a:lnTo>
                    <a:pt x="486" y="465"/>
                  </a:lnTo>
                  <a:lnTo>
                    <a:pt x="496" y="464"/>
                  </a:lnTo>
                  <a:lnTo>
                    <a:pt x="501" y="460"/>
                  </a:lnTo>
                  <a:lnTo>
                    <a:pt x="505" y="453"/>
                  </a:lnTo>
                  <a:lnTo>
                    <a:pt x="510" y="447"/>
                  </a:lnTo>
                  <a:lnTo>
                    <a:pt x="518" y="443"/>
                  </a:lnTo>
                  <a:lnTo>
                    <a:pt x="526" y="439"/>
                  </a:lnTo>
                  <a:lnTo>
                    <a:pt x="535" y="434"/>
                  </a:lnTo>
                  <a:lnTo>
                    <a:pt x="545" y="429"/>
                  </a:lnTo>
                  <a:lnTo>
                    <a:pt x="557" y="428"/>
                  </a:lnTo>
                  <a:lnTo>
                    <a:pt x="568" y="432"/>
                  </a:lnTo>
                  <a:lnTo>
                    <a:pt x="578" y="438"/>
                  </a:lnTo>
                  <a:lnTo>
                    <a:pt x="587" y="442"/>
                  </a:lnTo>
                  <a:lnTo>
                    <a:pt x="597" y="442"/>
                  </a:lnTo>
                  <a:lnTo>
                    <a:pt x="608" y="441"/>
                  </a:lnTo>
                  <a:lnTo>
                    <a:pt x="618" y="442"/>
                  </a:lnTo>
                  <a:lnTo>
                    <a:pt x="624" y="449"/>
                  </a:lnTo>
                  <a:lnTo>
                    <a:pt x="627" y="457"/>
                  </a:lnTo>
                  <a:lnTo>
                    <a:pt x="629" y="463"/>
                  </a:lnTo>
                  <a:lnTo>
                    <a:pt x="637" y="466"/>
                  </a:lnTo>
                  <a:lnTo>
                    <a:pt x="648" y="466"/>
                  </a:lnTo>
                  <a:lnTo>
                    <a:pt x="660" y="468"/>
                  </a:lnTo>
                  <a:lnTo>
                    <a:pt x="667" y="473"/>
                  </a:lnTo>
                  <a:lnTo>
                    <a:pt x="671" y="479"/>
                  </a:lnTo>
                  <a:lnTo>
                    <a:pt x="672" y="486"/>
                  </a:lnTo>
                  <a:lnTo>
                    <a:pt x="673" y="492"/>
                  </a:lnTo>
                  <a:lnTo>
                    <a:pt x="670" y="499"/>
                  </a:lnTo>
                  <a:close/>
                </a:path>
              </a:pathLst>
            </a:custGeom>
            <a:solidFill>
              <a:srgbClr val="A7CEE4">
                <a:alpha val="12900"/>
              </a:srgbClr>
            </a:solidFill>
            <a:ln>
              <a:noFill/>
            </a:ln>
          </p:spPr>
          <p:txBody>
            <a:bodyPr anchor="ctr"/>
            <a:lstStyle/>
            <a:p>
              <a:pPr algn="ctr">
                <a:buNone/>
              </a:pPr>
            </a:p>
          </p:txBody>
        </p:sp>
        <p:sp>
          <p:nvSpPr>
            <p:cNvPr id="688" name="addition:spatial:70"/>
            <p:cNvSpPr>
              <a:spLocks noGrp="1"/>
            </p:cNvSpPr>
            <p:nvPr/>
          </p:nvSpPr>
          <p:spPr>
            <a:xfrm>
              <a:off x="5648325" y="1666875"/>
              <a:ext cx="853867" cy="977768"/>
            </a:xfrm>
            <a:custGeom>
              <a:avLst/>
              <a:gdLst/>
              <a:ahLst/>
              <a:cxnLst/>
              <a:rect l="l" t="t" r="r" b="b"/>
              <a:pathLst>
                <a:path w="644" h="578">
                  <a:moveTo>
                    <a:pt x="0" y="0"/>
                  </a:moveTo>
                  <a:moveTo>
                    <a:pt x="633" y="511"/>
                  </a:moveTo>
                  <a:lnTo>
                    <a:pt x="640" y="516"/>
                  </a:lnTo>
                  <a:lnTo>
                    <a:pt x="644" y="522"/>
                  </a:lnTo>
                  <a:lnTo>
                    <a:pt x="643" y="528"/>
                  </a:lnTo>
                  <a:lnTo>
                    <a:pt x="638" y="532"/>
                  </a:lnTo>
                  <a:lnTo>
                    <a:pt x="633" y="536"/>
                  </a:lnTo>
                  <a:lnTo>
                    <a:pt x="631" y="541"/>
                  </a:lnTo>
                  <a:lnTo>
                    <a:pt x="633" y="548"/>
                  </a:lnTo>
                  <a:lnTo>
                    <a:pt x="631" y="554"/>
                  </a:lnTo>
                  <a:lnTo>
                    <a:pt x="625" y="557"/>
                  </a:lnTo>
                  <a:lnTo>
                    <a:pt x="614" y="556"/>
                  </a:lnTo>
                  <a:lnTo>
                    <a:pt x="603" y="554"/>
                  </a:lnTo>
                  <a:lnTo>
                    <a:pt x="596" y="555"/>
                  </a:lnTo>
                  <a:lnTo>
                    <a:pt x="591" y="558"/>
                  </a:lnTo>
                  <a:lnTo>
                    <a:pt x="586" y="564"/>
                  </a:lnTo>
                  <a:lnTo>
                    <a:pt x="580" y="568"/>
                  </a:lnTo>
                  <a:lnTo>
                    <a:pt x="572" y="571"/>
                  </a:lnTo>
                  <a:lnTo>
                    <a:pt x="564" y="574"/>
                  </a:lnTo>
                  <a:lnTo>
                    <a:pt x="554" y="577"/>
                  </a:lnTo>
                  <a:lnTo>
                    <a:pt x="544" y="578"/>
                  </a:lnTo>
                  <a:lnTo>
                    <a:pt x="535" y="576"/>
                  </a:lnTo>
                  <a:lnTo>
                    <a:pt x="528" y="569"/>
                  </a:lnTo>
                  <a:lnTo>
                    <a:pt x="523" y="561"/>
                  </a:lnTo>
                  <a:lnTo>
                    <a:pt x="517" y="557"/>
                  </a:lnTo>
                  <a:lnTo>
                    <a:pt x="509" y="556"/>
                  </a:lnTo>
                  <a:lnTo>
                    <a:pt x="498" y="556"/>
                  </a:lnTo>
                  <a:lnTo>
                    <a:pt x="489" y="555"/>
                  </a:lnTo>
                  <a:lnTo>
                    <a:pt x="485" y="550"/>
                  </a:lnTo>
                  <a:lnTo>
                    <a:pt x="483" y="544"/>
                  </a:lnTo>
                  <a:lnTo>
                    <a:pt x="481" y="539"/>
                  </a:lnTo>
                  <a:lnTo>
                    <a:pt x="474" y="536"/>
                  </a:lnTo>
                  <a:lnTo>
                    <a:pt x="466" y="532"/>
                  </a:lnTo>
                  <a:lnTo>
                    <a:pt x="459" y="528"/>
                  </a:lnTo>
                  <a:lnTo>
                    <a:pt x="457" y="523"/>
                  </a:lnTo>
                  <a:lnTo>
                    <a:pt x="458" y="517"/>
                  </a:lnTo>
                  <a:lnTo>
                    <a:pt x="459" y="511"/>
                  </a:lnTo>
                  <a:lnTo>
                    <a:pt x="461" y="505"/>
                  </a:lnTo>
                  <a:lnTo>
                    <a:pt x="466" y="500"/>
                  </a:lnTo>
                  <a:lnTo>
                    <a:pt x="475" y="496"/>
                  </a:lnTo>
                  <a:lnTo>
                    <a:pt x="487" y="493"/>
                  </a:lnTo>
                  <a:lnTo>
                    <a:pt x="495" y="490"/>
                  </a:lnTo>
                  <a:lnTo>
                    <a:pt x="496" y="485"/>
                  </a:lnTo>
                  <a:lnTo>
                    <a:pt x="493" y="478"/>
                  </a:lnTo>
                  <a:lnTo>
                    <a:pt x="490" y="469"/>
                  </a:lnTo>
                  <a:lnTo>
                    <a:pt x="494" y="463"/>
                  </a:lnTo>
                  <a:lnTo>
                    <a:pt x="503" y="460"/>
                  </a:lnTo>
                  <a:lnTo>
                    <a:pt x="512" y="459"/>
                  </a:lnTo>
                  <a:lnTo>
                    <a:pt x="521" y="458"/>
                  </a:lnTo>
                  <a:lnTo>
                    <a:pt x="527" y="455"/>
                  </a:lnTo>
                  <a:lnTo>
                    <a:pt x="534" y="452"/>
                  </a:lnTo>
                  <a:lnTo>
                    <a:pt x="542" y="452"/>
                  </a:lnTo>
                  <a:lnTo>
                    <a:pt x="549" y="453"/>
                  </a:lnTo>
                  <a:lnTo>
                    <a:pt x="556" y="455"/>
                  </a:lnTo>
                  <a:lnTo>
                    <a:pt x="562" y="455"/>
                  </a:lnTo>
                  <a:lnTo>
                    <a:pt x="569" y="454"/>
                  </a:lnTo>
                  <a:lnTo>
                    <a:pt x="575" y="455"/>
                  </a:lnTo>
                  <a:lnTo>
                    <a:pt x="580" y="459"/>
                  </a:lnTo>
                  <a:lnTo>
                    <a:pt x="584" y="462"/>
                  </a:lnTo>
                  <a:lnTo>
                    <a:pt x="590" y="463"/>
                  </a:lnTo>
                  <a:lnTo>
                    <a:pt x="600" y="461"/>
                  </a:lnTo>
                  <a:lnTo>
                    <a:pt x="611" y="458"/>
                  </a:lnTo>
                  <a:lnTo>
                    <a:pt x="621" y="460"/>
                  </a:lnTo>
                  <a:lnTo>
                    <a:pt x="624" y="466"/>
                  </a:lnTo>
                  <a:lnTo>
                    <a:pt x="621" y="474"/>
                  </a:lnTo>
                  <a:lnTo>
                    <a:pt x="618" y="482"/>
                  </a:lnTo>
                  <a:lnTo>
                    <a:pt x="618" y="488"/>
                  </a:lnTo>
                  <a:lnTo>
                    <a:pt x="621" y="492"/>
                  </a:lnTo>
                  <a:lnTo>
                    <a:pt x="625" y="497"/>
                  </a:lnTo>
                  <a:lnTo>
                    <a:pt x="627" y="501"/>
                  </a:lnTo>
                  <a:lnTo>
                    <a:pt x="629" y="506"/>
                  </a:lnTo>
                  <a:close/>
                </a:path>
              </a:pathLst>
            </a:custGeom>
            <a:solidFill>
              <a:srgbClr val="59A3CD">
                <a:alpha val="12900"/>
              </a:srgbClr>
            </a:solidFill>
            <a:ln>
              <a:noFill/>
            </a:ln>
          </p:spPr>
          <p:txBody>
            <a:bodyPr anchor="ctr"/>
            <a:lstStyle/>
            <a:p>
              <a:pPr algn="ctr">
                <a:buNone/>
              </a:pPr>
            </a:p>
          </p:txBody>
        </p:sp>
        <p:sp>
          <p:nvSpPr>
            <p:cNvPr id="689" name="addition:spatial:71"/>
            <p:cNvSpPr>
              <a:spLocks noGrp="1"/>
            </p:cNvSpPr>
            <p:nvPr/>
          </p:nvSpPr>
          <p:spPr>
            <a:xfrm>
              <a:off x="5648325" y="1666875"/>
              <a:ext cx="828675" cy="972693"/>
            </a:xfrm>
            <a:custGeom>
              <a:avLst/>
              <a:gdLst/>
              <a:ahLst/>
              <a:cxnLst/>
              <a:rect l="l" t="t" r="r" b="b"/>
              <a:pathLst>
                <a:path w="625" h="575">
                  <a:moveTo>
                    <a:pt x="0" y="0"/>
                  </a:moveTo>
                  <a:moveTo>
                    <a:pt x="622" y="516"/>
                  </a:moveTo>
                  <a:lnTo>
                    <a:pt x="622" y="521"/>
                  </a:lnTo>
                  <a:lnTo>
                    <a:pt x="622" y="525"/>
                  </a:lnTo>
                  <a:lnTo>
                    <a:pt x="624" y="530"/>
                  </a:lnTo>
                  <a:lnTo>
                    <a:pt x="625" y="535"/>
                  </a:lnTo>
                  <a:lnTo>
                    <a:pt x="622" y="540"/>
                  </a:lnTo>
                  <a:lnTo>
                    <a:pt x="617" y="543"/>
                  </a:lnTo>
                  <a:lnTo>
                    <a:pt x="613" y="546"/>
                  </a:lnTo>
                  <a:lnTo>
                    <a:pt x="610" y="550"/>
                  </a:lnTo>
                  <a:lnTo>
                    <a:pt x="607" y="555"/>
                  </a:lnTo>
                  <a:lnTo>
                    <a:pt x="601" y="557"/>
                  </a:lnTo>
                  <a:lnTo>
                    <a:pt x="593" y="556"/>
                  </a:lnTo>
                  <a:lnTo>
                    <a:pt x="584" y="555"/>
                  </a:lnTo>
                  <a:lnTo>
                    <a:pt x="577" y="555"/>
                  </a:lnTo>
                  <a:lnTo>
                    <a:pt x="573" y="559"/>
                  </a:lnTo>
                  <a:lnTo>
                    <a:pt x="569" y="567"/>
                  </a:lnTo>
                  <a:lnTo>
                    <a:pt x="563" y="573"/>
                  </a:lnTo>
                  <a:lnTo>
                    <a:pt x="555" y="575"/>
                  </a:lnTo>
                  <a:lnTo>
                    <a:pt x="546" y="574"/>
                  </a:lnTo>
                  <a:lnTo>
                    <a:pt x="538" y="571"/>
                  </a:lnTo>
                  <a:lnTo>
                    <a:pt x="530" y="568"/>
                  </a:lnTo>
                  <a:lnTo>
                    <a:pt x="523" y="566"/>
                  </a:lnTo>
                  <a:lnTo>
                    <a:pt x="517" y="562"/>
                  </a:lnTo>
                  <a:lnTo>
                    <a:pt x="512" y="558"/>
                  </a:lnTo>
                  <a:lnTo>
                    <a:pt x="508" y="554"/>
                  </a:lnTo>
                  <a:lnTo>
                    <a:pt x="501" y="552"/>
                  </a:lnTo>
                  <a:lnTo>
                    <a:pt x="493" y="552"/>
                  </a:lnTo>
                  <a:lnTo>
                    <a:pt x="485" y="551"/>
                  </a:lnTo>
                  <a:lnTo>
                    <a:pt x="480" y="547"/>
                  </a:lnTo>
                  <a:lnTo>
                    <a:pt x="479" y="542"/>
                  </a:lnTo>
                  <a:lnTo>
                    <a:pt x="479" y="537"/>
                  </a:lnTo>
                  <a:lnTo>
                    <a:pt x="476" y="533"/>
                  </a:lnTo>
                  <a:lnTo>
                    <a:pt x="468" y="530"/>
                  </a:lnTo>
                  <a:lnTo>
                    <a:pt x="461" y="526"/>
                  </a:lnTo>
                  <a:lnTo>
                    <a:pt x="459" y="521"/>
                  </a:lnTo>
                  <a:lnTo>
                    <a:pt x="465" y="516"/>
                  </a:lnTo>
                  <a:lnTo>
                    <a:pt x="473" y="511"/>
                  </a:lnTo>
                  <a:lnTo>
                    <a:pt x="480" y="507"/>
                  </a:lnTo>
                  <a:lnTo>
                    <a:pt x="484" y="504"/>
                  </a:lnTo>
                  <a:lnTo>
                    <a:pt x="488" y="500"/>
                  </a:lnTo>
                  <a:lnTo>
                    <a:pt x="491" y="496"/>
                  </a:lnTo>
                  <a:lnTo>
                    <a:pt x="495" y="493"/>
                  </a:lnTo>
                  <a:lnTo>
                    <a:pt x="496" y="488"/>
                  </a:lnTo>
                  <a:lnTo>
                    <a:pt x="496" y="481"/>
                  </a:lnTo>
                  <a:lnTo>
                    <a:pt x="496" y="474"/>
                  </a:lnTo>
                  <a:lnTo>
                    <a:pt x="500" y="469"/>
                  </a:lnTo>
                  <a:lnTo>
                    <a:pt x="508" y="468"/>
                  </a:lnTo>
                  <a:lnTo>
                    <a:pt x="518" y="470"/>
                  </a:lnTo>
                  <a:lnTo>
                    <a:pt x="526" y="471"/>
                  </a:lnTo>
                  <a:lnTo>
                    <a:pt x="531" y="470"/>
                  </a:lnTo>
                  <a:lnTo>
                    <a:pt x="536" y="466"/>
                  </a:lnTo>
                  <a:lnTo>
                    <a:pt x="541" y="463"/>
                  </a:lnTo>
                  <a:lnTo>
                    <a:pt x="547" y="464"/>
                  </a:lnTo>
                  <a:lnTo>
                    <a:pt x="553" y="467"/>
                  </a:lnTo>
                  <a:lnTo>
                    <a:pt x="558" y="470"/>
                  </a:lnTo>
                  <a:lnTo>
                    <a:pt x="563" y="471"/>
                  </a:lnTo>
                  <a:lnTo>
                    <a:pt x="568" y="470"/>
                  </a:lnTo>
                  <a:lnTo>
                    <a:pt x="574" y="469"/>
                  </a:lnTo>
                  <a:lnTo>
                    <a:pt x="580" y="470"/>
                  </a:lnTo>
                  <a:lnTo>
                    <a:pt x="586" y="472"/>
                  </a:lnTo>
                  <a:lnTo>
                    <a:pt x="593" y="473"/>
                  </a:lnTo>
                  <a:lnTo>
                    <a:pt x="601" y="474"/>
                  </a:lnTo>
                  <a:lnTo>
                    <a:pt x="607" y="477"/>
                  </a:lnTo>
                  <a:lnTo>
                    <a:pt x="608" y="483"/>
                  </a:lnTo>
                  <a:lnTo>
                    <a:pt x="605" y="490"/>
                  </a:lnTo>
                  <a:lnTo>
                    <a:pt x="600" y="497"/>
                  </a:lnTo>
                  <a:lnTo>
                    <a:pt x="600" y="501"/>
                  </a:lnTo>
                  <a:lnTo>
                    <a:pt x="606" y="504"/>
                  </a:lnTo>
                  <a:lnTo>
                    <a:pt x="614" y="507"/>
                  </a:lnTo>
                  <a:lnTo>
                    <a:pt x="620" y="511"/>
                  </a:lnTo>
                  <a:close/>
                </a:path>
              </a:pathLst>
            </a:custGeom>
            <a:solidFill>
              <a:srgbClr val="0675B4">
                <a:alpha val="10500"/>
              </a:srgbClr>
            </a:solidFill>
            <a:ln>
              <a:noFill/>
            </a:ln>
          </p:spPr>
          <p:txBody>
            <a:bodyPr anchor="ctr"/>
            <a:lstStyle/>
            <a:p>
              <a:pPr algn="ctr">
                <a:buNone/>
              </a:pPr>
            </a:p>
          </p:txBody>
        </p:sp>
        <p:sp>
          <p:nvSpPr>
            <p:cNvPr id="690" name="addition:spatial:72"/>
            <p:cNvSpPr>
              <a:spLocks noGrp="1"/>
            </p:cNvSpPr>
            <p:nvPr/>
          </p:nvSpPr>
          <p:spPr>
            <a:xfrm>
              <a:off x="5648325" y="1666875"/>
              <a:ext cx="731886" cy="884728"/>
            </a:xfrm>
            <a:custGeom>
              <a:avLst/>
              <a:gdLst/>
              <a:ahLst/>
              <a:cxnLst/>
              <a:rect l="l" t="t" r="r" b="b"/>
              <a:pathLst>
                <a:path w="552" h="523">
                  <a:moveTo>
                    <a:pt x="0" y="0"/>
                  </a:moveTo>
                  <a:moveTo>
                    <a:pt x="552" y="498"/>
                  </a:moveTo>
                  <a:lnTo>
                    <a:pt x="552" y="501"/>
                  </a:lnTo>
                  <a:lnTo>
                    <a:pt x="550" y="502"/>
                  </a:lnTo>
                  <a:lnTo>
                    <a:pt x="549" y="504"/>
                  </a:lnTo>
                  <a:lnTo>
                    <a:pt x="549" y="506"/>
                  </a:lnTo>
                  <a:lnTo>
                    <a:pt x="550" y="508"/>
                  </a:lnTo>
                  <a:lnTo>
                    <a:pt x="551" y="511"/>
                  </a:lnTo>
                  <a:lnTo>
                    <a:pt x="549" y="513"/>
                  </a:lnTo>
                  <a:lnTo>
                    <a:pt x="545" y="513"/>
                  </a:lnTo>
                  <a:lnTo>
                    <a:pt x="541" y="513"/>
                  </a:lnTo>
                  <a:lnTo>
                    <a:pt x="538" y="513"/>
                  </a:lnTo>
                  <a:lnTo>
                    <a:pt x="536" y="514"/>
                  </a:lnTo>
                  <a:lnTo>
                    <a:pt x="534" y="516"/>
                  </a:lnTo>
                  <a:lnTo>
                    <a:pt x="532" y="517"/>
                  </a:lnTo>
                  <a:lnTo>
                    <a:pt x="530" y="518"/>
                  </a:lnTo>
                  <a:lnTo>
                    <a:pt x="527" y="520"/>
                  </a:lnTo>
                  <a:lnTo>
                    <a:pt x="524" y="522"/>
                  </a:lnTo>
                  <a:lnTo>
                    <a:pt x="521" y="523"/>
                  </a:lnTo>
                  <a:lnTo>
                    <a:pt x="517" y="523"/>
                  </a:lnTo>
                  <a:lnTo>
                    <a:pt x="514" y="521"/>
                  </a:lnTo>
                  <a:lnTo>
                    <a:pt x="511" y="519"/>
                  </a:lnTo>
                  <a:lnTo>
                    <a:pt x="509" y="517"/>
                  </a:lnTo>
                  <a:lnTo>
                    <a:pt x="506" y="516"/>
                  </a:lnTo>
                  <a:lnTo>
                    <a:pt x="503" y="517"/>
                  </a:lnTo>
                  <a:lnTo>
                    <a:pt x="499" y="517"/>
                  </a:lnTo>
                  <a:lnTo>
                    <a:pt x="497" y="515"/>
                  </a:lnTo>
                  <a:lnTo>
                    <a:pt x="496" y="513"/>
                  </a:lnTo>
                  <a:lnTo>
                    <a:pt x="495" y="511"/>
                  </a:lnTo>
                  <a:lnTo>
                    <a:pt x="493" y="510"/>
                  </a:lnTo>
                  <a:lnTo>
                    <a:pt x="490" y="509"/>
                  </a:lnTo>
                  <a:lnTo>
                    <a:pt x="487" y="508"/>
                  </a:lnTo>
                  <a:lnTo>
                    <a:pt x="486" y="507"/>
                  </a:lnTo>
                  <a:lnTo>
                    <a:pt x="485" y="505"/>
                  </a:lnTo>
                  <a:lnTo>
                    <a:pt x="484" y="503"/>
                  </a:lnTo>
                  <a:lnTo>
                    <a:pt x="484" y="501"/>
                  </a:lnTo>
                  <a:lnTo>
                    <a:pt x="484" y="498"/>
                  </a:lnTo>
                  <a:lnTo>
                    <a:pt x="487" y="496"/>
                  </a:lnTo>
                  <a:lnTo>
                    <a:pt x="492" y="495"/>
                  </a:lnTo>
                  <a:lnTo>
                    <a:pt x="495" y="494"/>
                  </a:lnTo>
                  <a:lnTo>
                    <a:pt x="496" y="492"/>
                  </a:lnTo>
                  <a:lnTo>
                    <a:pt x="495" y="490"/>
                  </a:lnTo>
                  <a:lnTo>
                    <a:pt x="493" y="487"/>
                  </a:lnTo>
                  <a:lnTo>
                    <a:pt x="494" y="485"/>
                  </a:lnTo>
                  <a:lnTo>
                    <a:pt x="496" y="483"/>
                  </a:lnTo>
                  <a:lnTo>
                    <a:pt x="499" y="482"/>
                  </a:lnTo>
                  <a:lnTo>
                    <a:pt x="501" y="481"/>
                  </a:lnTo>
                  <a:lnTo>
                    <a:pt x="503" y="480"/>
                  </a:lnTo>
                  <a:lnTo>
                    <a:pt x="505" y="478"/>
                  </a:lnTo>
                  <a:lnTo>
                    <a:pt x="508" y="478"/>
                  </a:lnTo>
                  <a:lnTo>
                    <a:pt x="511" y="478"/>
                  </a:lnTo>
                  <a:lnTo>
                    <a:pt x="513" y="478"/>
                  </a:lnTo>
                  <a:lnTo>
                    <a:pt x="516" y="478"/>
                  </a:lnTo>
                  <a:lnTo>
                    <a:pt x="518" y="477"/>
                  </a:lnTo>
                  <a:lnTo>
                    <a:pt x="520" y="477"/>
                  </a:lnTo>
                  <a:lnTo>
                    <a:pt x="522" y="479"/>
                  </a:lnTo>
                  <a:lnTo>
                    <a:pt x="524" y="480"/>
                  </a:lnTo>
                  <a:lnTo>
                    <a:pt x="526" y="481"/>
                  </a:lnTo>
                  <a:lnTo>
                    <a:pt x="529" y="479"/>
                  </a:lnTo>
                  <a:lnTo>
                    <a:pt x="533" y="478"/>
                  </a:lnTo>
                  <a:lnTo>
                    <a:pt x="537" y="477"/>
                  </a:lnTo>
                  <a:lnTo>
                    <a:pt x="539" y="479"/>
                  </a:lnTo>
                  <a:lnTo>
                    <a:pt x="540" y="481"/>
                  </a:lnTo>
                  <a:lnTo>
                    <a:pt x="540" y="484"/>
                  </a:lnTo>
                  <a:lnTo>
                    <a:pt x="540" y="486"/>
                  </a:lnTo>
                  <a:lnTo>
                    <a:pt x="542" y="488"/>
                  </a:lnTo>
                  <a:lnTo>
                    <a:pt x="543" y="490"/>
                  </a:lnTo>
                  <a:lnTo>
                    <a:pt x="543" y="492"/>
                  </a:lnTo>
                  <a:lnTo>
                    <a:pt x="544" y="493"/>
                  </a:lnTo>
                  <a:lnTo>
                    <a:pt x="546" y="495"/>
                  </a:lnTo>
                  <a:lnTo>
                    <a:pt x="549" y="497"/>
                  </a:lnTo>
                  <a:close/>
                </a:path>
              </a:pathLst>
            </a:custGeom>
            <a:solidFill>
              <a:srgbClr val="59A3CD">
                <a:alpha val="9600"/>
              </a:srgbClr>
            </a:solidFill>
            <a:ln>
              <a:noFill/>
            </a:ln>
          </p:spPr>
          <p:txBody>
            <a:bodyPr anchor="ctr"/>
            <a:lstStyle/>
            <a:p>
              <a:pPr algn="ctr">
                <a:buNone/>
              </a:pPr>
            </a:p>
          </p:txBody>
        </p:sp>
        <p:sp>
          <p:nvSpPr>
            <p:cNvPr id="691" name="addition:spatial:73"/>
            <p:cNvSpPr>
              <a:spLocks noGrp="1"/>
            </p:cNvSpPr>
            <p:nvPr/>
          </p:nvSpPr>
          <p:spPr>
            <a:xfrm>
              <a:off x="5648325" y="1666875"/>
              <a:ext cx="765033" cy="855970"/>
            </a:xfrm>
            <a:custGeom>
              <a:avLst/>
              <a:gdLst/>
              <a:ahLst/>
              <a:cxnLst/>
              <a:rect l="l" t="t" r="r" b="b"/>
              <a:pathLst>
                <a:path w="577" h="506">
                  <a:moveTo>
                    <a:pt x="0" y="0"/>
                  </a:moveTo>
                  <a:moveTo>
                    <a:pt x="575" y="481"/>
                  </a:moveTo>
                  <a:lnTo>
                    <a:pt x="577" y="483"/>
                  </a:lnTo>
                  <a:lnTo>
                    <a:pt x="576" y="485"/>
                  </a:lnTo>
                  <a:lnTo>
                    <a:pt x="575" y="487"/>
                  </a:lnTo>
                  <a:lnTo>
                    <a:pt x="574" y="489"/>
                  </a:lnTo>
                  <a:lnTo>
                    <a:pt x="573" y="491"/>
                  </a:lnTo>
                  <a:lnTo>
                    <a:pt x="572" y="492"/>
                  </a:lnTo>
                  <a:lnTo>
                    <a:pt x="569" y="493"/>
                  </a:lnTo>
                  <a:lnTo>
                    <a:pt x="567" y="494"/>
                  </a:lnTo>
                  <a:lnTo>
                    <a:pt x="565" y="495"/>
                  </a:lnTo>
                  <a:lnTo>
                    <a:pt x="564" y="497"/>
                  </a:lnTo>
                  <a:lnTo>
                    <a:pt x="562" y="499"/>
                  </a:lnTo>
                  <a:lnTo>
                    <a:pt x="560" y="499"/>
                  </a:lnTo>
                  <a:lnTo>
                    <a:pt x="556" y="499"/>
                  </a:lnTo>
                  <a:lnTo>
                    <a:pt x="553" y="499"/>
                  </a:lnTo>
                  <a:lnTo>
                    <a:pt x="551" y="500"/>
                  </a:lnTo>
                  <a:lnTo>
                    <a:pt x="549" y="503"/>
                  </a:lnTo>
                  <a:lnTo>
                    <a:pt x="546" y="505"/>
                  </a:lnTo>
                  <a:lnTo>
                    <a:pt x="542" y="506"/>
                  </a:lnTo>
                  <a:lnTo>
                    <a:pt x="539" y="505"/>
                  </a:lnTo>
                  <a:lnTo>
                    <a:pt x="536" y="502"/>
                  </a:lnTo>
                  <a:lnTo>
                    <a:pt x="534" y="501"/>
                  </a:lnTo>
                  <a:lnTo>
                    <a:pt x="531" y="499"/>
                  </a:lnTo>
                  <a:lnTo>
                    <a:pt x="529" y="498"/>
                  </a:lnTo>
                  <a:lnTo>
                    <a:pt x="527" y="497"/>
                  </a:lnTo>
                  <a:lnTo>
                    <a:pt x="526" y="495"/>
                  </a:lnTo>
                  <a:lnTo>
                    <a:pt x="523" y="495"/>
                  </a:lnTo>
                  <a:lnTo>
                    <a:pt x="520" y="495"/>
                  </a:lnTo>
                  <a:lnTo>
                    <a:pt x="516" y="494"/>
                  </a:lnTo>
                  <a:lnTo>
                    <a:pt x="513" y="493"/>
                  </a:lnTo>
                  <a:lnTo>
                    <a:pt x="513" y="491"/>
                  </a:lnTo>
                  <a:lnTo>
                    <a:pt x="514" y="489"/>
                  </a:lnTo>
                  <a:lnTo>
                    <a:pt x="515" y="487"/>
                  </a:lnTo>
                  <a:lnTo>
                    <a:pt x="514" y="485"/>
                  </a:lnTo>
                  <a:lnTo>
                    <a:pt x="512" y="483"/>
                  </a:lnTo>
                  <a:lnTo>
                    <a:pt x="512" y="481"/>
                  </a:lnTo>
                  <a:lnTo>
                    <a:pt x="513" y="479"/>
                  </a:lnTo>
                  <a:lnTo>
                    <a:pt x="517" y="478"/>
                  </a:lnTo>
                  <a:lnTo>
                    <a:pt x="520" y="476"/>
                  </a:lnTo>
                  <a:lnTo>
                    <a:pt x="521" y="475"/>
                  </a:lnTo>
                  <a:lnTo>
                    <a:pt x="521" y="473"/>
                  </a:lnTo>
                  <a:lnTo>
                    <a:pt x="522" y="471"/>
                  </a:lnTo>
                  <a:lnTo>
                    <a:pt x="523" y="469"/>
                  </a:lnTo>
                  <a:lnTo>
                    <a:pt x="524" y="467"/>
                  </a:lnTo>
                  <a:lnTo>
                    <a:pt x="525" y="465"/>
                  </a:lnTo>
                  <a:lnTo>
                    <a:pt x="525" y="462"/>
                  </a:lnTo>
                  <a:lnTo>
                    <a:pt x="527" y="460"/>
                  </a:lnTo>
                  <a:lnTo>
                    <a:pt x="530" y="460"/>
                  </a:lnTo>
                  <a:lnTo>
                    <a:pt x="534" y="461"/>
                  </a:lnTo>
                  <a:lnTo>
                    <a:pt x="537" y="463"/>
                  </a:lnTo>
                  <a:lnTo>
                    <a:pt x="539" y="464"/>
                  </a:lnTo>
                  <a:lnTo>
                    <a:pt x="541" y="463"/>
                  </a:lnTo>
                  <a:lnTo>
                    <a:pt x="543" y="461"/>
                  </a:lnTo>
                  <a:lnTo>
                    <a:pt x="545" y="460"/>
                  </a:lnTo>
                  <a:lnTo>
                    <a:pt x="547" y="461"/>
                  </a:lnTo>
                  <a:lnTo>
                    <a:pt x="549" y="462"/>
                  </a:lnTo>
                  <a:lnTo>
                    <a:pt x="551" y="462"/>
                  </a:lnTo>
                  <a:lnTo>
                    <a:pt x="554" y="462"/>
                  </a:lnTo>
                  <a:lnTo>
                    <a:pt x="557" y="462"/>
                  </a:lnTo>
                  <a:lnTo>
                    <a:pt x="559" y="463"/>
                  </a:lnTo>
                  <a:lnTo>
                    <a:pt x="561" y="464"/>
                  </a:lnTo>
                  <a:lnTo>
                    <a:pt x="563" y="465"/>
                  </a:lnTo>
                  <a:lnTo>
                    <a:pt x="565" y="466"/>
                  </a:lnTo>
                  <a:lnTo>
                    <a:pt x="567" y="468"/>
                  </a:lnTo>
                  <a:lnTo>
                    <a:pt x="568" y="470"/>
                  </a:lnTo>
                  <a:lnTo>
                    <a:pt x="567" y="472"/>
                  </a:lnTo>
                  <a:lnTo>
                    <a:pt x="565" y="475"/>
                  </a:lnTo>
                  <a:lnTo>
                    <a:pt x="565" y="477"/>
                  </a:lnTo>
                  <a:lnTo>
                    <a:pt x="567" y="478"/>
                  </a:lnTo>
                  <a:lnTo>
                    <a:pt x="572" y="479"/>
                  </a:lnTo>
                  <a:close/>
                </a:path>
              </a:pathLst>
            </a:custGeom>
            <a:solidFill>
              <a:srgbClr val="59A3CD">
                <a:alpha val="9600"/>
              </a:srgbClr>
            </a:solidFill>
            <a:ln>
              <a:noFill/>
            </a:ln>
          </p:spPr>
          <p:txBody>
            <a:bodyPr anchor="ctr"/>
            <a:lstStyle/>
            <a:p>
              <a:pPr algn="ctr">
                <a:buNone/>
              </a:pPr>
            </a:p>
          </p:txBody>
        </p:sp>
        <p:sp>
          <p:nvSpPr>
            <p:cNvPr id="692" name="addition:spatial:74"/>
            <p:cNvSpPr>
              <a:spLocks noGrp="1"/>
            </p:cNvSpPr>
            <p:nvPr/>
          </p:nvSpPr>
          <p:spPr>
            <a:xfrm>
              <a:off x="5648325" y="1666875"/>
              <a:ext cx="807461" cy="862736"/>
            </a:xfrm>
            <a:custGeom>
              <a:avLst/>
              <a:gdLst/>
              <a:ahLst/>
              <a:cxnLst/>
              <a:rect l="l" t="t" r="r" b="b"/>
              <a:pathLst>
                <a:path w="609" h="510">
                  <a:moveTo>
                    <a:pt x="0" y="0"/>
                  </a:moveTo>
                  <a:moveTo>
                    <a:pt x="609" y="486"/>
                  </a:moveTo>
                  <a:lnTo>
                    <a:pt x="609" y="488"/>
                  </a:lnTo>
                  <a:lnTo>
                    <a:pt x="608" y="490"/>
                  </a:lnTo>
                  <a:lnTo>
                    <a:pt x="608" y="492"/>
                  </a:lnTo>
                  <a:lnTo>
                    <a:pt x="607" y="494"/>
                  </a:lnTo>
                  <a:lnTo>
                    <a:pt x="604" y="496"/>
                  </a:lnTo>
                  <a:lnTo>
                    <a:pt x="600" y="497"/>
                  </a:lnTo>
                  <a:lnTo>
                    <a:pt x="596" y="497"/>
                  </a:lnTo>
                  <a:lnTo>
                    <a:pt x="593" y="498"/>
                  </a:lnTo>
                  <a:lnTo>
                    <a:pt x="593" y="500"/>
                  </a:lnTo>
                  <a:lnTo>
                    <a:pt x="593" y="504"/>
                  </a:lnTo>
                  <a:lnTo>
                    <a:pt x="592" y="507"/>
                  </a:lnTo>
                  <a:lnTo>
                    <a:pt x="589" y="508"/>
                  </a:lnTo>
                  <a:lnTo>
                    <a:pt x="586" y="508"/>
                  </a:lnTo>
                  <a:lnTo>
                    <a:pt x="582" y="508"/>
                  </a:lnTo>
                  <a:lnTo>
                    <a:pt x="579" y="509"/>
                  </a:lnTo>
                  <a:lnTo>
                    <a:pt x="576" y="509"/>
                  </a:lnTo>
                  <a:lnTo>
                    <a:pt x="573" y="510"/>
                  </a:lnTo>
                  <a:lnTo>
                    <a:pt x="570" y="509"/>
                  </a:lnTo>
                  <a:lnTo>
                    <a:pt x="568" y="508"/>
                  </a:lnTo>
                  <a:lnTo>
                    <a:pt x="565" y="507"/>
                  </a:lnTo>
                  <a:lnTo>
                    <a:pt x="563" y="507"/>
                  </a:lnTo>
                  <a:lnTo>
                    <a:pt x="560" y="506"/>
                  </a:lnTo>
                  <a:lnTo>
                    <a:pt x="559" y="505"/>
                  </a:lnTo>
                  <a:lnTo>
                    <a:pt x="557" y="503"/>
                  </a:lnTo>
                  <a:lnTo>
                    <a:pt x="556" y="502"/>
                  </a:lnTo>
                  <a:lnTo>
                    <a:pt x="553" y="501"/>
                  </a:lnTo>
                  <a:lnTo>
                    <a:pt x="549" y="502"/>
                  </a:lnTo>
                  <a:lnTo>
                    <a:pt x="545" y="502"/>
                  </a:lnTo>
                  <a:lnTo>
                    <a:pt x="543" y="500"/>
                  </a:lnTo>
                  <a:lnTo>
                    <a:pt x="544" y="497"/>
                  </a:lnTo>
                  <a:lnTo>
                    <a:pt x="547" y="494"/>
                  </a:lnTo>
                  <a:lnTo>
                    <a:pt x="548" y="492"/>
                  </a:lnTo>
                  <a:lnTo>
                    <a:pt x="549" y="490"/>
                  </a:lnTo>
                  <a:lnTo>
                    <a:pt x="548" y="488"/>
                  </a:lnTo>
                  <a:lnTo>
                    <a:pt x="549" y="486"/>
                  </a:lnTo>
                  <a:lnTo>
                    <a:pt x="549" y="484"/>
                  </a:lnTo>
                  <a:lnTo>
                    <a:pt x="549" y="482"/>
                  </a:lnTo>
                  <a:lnTo>
                    <a:pt x="548" y="480"/>
                  </a:lnTo>
                  <a:lnTo>
                    <a:pt x="546" y="477"/>
                  </a:lnTo>
                  <a:lnTo>
                    <a:pt x="546" y="475"/>
                  </a:lnTo>
                  <a:lnTo>
                    <a:pt x="548" y="474"/>
                  </a:lnTo>
                  <a:lnTo>
                    <a:pt x="551" y="473"/>
                  </a:lnTo>
                  <a:lnTo>
                    <a:pt x="553" y="471"/>
                  </a:lnTo>
                  <a:lnTo>
                    <a:pt x="553" y="469"/>
                  </a:lnTo>
                  <a:lnTo>
                    <a:pt x="553" y="466"/>
                  </a:lnTo>
                  <a:lnTo>
                    <a:pt x="555" y="465"/>
                  </a:lnTo>
                  <a:lnTo>
                    <a:pt x="558" y="465"/>
                  </a:lnTo>
                  <a:lnTo>
                    <a:pt x="562" y="466"/>
                  </a:lnTo>
                  <a:lnTo>
                    <a:pt x="565" y="467"/>
                  </a:lnTo>
                  <a:lnTo>
                    <a:pt x="567" y="467"/>
                  </a:lnTo>
                  <a:lnTo>
                    <a:pt x="568" y="466"/>
                  </a:lnTo>
                  <a:lnTo>
                    <a:pt x="570" y="464"/>
                  </a:lnTo>
                  <a:lnTo>
                    <a:pt x="573" y="463"/>
                  </a:lnTo>
                  <a:lnTo>
                    <a:pt x="576" y="463"/>
                  </a:lnTo>
                  <a:lnTo>
                    <a:pt x="579" y="462"/>
                  </a:lnTo>
                  <a:lnTo>
                    <a:pt x="582" y="461"/>
                  </a:lnTo>
                  <a:lnTo>
                    <a:pt x="586" y="462"/>
                  </a:lnTo>
                  <a:lnTo>
                    <a:pt x="588" y="464"/>
                  </a:lnTo>
                  <a:lnTo>
                    <a:pt x="589" y="467"/>
                  </a:lnTo>
                  <a:lnTo>
                    <a:pt x="590" y="470"/>
                  </a:lnTo>
                  <a:lnTo>
                    <a:pt x="592" y="471"/>
                  </a:lnTo>
                  <a:lnTo>
                    <a:pt x="595" y="472"/>
                  </a:lnTo>
                  <a:lnTo>
                    <a:pt x="599" y="473"/>
                  </a:lnTo>
                  <a:lnTo>
                    <a:pt x="601" y="474"/>
                  </a:lnTo>
                  <a:lnTo>
                    <a:pt x="601" y="476"/>
                  </a:lnTo>
                  <a:lnTo>
                    <a:pt x="601" y="479"/>
                  </a:lnTo>
                  <a:lnTo>
                    <a:pt x="603" y="480"/>
                  </a:lnTo>
                  <a:lnTo>
                    <a:pt x="605" y="482"/>
                  </a:lnTo>
                  <a:lnTo>
                    <a:pt x="608" y="484"/>
                  </a:lnTo>
                  <a:close/>
                </a:path>
              </a:pathLst>
            </a:custGeom>
            <a:solidFill>
              <a:srgbClr val="59A3CD">
                <a:alpha val="9600"/>
              </a:srgbClr>
            </a:solidFill>
            <a:ln>
              <a:noFill/>
            </a:ln>
          </p:spPr>
          <p:txBody>
            <a:bodyPr anchor="ctr"/>
            <a:lstStyle/>
            <a:p>
              <a:pPr algn="ctr">
                <a:buNone/>
              </a:pPr>
            </a:p>
          </p:txBody>
        </p:sp>
        <p:sp>
          <p:nvSpPr>
            <p:cNvPr id="693" name="addition:spatial:75"/>
            <p:cNvSpPr>
              <a:spLocks noGrp="1"/>
            </p:cNvSpPr>
            <p:nvPr/>
          </p:nvSpPr>
          <p:spPr>
            <a:xfrm>
              <a:off x="5648325" y="1666875"/>
              <a:ext cx="840608" cy="896569"/>
            </a:xfrm>
            <a:custGeom>
              <a:avLst/>
              <a:gdLst/>
              <a:ahLst/>
              <a:cxnLst/>
              <a:rect l="l" t="t" r="r" b="b"/>
              <a:pathLst>
                <a:path w="634" h="530">
                  <a:moveTo>
                    <a:pt x="0" y="0"/>
                  </a:moveTo>
                  <a:moveTo>
                    <a:pt x="626" y="505"/>
                  </a:moveTo>
                  <a:lnTo>
                    <a:pt x="625" y="507"/>
                  </a:lnTo>
                  <a:lnTo>
                    <a:pt x="624" y="509"/>
                  </a:lnTo>
                  <a:lnTo>
                    <a:pt x="623" y="511"/>
                  </a:lnTo>
                  <a:lnTo>
                    <a:pt x="623" y="513"/>
                  </a:lnTo>
                  <a:lnTo>
                    <a:pt x="623" y="515"/>
                  </a:lnTo>
                  <a:lnTo>
                    <a:pt x="624" y="518"/>
                  </a:lnTo>
                  <a:lnTo>
                    <a:pt x="625" y="521"/>
                  </a:lnTo>
                  <a:lnTo>
                    <a:pt x="623" y="523"/>
                  </a:lnTo>
                  <a:lnTo>
                    <a:pt x="620" y="524"/>
                  </a:lnTo>
                  <a:lnTo>
                    <a:pt x="616" y="524"/>
                  </a:lnTo>
                  <a:lnTo>
                    <a:pt x="613" y="525"/>
                  </a:lnTo>
                  <a:lnTo>
                    <a:pt x="611" y="526"/>
                  </a:lnTo>
                  <a:lnTo>
                    <a:pt x="610" y="528"/>
                  </a:lnTo>
                  <a:lnTo>
                    <a:pt x="608" y="530"/>
                  </a:lnTo>
                  <a:lnTo>
                    <a:pt x="605" y="529"/>
                  </a:lnTo>
                  <a:lnTo>
                    <a:pt x="602" y="527"/>
                  </a:lnTo>
                  <a:lnTo>
                    <a:pt x="600" y="526"/>
                  </a:lnTo>
                  <a:lnTo>
                    <a:pt x="598" y="527"/>
                  </a:lnTo>
                  <a:lnTo>
                    <a:pt x="595" y="528"/>
                  </a:lnTo>
                  <a:lnTo>
                    <a:pt x="592" y="529"/>
                  </a:lnTo>
                  <a:lnTo>
                    <a:pt x="589" y="529"/>
                  </a:lnTo>
                  <a:lnTo>
                    <a:pt x="586" y="529"/>
                  </a:lnTo>
                  <a:lnTo>
                    <a:pt x="583" y="529"/>
                  </a:lnTo>
                  <a:lnTo>
                    <a:pt x="579" y="529"/>
                  </a:lnTo>
                  <a:lnTo>
                    <a:pt x="576" y="527"/>
                  </a:lnTo>
                  <a:lnTo>
                    <a:pt x="575" y="524"/>
                  </a:lnTo>
                  <a:lnTo>
                    <a:pt x="576" y="520"/>
                  </a:lnTo>
                  <a:lnTo>
                    <a:pt x="577" y="517"/>
                  </a:lnTo>
                  <a:lnTo>
                    <a:pt x="575" y="516"/>
                  </a:lnTo>
                  <a:lnTo>
                    <a:pt x="571" y="515"/>
                  </a:lnTo>
                  <a:lnTo>
                    <a:pt x="567" y="514"/>
                  </a:lnTo>
                  <a:lnTo>
                    <a:pt x="565" y="512"/>
                  </a:lnTo>
                  <a:lnTo>
                    <a:pt x="564" y="509"/>
                  </a:lnTo>
                  <a:lnTo>
                    <a:pt x="564" y="507"/>
                  </a:lnTo>
                  <a:lnTo>
                    <a:pt x="563" y="505"/>
                  </a:lnTo>
                  <a:lnTo>
                    <a:pt x="562" y="503"/>
                  </a:lnTo>
                  <a:lnTo>
                    <a:pt x="561" y="500"/>
                  </a:lnTo>
                  <a:lnTo>
                    <a:pt x="561" y="498"/>
                  </a:lnTo>
                  <a:lnTo>
                    <a:pt x="563" y="496"/>
                  </a:lnTo>
                  <a:lnTo>
                    <a:pt x="564" y="494"/>
                  </a:lnTo>
                  <a:lnTo>
                    <a:pt x="566" y="492"/>
                  </a:lnTo>
                  <a:lnTo>
                    <a:pt x="567" y="490"/>
                  </a:lnTo>
                  <a:lnTo>
                    <a:pt x="570" y="489"/>
                  </a:lnTo>
                  <a:lnTo>
                    <a:pt x="575" y="489"/>
                  </a:lnTo>
                  <a:lnTo>
                    <a:pt x="579" y="489"/>
                  </a:lnTo>
                  <a:lnTo>
                    <a:pt x="581" y="488"/>
                  </a:lnTo>
                  <a:lnTo>
                    <a:pt x="582" y="485"/>
                  </a:lnTo>
                  <a:lnTo>
                    <a:pt x="583" y="481"/>
                  </a:lnTo>
                  <a:lnTo>
                    <a:pt x="585" y="478"/>
                  </a:lnTo>
                  <a:lnTo>
                    <a:pt x="589" y="478"/>
                  </a:lnTo>
                  <a:lnTo>
                    <a:pt x="593" y="478"/>
                  </a:lnTo>
                  <a:lnTo>
                    <a:pt x="597" y="479"/>
                  </a:lnTo>
                  <a:lnTo>
                    <a:pt x="600" y="480"/>
                  </a:lnTo>
                  <a:lnTo>
                    <a:pt x="604" y="480"/>
                  </a:lnTo>
                  <a:lnTo>
                    <a:pt x="607" y="482"/>
                  </a:lnTo>
                  <a:lnTo>
                    <a:pt x="609" y="483"/>
                  </a:lnTo>
                  <a:lnTo>
                    <a:pt x="612" y="485"/>
                  </a:lnTo>
                  <a:lnTo>
                    <a:pt x="614" y="485"/>
                  </a:lnTo>
                  <a:lnTo>
                    <a:pt x="618" y="485"/>
                  </a:lnTo>
                  <a:lnTo>
                    <a:pt x="621" y="486"/>
                  </a:lnTo>
                  <a:lnTo>
                    <a:pt x="622" y="487"/>
                  </a:lnTo>
                  <a:lnTo>
                    <a:pt x="623" y="490"/>
                  </a:lnTo>
                  <a:lnTo>
                    <a:pt x="624" y="492"/>
                  </a:lnTo>
                  <a:lnTo>
                    <a:pt x="626" y="493"/>
                  </a:lnTo>
                  <a:lnTo>
                    <a:pt x="630" y="493"/>
                  </a:lnTo>
                  <a:lnTo>
                    <a:pt x="634" y="495"/>
                  </a:lnTo>
                  <a:lnTo>
                    <a:pt x="634" y="497"/>
                  </a:lnTo>
                  <a:lnTo>
                    <a:pt x="632" y="500"/>
                  </a:lnTo>
                  <a:lnTo>
                    <a:pt x="628" y="503"/>
                  </a:lnTo>
                  <a:close/>
                </a:path>
              </a:pathLst>
            </a:custGeom>
            <a:solidFill>
              <a:srgbClr val="59A3CD">
                <a:alpha val="9600"/>
              </a:srgbClr>
            </a:solidFill>
            <a:ln>
              <a:noFill/>
            </a:ln>
          </p:spPr>
          <p:txBody>
            <a:bodyPr anchor="ctr"/>
            <a:lstStyle/>
            <a:p>
              <a:pPr algn="ctr">
                <a:buNone/>
              </a:pPr>
            </a:p>
          </p:txBody>
        </p:sp>
        <p:sp>
          <p:nvSpPr>
            <p:cNvPr id="694" name="addition:spatial:76"/>
            <p:cNvSpPr>
              <a:spLocks noGrp="1"/>
            </p:cNvSpPr>
            <p:nvPr/>
          </p:nvSpPr>
          <p:spPr>
            <a:xfrm>
              <a:off x="5648325" y="1666875"/>
              <a:ext cx="822046" cy="933785"/>
            </a:xfrm>
            <a:custGeom>
              <a:avLst/>
              <a:gdLst/>
              <a:ahLst/>
              <a:cxnLst/>
              <a:rect l="l" t="t" r="r" b="b"/>
              <a:pathLst>
                <a:path w="620" h="552">
                  <a:moveTo>
                    <a:pt x="0" y="0"/>
                  </a:moveTo>
                  <a:moveTo>
                    <a:pt x="616" y="526"/>
                  </a:moveTo>
                  <a:lnTo>
                    <a:pt x="615" y="528"/>
                  </a:lnTo>
                  <a:lnTo>
                    <a:pt x="612" y="530"/>
                  </a:lnTo>
                  <a:lnTo>
                    <a:pt x="610" y="532"/>
                  </a:lnTo>
                  <a:lnTo>
                    <a:pt x="609" y="534"/>
                  </a:lnTo>
                  <a:lnTo>
                    <a:pt x="608" y="537"/>
                  </a:lnTo>
                  <a:lnTo>
                    <a:pt x="606" y="538"/>
                  </a:lnTo>
                  <a:lnTo>
                    <a:pt x="603" y="540"/>
                  </a:lnTo>
                  <a:lnTo>
                    <a:pt x="601" y="541"/>
                  </a:lnTo>
                  <a:lnTo>
                    <a:pt x="600" y="544"/>
                  </a:lnTo>
                  <a:lnTo>
                    <a:pt x="600" y="547"/>
                  </a:lnTo>
                  <a:lnTo>
                    <a:pt x="599" y="551"/>
                  </a:lnTo>
                  <a:lnTo>
                    <a:pt x="595" y="552"/>
                  </a:lnTo>
                  <a:lnTo>
                    <a:pt x="590" y="551"/>
                  </a:lnTo>
                  <a:lnTo>
                    <a:pt x="586" y="549"/>
                  </a:lnTo>
                  <a:lnTo>
                    <a:pt x="582" y="548"/>
                  </a:lnTo>
                  <a:lnTo>
                    <a:pt x="579" y="548"/>
                  </a:lnTo>
                  <a:lnTo>
                    <a:pt x="577" y="549"/>
                  </a:lnTo>
                  <a:lnTo>
                    <a:pt x="574" y="549"/>
                  </a:lnTo>
                  <a:lnTo>
                    <a:pt x="571" y="550"/>
                  </a:lnTo>
                  <a:lnTo>
                    <a:pt x="568" y="550"/>
                  </a:lnTo>
                  <a:lnTo>
                    <a:pt x="565" y="550"/>
                  </a:lnTo>
                  <a:lnTo>
                    <a:pt x="561" y="551"/>
                  </a:lnTo>
                  <a:lnTo>
                    <a:pt x="557" y="550"/>
                  </a:lnTo>
                  <a:lnTo>
                    <a:pt x="555" y="548"/>
                  </a:lnTo>
                  <a:lnTo>
                    <a:pt x="554" y="546"/>
                  </a:lnTo>
                  <a:lnTo>
                    <a:pt x="552" y="544"/>
                  </a:lnTo>
                  <a:lnTo>
                    <a:pt x="549" y="542"/>
                  </a:lnTo>
                  <a:lnTo>
                    <a:pt x="545" y="542"/>
                  </a:lnTo>
                  <a:lnTo>
                    <a:pt x="542" y="540"/>
                  </a:lnTo>
                  <a:lnTo>
                    <a:pt x="542" y="537"/>
                  </a:lnTo>
                  <a:lnTo>
                    <a:pt x="544" y="534"/>
                  </a:lnTo>
                  <a:lnTo>
                    <a:pt x="545" y="532"/>
                  </a:lnTo>
                  <a:lnTo>
                    <a:pt x="544" y="530"/>
                  </a:lnTo>
                  <a:lnTo>
                    <a:pt x="540" y="528"/>
                  </a:lnTo>
                  <a:lnTo>
                    <a:pt x="536" y="526"/>
                  </a:lnTo>
                  <a:lnTo>
                    <a:pt x="534" y="524"/>
                  </a:lnTo>
                  <a:lnTo>
                    <a:pt x="533" y="521"/>
                  </a:lnTo>
                  <a:lnTo>
                    <a:pt x="532" y="519"/>
                  </a:lnTo>
                  <a:lnTo>
                    <a:pt x="532" y="516"/>
                  </a:lnTo>
                  <a:lnTo>
                    <a:pt x="533" y="514"/>
                  </a:lnTo>
                  <a:lnTo>
                    <a:pt x="537" y="512"/>
                  </a:lnTo>
                  <a:lnTo>
                    <a:pt x="542" y="512"/>
                  </a:lnTo>
                  <a:lnTo>
                    <a:pt x="547" y="512"/>
                  </a:lnTo>
                  <a:lnTo>
                    <a:pt x="549" y="510"/>
                  </a:lnTo>
                  <a:lnTo>
                    <a:pt x="550" y="508"/>
                  </a:lnTo>
                  <a:lnTo>
                    <a:pt x="551" y="505"/>
                  </a:lnTo>
                  <a:lnTo>
                    <a:pt x="553" y="503"/>
                  </a:lnTo>
                  <a:lnTo>
                    <a:pt x="558" y="503"/>
                  </a:lnTo>
                  <a:lnTo>
                    <a:pt x="562" y="503"/>
                  </a:lnTo>
                  <a:lnTo>
                    <a:pt x="566" y="503"/>
                  </a:lnTo>
                  <a:lnTo>
                    <a:pt x="569" y="501"/>
                  </a:lnTo>
                  <a:lnTo>
                    <a:pt x="573" y="499"/>
                  </a:lnTo>
                  <a:lnTo>
                    <a:pt x="578" y="498"/>
                  </a:lnTo>
                  <a:lnTo>
                    <a:pt x="582" y="499"/>
                  </a:lnTo>
                  <a:lnTo>
                    <a:pt x="586" y="500"/>
                  </a:lnTo>
                  <a:lnTo>
                    <a:pt x="590" y="501"/>
                  </a:lnTo>
                  <a:lnTo>
                    <a:pt x="594" y="503"/>
                  </a:lnTo>
                  <a:lnTo>
                    <a:pt x="597" y="504"/>
                  </a:lnTo>
                  <a:lnTo>
                    <a:pt x="598" y="507"/>
                  </a:lnTo>
                  <a:lnTo>
                    <a:pt x="599" y="510"/>
                  </a:lnTo>
                  <a:lnTo>
                    <a:pt x="602" y="511"/>
                  </a:lnTo>
                  <a:lnTo>
                    <a:pt x="606" y="511"/>
                  </a:lnTo>
                  <a:lnTo>
                    <a:pt x="612" y="511"/>
                  </a:lnTo>
                  <a:lnTo>
                    <a:pt x="618" y="511"/>
                  </a:lnTo>
                  <a:lnTo>
                    <a:pt x="620" y="513"/>
                  </a:lnTo>
                  <a:lnTo>
                    <a:pt x="619" y="516"/>
                  </a:lnTo>
                  <a:lnTo>
                    <a:pt x="617" y="519"/>
                  </a:lnTo>
                  <a:lnTo>
                    <a:pt x="616" y="521"/>
                  </a:lnTo>
                  <a:lnTo>
                    <a:pt x="616" y="524"/>
                  </a:lnTo>
                  <a:close/>
                </a:path>
              </a:pathLst>
            </a:custGeom>
            <a:solidFill>
              <a:srgbClr val="59A3CD">
                <a:alpha val="9600"/>
              </a:srgbClr>
            </a:solidFill>
            <a:ln>
              <a:noFill/>
            </a:ln>
          </p:spPr>
          <p:txBody>
            <a:bodyPr anchor="ctr"/>
            <a:lstStyle/>
            <a:p>
              <a:pPr algn="ctr">
                <a:buNone/>
              </a:pPr>
            </a:p>
          </p:txBody>
        </p:sp>
        <p:sp>
          <p:nvSpPr>
            <p:cNvPr id="695" name="addition:spatial:77"/>
            <p:cNvSpPr>
              <a:spLocks noGrp="1"/>
            </p:cNvSpPr>
            <p:nvPr/>
          </p:nvSpPr>
          <p:spPr>
            <a:xfrm>
              <a:off x="5648325" y="1666875"/>
              <a:ext cx="758403" cy="937169"/>
            </a:xfrm>
            <a:custGeom>
              <a:avLst/>
              <a:gdLst/>
              <a:ahLst/>
              <a:cxnLst/>
              <a:rect l="l" t="t" r="r" b="b"/>
              <a:pathLst>
                <a:path w="572" h="554">
                  <a:moveTo>
                    <a:pt x="0" y="0"/>
                  </a:moveTo>
                  <a:moveTo>
                    <a:pt x="571" y="528"/>
                  </a:moveTo>
                  <a:lnTo>
                    <a:pt x="571" y="531"/>
                  </a:lnTo>
                  <a:lnTo>
                    <a:pt x="568" y="533"/>
                  </a:lnTo>
                  <a:lnTo>
                    <a:pt x="565" y="534"/>
                  </a:lnTo>
                  <a:lnTo>
                    <a:pt x="562" y="536"/>
                  </a:lnTo>
                  <a:lnTo>
                    <a:pt x="562" y="538"/>
                  </a:lnTo>
                  <a:lnTo>
                    <a:pt x="565" y="541"/>
                  </a:lnTo>
                  <a:lnTo>
                    <a:pt x="566" y="544"/>
                  </a:lnTo>
                  <a:lnTo>
                    <a:pt x="566" y="547"/>
                  </a:lnTo>
                  <a:lnTo>
                    <a:pt x="563" y="548"/>
                  </a:lnTo>
                  <a:lnTo>
                    <a:pt x="559" y="549"/>
                  </a:lnTo>
                  <a:lnTo>
                    <a:pt x="556" y="549"/>
                  </a:lnTo>
                  <a:lnTo>
                    <a:pt x="553" y="550"/>
                  </a:lnTo>
                  <a:lnTo>
                    <a:pt x="551" y="550"/>
                  </a:lnTo>
                  <a:lnTo>
                    <a:pt x="548" y="550"/>
                  </a:lnTo>
                  <a:lnTo>
                    <a:pt x="545" y="549"/>
                  </a:lnTo>
                  <a:lnTo>
                    <a:pt x="543" y="550"/>
                  </a:lnTo>
                  <a:lnTo>
                    <a:pt x="541" y="552"/>
                  </a:lnTo>
                  <a:lnTo>
                    <a:pt x="538" y="554"/>
                  </a:lnTo>
                  <a:lnTo>
                    <a:pt x="535" y="554"/>
                  </a:lnTo>
                  <a:lnTo>
                    <a:pt x="532" y="553"/>
                  </a:lnTo>
                  <a:lnTo>
                    <a:pt x="530" y="551"/>
                  </a:lnTo>
                  <a:lnTo>
                    <a:pt x="527" y="550"/>
                  </a:lnTo>
                  <a:lnTo>
                    <a:pt x="524" y="550"/>
                  </a:lnTo>
                  <a:lnTo>
                    <a:pt x="519" y="551"/>
                  </a:lnTo>
                  <a:lnTo>
                    <a:pt x="516" y="550"/>
                  </a:lnTo>
                  <a:lnTo>
                    <a:pt x="514" y="548"/>
                  </a:lnTo>
                  <a:lnTo>
                    <a:pt x="514" y="544"/>
                  </a:lnTo>
                  <a:lnTo>
                    <a:pt x="513" y="542"/>
                  </a:lnTo>
                  <a:lnTo>
                    <a:pt x="512" y="540"/>
                  </a:lnTo>
                  <a:lnTo>
                    <a:pt x="510" y="538"/>
                  </a:lnTo>
                  <a:lnTo>
                    <a:pt x="509" y="536"/>
                  </a:lnTo>
                  <a:lnTo>
                    <a:pt x="507" y="534"/>
                  </a:lnTo>
                  <a:lnTo>
                    <a:pt x="505" y="532"/>
                  </a:lnTo>
                  <a:lnTo>
                    <a:pt x="501" y="531"/>
                  </a:lnTo>
                  <a:lnTo>
                    <a:pt x="497" y="528"/>
                  </a:lnTo>
                  <a:lnTo>
                    <a:pt x="495" y="526"/>
                  </a:lnTo>
                  <a:lnTo>
                    <a:pt x="496" y="523"/>
                  </a:lnTo>
                  <a:lnTo>
                    <a:pt x="500" y="522"/>
                  </a:lnTo>
                  <a:lnTo>
                    <a:pt x="504" y="520"/>
                  </a:lnTo>
                  <a:lnTo>
                    <a:pt x="506" y="519"/>
                  </a:lnTo>
                  <a:lnTo>
                    <a:pt x="507" y="516"/>
                  </a:lnTo>
                  <a:lnTo>
                    <a:pt x="507" y="514"/>
                  </a:lnTo>
                  <a:lnTo>
                    <a:pt x="509" y="512"/>
                  </a:lnTo>
                  <a:lnTo>
                    <a:pt x="513" y="511"/>
                  </a:lnTo>
                  <a:lnTo>
                    <a:pt x="516" y="511"/>
                  </a:lnTo>
                  <a:lnTo>
                    <a:pt x="519" y="509"/>
                  </a:lnTo>
                  <a:lnTo>
                    <a:pt x="521" y="507"/>
                  </a:lnTo>
                  <a:lnTo>
                    <a:pt x="524" y="506"/>
                  </a:lnTo>
                  <a:lnTo>
                    <a:pt x="527" y="504"/>
                  </a:lnTo>
                  <a:lnTo>
                    <a:pt x="530" y="504"/>
                  </a:lnTo>
                  <a:lnTo>
                    <a:pt x="534" y="503"/>
                  </a:lnTo>
                  <a:lnTo>
                    <a:pt x="538" y="501"/>
                  </a:lnTo>
                  <a:lnTo>
                    <a:pt x="541" y="500"/>
                  </a:lnTo>
                  <a:lnTo>
                    <a:pt x="545" y="501"/>
                  </a:lnTo>
                  <a:lnTo>
                    <a:pt x="548" y="505"/>
                  </a:lnTo>
                  <a:lnTo>
                    <a:pt x="550" y="508"/>
                  </a:lnTo>
                  <a:lnTo>
                    <a:pt x="551" y="510"/>
                  </a:lnTo>
                  <a:lnTo>
                    <a:pt x="554" y="510"/>
                  </a:lnTo>
                  <a:lnTo>
                    <a:pt x="558" y="509"/>
                  </a:lnTo>
                  <a:lnTo>
                    <a:pt x="562" y="509"/>
                  </a:lnTo>
                  <a:lnTo>
                    <a:pt x="565" y="510"/>
                  </a:lnTo>
                  <a:lnTo>
                    <a:pt x="567" y="512"/>
                  </a:lnTo>
                  <a:lnTo>
                    <a:pt x="568" y="513"/>
                  </a:lnTo>
                  <a:lnTo>
                    <a:pt x="570" y="515"/>
                  </a:lnTo>
                  <a:lnTo>
                    <a:pt x="572" y="517"/>
                  </a:lnTo>
                  <a:lnTo>
                    <a:pt x="572" y="519"/>
                  </a:lnTo>
                  <a:lnTo>
                    <a:pt x="571" y="522"/>
                  </a:lnTo>
                  <a:lnTo>
                    <a:pt x="570" y="524"/>
                  </a:lnTo>
                  <a:lnTo>
                    <a:pt x="570" y="526"/>
                  </a:lnTo>
                  <a:close/>
                </a:path>
              </a:pathLst>
            </a:custGeom>
            <a:solidFill>
              <a:srgbClr val="59A3CD">
                <a:alpha val="9600"/>
              </a:srgbClr>
            </a:solidFill>
            <a:ln>
              <a:noFill/>
            </a:ln>
          </p:spPr>
          <p:txBody>
            <a:bodyPr anchor="ctr"/>
            <a:lstStyle/>
            <a:p>
              <a:pPr algn="ctr">
                <a:buNone/>
              </a:pPr>
            </a:p>
          </p:txBody>
        </p:sp>
        <p:sp>
          <p:nvSpPr>
            <p:cNvPr id="696" name="addition:spatial:78"/>
            <p:cNvSpPr>
              <a:spLocks noGrp="1"/>
            </p:cNvSpPr>
            <p:nvPr/>
          </p:nvSpPr>
          <p:spPr>
            <a:xfrm>
              <a:off x="5648325" y="1666875"/>
              <a:ext cx="709346" cy="918561"/>
            </a:xfrm>
            <a:custGeom>
              <a:avLst/>
              <a:gdLst/>
              <a:ahLst/>
              <a:cxnLst/>
              <a:rect l="l" t="t" r="r" b="b"/>
              <a:pathLst>
                <a:path w="535" h="543">
                  <a:moveTo>
                    <a:pt x="0" y="0"/>
                  </a:moveTo>
                  <a:moveTo>
                    <a:pt x="530" y="519"/>
                  </a:moveTo>
                  <a:lnTo>
                    <a:pt x="532" y="521"/>
                  </a:lnTo>
                  <a:lnTo>
                    <a:pt x="533" y="523"/>
                  </a:lnTo>
                  <a:lnTo>
                    <a:pt x="532" y="525"/>
                  </a:lnTo>
                  <a:lnTo>
                    <a:pt x="530" y="526"/>
                  </a:lnTo>
                  <a:lnTo>
                    <a:pt x="529" y="528"/>
                  </a:lnTo>
                  <a:lnTo>
                    <a:pt x="529" y="530"/>
                  </a:lnTo>
                  <a:lnTo>
                    <a:pt x="530" y="532"/>
                  </a:lnTo>
                  <a:lnTo>
                    <a:pt x="529" y="535"/>
                  </a:lnTo>
                  <a:lnTo>
                    <a:pt x="528" y="536"/>
                  </a:lnTo>
                  <a:lnTo>
                    <a:pt x="525" y="537"/>
                  </a:lnTo>
                  <a:lnTo>
                    <a:pt x="523" y="537"/>
                  </a:lnTo>
                  <a:lnTo>
                    <a:pt x="521" y="538"/>
                  </a:lnTo>
                  <a:lnTo>
                    <a:pt x="519" y="538"/>
                  </a:lnTo>
                  <a:lnTo>
                    <a:pt x="516" y="538"/>
                  </a:lnTo>
                  <a:lnTo>
                    <a:pt x="514" y="537"/>
                  </a:lnTo>
                  <a:lnTo>
                    <a:pt x="512" y="536"/>
                  </a:lnTo>
                  <a:lnTo>
                    <a:pt x="511" y="538"/>
                  </a:lnTo>
                  <a:lnTo>
                    <a:pt x="508" y="540"/>
                  </a:lnTo>
                  <a:lnTo>
                    <a:pt x="505" y="543"/>
                  </a:lnTo>
                  <a:lnTo>
                    <a:pt x="503" y="543"/>
                  </a:lnTo>
                  <a:lnTo>
                    <a:pt x="500" y="541"/>
                  </a:lnTo>
                  <a:lnTo>
                    <a:pt x="498" y="539"/>
                  </a:lnTo>
                  <a:lnTo>
                    <a:pt x="496" y="538"/>
                  </a:lnTo>
                  <a:lnTo>
                    <a:pt x="494" y="537"/>
                  </a:lnTo>
                  <a:lnTo>
                    <a:pt x="491" y="536"/>
                  </a:lnTo>
                  <a:lnTo>
                    <a:pt x="489" y="534"/>
                  </a:lnTo>
                  <a:lnTo>
                    <a:pt x="488" y="532"/>
                  </a:lnTo>
                  <a:lnTo>
                    <a:pt x="487" y="531"/>
                  </a:lnTo>
                  <a:lnTo>
                    <a:pt x="485" y="529"/>
                  </a:lnTo>
                  <a:lnTo>
                    <a:pt x="483" y="528"/>
                  </a:lnTo>
                  <a:lnTo>
                    <a:pt x="481" y="527"/>
                  </a:lnTo>
                  <a:lnTo>
                    <a:pt x="481" y="525"/>
                  </a:lnTo>
                  <a:lnTo>
                    <a:pt x="481" y="523"/>
                  </a:lnTo>
                  <a:lnTo>
                    <a:pt x="479" y="521"/>
                  </a:lnTo>
                  <a:lnTo>
                    <a:pt x="476" y="519"/>
                  </a:lnTo>
                  <a:lnTo>
                    <a:pt x="473" y="517"/>
                  </a:lnTo>
                  <a:lnTo>
                    <a:pt x="473" y="515"/>
                  </a:lnTo>
                  <a:lnTo>
                    <a:pt x="475" y="513"/>
                  </a:lnTo>
                  <a:lnTo>
                    <a:pt x="479" y="512"/>
                  </a:lnTo>
                  <a:lnTo>
                    <a:pt x="483" y="511"/>
                  </a:lnTo>
                  <a:lnTo>
                    <a:pt x="485" y="510"/>
                  </a:lnTo>
                  <a:lnTo>
                    <a:pt x="486" y="508"/>
                  </a:lnTo>
                  <a:lnTo>
                    <a:pt x="487" y="507"/>
                  </a:lnTo>
                  <a:lnTo>
                    <a:pt x="489" y="505"/>
                  </a:lnTo>
                  <a:lnTo>
                    <a:pt x="491" y="504"/>
                  </a:lnTo>
                  <a:lnTo>
                    <a:pt x="492" y="502"/>
                  </a:lnTo>
                  <a:lnTo>
                    <a:pt x="494" y="500"/>
                  </a:lnTo>
                  <a:lnTo>
                    <a:pt x="496" y="498"/>
                  </a:lnTo>
                  <a:lnTo>
                    <a:pt x="499" y="498"/>
                  </a:lnTo>
                  <a:lnTo>
                    <a:pt x="503" y="498"/>
                  </a:lnTo>
                  <a:lnTo>
                    <a:pt x="506" y="499"/>
                  </a:lnTo>
                  <a:lnTo>
                    <a:pt x="508" y="499"/>
                  </a:lnTo>
                  <a:lnTo>
                    <a:pt x="511" y="498"/>
                  </a:lnTo>
                  <a:lnTo>
                    <a:pt x="514" y="497"/>
                  </a:lnTo>
                  <a:lnTo>
                    <a:pt x="516" y="498"/>
                  </a:lnTo>
                  <a:lnTo>
                    <a:pt x="518" y="501"/>
                  </a:lnTo>
                  <a:lnTo>
                    <a:pt x="519" y="503"/>
                  </a:lnTo>
                  <a:lnTo>
                    <a:pt x="520" y="504"/>
                  </a:lnTo>
                  <a:lnTo>
                    <a:pt x="523" y="504"/>
                  </a:lnTo>
                  <a:lnTo>
                    <a:pt x="526" y="503"/>
                  </a:lnTo>
                  <a:lnTo>
                    <a:pt x="528" y="504"/>
                  </a:lnTo>
                  <a:lnTo>
                    <a:pt x="530" y="505"/>
                  </a:lnTo>
                  <a:lnTo>
                    <a:pt x="532" y="506"/>
                  </a:lnTo>
                  <a:lnTo>
                    <a:pt x="534" y="507"/>
                  </a:lnTo>
                  <a:lnTo>
                    <a:pt x="535" y="509"/>
                  </a:lnTo>
                  <a:lnTo>
                    <a:pt x="535" y="511"/>
                  </a:lnTo>
                  <a:lnTo>
                    <a:pt x="533" y="514"/>
                  </a:lnTo>
                  <a:lnTo>
                    <a:pt x="530" y="516"/>
                  </a:lnTo>
                  <a:lnTo>
                    <a:pt x="529" y="518"/>
                  </a:lnTo>
                  <a:close/>
                </a:path>
              </a:pathLst>
            </a:custGeom>
            <a:solidFill>
              <a:srgbClr val="59A3CD">
                <a:alpha val="9600"/>
              </a:srgbClr>
            </a:solidFill>
            <a:ln>
              <a:noFill/>
            </a:ln>
          </p:spPr>
          <p:txBody>
            <a:bodyPr anchor="ctr"/>
            <a:lstStyle/>
            <a:p>
              <a:pPr algn="ctr">
                <a:buNone/>
              </a:pPr>
            </a:p>
          </p:txBody>
        </p:sp>
        <p:sp>
          <p:nvSpPr>
            <p:cNvPr id="697" name="addition:spatial:79"/>
            <p:cNvSpPr>
              <a:spLocks noGrp="1"/>
            </p:cNvSpPr>
            <p:nvPr/>
          </p:nvSpPr>
          <p:spPr>
            <a:xfrm>
              <a:off x="5648325" y="1666875"/>
              <a:ext cx="800832" cy="920252"/>
            </a:xfrm>
            <a:custGeom>
              <a:avLst/>
              <a:gdLst/>
              <a:ahLst/>
              <a:cxnLst/>
              <a:rect l="l" t="t" r="r" b="b"/>
              <a:pathLst>
                <a:path w="604" h="544">
                  <a:moveTo>
                    <a:pt x="0" y="0"/>
                  </a:moveTo>
                  <a:moveTo>
                    <a:pt x="602" y="516"/>
                  </a:moveTo>
                  <a:lnTo>
                    <a:pt x="599" y="518"/>
                  </a:lnTo>
                  <a:lnTo>
                    <a:pt x="595" y="520"/>
                  </a:lnTo>
                  <a:lnTo>
                    <a:pt x="593" y="522"/>
                  </a:lnTo>
                  <a:lnTo>
                    <a:pt x="593" y="525"/>
                  </a:lnTo>
                  <a:lnTo>
                    <a:pt x="593" y="528"/>
                  </a:lnTo>
                  <a:lnTo>
                    <a:pt x="592" y="530"/>
                  </a:lnTo>
                  <a:lnTo>
                    <a:pt x="588" y="531"/>
                  </a:lnTo>
                  <a:lnTo>
                    <a:pt x="583" y="532"/>
                  </a:lnTo>
                  <a:lnTo>
                    <a:pt x="580" y="533"/>
                  </a:lnTo>
                  <a:lnTo>
                    <a:pt x="579" y="536"/>
                  </a:lnTo>
                  <a:lnTo>
                    <a:pt x="578" y="540"/>
                  </a:lnTo>
                  <a:lnTo>
                    <a:pt x="576" y="543"/>
                  </a:lnTo>
                  <a:lnTo>
                    <a:pt x="572" y="544"/>
                  </a:lnTo>
                  <a:lnTo>
                    <a:pt x="567" y="543"/>
                  </a:lnTo>
                  <a:lnTo>
                    <a:pt x="563" y="542"/>
                  </a:lnTo>
                  <a:lnTo>
                    <a:pt x="559" y="542"/>
                  </a:lnTo>
                  <a:lnTo>
                    <a:pt x="556" y="541"/>
                  </a:lnTo>
                  <a:lnTo>
                    <a:pt x="553" y="540"/>
                  </a:lnTo>
                  <a:lnTo>
                    <a:pt x="551" y="539"/>
                  </a:lnTo>
                  <a:lnTo>
                    <a:pt x="548" y="538"/>
                  </a:lnTo>
                  <a:lnTo>
                    <a:pt x="545" y="540"/>
                  </a:lnTo>
                  <a:lnTo>
                    <a:pt x="540" y="542"/>
                  </a:lnTo>
                  <a:lnTo>
                    <a:pt x="536" y="543"/>
                  </a:lnTo>
                  <a:lnTo>
                    <a:pt x="533" y="541"/>
                  </a:lnTo>
                  <a:lnTo>
                    <a:pt x="531" y="538"/>
                  </a:lnTo>
                  <a:lnTo>
                    <a:pt x="531" y="535"/>
                  </a:lnTo>
                  <a:lnTo>
                    <a:pt x="529" y="533"/>
                  </a:lnTo>
                  <a:lnTo>
                    <a:pt x="526" y="532"/>
                  </a:lnTo>
                  <a:lnTo>
                    <a:pt x="522" y="530"/>
                  </a:lnTo>
                  <a:lnTo>
                    <a:pt x="521" y="528"/>
                  </a:lnTo>
                  <a:lnTo>
                    <a:pt x="522" y="525"/>
                  </a:lnTo>
                  <a:lnTo>
                    <a:pt x="523" y="522"/>
                  </a:lnTo>
                  <a:lnTo>
                    <a:pt x="523" y="520"/>
                  </a:lnTo>
                  <a:lnTo>
                    <a:pt x="521" y="518"/>
                  </a:lnTo>
                  <a:lnTo>
                    <a:pt x="520" y="516"/>
                  </a:lnTo>
                  <a:lnTo>
                    <a:pt x="519" y="514"/>
                  </a:lnTo>
                  <a:lnTo>
                    <a:pt x="519" y="511"/>
                  </a:lnTo>
                  <a:lnTo>
                    <a:pt x="517" y="509"/>
                  </a:lnTo>
                  <a:lnTo>
                    <a:pt x="514" y="505"/>
                  </a:lnTo>
                  <a:lnTo>
                    <a:pt x="512" y="502"/>
                  </a:lnTo>
                  <a:lnTo>
                    <a:pt x="513" y="499"/>
                  </a:lnTo>
                  <a:lnTo>
                    <a:pt x="519" y="499"/>
                  </a:lnTo>
                  <a:lnTo>
                    <a:pt x="525" y="499"/>
                  </a:lnTo>
                  <a:lnTo>
                    <a:pt x="529" y="499"/>
                  </a:lnTo>
                  <a:lnTo>
                    <a:pt x="531" y="497"/>
                  </a:lnTo>
                  <a:lnTo>
                    <a:pt x="532" y="495"/>
                  </a:lnTo>
                  <a:lnTo>
                    <a:pt x="534" y="493"/>
                  </a:lnTo>
                  <a:lnTo>
                    <a:pt x="537" y="491"/>
                  </a:lnTo>
                  <a:lnTo>
                    <a:pt x="541" y="491"/>
                  </a:lnTo>
                  <a:lnTo>
                    <a:pt x="545" y="490"/>
                  </a:lnTo>
                  <a:lnTo>
                    <a:pt x="548" y="489"/>
                  </a:lnTo>
                  <a:lnTo>
                    <a:pt x="552" y="487"/>
                  </a:lnTo>
                  <a:lnTo>
                    <a:pt x="557" y="487"/>
                  </a:lnTo>
                  <a:lnTo>
                    <a:pt x="561" y="488"/>
                  </a:lnTo>
                  <a:lnTo>
                    <a:pt x="565" y="489"/>
                  </a:lnTo>
                  <a:lnTo>
                    <a:pt x="570" y="489"/>
                  </a:lnTo>
                  <a:lnTo>
                    <a:pt x="575" y="489"/>
                  </a:lnTo>
                  <a:lnTo>
                    <a:pt x="579" y="490"/>
                  </a:lnTo>
                  <a:lnTo>
                    <a:pt x="582" y="493"/>
                  </a:lnTo>
                  <a:lnTo>
                    <a:pt x="582" y="497"/>
                  </a:lnTo>
                  <a:lnTo>
                    <a:pt x="582" y="500"/>
                  </a:lnTo>
                  <a:lnTo>
                    <a:pt x="585" y="501"/>
                  </a:lnTo>
                  <a:lnTo>
                    <a:pt x="590" y="501"/>
                  </a:lnTo>
                  <a:lnTo>
                    <a:pt x="596" y="502"/>
                  </a:lnTo>
                  <a:lnTo>
                    <a:pt x="601" y="503"/>
                  </a:lnTo>
                  <a:lnTo>
                    <a:pt x="603" y="505"/>
                  </a:lnTo>
                  <a:lnTo>
                    <a:pt x="603" y="508"/>
                  </a:lnTo>
                  <a:lnTo>
                    <a:pt x="604" y="511"/>
                  </a:lnTo>
                  <a:lnTo>
                    <a:pt x="604" y="513"/>
                  </a:lnTo>
                  <a:close/>
                </a:path>
              </a:pathLst>
            </a:custGeom>
            <a:solidFill>
              <a:srgbClr val="59A3CD">
                <a:alpha val="9600"/>
              </a:srgbClr>
            </a:solidFill>
            <a:ln>
              <a:noFill/>
            </a:ln>
          </p:spPr>
          <p:txBody>
            <a:bodyPr anchor="ctr"/>
            <a:lstStyle/>
            <a:p>
              <a:pPr algn="ctr">
                <a:buNone/>
              </a:pPr>
            </a:p>
          </p:txBody>
        </p:sp>
        <p:sp>
          <p:nvSpPr>
            <p:cNvPr id="698" name="addition:spatial:80"/>
            <p:cNvSpPr>
              <a:spLocks noGrp="1"/>
            </p:cNvSpPr>
            <p:nvPr/>
          </p:nvSpPr>
          <p:spPr>
            <a:xfrm>
              <a:off x="5648325" y="1666875"/>
              <a:ext cx="828675" cy="935477"/>
            </a:xfrm>
            <a:custGeom>
              <a:avLst/>
              <a:gdLst/>
              <a:ahLst/>
              <a:cxnLst/>
              <a:rect l="l" t="t" r="r" b="b"/>
              <a:pathLst>
                <a:path w="625" h="553">
                  <a:moveTo>
                    <a:pt x="0" y="0"/>
                  </a:moveTo>
                  <a:moveTo>
                    <a:pt x="624" y="511"/>
                  </a:moveTo>
                  <a:lnTo>
                    <a:pt x="617" y="515"/>
                  </a:lnTo>
                  <a:lnTo>
                    <a:pt x="609" y="517"/>
                  </a:lnTo>
                  <a:lnTo>
                    <a:pt x="603" y="520"/>
                  </a:lnTo>
                  <a:lnTo>
                    <a:pt x="602" y="523"/>
                  </a:lnTo>
                  <a:lnTo>
                    <a:pt x="603" y="527"/>
                  </a:lnTo>
                  <a:lnTo>
                    <a:pt x="602" y="531"/>
                  </a:lnTo>
                  <a:lnTo>
                    <a:pt x="599" y="534"/>
                  </a:lnTo>
                  <a:lnTo>
                    <a:pt x="594" y="536"/>
                  </a:lnTo>
                  <a:lnTo>
                    <a:pt x="590" y="538"/>
                  </a:lnTo>
                  <a:lnTo>
                    <a:pt x="587" y="542"/>
                  </a:lnTo>
                  <a:lnTo>
                    <a:pt x="584" y="545"/>
                  </a:lnTo>
                  <a:lnTo>
                    <a:pt x="579" y="547"/>
                  </a:lnTo>
                  <a:lnTo>
                    <a:pt x="574" y="548"/>
                  </a:lnTo>
                  <a:lnTo>
                    <a:pt x="568" y="549"/>
                  </a:lnTo>
                  <a:lnTo>
                    <a:pt x="564" y="551"/>
                  </a:lnTo>
                  <a:lnTo>
                    <a:pt x="559" y="552"/>
                  </a:lnTo>
                  <a:lnTo>
                    <a:pt x="554" y="553"/>
                  </a:lnTo>
                  <a:lnTo>
                    <a:pt x="549" y="550"/>
                  </a:lnTo>
                  <a:lnTo>
                    <a:pt x="545" y="545"/>
                  </a:lnTo>
                  <a:lnTo>
                    <a:pt x="543" y="541"/>
                  </a:lnTo>
                  <a:lnTo>
                    <a:pt x="539" y="542"/>
                  </a:lnTo>
                  <a:lnTo>
                    <a:pt x="534" y="544"/>
                  </a:lnTo>
                  <a:lnTo>
                    <a:pt x="527" y="547"/>
                  </a:lnTo>
                  <a:lnTo>
                    <a:pt x="521" y="547"/>
                  </a:lnTo>
                  <a:lnTo>
                    <a:pt x="518" y="545"/>
                  </a:lnTo>
                  <a:lnTo>
                    <a:pt x="515" y="541"/>
                  </a:lnTo>
                  <a:lnTo>
                    <a:pt x="513" y="538"/>
                  </a:lnTo>
                  <a:lnTo>
                    <a:pt x="510" y="535"/>
                  </a:lnTo>
                  <a:lnTo>
                    <a:pt x="509" y="532"/>
                  </a:lnTo>
                  <a:lnTo>
                    <a:pt x="510" y="527"/>
                  </a:lnTo>
                  <a:lnTo>
                    <a:pt x="511" y="523"/>
                  </a:lnTo>
                  <a:lnTo>
                    <a:pt x="511" y="520"/>
                  </a:lnTo>
                  <a:lnTo>
                    <a:pt x="507" y="518"/>
                  </a:lnTo>
                  <a:lnTo>
                    <a:pt x="503" y="515"/>
                  </a:lnTo>
                  <a:lnTo>
                    <a:pt x="502" y="511"/>
                  </a:lnTo>
                  <a:lnTo>
                    <a:pt x="504" y="508"/>
                  </a:lnTo>
                  <a:lnTo>
                    <a:pt x="507" y="505"/>
                  </a:lnTo>
                  <a:lnTo>
                    <a:pt x="507" y="502"/>
                  </a:lnTo>
                  <a:lnTo>
                    <a:pt x="504" y="497"/>
                  </a:lnTo>
                  <a:lnTo>
                    <a:pt x="499" y="492"/>
                  </a:lnTo>
                  <a:lnTo>
                    <a:pt x="498" y="488"/>
                  </a:lnTo>
                  <a:lnTo>
                    <a:pt x="502" y="485"/>
                  </a:lnTo>
                  <a:lnTo>
                    <a:pt x="508" y="484"/>
                  </a:lnTo>
                  <a:lnTo>
                    <a:pt x="514" y="483"/>
                  </a:lnTo>
                  <a:lnTo>
                    <a:pt x="518" y="482"/>
                  </a:lnTo>
                  <a:lnTo>
                    <a:pt x="523" y="481"/>
                  </a:lnTo>
                  <a:lnTo>
                    <a:pt x="527" y="480"/>
                  </a:lnTo>
                  <a:lnTo>
                    <a:pt x="532" y="480"/>
                  </a:lnTo>
                  <a:lnTo>
                    <a:pt x="535" y="479"/>
                  </a:lnTo>
                  <a:lnTo>
                    <a:pt x="539" y="475"/>
                  </a:lnTo>
                  <a:lnTo>
                    <a:pt x="543" y="470"/>
                  </a:lnTo>
                  <a:lnTo>
                    <a:pt x="548" y="467"/>
                  </a:lnTo>
                  <a:lnTo>
                    <a:pt x="554" y="467"/>
                  </a:lnTo>
                  <a:lnTo>
                    <a:pt x="560" y="471"/>
                  </a:lnTo>
                  <a:lnTo>
                    <a:pt x="565" y="474"/>
                  </a:lnTo>
                  <a:lnTo>
                    <a:pt x="570" y="475"/>
                  </a:lnTo>
                  <a:lnTo>
                    <a:pt x="577" y="474"/>
                  </a:lnTo>
                  <a:lnTo>
                    <a:pt x="583" y="475"/>
                  </a:lnTo>
                  <a:lnTo>
                    <a:pt x="588" y="477"/>
                  </a:lnTo>
                  <a:lnTo>
                    <a:pt x="591" y="481"/>
                  </a:lnTo>
                  <a:lnTo>
                    <a:pt x="593" y="485"/>
                  </a:lnTo>
                  <a:lnTo>
                    <a:pt x="596" y="488"/>
                  </a:lnTo>
                  <a:lnTo>
                    <a:pt x="600" y="490"/>
                  </a:lnTo>
                  <a:lnTo>
                    <a:pt x="604" y="492"/>
                  </a:lnTo>
                  <a:lnTo>
                    <a:pt x="608" y="495"/>
                  </a:lnTo>
                  <a:lnTo>
                    <a:pt x="611" y="498"/>
                  </a:lnTo>
                  <a:lnTo>
                    <a:pt x="616" y="500"/>
                  </a:lnTo>
                  <a:lnTo>
                    <a:pt x="621" y="503"/>
                  </a:lnTo>
                  <a:lnTo>
                    <a:pt x="625" y="507"/>
                  </a:lnTo>
                  <a:close/>
                </a:path>
              </a:pathLst>
            </a:custGeom>
            <a:solidFill>
              <a:srgbClr val="0675B4">
                <a:alpha val="11100"/>
              </a:srgbClr>
            </a:solidFill>
            <a:ln>
              <a:noFill/>
            </a:ln>
          </p:spPr>
          <p:txBody>
            <a:bodyPr anchor="ctr"/>
            <a:lstStyle/>
            <a:p>
              <a:pPr algn="ctr">
                <a:buNone/>
              </a:pPr>
            </a:p>
          </p:txBody>
        </p:sp>
        <p:sp>
          <p:nvSpPr>
            <p:cNvPr id="699" name="addition:spatial:81"/>
            <p:cNvSpPr>
              <a:spLocks noGrp="1"/>
            </p:cNvSpPr>
            <p:nvPr/>
          </p:nvSpPr>
          <p:spPr>
            <a:xfrm>
              <a:off x="5648325" y="1666875"/>
              <a:ext cx="737189" cy="883036"/>
            </a:xfrm>
            <a:custGeom>
              <a:avLst/>
              <a:gdLst/>
              <a:ahLst/>
              <a:cxnLst/>
              <a:rect l="l" t="t" r="r" b="b"/>
              <a:pathLst>
                <a:path w="556" h="522">
                  <a:moveTo>
                    <a:pt x="0" y="0"/>
                  </a:moveTo>
                  <a:moveTo>
                    <a:pt x="556" y="500"/>
                  </a:moveTo>
                  <a:lnTo>
                    <a:pt x="555" y="502"/>
                  </a:lnTo>
                  <a:lnTo>
                    <a:pt x="554" y="504"/>
                  </a:lnTo>
                  <a:lnTo>
                    <a:pt x="553" y="505"/>
                  </a:lnTo>
                  <a:lnTo>
                    <a:pt x="554" y="507"/>
                  </a:lnTo>
                  <a:lnTo>
                    <a:pt x="555" y="509"/>
                  </a:lnTo>
                  <a:lnTo>
                    <a:pt x="555" y="511"/>
                  </a:lnTo>
                  <a:lnTo>
                    <a:pt x="554" y="513"/>
                  </a:lnTo>
                  <a:lnTo>
                    <a:pt x="553" y="514"/>
                  </a:lnTo>
                  <a:lnTo>
                    <a:pt x="551" y="515"/>
                  </a:lnTo>
                  <a:lnTo>
                    <a:pt x="550" y="517"/>
                  </a:lnTo>
                  <a:lnTo>
                    <a:pt x="547" y="517"/>
                  </a:lnTo>
                  <a:lnTo>
                    <a:pt x="545" y="516"/>
                  </a:lnTo>
                  <a:lnTo>
                    <a:pt x="542" y="515"/>
                  </a:lnTo>
                  <a:lnTo>
                    <a:pt x="540" y="515"/>
                  </a:lnTo>
                  <a:lnTo>
                    <a:pt x="539" y="517"/>
                  </a:lnTo>
                  <a:lnTo>
                    <a:pt x="537" y="520"/>
                  </a:lnTo>
                  <a:lnTo>
                    <a:pt x="535" y="522"/>
                  </a:lnTo>
                  <a:lnTo>
                    <a:pt x="532" y="522"/>
                  </a:lnTo>
                  <a:lnTo>
                    <a:pt x="530" y="521"/>
                  </a:lnTo>
                  <a:lnTo>
                    <a:pt x="527" y="520"/>
                  </a:lnTo>
                  <a:lnTo>
                    <a:pt x="525" y="519"/>
                  </a:lnTo>
                  <a:lnTo>
                    <a:pt x="522" y="519"/>
                  </a:lnTo>
                  <a:lnTo>
                    <a:pt x="520" y="518"/>
                  </a:lnTo>
                  <a:lnTo>
                    <a:pt x="518" y="517"/>
                  </a:lnTo>
                  <a:lnTo>
                    <a:pt x="516" y="515"/>
                  </a:lnTo>
                  <a:lnTo>
                    <a:pt x="514" y="514"/>
                  </a:lnTo>
                  <a:lnTo>
                    <a:pt x="512" y="513"/>
                  </a:lnTo>
                  <a:lnTo>
                    <a:pt x="510" y="511"/>
                  </a:lnTo>
                  <a:lnTo>
                    <a:pt x="509" y="510"/>
                  </a:lnTo>
                  <a:lnTo>
                    <a:pt x="509" y="508"/>
                  </a:lnTo>
                  <a:lnTo>
                    <a:pt x="508" y="506"/>
                  </a:lnTo>
                  <a:lnTo>
                    <a:pt x="506" y="505"/>
                  </a:lnTo>
                  <a:lnTo>
                    <a:pt x="503" y="504"/>
                  </a:lnTo>
                  <a:lnTo>
                    <a:pt x="499" y="502"/>
                  </a:lnTo>
                  <a:lnTo>
                    <a:pt x="499" y="500"/>
                  </a:lnTo>
                  <a:lnTo>
                    <a:pt x="500" y="498"/>
                  </a:lnTo>
                  <a:lnTo>
                    <a:pt x="504" y="497"/>
                  </a:lnTo>
                  <a:lnTo>
                    <a:pt x="507" y="495"/>
                  </a:lnTo>
                  <a:lnTo>
                    <a:pt x="509" y="494"/>
                  </a:lnTo>
                  <a:lnTo>
                    <a:pt x="509" y="492"/>
                  </a:lnTo>
                  <a:lnTo>
                    <a:pt x="510" y="491"/>
                  </a:lnTo>
                  <a:lnTo>
                    <a:pt x="512" y="490"/>
                  </a:lnTo>
                  <a:lnTo>
                    <a:pt x="514" y="488"/>
                  </a:lnTo>
                  <a:lnTo>
                    <a:pt x="515" y="486"/>
                  </a:lnTo>
                  <a:lnTo>
                    <a:pt x="516" y="484"/>
                  </a:lnTo>
                  <a:lnTo>
                    <a:pt x="517" y="482"/>
                  </a:lnTo>
                  <a:lnTo>
                    <a:pt x="520" y="482"/>
                  </a:lnTo>
                  <a:lnTo>
                    <a:pt x="523" y="482"/>
                  </a:lnTo>
                  <a:lnTo>
                    <a:pt x="526" y="482"/>
                  </a:lnTo>
                  <a:lnTo>
                    <a:pt x="528" y="481"/>
                  </a:lnTo>
                  <a:lnTo>
                    <a:pt x="530" y="479"/>
                  </a:lnTo>
                  <a:lnTo>
                    <a:pt x="532" y="478"/>
                  </a:lnTo>
                  <a:lnTo>
                    <a:pt x="535" y="479"/>
                  </a:lnTo>
                  <a:lnTo>
                    <a:pt x="537" y="482"/>
                  </a:lnTo>
                  <a:lnTo>
                    <a:pt x="538" y="484"/>
                  </a:lnTo>
                  <a:lnTo>
                    <a:pt x="540" y="485"/>
                  </a:lnTo>
                  <a:lnTo>
                    <a:pt x="542" y="484"/>
                  </a:lnTo>
                  <a:lnTo>
                    <a:pt x="544" y="484"/>
                  </a:lnTo>
                  <a:lnTo>
                    <a:pt x="547" y="484"/>
                  </a:lnTo>
                  <a:lnTo>
                    <a:pt x="549" y="484"/>
                  </a:lnTo>
                  <a:lnTo>
                    <a:pt x="551" y="485"/>
                  </a:lnTo>
                  <a:lnTo>
                    <a:pt x="553" y="486"/>
                  </a:lnTo>
                  <a:lnTo>
                    <a:pt x="555" y="487"/>
                  </a:lnTo>
                  <a:lnTo>
                    <a:pt x="555" y="489"/>
                  </a:lnTo>
                  <a:lnTo>
                    <a:pt x="554" y="492"/>
                  </a:lnTo>
                  <a:lnTo>
                    <a:pt x="552" y="494"/>
                  </a:lnTo>
                  <a:lnTo>
                    <a:pt x="552" y="496"/>
                  </a:lnTo>
                  <a:lnTo>
                    <a:pt x="553" y="497"/>
                  </a:lnTo>
                  <a:lnTo>
                    <a:pt x="555" y="498"/>
                  </a:lnTo>
                  <a:close/>
                </a:path>
              </a:pathLst>
            </a:custGeom>
            <a:solidFill>
              <a:srgbClr val="0072B2">
                <a:alpha val="10800"/>
              </a:srgbClr>
            </a:solidFill>
            <a:ln>
              <a:noFill/>
            </a:ln>
          </p:spPr>
          <p:txBody>
            <a:bodyPr anchor="ctr"/>
            <a:lstStyle/>
            <a:p>
              <a:pPr algn="ctr">
                <a:buNone/>
              </a:pPr>
            </a:p>
          </p:txBody>
        </p:sp>
        <p:sp>
          <p:nvSpPr>
            <p:cNvPr id="700" name="addition:spatial:82"/>
            <p:cNvSpPr>
              <a:spLocks noGrp="1"/>
            </p:cNvSpPr>
            <p:nvPr/>
          </p:nvSpPr>
          <p:spPr>
            <a:xfrm>
              <a:off x="5648325" y="1666875"/>
              <a:ext cx="788899" cy="864428"/>
            </a:xfrm>
            <a:custGeom>
              <a:avLst/>
              <a:gdLst/>
              <a:ahLst/>
              <a:cxnLst/>
              <a:rect l="l" t="t" r="r" b="b"/>
              <a:pathLst>
                <a:path w="595" h="511">
                  <a:moveTo>
                    <a:pt x="0" y="0"/>
                  </a:moveTo>
                  <a:moveTo>
                    <a:pt x="594" y="494"/>
                  </a:moveTo>
                  <a:lnTo>
                    <a:pt x="591" y="496"/>
                  </a:lnTo>
                  <a:lnTo>
                    <a:pt x="588" y="497"/>
                  </a:lnTo>
                  <a:lnTo>
                    <a:pt x="587" y="498"/>
                  </a:lnTo>
                  <a:lnTo>
                    <a:pt x="587" y="499"/>
                  </a:lnTo>
                  <a:lnTo>
                    <a:pt x="587" y="501"/>
                  </a:lnTo>
                  <a:lnTo>
                    <a:pt x="586" y="502"/>
                  </a:lnTo>
                  <a:lnTo>
                    <a:pt x="585" y="503"/>
                  </a:lnTo>
                  <a:lnTo>
                    <a:pt x="583" y="504"/>
                  </a:lnTo>
                  <a:lnTo>
                    <a:pt x="582" y="505"/>
                  </a:lnTo>
                  <a:lnTo>
                    <a:pt x="581" y="506"/>
                  </a:lnTo>
                  <a:lnTo>
                    <a:pt x="579" y="507"/>
                  </a:lnTo>
                  <a:lnTo>
                    <a:pt x="578" y="508"/>
                  </a:lnTo>
                  <a:lnTo>
                    <a:pt x="576" y="508"/>
                  </a:lnTo>
                  <a:lnTo>
                    <a:pt x="574" y="509"/>
                  </a:lnTo>
                  <a:lnTo>
                    <a:pt x="572" y="510"/>
                  </a:lnTo>
                  <a:lnTo>
                    <a:pt x="570" y="511"/>
                  </a:lnTo>
                  <a:lnTo>
                    <a:pt x="568" y="510"/>
                  </a:lnTo>
                  <a:lnTo>
                    <a:pt x="567" y="508"/>
                  </a:lnTo>
                  <a:lnTo>
                    <a:pt x="565" y="507"/>
                  </a:lnTo>
                  <a:lnTo>
                    <a:pt x="564" y="506"/>
                  </a:lnTo>
                  <a:lnTo>
                    <a:pt x="563" y="507"/>
                  </a:lnTo>
                  <a:lnTo>
                    <a:pt x="560" y="508"/>
                  </a:lnTo>
                  <a:lnTo>
                    <a:pt x="558" y="508"/>
                  </a:lnTo>
                  <a:lnTo>
                    <a:pt x="557" y="508"/>
                  </a:lnTo>
                  <a:lnTo>
                    <a:pt x="555" y="507"/>
                  </a:lnTo>
                  <a:lnTo>
                    <a:pt x="554" y="506"/>
                  </a:lnTo>
                  <a:lnTo>
                    <a:pt x="553" y="505"/>
                  </a:lnTo>
                  <a:lnTo>
                    <a:pt x="552" y="504"/>
                  </a:lnTo>
                  <a:lnTo>
                    <a:pt x="552" y="502"/>
                  </a:lnTo>
                  <a:lnTo>
                    <a:pt x="553" y="500"/>
                  </a:lnTo>
                  <a:lnTo>
                    <a:pt x="553" y="499"/>
                  </a:lnTo>
                  <a:lnTo>
                    <a:pt x="552" y="498"/>
                  </a:lnTo>
                  <a:lnTo>
                    <a:pt x="550" y="497"/>
                  </a:lnTo>
                  <a:lnTo>
                    <a:pt x="549" y="496"/>
                  </a:lnTo>
                  <a:lnTo>
                    <a:pt x="550" y="494"/>
                  </a:lnTo>
                  <a:lnTo>
                    <a:pt x="551" y="493"/>
                  </a:lnTo>
                  <a:lnTo>
                    <a:pt x="552" y="492"/>
                  </a:lnTo>
                  <a:lnTo>
                    <a:pt x="551" y="491"/>
                  </a:lnTo>
                  <a:lnTo>
                    <a:pt x="549" y="489"/>
                  </a:lnTo>
                  <a:lnTo>
                    <a:pt x="548" y="487"/>
                  </a:lnTo>
                  <a:lnTo>
                    <a:pt x="548" y="485"/>
                  </a:lnTo>
                  <a:lnTo>
                    <a:pt x="550" y="484"/>
                  </a:lnTo>
                  <a:lnTo>
                    <a:pt x="552" y="484"/>
                  </a:lnTo>
                  <a:lnTo>
                    <a:pt x="554" y="483"/>
                  </a:lnTo>
                  <a:lnTo>
                    <a:pt x="555" y="483"/>
                  </a:lnTo>
                  <a:lnTo>
                    <a:pt x="557" y="483"/>
                  </a:lnTo>
                  <a:lnTo>
                    <a:pt x="559" y="483"/>
                  </a:lnTo>
                  <a:lnTo>
                    <a:pt x="560" y="483"/>
                  </a:lnTo>
                  <a:lnTo>
                    <a:pt x="561" y="482"/>
                  </a:lnTo>
                  <a:lnTo>
                    <a:pt x="563" y="480"/>
                  </a:lnTo>
                  <a:lnTo>
                    <a:pt x="564" y="478"/>
                  </a:lnTo>
                  <a:lnTo>
                    <a:pt x="566" y="478"/>
                  </a:lnTo>
                  <a:lnTo>
                    <a:pt x="568" y="478"/>
                  </a:lnTo>
                  <a:lnTo>
                    <a:pt x="570" y="479"/>
                  </a:lnTo>
                  <a:lnTo>
                    <a:pt x="572" y="480"/>
                  </a:lnTo>
                  <a:lnTo>
                    <a:pt x="575" y="480"/>
                  </a:lnTo>
                  <a:lnTo>
                    <a:pt x="577" y="479"/>
                  </a:lnTo>
                  <a:lnTo>
                    <a:pt x="579" y="480"/>
                  </a:lnTo>
                  <a:lnTo>
                    <a:pt x="581" y="481"/>
                  </a:lnTo>
                  <a:lnTo>
                    <a:pt x="582" y="483"/>
                  </a:lnTo>
                  <a:lnTo>
                    <a:pt x="583" y="484"/>
                  </a:lnTo>
                  <a:lnTo>
                    <a:pt x="584" y="485"/>
                  </a:lnTo>
                  <a:lnTo>
                    <a:pt x="585" y="486"/>
                  </a:lnTo>
                  <a:lnTo>
                    <a:pt x="587" y="487"/>
                  </a:lnTo>
                  <a:lnTo>
                    <a:pt x="588" y="488"/>
                  </a:lnTo>
                  <a:lnTo>
                    <a:pt x="589" y="489"/>
                  </a:lnTo>
                  <a:lnTo>
                    <a:pt x="592" y="490"/>
                  </a:lnTo>
                  <a:lnTo>
                    <a:pt x="594" y="491"/>
                  </a:lnTo>
                  <a:lnTo>
                    <a:pt x="595" y="493"/>
                  </a:lnTo>
                  <a:close/>
                </a:path>
              </a:pathLst>
            </a:custGeom>
            <a:solidFill>
              <a:srgbClr val="0072B2">
                <a:alpha val="10800"/>
              </a:srgbClr>
            </a:solidFill>
            <a:ln>
              <a:noFill/>
            </a:ln>
          </p:spPr>
          <p:txBody>
            <a:bodyPr anchor="ctr"/>
            <a:lstStyle/>
            <a:p>
              <a:pPr algn="ctr">
                <a:buNone/>
              </a:pPr>
            </a:p>
          </p:txBody>
        </p:sp>
        <p:sp>
          <p:nvSpPr>
            <p:cNvPr id="701" name="addition:spatial:83"/>
            <p:cNvSpPr>
              <a:spLocks noGrp="1"/>
            </p:cNvSpPr>
            <p:nvPr/>
          </p:nvSpPr>
          <p:spPr>
            <a:xfrm>
              <a:off x="5648325" y="1666875"/>
              <a:ext cx="820720" cy="920252"/>
            </a:xfrm>
            <a:custGeom>
              <a:avLst/>
              <a:gdLst/>
              <a:ahLst/>
              <a:cxnLst/>
              <a:rect l="l" t="t" r="r" b="b"/>
              <a:pathLst>
                <a:path w="619" h="544">
                  <a:moveTo>
                    <a:pt x="0" y="0"/>
                  </a:moveTo>
                  <a:moveTo>
                    <a:pt x="617" y="521"/>
                  </a:moveTo>
                  <a:lnTo>
                    <a:pt x="619" y="523"/>
                  </a:lnTo>
                  <a:lnTo>
                    <a:pt x="618" y="525"/>
                  </a:lnTo>
                  <a:lnTo>
                    <a:pt x="615" y="526"/>
                  </a:lnTo>
                  <a:lnTo>
                    <a:pt x="612" y="527"/>
                  </a:lnTo>
                  <a:lnTo>
                    <a:pt x="611" y="529"/>
                  </a:lnTo>
                  <a:lnTo>
                    <a:pt x="611" y="531"/>
                  </a:lnTo>
                  <a:lnTo>
                    <a:pt x="610" y="532"/>
                  </a:lnTo>
                  <a:lnTo>
                    <a:pt x="608" y="533"/>
                  </a:lnTo>
                  <a:lnTo>
                    <a:pt x="605" y="534"/>
                  </a:lnTo>
                  <a:lnTo>
                    <a:pt x="603" y="535"/>
                  </a:lnTo>
                  <a:lnTo>
                    <a:pt x="601" y="536"/>
                  </a:lnTo>
                  <a:lnTo>
                    <a:pt x="599" y="537"/>
                  </a:lnTo>
                  <a:lnTo>
                    <a:pt x="597" y="538"/>
                  </a:lnTo>
                  <a:lnTo>
                    <a:pt x="594" y="539"/>
                  </a:lnTo>
                  <a:lnTo>
                    <a:pt x="591" y="540"/>
                  </a:lnTo>
                  <a:lnTo>
                    <a:pt x="589" y="541"/>
                  </a:lnTo>
                  <a:lnTo>
                    <a:pt x="586" y="543"/>
                  </a:lnTo>
                  <a:lnTo>
                    <a:pt x="583" y="544"/>
                  </a:lnTo>
                  <a:lnTo>
                    <a:pt x="580" y="543"/>
                  </a:lnTo>
                  <a:lnTo>
                    <a:pt x="577" y="540"/>
                  </a:lnTo>
                  <a:lnTo>
                    <a:pt x="576" y="537"/>
                  </a:lnTo>
                  <a:lnTo>
                    <a:pt x="574" y="536"/>
                  </a:lnTo>
                  <a:lnTo>
                    <a:pt x="572" y="536"/>
                  </a:lnTo>
                  <a:lnTo>
                    <a:pt x="569" y="536"/>
                  </a:lnTo>
                  <a:lnTo>
                    <a:pt x="566" y="536"/>
                  </a:lnTo>
                  <a:lnTo>
                    <a:pt x="564" y="535"/>
                  </a:lnTo>
                  <a:lnTo>
                    <a:pt x="562" y="534"/>
                  </a:lnTo>
                  <a:lnTo>
                    <a:pt x="560" y="533"/>
                  </a:lnTo>
                  <a:lnTo>
                    <a:pt x="558" y="531"/>
                  </a:lnTo>
                  <a:lnTo>
                    <a:pt x="557" y="530"/>
                  </a:lnTo>
                  <a:lnTo>
                    <a:pt x="557" y="528"/>
                  </a:lnTo>
                  <a:lnTo>
                    <a:pt x="558" y="526"/>
                  </a:lnTo>
                  <a:lnTo>
                    <a:pt x="559" y="524"/>
                  </a:lnTo>
                  <a:lnTo>
                    <a:pt x="558" y="522"/>
                  </a:lnTo>
                  <a:lnTo>
                    <a:pt x="557" y="521"/>
                  </a:lnTo>
                  <a:lnTo>
                    <a:pt x="558" y="519"/>
                  </a:lnTo>
                  <a:lnTo>
                    <a:pt x="560" y="517"/>
                  </a:lnTo>
                  <a:lnTo>
                    <a:pt x="564" y="516"/>
                  </a:lnTo>
                  <a:lnTo>
                    <a:pt x="566" y="515"/>
                  </a:lnTo>
                  <a:lnTo>
                    <a:pt x="566" y="513"/>
                  </a:lnTo>
                  <a:lnTo>
                    <a:pt x="564" y="511"/>
                  </a:lnTo>
                  <a:lnTo>
                    <a:pt x="563" y="508"/>
                  </a:lnTo>
                  <a:lnTo>
                    <a:pt x="564" y="506"/>
                  </a:lnTo>
                  <a:lnTo>
                    <a:pt x="566" y="505"/>
                  </a:lnTo>
                  <a:lnTo>
                    <a:pt x="568" y="504"/>
                  </a:lnTo>
                  <a:lnTo>
                    <a:pt x="570" y="503"/>
                  </a:lnTo>
                  <a:lnTo>
                    <a:pt x="573" y="502"/>
                  </a:lnTo>
                  <a:lnTo>
                    <a:pt x="575" y="503"/>
                  </a:lnTo>
                  <a:lnTo>
                    <a:pt x="578" y="504"/>
                  </a:lnTo>
                  <a:lnTo>
                    <a:pt x="580" y="504"/>
                  </a:lnTo>
                  <a:lnTo>
                    <a:pt x="582" y="503"/>
                  </a:lnTo>
                  <a:lnTo>
                    <a:pt x="583" y="502"/>
                  </a:lnTo>
                  <a:lnTo>
                    <a:pt x="585" y="500"/>
                  </a:lnTo>
                  <a:lnTo>
                    <a:pt x="588" y="500"/>
                  </a:lnTo>
                  <a:lnTo>
                    <a:pt x="590" y="501"/>
                  </a:lnTo>
                  <a:lnTo>
                    <a:pt x="592" y="503"/>
                  </a:lnTo>
                  <a:lnTo>
                    <a:pt x="594" y="503"/>
                  </a:lnTo>
                  <a:lnTo>
                    <a:pt x="597" y="503"/>
                  </a:lnTo>
                  <a:lnTo>
                    <a:pt x="600" y="502"/>
                  </a:lnTo>
                  <a:lnTo>
                    <a:pt x="603" y="503"/>
                  </a:lnTo>
                  <a:lnTo>
                    <a:pt x="604" y="505"/>
                  </a:lnTo>
                  <a:lnTo>
                    <a:pt x="605" y="507"/>
                  </a:lnTo>
                  <a:lnTo>
                    <a:pt x="605" y="509"/>
                  </a:lnTo>
                  <a:lnTo>
                    <a:pt x="606" y="511"/>
                  </a:lnTo>
                  <a:lnTo>
                    <a:pt x="607" y="513"/>
                  </a:lnTo>
                  <a:lnTo>
                    <a:pt x="607" y="514"/>
                  </a:lnTo>
                  <a:lnTo>
                    <a:pt x="608" y="516"/>
                  </a:lnTo>
                  <a:lnTo>
                    <a:pt x="610" y="517"/>
                  </a:lnTo>
                  <a:lnTo>
                    <a:pt x="613" y="519"/>
                  </a:lnTo>
                  <a:close/>
                </a:path>
              </a:pathLst>
            </a:custGeom>
            <a:solidFill>
              <a:srgbClr val="0072B2">
                <a:alpha val="10800"/>
              </a:srgbClr>
            </a:solidFill>
            <a:ln>
              <a:noFill/>
            </a:ln>
          </p:spPr>
          <p:txBody>
            <a:bodyPr anchor="ctr"/>
            <a:lstStyle/>
            <a:p>
              <a:pPr algn="ctr">
                <a:buNone/>
              </a:pPr>
            </a:p>
          </p:txBody>
        </p:sp>
        <p:sp>
          <p:nvSpPr>
            <p:cNvPr id="702" name="addition:spatial:84"/>
            <p:cNvSpPr>
              <a:spLocks noGrp="1"/>
            </p:cNvSpPr>
            <p:nvPr/>
          </p:nvSpPr>
          <p:spPr>
            <a:xfrm>
              <a:off x="5648325" y="1666875"/>
              <a:ext cx="754426" cy="930402"/>
            </a:xfrm>
            <a:custGeom>
              <a:avLst/>
              <a:gdLst/>
              <a:ahLst/>
              <a:cxnLst/>
              <a:rect l="l" t="t" r="r" b="b"/>
              <a:pathLst>
                <a:path w="569" h="550">
                  <a:moveTo>
                    <a:pt x="0" y="0"/>
                  </a:moveTo>
                  <a:moveTo>
                    <a:pt x="567" y="532"/>
                  </a:moveTo>
                  <a:lnTo>
                    <a:pt x="567" y="533"/>
                  </a:lnTo>
                  <a:lnTo>
                    <a:pt x="567" y="535"/>
                  </a:lnTo>
                  <a:lnTo>
                    <a:pt x="567" y="536"/>
                  </a:lnTo>
                  <a:lnTo>
                    <a:pt x="566" y="538"/>
                  </a:lnTo>
                  <a:lnTo>
                    <a:pt x="565" y="539"/>
                  </a:lnTo>
                  <a:lnTo>
                    <a:pt x="565" y="540"/>
                  </a:lnTo>
                  <a:lnTo>
                    <a:pt x="566" y="543"/>
                  </a:lnTo>
                  <a:lnTo>
                    <a:pt x="567" y="545"/>
                  </a:lnTo>
                  <a:lnTo>
                    <a:pt x="566" y="546"/>
                  </a:lnTo>
                  <a:lnTo>
                    <a:pt x="563" y="546"/>
                  </a:lnTo>
                  <a:lnTo>
                    <a:pt x="560" y="546"/>
                  </a:lnTo>
                  <a:lnTo>
                    <a:pt x="557" y="545"/>
                  </a:lnTo>
                  <a:lnTo>
                    <a:pt x="555" y="545"/>
                  </a:lnTo>
                  <a:lnTo>
                    <a:pt x="554" y="546"/>
                  </a:lnTo>
                  <a:lnTo>
                    <a:pt x="553" y="547"/>
                  </a:lnTo>
                  <a:lnTo>
                    <a:pt x="551" y="548"/>
                  </a:lnTo>
                  <a:lnTo>
                    <a:pt x="549" y="548"/>
                  </a:lnTo>
                  <a:lnTo>
                    <a:pt x="547" y="549"/>
                  </a:lnTo>
                  <a:lnTo>
                    <a:pt x="545" y="550"/>
                  </a:lnTo>
                  <a:lnTo>
                    <a:pt x="542" y="550"/>
                  </a:lnTo>
                  <a:lnTo>
                    <a:pt x="540" y="549"/>
                  </a:lnTo>
                  <a:lnTo>
                    <a:pt x="538" y="548"/>
                  </a:lnTo>
                  <a:lnTo>
                    <a:pt x="537" y="546"/>
                  </a:lnTo>
                  <a:lnTo>
                    <a:pt x="534" y="546"/>
                  </a:lnTo>
                  <a:lnTo>
                    <a:pt x="532" y="546"/>
                  </a:lnTo>
                  <a:lnTo>
                    <a:pt x="529" y="545"/>
                  </a:lnTo>
                  <a:lnTo>
                    <a:pt x="528" y="543"/>
                  </a:lnTo>
                  <a:lnTo>
                    <a:pt x="528" y="541"/>
                  </a:lnTo>
                  <a:lnTo>
                    <a:pt x="529" y="539"/>
                  </a:lnTo>
                  <a:lnTo>
                    <a:pt x="528" y="538"/>
                  </a:lnTo>
                  <a:lnTo>
                    <a:pt x="525" y="537"/>
                  </a:lnTo>
                  <a:lnTo>
                    <a:pt x="522" y="536"/>
                  </a:lnTo>
                  <a:lnTo>
                    <a:pt x="519" y="535"/>
                  </a:lnTo>
                  <a:lnTo>
                    <a:pt x="518" y="534"/>
                  </a:lnTo>
                  <a:lnTo>
                    <a:pt x="518" y="532"/>
                  </a:lnTo>
                  <a:lnTo>
                    <a:pt x="518" y="530"/>
                  </a:lnTo>
                  <a:lnTo>
                    <a:pt x="518" y="529"/>
                  </a:lnTo>
                  <a:lnTo>
                    <a:pt x="520" y="527"/>
                  </a:lnTo>
                  <a:lnTo>
                    <a:pt x="523" y="526"/>
                  </a:lnTo>
                  <a:lnTo>
                    <a:pt x="526" y="526"/>
                  </a:lnTo>
                  <a:lnTo>
                    <a:pt x="527" y="525"/>
                  </a:lnTo>
                  <a:lnTo>
                    <a:pt x="527" y="523"/>
                  </a:lnTo>
                  <a:lnTo>
                    <a:pt x="527" y="521"/>
                  </a:lnTo>
                  <a:lnTo>
                    <a:pt x="528" y="519"/>
                  </a:lnTo>
                  <a:lnTo>
                    <a:pt x="531" y="519"/>
                  </a:lnTo>
                  <a:lnTo>
                    <a:pt x="534" y="519"/>
                  </a:lnTo>
                  <a:lnTo>
                    <a:pt x="536" y="518"/>
                  </a:lnTo>
                  <a:lnTo>
                    <a:pt x="538" y="517"/>
                  </a:lnTo>
                  <a:lnTo>
                    <a:pt x="540" y="515"/>
                  </a:lnTo>
                  <a:lnTo>
                    <a:pt x="542" y="514"/>
                  </a:lnTo>
                  <a:lnTo>
                    <a:pt x="544" y="513"/>
                  </a:lnTo>
                  <a:lnTo>
                    <a:pt x="547" y="514"/>
                  </a:lnTo>
                  <a:lnTo>
                    <a:pt x="549" y="515"/>
                  </a:lnTo>
                  <a:lnTo>
                    <a:pt x="552" y="515"/>
                  </a:lnTo>
                  <a:lnTo>
                    <a:pt x="553" y="516"/>
                  </a:lnTo>
                  <a:lnTo>
                    <a:pt x="555" y="517"/>
                  </a:lnTo>
                  <a:lnTo>
                    <a:pt x="556" y="519"/>
                  </a:lnTo>
                  <a:lnTo>
                    <a:pt x="557" y="520"/>
                  </a:lnTo>
                  <a:lnTo>
                    <a:pt x="560" y="519"/>
                  </a:lnTo>
                  <a:lnTo>
                    <a:pt x="563" y="518"/>
                  </a:lnTo>
                  <a:lnTo>
                    <a:pt x="566" y="518"/>
                  </a:lnTo>
                  <a:lnTo>
                    <a:pt x="568" y="519"/>
                  </a:lnTo>
                  <a:lnTo>
                    <a:pt x="568" y="521"/>
                  </a:lnTo>
                  <a:lnTo>
                    <a:pt x="567" y="523"/>
                  </a:lnTo>
                  <a:lnTo>
                    <a:pt x="567" y="525"/>
                  </a:lnTo>
                  <a:lnTo>
                    <a:pt x="568" y="526"/>
                  </a:lnTo>
                  <a:lnTo>
                    <a:pt x="569" y="527"/>
                  </a:lnTo>
                  <a:lnTo>
                    <a:pt x="569" y="529"/>
                  </a:lnTo>
                  <a:lnTo>
                    <a:pt x="568" y="530"/>
                  </a:lnTo>
                  <a:close/>
                </a:path>
              </a:pathLst>
            </a:custGeom>
            <a:solidFill>
              <a:srgbClr val="0072B2">
                <a:alpha val="10800"/>
              </a:srgbClr>
            </a:solidFill>
            <a:ln>
              <a:noFill/>
            </a:ln>
          </p:spPr>
          <p:txBody>
            <a:bodyPr anchor="ctr"/>
            <a:lstStyle/>
            <a:p>
              <a:pPr algn="ctr">
                <a:buNone/>
              </a:pPr>
            </a:p>
          </p:txBody>
        </p:sp>
        <p:sp>
          <p:nvSpPr>
            <p:cNvPr id="703" name="addition:spatial:85"/>
            <p:cNvSpPr>
              <a:spLocks noGrp="1"/>
            </p:cNvSpPr>
            <p:nvPr/>
          </p:nvSpPr>
          <p:spPr>
            <a:xfrm>
              <a:off x="5648325" y="1666875"/>
              <a:ext cx="1569842" cy="950702"/>
            </a:xfrm>
            <a:custGeom>
              <a:avLst/>
              <a:gdLst/>
              <a:ahLst/>
              <a:cxnLst/>
              <a:rect l="l" t="t" r="r" b="b"/>
              <a:pathLst>
                <a:path w="1184" h="562">
                  <a:moveTo>
                    <a:pt x="0" y="0"/>
                  </a:moveTo>
                  <a:moveTo>
                    <a:pt x="1181" y="505"/>
                  </a:moveTo>
                  <a:lnTo>
                    <a:pt x="1176" y="510"/>
                  </a:lnTo>
                  <a:lnTo>
                    <a:pt x="1172" y="516"/>
                  </a:lnTo>
                  <a:lnTo>
                    <a:pt x="1168" y="521"/>
                  </a:lnTo>
                  <a:lnTo>
                    <a:pt x="1159" y="525"/>
                  </a:lnTo>
                  <a:lnTo>
                    <a:pt x="1148" y="527"/>
                  </a:lnTo>
                  <a:lnTo>
                    <a:pt x="1139" y="530"/>
                  </a:lnTo>
                  <a:lnTo>
                    <a:pt x="1136" y="534"/>
                  </a:lnTo>
                  <a:lnTo>
                    <a:pt x="1139" y="542"/>
                  </a:lnTo>
                  <a:lnTo>
                    <a:pt x="1141" y="552"/>
                  </a:lnTo>
                  <a:lnTo>
                    <a:pt x="1138" y="558"/>
                  </a:lnTo>
                  <a:lnTo>
                    <a:pt x="1128" y="561"/>
                  </a:lnTo>
                  <a:lnTo>
                    <a:pt x="1116" y="560"/>
                  </a:lnTo>
                  <a:lnTo>
                    <a:pt x="1105" y="559"/>
                  </a:lnTo>
                  <a:lnTo>
                    <a:pt x="1097" y="560"/>
                  </a:lnTo>
                  <a:lnTo>
                    <a:pt x="1089" y="562"/>
                  </a:lnTo>
                  <a:lnTo>
                    <a:pt x="1082" y="562"/>
                  </a:lnTo>
                  <a:lnTo>
                    <a:pt x="1074" y="561"/>
                  </a:lnTo>
                  <a:lnTo>
                    <a:pt x="1067" y="559"/>
                  </a:lnTo>
                  <a:lnTo>
                    <a:pt x="1060" y="559"/>
                  </a:lnTo>
                  <a:lnTo>
                    <a:pt x="1053" y="560"/>
                  </a:lnTo>
                  <a:lnTo>
                    <a:pt x="1046" y="560"/>
                  </a:lnTo>
                  <a:lnTo>
                    <a:pt x="1039" y="558"/>
                  </a:lnTo>
                  <a:lnTo>
                    <a:pt x="1035" y="554"/>
                  </a:lnTo>
                  <a:lnTo>
                    <a:pt x="1029" y="552"/>
                  </a:lnTo>
                  <a:lnTo>
                    <a:pt x="1019" y="552"/>
                  </a:lnTo>
                  <a:lnTo>
                    <a:pt x="1007" y="553"/>
                  </a:lnTo>
                  <a:lnTo>
                    <a:pt x="997" y="551"/>
                  </a:lnTo>
                  <a:lnTo>
                    <a:pt x="994" y="545"/>
                  </a:lnTo>
                  <a:lnTo>
                    <a:pt x="998" y="536"/>
                  </a:lnTo>
                  <a:lnTo>
                    <a:pt x="1003" y="528"/>
                  </a:lnTo>
                  <a:lnTo>
                    <a:pt x="1005" y="523"/>
                  </a:lnTo>
                  <a:lnTo>
                    <a:pt x="1002" y="519"/>
                  </a:lnTo>
                  <a:lnTo>
                    <a:pt x="996" y="514"/>
                  </a:lnTo>
                  <a:lnTo>
                    <a:pt x="992" y="510"/>
                  </a:lnTo>
                  <a:lnTo>
                    <a:pt x="989" y="505"/>
                  </a:lnTo>
                  <a:lnTo>
                    <a:pt x="984" y="500"/>
                  </a:lnTo>
                  <a:lnTo>
                    <a:pt x="978" y="494"/>
                  </a:lnTo>
                  <a:lnTo>
                    <a:pt x="973" y="488"/>
                  </a:lnTo>
                  <a:lnTo>
                    <a:pt x="975" y="482"/>
                  </a:lnTo>
                  <a:lnTo>
                    <a:pt x="983" y="478"/>
                  </a:lnTo>
                  <a:lnTo>
                    <a:pt x="991" y="476"/>
                  </a:lnTo>
                  <a:lnTo>
                    <a:pt x="996" y="472"/>
                  </a:lnTo>
                  <a:lnTo>
                    <a:pt x="998" y="466"/>
                  </a:lnTo>
                  <a:lnTo>
                    <a:pt x="999" y="460"/>
                  </a:lnTo>
                  <a:lnTo>
                    <a:pt x="1005" y="457"/>
                  </a:lnTo>
                  <a:lnTo>
                    <a:pt x="1016" y="457"/>
                  </a:lnTo>
                  <a:lnTo>
                    <a:pt x="1027" y="459"/>
                  </a:lnTo>
                  <a:lnTo>
                    <a:pt x="1036" y="460"/>
                  </a:lnTo>
                  <a:lnTo>
                    <a:pt x="1042" y="456"/>
                  </a:lnTo>
                  <a:lnTo>
                    <a:pt x="1048" y="450"/>
                  </a:lnTo>
                  <a:lnTo>
                    <a:pt x="1056" y="445"/>
                  </a:lnTo>
                  <a:lnTo>
                    <a:pt x="1065" y="443"/>
                  </a:lnTo>
                  <a:lnTo>
                    <a:pt x="1076" y="441"/>
                  </a:lnTo>
                  <a:lnTo>
                    <a:pt x="1086" y="441"/>
                  </a:lnTo>
                  <a:lnTo>
                    <a:pt x="1097" y="441"/>
                  </a:lnTo>
                  <a:lnTo>
                    <a:pt x="1107" y="444"/>
                  </a:lnTo>
                  <a:lnTo>
                    <a:pt x="1114" y="450"/>
                  </a:lnTo>
                  <a:lnTo>
                    <a:pt x="1118" y="458"/>
                  </a:lnTo>
                  <a:lnTo>
                    <a:pt x="1123" y="464"/>
                  </a:lnTo>
                  <a:lnTo>
                    <a:pt x="1131" y="466"/>
                  </a:lnTo>
                  <a:lnTo>
                    <a:pt x="1143" y="465"/>
                  </a:lnTo>
                  <a:lnTo>
                    <a:pt x="1155" y="466"/>
                  </a:lnTo>
                  <a:lnTo>
                    <a:pt x="1162" y="469"/>
                  </a:lnTo>
                  <a:lnTo>
                    <a:pt x="1165" y="475"/>
                  </a:lnTo>
                  <a:lnTo>
                    <a:pt x="1166" y="480"/>
                  </a:lnTo>
                  <a:lnTo>
                    <a:pt x="1170" y="485"/>
                  </a:lnTo>
                  <a:lnTo>
                    <a:pt x="1177" y="489"/>
                  </a:lnTo>
                  <a:lnTo>
                    <a:pt x="1183" y="494"/>
                  </a:lnTo>
                  <a:lnTo>
                    <a:pt x="1184" y="499"/>
                  </a:lnTo>
                  <a:close/>
                </a:path>
              </a:pathLst>
            </a:custGeom>
            <a:solidFill>
              <a:srgbClr val="F5DAC5">
                <a:alpha val="12900"/>
              </a:srgbClr>
            </a:solidFill>
            <a:ln>
              <a:noFill/>
            </a:ln>
          </p:spPr>
          <p:txBody>
            <a:bodyPr anchor="ctr"/>
            <a:lstStyle/>
            <a:p>
              <a:pPr algn="ctr">
                <a:buNone/>
              </a:pPr>
            </a:p>
          </p:txBody>
        </p:sp>
        <p:sp>
          <p:nvSpPr>
            <p:cNvPr id="704" name="addition:spatial:86"/>
            <p:cNvSpPr>
              <a:spLocks noGrp="1"/>
            </p:cNvSpPr>
            <p:nvPr/>
          </p:nvSpPr>
          <p:spPr>
            <a:xfrm>
              <a:off x="5648325" y="1666875"/>
              <a:ext cx="1543324" cy="952393"/>
            </a:xfrm>
            <a:custGeom>
              <a:avLst/>
              <a:gdLst/>
              <a:ahLst/>
              <a:cxnLst/>
              <a:rect l="l" t="t" r="r" b="b"/>
              <a:pathLst>
                <a:path w="1164" h="563">
                  <a:moveTo>
                    <a:pt x="0" y="0"/>
                  </a:moveTo>
                  <a:moveTo>
                    <a:pt x="1141" y="510"/>
                  </a:moveTo>
                  <a:lnTo>
                    <a:pt x="1140" y="514"/>
                  </a:lnTo>
                  <a:lnTo>
                    <a:pt x="1140" y="518"/>
                  </a:lnTo>
                  <a:lnTo>
                    <a:pt x="1139" y="523"/>
                  </a:lnTo>
                  <a:lnTo>
                    <a:pt x="1136" y="527"/>
                  </a:lnTo>
                  <a:lnTo>
                    <a:pt x="1132" y="531"/>
                  </a:lnTo>
                  <a:lnTo>
                    <a:pt x="1131" y="535"/>
                  </a:lnTo>
                  <a:lnTo>
                    <a:pt x="1130" y="540"/>
                  </a:lnTo>
                  <a:lnTo>
                    <a:pt x="1126" y="545"/>
                  </a:lnTo>
                  <a:lnTo>
                    <a:pt x="1120" y="548"/>
                  </a:lnTo>
                  <a:lnTo>
                    <a:pt x="1113" y="549"/>
                  </a:lnTo>
                  <a:lnTo>
                    <a:pt x="1107" y="552"/>
                  </a:lnTo>
                  <a:lnTo>
                    <a:pt x="1103" y="556"/>
                  </a:lnTo>
                  <a:lnTo>
                    <a:pt x="1099" y="561"/>
                  </a:lnTo>
                  <a:lnTo>
                    <a:pt x="1092" y="563"/>
                  </a:lnTo>
                  <a:lnTo>
                    <a:pt x="1084" y="560"/>
                  </a:lnTo>
                  <a:lnTo>
                    <a:pt x="1076" y="555"/>
                  </a:lnTo>
                  <a:lnTo>
                    <a:pt x="1071" y="551"/>
                  </a:lnTo>
                  <a:lnTo>
                    <a:pt x="1066" y="551"/>
                  </a:lnTo>
                  <a:lnTo>
                    <a:pt x="1060" y="555"/>
                  </a:lnTo>
                  <a:lnTo>
                    <a:pt x="1053" y="558"/>
                  </a:lnTo>
                  <a:lnTo>
                    <a:pt x="1046" y="560"/>
                  </a:lnTo>
                  <a:lnTo>
                    <a:pt x="1039" y="559"/>
                  </a:lnTo>
                  <a:lnTo>
                    <a:pt x="1032" y="558"/>
                  </a:lnTo>
                  <a:lnTo>
                    <a:pt x="1024" y="556"/>
                  </a:lnTo>
                  <a:lnTo>
                    <a:pt x="1018" y="553"/>
                  </a:lnTo>
                  <a:lnTo>
                    <a:pt x="1015" y="548"/>
                  </a:lnTo>
                  <a:lnTo>
                    <a:pt x="1015" y="542"/>
                  </a:lnTo>
                  <a:lnTo>
                    <a:pt x="1014" y="537"/>
                  </a:lnTo>
                  <a:lnTo>
                    <a:pt x="1010" y="533"/>
                  </a:lnTo>
                  <a:lnTo>
                    <a:pt x="1002" y="531"/>
                  </a:lnTo>
                  <a:lnTo>
                    <a:pt x="995" y="528"/>
                  </a:lnTo>
                  <a:lnTo>
                    <a:pt x="992" y="523"/>
                  </a:lnTo>
                  <a:lnTo>
                    <a:pt x="994" y="518"/>
                  </a:lnTo>
                  <a:lnTo>
                    <a:pt x="996" y="514"/>
                  </a:lnTo>
                  <a:lnTo>
                    <a:pt x="994" y="510"/>
                  </a:lnTo>
                  <a:lnTo>
                    <a:pt x="987" y="506"/>
                  </a:lnTo>
                  <a:lnTo>
                    <a:pt x="979" y="500"/>
                  </a:lnTo>
                  <a:lnTo>
                    <a:pt x="976" y="495"/>
                  </a:lnTo>
                  <a:lnTo>
                    <a:pt x="978" y="490"/>
                  </a:lnTo>
                  <a:lnTo>
                    <a:pt x="983" y="487"/>
                  </a:lnTo>
                  <a:lnTo>
                    <a:pt x="989" y="483"/>
                  </a:lnTo>
                  <a:lnTo>
                    <a:pt x="994" y="480"/>
                  </a:lnTo>
                  <a:lnTo>
                    <a:pt x="1002" y="478"/>
                  </a:lnTo>
                  <a:lnTo>
                    <a:pt x="1011" y="478"/>
                  </a:lnTo>
                  <a:lnTo>
                    <a:pt x="1020" y="478"/>
                  </a:lnTo>
                  <a:lnTo>
                    <a:pt x="1025" y="475"/>
                  </a:lnTo>
                  <a:lnTo>
                    <a:pt x="1027" y="470"/>
                  </a:lnTo>
                  <a:lnTo>
                    <a:pt x="1030" y="462"/>
                  </a:lnTo>
                  <a:lnTo>
                    <a:pt x="1036" y="457"/>
                  </a:lnTo>
                  <a:lnTo>
                    <a:pt x="1045" y="456"/>
                  </a:lnTo>
                  <a:lnTo>
                    <a:pt x="1055" y="458"/>
                  </a:lnTo>
                  <a:lnTo>
                    <a:pt x="1064" y="460"/>
                  </a:lnTo>
                  <a:lnTo>
                    <a:pt x="1072" y="460"/>
                  </a:lnTo>
                  <a:lnTo>
                    <a:pt x="1081" y="458"/>
                  </a:lnTo>
                  <a:lnTo>
                    <a:pt x="1090" y="458"/>
                  </a:lnTo>
                  <a:lnTo>
                    <a:pt x="1098" y="461"/>
                  </a:lnTo>
                  <a:lnTo>
                    <a:pt x="1104" y="465"/>
                  </a:lnTo>
                  <a:lnTo>
                    <a:pt x="1110" y="469"/>
                  </a:lnTo>
                  <a:lnTo>
                    <a:pt x="1116" y="471"/>
                  </a:lnTo>
                  <a:lnTo>
                    <a:pt x="1122" y="473"/>
                  </a:lnTo>
                  <a:lnTo>
                    <a:pt x="1127" y="477"/>
                  </a:lnTo>
                  <a:lnTo>
                    <a:pt x="1130" y="480"/>
                  </a:lnTo>
                  <a:lnTo>
                    <a:pt x="1134" y="483"/>
                  </a:lnTo>
                  <a:lnTo>
                    <a:pt x="1143" y="485"/>
                  </a:lnTo>
                  <a:lnTo>
                    <a:pt x="1154" y="486"/>
                  </a:lnTo>
                  <a:lnTo>
                    <a:pt x="1163" y="489"/>
                  </a:lnTo>
                  <a:lnTo>
                    <a:pt x="1164" y="494"/>
                  </a:lnTo>
                  <a:lnTo>
                    <a:pt x="1157" y="500"/>
                  </a:lnTo>
                  <a:lnTo>
                    <a:pt x="1147" y="506"/>
                  </a:lnTo>
                  <a:close/>
                </a:path>
              </a:pathLst>
            </a:custGeom>
            <a:solidFill>
              <a:srgbClr val="ECB78D">
                <a:alpha val="12900"/>
              </a:srgbClr>
            </a:solidFill>
            <a:ln>
              <a:noFill/>
            </a:ln>
          </p:spPr>
          <p:txBody>
            <a:bodyPr anchor="ctr"/>
            <a:lstStyle/>
            <a:p>
              <a:pPr algn="ctr">
                <a:buNone/>
              </a:pPr>
            </a:p>
          </p:txBody>
        </p:sp>
        <p:sp>
          <p:nvSpPr>
            <p:cNvPr id="705" name="addition:spatial:87"/>
            <p:cNvSpPr>
              <a:spLocks noGrp="1"/>
            </p:cNvSpPr>
            <p:nvPr/>
          </p:nvSpPr>
          <p:spPr>
            <a:xfrm>
              <a:off x="5648325" y="1666875"/>
              <a:ext cx="1520784" cy="952393"/>
            </a:xfrm>
            <a:custGeom>
              <a:avLst/>
              <a:gdLst/>
              <a:ahLst/>
              <a:cxnLst/>
              <a:rect l="l" t="t" r="r" b="b"/>
              <a:pathLst>
                <a:path w="1147" h="563">
                  <a:moveTo>
                    <a:pt x="0" y="0"/>
                  </a:moveTo>
                  <a:moveTo>
                    <a:pt x="1132" y="515"/>
                  </a:moveTo>
                  <a:lnTo>
                    <a:pt x="1129" y="519"/>
                  </a:lnTo>
                  <a:lnTo>
                    <a:pt x="1130" y="523"/>
                  </a:lnTo>
                  <a:lnTo>
                    <a:pt x="1131" y="527"/>
                  </a:lnTo>
                  <a:lnTo>
                    <a:pt x="1127" y="530"/>
                  </a:lnTo>
                  <a:lnTo>
                    <a:pt x="1120" y="533"/>
                  </a:lnTo>
                  <a:lnTo>
                    <a:pt x="1115" y="535"/>
                  </a:lnTo>
                  <a:lnTo>
                    <a:pt x="1111" y="539"/>
                  </a:lnTo>
                  <a:lnTo>
                    <a:pt x="1109" y="543"/>
                  </a:lnTo>
                  <a:lnTo>
                    <a:pt x="1105" y="546"/>
                  </a:lnTo>
                  <a:lnTo>
                    <a:pt x="1101" y="549"/>
                  </a:lnTo>
                  <a:lnTo>
                    <a:pt x="1095" y="552"/>
                  </a:lnTo>
                  <a:lnTo>
                    <a:pt x="1091" y="556"/>
                  </a:lnTo>
                  <a:lnTo>
                    <a:pt x="1087" y="560"/>
                  </a:lnTo>
                  <a:lnTo>
                    <a:pt x="1081" y="563"/>
                  </a:lnTo>
                  <a:lnTo>
                    <a:pt x="1073" y="562"/>
                  </a:lnTo>
                  <a:lnTo>
                    <a:pt x="1066" y="558"/>
                  </a:lnTo>
                  <a:lnTo>
                    <a:pt x="1060" y="552"/>
                  </a:lnTo>
                  <a:lnTo>
                    <a:pt x="1055" y="550"/>
                  </a:lnTo>
                  <a:lnTo>
                    <a:pt x="1050" y="552"/>
                  </a:lnTo>
                  <a:lnTo>
                    <a:pt x="1045" y="555"/>
                  </a:lnTo>
                  <a:lnTo>
                    <a:pt x="1038" y="557"/>
                  </a:lnTo>
                  <a:lnTo>
                    <a:pt x="1033" y="556"/>
                  </a:lnTo>
                  <a:lnTo>
                    <a:pt x="1028" y="554"/>
                  </a:lnTo>
                  <a:lnTo>
                    <a:pt x="1023" y="553"/>
                  </a:lnTo>
                  <a:lnTo>
                    <a:pt x="1017" y="551"/>
                  </a:lnTo>
                  <a:lnTo>
                    <a:pt x="1012" y="549"/>
                  </a:lnTo>
                  <a:lnTo>
                    <a:pt x="1009" y="545"/>
                  </a:lnTo>
                  <a:lnTo>
                    <a:pt x="1009" y="541"/>
                  </a:lnTo>
                  <a:lnTo>
                    <a:pt x="1007" y="537"/>
                  </a:lnTo>
                  <a:lnTo>
                    <a:pt x="1004" y="534"/>
                  </a:lnTo>
                  <a:lnTo>
                    <a:pt x="999" y="531"/>
                  </a:lnTo>
                  <a:lnTo>
                    <a:pt x="997" y="527"/>
                  </a:lnTo>
                  <a:lnTo>
                    <a:pt x="999" y="522"/>
                  </a:lnTo>
                  <a:lnTo>
                    <a:pt x="1004" y="518"/>
                  </a:lnTo>
                  <a:lnTo>
                    <a:pt x="1006" y="515"/>
                  </a:lnTo>
                  <a:lnTo>
                    <a:pt x="1002" y="512"/>
                  </a:lnTo>
                  <a:lnTo>
                    <a:pt x="993" y="507"/>
                  </a:lnTo>
                  <a:lnTo>
                    <a:pt x="986" y="502"/>
                  </a:lnTo>
                  <a:lnTo>
                    <a:pt x="985" y="497"/>
                  </a:lnTo>
                  <a:lnTo>
                    <a:pt x="988" y="494"/>
                  </a:lnTo>
                  <a:lnTo>
                    <a:pt x="994" y="491"/>
                  </a:lnTo>
                  <a:lnTo>
                    <a:pt x="998" y="488"/>
                  </a:lnTo>
                  <a:lnTo>
                    <a:pt x="1003" y="486"/>
                  </a:lnTo>
                  <a:lnTo>
                    <a:pt x="1009" y="485"/>
                  </a:lnTo>
                  <a:lnTo>
                    <a:pt x="1016" y="484"/>
                  </a:lnTo>
                  <a:lnTo>
                    <a:pt x="1022" y="484"/>
                  </a:lnTo>
                  <a:lnTo>
                    <a:pt x="1026" y="481"/>
                  </a:lnTo>
                  <a:lnTo>
                    <a:pt x="1029" y="477"/>
                  </a:lnTo>
                  <a:lnTo>
                    <a:pt x="1033" y="472"/>
                  </a:lnTo>
                  <a:lnTo>
                    <a:pt x="1039" y="470"/>
                  </a:lnTo>
                  <a:lnTo>
                    <a:pt x="1047" y="471"/>
                  </a:lnTo>
                  <a:lnTo>
                    <a:pt x="1054" y="473"/>
                  </a:lnTo>
                  <a:lnTo>
                    <a:pt x="1061" y="473"/>
                  </a:lnTo>
                  <a:lnTo>
                    <a:pt x="1068" y="471"/>
                  </a:lnTo>
                  <a:lnTo>
                    <a:pt x="1077" y="468"/>
                  </a:lnTo>
                  <a:lnTo>
                    <a:pt x="1085" y="468"/>
                  </a:lnTo>
                  <a:lnTo>
                    <a:pt x="1092" y="472"/>
                  </a:lnTo>
                  <a:lnTo>
                    <a:pt x="1096" y="477"/>
                  </a:lnTo>
                  <a:lnTo>
                    <a:pt x="1100" y="481"/>
                  </a:lnTo>
                  <a:lnTo>
                    <a:pt x="1104" y="484"/>
                  </a:lnTo>
                  <a:lnTo>
                    <a:pt x="1109" y="487"/>
                  </a:lnTo>
                  <a:lnTo>
                    <a:pt x="1113" y="490"/>
                  </a:lnTo>
                  <a:lnTo>
                    <a:pt x="1117" y="492"/>
                  </a:lnTo>
                  <a:lnTo>
                    <a:pt x="1123" y="494"/>
                  </a:lnTo>
                  <a:lnTo>
                    <a:pt x="1132" y="496"/>
                  </a:lnTo>
                  <a:lnTo>
                    <a:pt x="1141" y="498"/>
                  </a:lnTo>
                  <a:lnTo>
                    <a:pt x="1147" y="501"/>
                  </a:lnTo>
                  <a:lnTo>
                    <a:pt x="1145" y="506"/>
                  </a:lnTo>
                  <a:lnTo>
                    <a:pt x="1139" y="511"/>
                  </a:lnTo>
                  <a:close/>
                </a:path>
              </a:pathLst>
            </a:custGeom>
            <a:solidFill>
              <a:srgbClr val="E18B48">
                <a:alpha val="10500"/>
              </a:srgbClr>
            </a:solidFill>
            <a:ln>
              <a:noFill/>
            </a:ln>
          </p:spPr>
          <p:txBody>
            <a:bodyPr anchor="ctr"/>
            <a:lstStyle/>
            <a:p>
              <a:pPr algn="ctr">
                <a:buNone/>
              </a:pPr>
            </a:p>
          </p:txBody>
        </p:sp>
        <p:sp>
          <p:nvSpPr>
            <p:cNvPr id="706" name="addition:spatial:88"/>
            <p:cNvSpPr>
              <a:spLocks noGrp="1"/>
            </p:cNvSpPr>
            <p:nvPr/>
          </p:nvSpPr>
          <p:spPr>
            <a:xfrm>
              <a:off x="5648325" y="1666875"/>
              <a:ext cx="1414714" cy="877961"/>
            </a:xfrm>
            <a:custGeom>
              <a:avLst/>
              <a:gdLst/>
              <a:ahLst/>
              <a:cxnLst/>
              <a:rect l="l" t="t" r="r" b="b"/>
              <a:pathLst>
                <a:path w="1067" h="519">
                  <a:moveTo>
                    <a:pt x="0" y="0"/>
                  </a:moveTo>
                  <a:moveTo>
                    <a:pt x="1065" y="499"/>
                  </a:moveTo>
                  <a:lnTo>
                    <a:pt x="1066" y="501"/>
                  </a:lnTo>
                  <a:lnTo>
                    <a:pt x="1067" y="503"/>
                  </a:lnTo>
                  <a:lnTo>
                    <a:pt x="1065" y="505"/>
                  </a:lnTo>
                  <a:lnTo>
                    <a:pt x="1061" y="506"/>
                  </a:lnTo>
                  <a:lnTo>
                    <a:pt x="1057" y="506"/>
                  </a:lnTo>
                  <a:lnTo>
                    <a:pt x="1055" y="507"/>
                  </a:lnTo>
                  <a:lnTo>
                    <a:pt x="1054" y="509"/>
                  </a:lnTo>
                  <a:lnTo>
                    <a:pt x="1053" y="511"/>
                  </a:lnTo>
                  <a:lnTo>
                    <a:pt x="1052" y="512"/>
                  </a:lnTo>
                  <a:lnTo>
                    <a:pt x="1050" y="514"/>
                  </a:lnTo>
                  <a:lnTo>
                    <a:pt x="1049" y="515"/>
                  </a:lnTo>
                  <a:lnTo>
                    <a:pt x="1047" y="517"/>
                  </a:lnTo>
                  <a:lnTo>
                    <a:pt x="1045" y="519"/>
                  </a:lnTo>
                  <a:lnTo>
                    <a:pt x="1042" y="519"/>
                  </a:lnTo>
                  <a:lnTo>
                    <a:pt x="1038" y="518"/>
                  </a:lnTo>
                  <a:lnTo>
                    <a:pt x="1035" y="516"/>
                  </a:lnTo>
                  <a:lnTo>
                    <a:pt x="1033" y="515"/>
                  </a:lnTo>
                  <a:lnTo>
                    <a:pt x="1030" y="516"/>
                  </a:lnTo>
                  <a:lnTo>
                    <a:pt x="1028" y="517"/>
                  </a:lnTo>
                  <a:lnTo>
                    <a:pt x="1026" y="517"/>
                  </a:lnTo>
                  <a:lnTo>
                    <a:pt x="1024" y="517"/>
                  </a:lnTo>
                  <a:lnTo>
                    <a:pt x="1022" y="515"/>
                  </a:lnTo>
                  <a:lnTo>
                    <a:pt x="1020" y="515"/>
                  </a:lnTo>
                  <a:lnTo>
                    <a:pt x="1018" y="514"/>
                  </a:lnTo>
                  <a:lnTo>
                    <a:pt x="1015" y="514"/>
                  </a:lnTo>
                  <a:lnTo>
                    <a:pt x="1013" y="514"/>
                  </a:lnTo>
                  <a:lnTo>
                    <a:pt x="1011" y="512"/>
                  </a:lnTo>
                  <a:lnTo>
                    <a:pt x="1010" y="511"/>
                  </a:lnTo>
                  <a:lnTo>
                    <a:pt x="1009" y="509"/>
                  </a:lnTo>
                  <a:lnTo>
                    <a:pt x="1007" y="508"/>
                  </a:lnTo>
                  <a:lnTo>
                    <a:pt x="1007" y="506"/>
                  </a:lnTo>
                  <a:lnTo>
                    <a:pt x="1008" y="504"/>
                  </a:lnTo>
                  <a:lnTo>
                    <a:pt x="1011" y="502"/>
                  </a:lnTo>
                  <a:lnTo>
                    <a:pt x="1012" y="501"/>
                  </a:lnTo>
                  <a:lnTo>
                    <a:pt x="1011" y="499"/>
                  </a:lnTo>
                  <a:lnTo>
                    <a:pt x="1007" y="498"/>
                  </a:lnTo>
                  <a:lnTo>
                    <a:pt x="1004" y="496"/>
                  </a:lnTo>
                  <a:lnTo>
                    <a:pt x="1002" y="494"/>
                  </a:lnTo>
                  <a:lnTo>
                    <a:pt x="1003" y="492"/>
                  </a:lnTo>
                  <a:lnTo>
                    <a:pt x="1005" y="491"/>
                  </a:lnTo>
                  <a:lnTo>
                    <a:pt x="1007" y="490"/>
                  </a:lnTo>
                  <a:lnTo>
                    <a:pt x="1008" y="488"/>
                  </a:lnTo>
                  <a:lnTo>
                    <a:pt x="1010" y="487"/>
                  </a:lnTo>
                  <a:lnTo>
                    <a:pt x="1012" y="486"/>
                  </a:lnTo>
                  <a:lnTo>
                    <a:pt x="1014" y="486"/>
                  </a:lnTo>
                  <a:lnTo>
                    <a:pt x="1016" y="485"/>
                  </a:lnTo>
                  <a:lnTo>
                    <a:pt x="1018" y="484"/>
                  </a:lnTo>
                  <a:lnTo>
                    <a:pt x="1020" y="483"/>
                  </a:lnTo>
                  <a:lnTo>
                    <a:pt x="1022" y="482"/>
                  </a:lnTo>
                  <a:lnTo>
                    <a:pt x="1025" y="483"/>
                  </a:lnTo>
                  <a:lnTo>
                    <a:pt x="1028" y="483"/>
                  </a:lnTo>
                  <a:lnTo>
                    <a:pt x="1030" y="483"/>
                  </a:lnTo>
                  <a:lnTo>
                    <a:pt x="1033" y="481"/>
                  </a:lnTo>
                  <a:lnTo>
                    <a:pt x="1036" y="479"/>
                  </a:lnTo>
                  <a:lnTo>
                    <a:pt x="1040" y="478"/>
                  </a:lnTo>
                  <a:lnTo>
                    <a:pt x="1043" y="480"/>
                  </a:lnTo>
                  <a:lnTo>
                    <a:pt x="1045" y="482"/>
                  </a:lnTo>
                  <a:lnTo>
                    <a:pt x="1047" y="484"/>
                  </a:lnTo>
                  <a:lnTo>
                    <a:pt x="1049" y="485"/>
                  </a:lnTo>
                  <a:lnTo>
                    <a:pt x="1051" y="486"/>
                  </a:lnTo>
                  <a:lnTo>
                    <a:pt x="1053" y="488"/>
                  </a:lnTo>
                  <a:lnTo>
                    <a:pt x="1055" y="489"/>
                  </a:lnTo>
                  <a:lnTo>
                    <a:pt x="1057" y="490"/>
                  </a:lnTo>
                  <a:lnTo>
                    <a:pt x="1060" y="490"/>
                  </a:lnTo>
                  <a:lnTo>
                    <a:pt x="1064" y="491"/>
                  </a:lnTo>
                  <a:lnTo>
                    <a:pt x="1067" y="492"/>
                  </a:lnTo>
                  <a:lnTo>
                    <a:pt x="1067" y="494"/>
                  </a:lnTo>
                  <a:lnTo>
                    <a:pt x="1066" y="496"/>
                  </a:lnTo>
                  <a:lnTo>
                    <a:pt x="1064" y="498"/>
                  </a:lnTo>
                  <a:close/>
                </a:path>
              </a:pathLst>
            </a:custGeom>
            <a:solidFill>
              <a:srgbClr val="ECB78D">
                <a:alpha val="9600"/>
              </a:srgbClr>
            </a:solidFill>
            <a:ln>
              <a:noFill/>
            </a:ln>
          </p:spPr>
          <p:txBody>
            <a:bodyPr anchor="ctr"/>
            <a:lstStyle/>
            <a:p>
              <a:pPr algn="ctr">
                <a:buNone/>
              </a:pPr>
            </a:p>
          </p:txBody>
        </p:sp>
        <p:sp>
          <p:nvSpPr>
            <p:cNvPr id="707" name="addition:spatial:89"/>
            <p:cNvSpPr>
              <a:spLocks noGrp="1"/>
            </p:cNvSpPr>
            <p:nvPr/>
          </p:nvSpPr>
          <p:spPr>
            <a:xfrm>
              <a:off x="5648325" y="1666875"/>
              <a:ext cx="1445209" cy="852587"/>
            </a:xfrm>
            <a:custGeom>
              <a:avLst/>
              <a:gdLst/>
              <a:ahLst/>
              <a:cxnLst/>
              <a:rect l="l" t="t" r="r" b="b"/>
              <a:pathLst>
                <a:path w="1090" h="504">
                  <a:moveTo>
                    <a:pt x="0" y="0"/>
                  </a:moveTo>
                  <a:moveTo>
                    <a:pt x="1089" y="485"/>
                  </a:moveTo>
                  <a:lnTo>
                    <a:pt x="1088" y="486"/>
                  </a:lnTo>
                  <a:lnTo>
                    <a:pt x="1085" y="488"/>
                  </a:lnTo>
                  <a:lnTo>
                    <a:pt x="1082" y="489"/>
                  </a:lnTo>
                  <a:lnTo>
                    <a:pt x="1081" y="490"/>
                  </a:lnTo>
                  <a:lnTo>
                    <a:pt x="1081" y="492"/>
                  </a:lnTo>
                  <a:lnTo>
                    <a:pt x="1081" y="494"/>
                  </a:lnTo>
                  <a:lnTo>
                    <a:pt x="1080" y="496"/>
                  </a:lnTo>
                  <a:lnTo>
                    <a:pt x="1078" y="497"/>
                  </a:lnTo>
                  <a:lnTo>
                    <a:pt x="1074" y="497"/>
                  </a:lnTo>
                  <a:lnTo>
                    <a:pt x="1072" y="498"/>
                  </a:lnTo>
                  <a:lnTo>
                    <a:pt x="1070" y="499"/>
                  </a:lnTo>
                  <a:lnTo>
                    <a:pt x="1069" y="501"/>
                  </a:lnTo>
                  <a:lnTo>
                    <a:pt x="1068" y="503"/>
                  </a:lnTo>
                  <a:lnTo>
                    <a:pt x="1065" y="504"/>
                  </a:lnTo>
                  <a:lnTo>
                    <a:pt x="1062" y="503"/>
                  </a:lnTo>
                  <a:lnTo>
                    <a:pt x="1059" y="502"/>
                  </a:lnTo>
                  <a:lnTo>
                    <a:pt x="1057" y="502"/>
                  </a:lnTo>
                  <a:lnTo>
                    <a:pt x="1054" y="501"/>
                  </a:lnTo>
                  <a:lnTo>
                    <a:pt x="1053" y="501"/>
                  </a:lnTo>
                  <a:lnTo>
                    <a:pt x="1051" y="500"/>
                  </a:lnTo>
                  <a:lnTo>
                    <a:pt x="1049" y="499"/>
                  </a:lnTo>
                  <a:lnTo>
                    <a:pt x="1047" y="500"/>
                  </a:lnTo>
                  <a:lnTo>
                    <a:pt x="1044" y="501"/>
                  </a:lnTo>
                  <a:lnTo>
                    <a:pt x="1040" y="502"/>
                  </a:lnTo>
                  <a:lnTo>
                    <a:pt x="1038" y="501"/>
                  </a:lnTo>
                  <a:lnTo>
                    <a:pt x="1037" y="499"/>
                  </a:lnTo>
                  <a:lnTo>
                    <a:pt x="1038" y="496"/>
                  </a:lnTo>
                  <a:lnTo>
                    <a:pt x="1037" y="495"/>
                  </a:lnTo>
                  <a:lnTo>
                    <a:pt x="1036" y="494"/>
                  </a:lnTo>
                  <a:lnTo>
                    <a:pt x="1034" y="493"/>
                  </a:lnTo>
                  <a:lnTo>
                    <a:pt x="1033" y="491"/>
                  </a:lnTo>
                  <a:lnTo>
                    <a:pt x="1033" y="489"/>
                  </a:lnTo>
                  <a:lnTo>
                    <a:pt x="1034" y="488"/>
                  </a:lnTo>
                  <a:lnTo>
                    <a:pt x="1034" y="486"/>
                  </a:lnTo>
                  <a:lnTo>
                    <a:pt x="1033" y="485"/>
                  </a:lnTo>
                  <a:lnTo>
                    <a:pt x="1032" y="483"/>
                  </a:lnTo>
                  <a:lnTo>
                    <a:pt x="1032" y="482"/>
                  </a:lnTo>
                  <a:lnTo>
                    <a:pt x="1032" y="480"/>
                  </a:lnTo>
                  <a:lnTo>
                    <a:pt x="1032" y="479"/>
                  </a:lnTo>
                  <a:lnTo>
                    <a:pt x="1030" y="476"/>
                  </a:lnTo>
                  <a:lnTo>
                    <a:pt x="1029" y="474"/>
                  </a:lnTo>
                  <a:lnTo>
                    <a:pt x="1030" y="473"/>
                  </a:lnTo>
                  <a:lnTo>
                    <a:pt x="1033" y="472"/>
                  </a:lnTo>
                  <a:lnTo>
                    <a:pt x="1037" y="473"/>
                  </a:lnTo>
                  <a:lnTo>
                    <a:pt x="1041" y="473"/>
                  </a:lnTo>
                  <a:lnTo>
                    <a:pt x="1042" y="472"/>
                  </a:lnTo>
                  <a:lnTo>
                    <a:pt x="1043" y="471"/>
                  </a:lnTo>
                  <a:lnTo>
                    <a:pt x="1045" y="469"/>
                  </a:lnTo>
                  <a:lnTo>
                    <a:pt x="1047" y="468"/>
                  </a:lnTo>
                  <a:lnTo>
                    <a:pt x="1049" y="468"/>
                  </a:lnTo>
                  <a:lnTo>
                    <a:pt x="1051" y="467"/>
                  </a:lnTo>
                  <a:lnTo>
                    <a:pt x="1054" y="467"/>
                  </a:lnTo>
                  <a:lnTo>
                    <a:pt x="1057" y="466"/>
                  </a:lnTo>
                  <a:lnTo>
                    <a:pt x="1060" y="466"/>
                  </a:lnTo>
                  <a:lnTo>
                    <a:pt x="1063" y="467"/>
                  </a:lnTo>
                  <a:lnTo>
                    <a:pt x="1065" y="468"/>
                  </a:lnTo>
                  <a:lnTo>
                    <a:pt x="1068" y="468"/>
                  </a:lnTo>
                  <a:lnTo>
                    <a:pt x="1071" y="468"/>
                  </a:lnTo>
                  <a:lnTo>
                    <a:pt x="1074" y="469"/>
                  </a:lnTo>
                  <a:lnTo>
                    <a:pt x="1076" y="471"/>
                  </a:lnTo>
                  <a:lnTo>
                    <a:pt x="1076" y="473"/>
                  </a:lnTo>
                  <a:lnTo>
                    <a:pt x="1076" y="475"/>
                  </a:lnTo>
                  <a:lnTo>
                    <a:pt x="1078" y="476"/>
                  </a:lnTo>
                  <a:lnTo>
                    <a:pt x="1081" y="477"/>
                  </a:lnTo>
                  <a:lnTo>
                    <a:pt x="1085" y="477"/>
                  </a:lnTo>
                  <a:lnTo>
                    <a:pt x="1088" y="478"/>
                  </a:lnTo>
                  <a:lnTo>
                    <a:pt x="1090" y="480"/>
                  </a:lnTo>
                  <a:lnTo>
                    <a:pt x="1090" y="481"/>
                  </a:lnTo>
                  <a:lnTo>
                    <a:pt x="1090" y="483"/>
                  </a:lnTo>
                  <a:close/>
                </a:path>
              </a:pathLst>
            </a:custGeom>
            <a:solidFill>
              <a:srgbClr val="ECB78D">
                <a:alpha val="9600"/>
              </a:srgbClr>
            </a:solidFill>
            <a:ln>
              <a:noFill/>
            </a:ln>
          </p:spPr>
          <p:txBody>
            <a:bodyPr anchor="ctr"/>
            <a:lstStyle/>
            <a:p>
              <a:pPr algn="ctr">
                <a:buNone/>
              </a:pPr>
            </a:p>
          </p:txBody>
        </p:sp>
        <p:sp>
          <p:nvSpPr>
            <p:cNvPr id="708" name="addition:spatial:90"/>
            <p:cNvSpPr>
              <a:spLocks noGrp="1"/>
            </p:cNvSpPr>
            <p:nvPr/>
          </p:nvSpPr>
          <p:spPr>
            <a:xfrm>
              <a:off x="5648325" y="1666875"/>
              <a:ext cx="1479682" cy="861045"/>
            </a:xfrm>
            <a:custGeom>
              <a:avLst/>
              <a:gdLst/>
              <a:ahLst/>
              <a:cxnLst/>
              <a:rect l="l" t="t" r="r" b="b"/>
              <a:pathLst>
                <a:path w="1116" h="509">
                  <a:moveTo>
                    <a:pt x="0" y="0"/>
                  </a:moveTo>
                  <a:moveTo>
                    <a:pt x="1109" y="489"/>
                  </a:moveTo>
                  <a:lnTo>
                    <a:pt x="1108" y="490"/>
                  </a:lnTo>
                  <a:lnTo>
                    <a:pt x="1109" y="492"/>
                  </a:lnTo>
                  <a:lnTo>
                    <a:pt x="1110" y="494"/>
                  </a:lnTo>
                  <a:lnTo>
                    <a:pt x="1110" y="495"/>
                  </a:lnTo>
                  <a:lnTo>
                    <a:pt x="1110" y="497"/>
                  </a:lnTo>
                  <a:lnTo>
                    <a:pt x="1110" y="499"/>
                  </a:lnTo>
                  <a:lnTo>
                    <a:pt x="1110" y="501"/>
                  </a:lnTo>
                  <a:lnTo>
                    <a:pt x="1110" y="503"/>
                  </a:lnTo>
                  <a:lnTo>
                    <a:pt x="1107" y="504"/>
                  </a:lnTo>
                  <a:lnTo>
                    <a:pt x="1104" y="504"/>
                  </a:lnTo>
                  <a:lnTo>
                    <a:pt x="1101" y="504"/>
                  </a:lnTo>
                  <a:lnTo>
                    <a:pt x="1098" y="504"/>
                  </a:lnTo>
                  <a:lnTo>
                    <a:pt x="1097" y="505"/>
                  </a:lnTo>
                  <a:lnTo>
                    <a:pt x="1096" y="507"/>
                  </a:lnTo>
                  <a:lnTo>
                    <a:pt x="1094" y="508"/>
                  </a:lnTo>
                  <a:lnTo>
                    <a:pt x="1092" y="507"/>
                  </a:lnTo>
                  <a:lnTo>
                    <a:pt x="1089" y="507"/>
                  </a:lnTo>
                  <a:lnTo>
                    <a:pt x="1087" y="506"/>
                  </a:lnTo>
                  <a:lnTo>
                    <a:pt x="1085" y="507"/>
                  </a:lnTo>
                  <a:lnTo>
                    <a:pt x="1082" y="508"/>
                  </a:lnTo>
                  <a:lnTo>
                    <a:pt x="1079" y="509"/>
                  </a:lnTo>
                  <a:lnTo>
                    <a:pt x="1076" y="508"/>
                  </a:lnTo>
                  <a:lnTo>
                    <a:pt x="1073" y="507"/>
                  </a:lnTo>
                  <a:lnTo>
                    <a:pt x="1071" y="506"/>
                  </a:lnTo>
                  <a:lnTo>
                    <a:pt x="1068" y="505"/>
                  </a:lnTo>
                  <a:lnTo>
                    <a:pt x="1067" y="503"/>
                  </a:lnTo>
                  <a:lnTo>
                    <a:pt x="1066" y="501"/>
                  </a:lnTo>
                  <a:lnTo>
                    <a:pt x="1067" y="498"/>
                  </a:lnTo>
                  <a:lnTo>
                    <a:pt x="1066" y="497"/>
                  </a:lnTo>
                  <a:lnTo>
                    <a:pt x="1064" y="496"/>
                  </a:lnTo>
                  <a:lnTo>
                    <a:pt x="1059" y="495"/>
                  </a:lnTo>
                  <a:lnTo>
                    <a:pt x="1055" y="494"/>
                  </a:lnTo>
                  <a:lnTo>
                    <a:pt x="1053" y="493"/>
                  </a:lnTo>
                  <a:lnTo>
                    <a:pt x="1053" y="491"/>
                  </a:lnTo>
                  <a:lnTo>
                    <a:pt x="1054" y="489"/>
                  </a:lnTo>
                  <a:lnTo>
                    <a:pt x="1055" y="487"/>
                  </a:lnTo>
                  <a:lnTo>
                    <a:pt x="1054" y="485"/>
                  </a:lnTo>
                  <a:lnTo>
                    <a:pt x="1055" y="483"/>
                  </a:lnTo>
                  <a:lnTo>
                    <a:pt x="1056" y="482"/>
                  </a:lnTo>
                  <a:lnTo>
                    <a:pt x="1059" y="481"/>
                  </a:lnTo>
                  <a:lnTo>
                    <a:pt x="1061" y="479"/>
                  </a:lnTo>
                  <a:lnTo>
                    <a:pt x="1062" y="478"/>
                  </a:lnTo>
                  <a:lnTo>
                    <a:pt x="1064" y="477"/>
                  </a:lnTo>
                  <a:lnTo>
                    <a:pt x="1066" y="476"/>
                  </a:lnTo>
                  <a:lnTo>
                    <a:pt x="1069" y="475"/>
                  </a:lnTo>
                  <a:lnTo>
                    <a:pt x="1072" y="475"/>
                  </a:lnTo>
                  <a:lnTo>
                    <a:pt x="1074" y="473"/>
                  </a:lnTo>
                  <a:lnTo>
                    <a:pt x="1075" y="471"/>
                  </a:lnTo>
                  <a:lnTo>
                    <a:pt x="1077" y="468"/>
                  </a:lnTo>
                  <a:lnTo>
                    <a:pt x="1080" y="466"/>
                  </a:lnTo>
                  <a:lnTo>
                    <a:pt x="1083" y="467"/>
                  </a:lnTo>
                  <a:lnTo>
                    <a:pt x="1087" y="469"/>
                  </a:lnTo>
                  <a:lnTo>
                    <a:pt x="1089" y="471"/>
                  </a:lnTo>
                  <a:lnTo>
                    <a:pt x="1092" y="471"/>
                  </a:lnTo>
                  <a:lnTo>
                    <a:pt x="1094" y="472"/>
                  </a:lnTo>
                  <a:lnTo>
                    <a:pt x="1097" y="472"/>
                  </a:lnTo>
                  <a:lnTo>
                    <a:pt x="1099" y="473"/>
                  </a:lnTo>
                  <a:lnTo>
                    <a:pt x="1101" y="473"/>
                  </a:lnTo>
                  <a:lnTo>
                    <a:pt x="1103" y="473"/>
                  </a:lnTo>
                  <a:lnTo>
                    <a:pt x="1106" y="473"/>
                  </a:lnTo>
                  <a:lnTo>
                    <a:pt x="1109" y="474"/>
                  </a:lnTo>
                  <a:lnTo>
                    <a:pt x="1110" y="475"/>
                  </a:lnTo>
                  <a:lnTo>
                    <a:pt x="1110" y="477"/>
                  </a:lnTo>
                  <a:lnTo>
                    <a:pt x="1110" y="479"/>
                  </a:lnTo>
                  <a:lnTo>
                    <a:pt x="1112" y="480"/>
                  </a:lnTo>
                  <a:lnTo>
                    <a:pt x="1114" y="482"/>
                  </a:lnTo>
                  <a:lnTo>
                    <a:pt x="1116" y="483"/>
                  </a:lnTo>
                  <a:lnTo>
                    <a:pt x="1115" y="485"/>
                  </a:lnTo>
                  <a:lnTo>
                    <a:pt x="1112" y="487"/>
                  </a:lnTo>
                  <a:close/>
                </a:path>
              </a:pathLst>
            </a:custGeom>
            <a:solidFill>
              <a:srgbClr val="ECB78D">
                <a:alpha val="9600"/>
              </a:srgbClr>
            </a:solidFill>
            <a:ln>
              <a:noFill/>
            </a:ln>
          </p:spPr>
          <p:txBody>
            <a:bodyPr anchor="ctr"/>
            <a:lstStyle/>
            <a:p>
              <a:pPr algn="ctr">
                <a:buNone/>
              </a:pPr>
            </a:p>
          </p:txBody>
        </p:sp>
        <p:sp>
          <p:nvSpPr>
            <p:cNvPr id="709" name="addition:spatial:91"/>
            <p:cNvSpPr>
              <a:spLocks noGrp="1"/>
            </p:cNvSpPr>
            <p:nvPr/>
          </p:nvSpPr>
          <p:spPr>
            <a:xfrm>
              <a:off x="5648325" y="1666875"/>
              <a:ext cx="1514155" cy="891494"/>
            </a:xfrm>
            <a:custGeom>
              <a:avLst/>
              <a:gdLst/>
              <a:ahLst/>
              <a:cxnLst/>
              <a:rect l="l" t="t" r="r" b="b"/>
              <a:pathLst>
                <a:path w="1142" h="527">
                  <a:moveTo>
                    <a:pt x="0" y="0"/>
                  </a:moveTo>
                  <a:moveTo>
                    <a:pt x="1134" y="505"/>
                  </a:moveTo>
                  <a:lnTo>
                    <a:pt x="1136" y="507"/>
                  </a:lnTo>
                  <a:lnTo>
                    <a:pt x="1137" y="509"/>
                  </a:lnTo>
                  <a:lnTo>
                    <a:pt x="1136" y="510"/>
                  </a:lnTo>
                  <a:lnTo>
                    <a:pt x="1134" y="512"/>
                  </a:lnTo>
                  <a:lnTo>
                    <a:pt x="1133" y="514"/>
                  </a:lnTo>
                  <a:lnTo>
                    <a:pt x="1132" y="515"/>
                  </a:lnTo>
                  <a:lnTo>
                    <a:pt x="1132" y="518"/>
                  </a:lnTo>
                  <a:lnTo>
                    <a:pt x="1131" y="519"/>
                  </a:lnTo>
                  <a:lnTo>
                    <a:pt x="1129" y="521"/>
                  </a:lnTo>
                  <a:lnTo>
                    <a:pt x="1127" y="522"/>
                  </a:lnTo>
                  <a:lnTo>
                    <a:pt x="1126" y="523"/>
                  </a:lnTo>
                  <a:lnTo>
                    <a:pt x="1124" y="525"/>
                  </a:lnTo>
                  <a:lnTo>
                    <a:pt x="1121" y="525"/>
                  </a:lnTo>
                  <a:lnTo>
                    <a:pt x="1118" y="524"/>
                  </a:lnTo>
                  <a:lnTo>
                    <a:pt x="1115" y="522"/>
                  </a:lnTo>
                  <a:lnTo>
                    <a:pt x="1113" y="521"/>
                  </a:lnTo>
                  <a:lnTo>
                    <a:pt x="1111" y="522"/>
                  </a:lnTo>
                  <a:lnTo>
                    <a:pt x="1109" y="525"/>
                  </a:lnTo>
                  <a:lnTo>
                    <a:pt x="1106" y="527"/>
                  </a:lnTo>
                  <a:lnTo>
                    <a:pt x="1103" y="527"/>
                  </a:lnTo>
                  <a:lnTo>
                    <a:pt x="1100" y="527"/>
                  </a:lnTo>
                  <a:lnTo>
                    <a:pt x="1098" y="525"/>
                  </a:lnTo>
                  <a:lnTo>
                    <a:pt x="1095" y="524"/>
                  </a:lnTo>
                  <a:lnTo>
                    <a:pt x="1093" y="523"/>
                  </a:lnTo>
                  <a:lnTo>
                    <a:pt x="1090" y="522"/>
                  </a:lnTo>
                  <a:lnTo>
                    <a:pt x="1089" y="520"/>
                  </a:lnTo>
                  <a:lnTo>
                    <a:pt x="1088" y="518"/>
                  </a:lnTo>
                  <a:lnTo>
                    <a:pt x="1086" y="516"/>
                  </a:lnTo>
                  <a:lnTo>
                    <a:pt x="1083" y="515"/>
                  </a:lnTo>
                  <a:lnTo>
                    <a:pt x="1080" y="514"/>
                  </a:lnTo>
                  <a:lnTo>
                    <a:pt x="1079" y="512"/>
                  </a:lnTo>
                  <a:lnTo>
                    <a:pt x="1079" y="510"/>
                  </a:lnTo>
                  <a:lnTo>
                    <a:pt x="1080" y="508"/>
                  </a:lnTo>
                  <a:lnTo>
                    <a:pt x="1078" y="507"/>
                  </a:lnTo>
                  <a:lnTo>
                    <a:pt x="1075" y="505"/>
                  </a:lnTo>
                  <a:lnTo>
                    <a:pt x="1071" y="503"/>
                  </a:lnTo>
                  <a:lnTo>
                    <a:pt x="1070" y="501"/>
                  </a:lnTo>
                  <a:lnTo>
                    <a:pt x="1071" y="499"/>
                  </a:lnTo>
                  <a:lnTo>
                    <a:pt x="1075" y="497"/>
                  </a:lnTo>
                  <a:lnTo>
                    <a:pt x="1078" y="496"/>
                  </a:lnTo>
                  <a:lnTo>
                    <a:pt x="1081" y="495"/>
                  </a:lnTo>
                  <a:lnTo>
                    <a:pt x="1083" y="494"/>
                  </a:lnTo>
                  <a:lnTo>
                    <a:pt x="1085" y="493"/>
                  </a:lnTo>
                  <a:lnTo>
                    <a:pt x="1088" y="492"/>
                  </a:lnTo>
                  <a:lnTo>
                    <a:pt x="1089" y="490"/>
                  </a:lnTo>
                  <a:lnTo>
                    <a:pt x="1091" y="488"/>
                  </a:lnTo>
                  <a:lnTo>
                    <a:pt x="1092" y="486"/>
                  </a:lnTo>
                  <a:lnTo>
                    <a:pt x="1094" y="484"/>
                  </a:lnTo>
                  <a:lnTo>
                    <a:pt x="1098" y="483"/>
                  </a:lnTo>
                  <a:lnTo>
                    <a:pt x="1102" y="484"/>
                  </a:lnTo>
                  <a:lnTo>
                    <a:pt x="1105" y="485"/>
                  </a:lnTo>
                  <a:lnTo>
                    <a:pt x="1108" y="485"/>
                  </a:lnTo>
                  <a:lnTo>
                    <a:pt x="1112" y="483"/>
                  </a:lnTo>
                  <a:lnTo>
                    <a:pt x="1115" y="483"/>
                  </a:lnTo>
                  <a:lnTo>
                    <a:pt x="1118" y="484"/>
                  </a:lnTo>
                  <a:lnTo>
                    <a:pt x="1120" y="486"/>
                  </a:lnTo>
                  <a:lnTo>
                    <a:pt x="1122" y="488"/>
                  </a:lnTo>
                  <a:lnTo>
                    <a:pt x="1124" y="489"/>
                  </a:lnTo>
                  <a:lnTo>
                    <a:pt x="1126" y="490"/>
                  </a:lnTo>
                  <a:lnTo>
                    <a:pt x="1129" y="490"/>
                  </a:lnTo>
                  <a:lnTo>
                    <a:pt x="1131" y="491"/>
                  </a:lnTo>
                  <a:lnTo>
                    <a:pt x="1133" y="491"/>
                  </a:lnTo>
                  <a:lnTo>
                    <a:pt x="1136" y="492"/>
                  </a:lnTo>
                  <a:lnTo>
                    <a:pt x="1139" y="493"/>
                  </a:lnTo>
                  <a:lnTo>
                    <a:pt x="1142" y="494"/>
                  </a:lnTo>
                  <a:lnTo>
                    <a:pt x="1142" y="497"/>
                  </a:lnTo>
                  <a:lnTo>
                    <a:pt x="1139" y="499"/>
                  </a:lnTo>
                  <a:lnTo>
                    <a:pt x="1135" y="502"/>
                  </a:lnTo>
                  <a:lnTo>
                    <a:pt x="1134" y="503"/>
                  </a:lnTo>
                  <a:close/>
                </a:path>
              </a:pathLst>
            </a:custGeom>
            <a:solidFill>
              <a:srgbClr val="ECB78D">
                <a:alpha val="9600"/>
              </a:srgbClr>
            </a:solidFill>
            <a:ln>
              <a:noFill/>
            </a:ln>
          </p:spPr>
          <p:txBody>
            <a:bodyPr anchor="ctr"/>
            <a:lstStyle/>
            <a:p>
              <a:pPr algn="ctr">
                <a:buNone/>
              </a:pPr>
            </a:p>
          </p:txBody>
        </p:sp>
        <p:sp>
          <p:nvSpPr>
            <p:cNvPr id="710" name="addition:spatial:92"/>
            <p:cNvSpPr>
              <a:spLocks noGrp="1"/>
            </p:cNvSpPr>
            <p:nvPr/>
          </p:nvSpPr>
          <p:spPr>
            <a:xfrm>
              <a:off x="5648325" y="1666875"/>
              <a:ext cx="1491615" cy="925327"/>
            </a:xfrm>
            <a:custGeom>
              <a:avLst/>
              <a:gdLst/>
              <a:ahLst/>
              <a:cxnLst/>
              <a:rect l="l" t="t" r="r" b="b"/>
              <a:pathLst>
                <a:path w="1125" h="547">
                  <a:moveTo>
                    <a:pt x="0" y="0"/>
                  </a:moveTo>
                  <a:moveTo>
                    <a:pt x="1119" y="523"/>
                  </a:moveTo>
                  <a:lnTo>
                    <a:pt x="1121" y="524"/>
                  </a:lnTo>
                  <a:lnTo>
                    <a:pt x="1124" y="527"/>
                  </a:lnTo>
                  <a:lnTo>
                    <a:pt x="1125" y="529"/>
                  </a:lnTo>
                  <a:lnTo>
                    <a:pt x="1123" y="530"/>
                  </a:lnTo>
                  <a:lnTo>
                    <a:pt x="1120" y="532"/>
                  </a:lnTo>
                  <a:lnTo>
                    <a:pt x="1119" y="533"/>
                  </a:lnTo>
                  <a:lnTo>
                    <a:pt x="1119" y="535"/>
                  </a:lnTo>
                  <a:lnTo>
                    <a:pt x="1119" y="538"/>
                  </a:lnTo>
                  <a:lnTo>
                    <a:pt x="1118" y="540"/>
                  </a:lnTo>
                  <a:lnTo>
                    <a:pt x="1115" y="540"/>
                  </a:lnTo>
                  <a:lnTo>
                    <a:pt x="1110" y="540"/>
                  </a:lnTo>
                  <a:lnTo>
                    <a:pt x="1106" y="539"/>
                  </a:lnTo>
                  <a:lnTo>
                    <a:pt x="1103" y="539"/>
                  </a:lnTo>
                  <a:lnTo>
                    <a:pt x="1101" y="540"/>
                  </a:lnTo>
                  <a:lnTo>
                    <a:pt x="1098" y="542"/>
                  </a:lnTo>
                  <a:lnTo>
                    <a:pt x="1096" y="542"/>
                  </a:lnTo>
                  <a:lnTo>
                    <a:pt x="1092" y="543"/>
                  </a:lnTo>
                  <a:lnTo>
                    <a:pt x="1089" y="545"/>
                  </a:lnTo>
                  <a:lnTo>
                    <a:pt x="1085" y="546"/>
                  </a:lnTo>
                  <a:lnTo>
                    <a:pt x="1080" y="547"/>
                  </a:lnTo>
                  <a:lnTo>
                    <a:pt x="1076" y="545"/>
                  </a:lnTo>
                  <a:lnTo>
                    <a:pt x="1074" y="543"/>
                  </a:lnTo>
                  <a:lnTo>
                    <a:pt x="1072" y="540"/>
                  </a:lnTo>
                  <a:lnTo>
                    <a:pt x="1069" y="538"/>
                  </a:lnTo>
                  <a:lnTo>
                    <a:pt x="1065" y="538"/>
                  </a:lnTo>
                  <a:lnTo>
                    <a:pt x="1061" y="538"/>
                  </a:lnTo>
                  <a:lnTo>
                    <a:pt x="1058" y="537"/>
                  </a:lnTo>
                  <a:lnTo>
                    <a:pt x="1056" y="535"/>
                  </a:lnTo>
                  <a:lnTo>
                    <a:pt x="1056" y="533"/>
                  </a:lnTo>
                  <a:lnTo>
                    <a:pt x="1054" y="531"/>
                  </a:lnTo>
                  <a:lnTo>
                    <a:pt x="1051" y="530"/>
                  </a:lnTo>
                  <a:lnTo>
                    <a:pt x="1047" y="528"/>
                  </a:lnTo>
                  <a:lnTo>
                    <a:pt x="1045" y="527"/>
                  </a:lnTo>
                  <a:lnTo>
                    <a:pt x="1045" y="525"/>
                  </a:lnTo>
                  <a:lnTo>
                    <a:pt x="1044" y="523"/>
                  </a:lnTo>
                  <a:lnTo>
                    <a:pt x="1044" y="521"/>
                  </a:lnTo>
                  <a:lnTo>
                    <a:pt x="1044" y="518"/>
                  </a:lnTo>
                  <a:lnTo>
                    <a:pt x="1047" y="517"/>
                  </a:lnTo>
                  <a:lnTo>
                    <a:pt x="1052" y="515"/>
                  </a:lnTo>
                  <a:lnTo>
                    <a:pt x="1058" y="515"/>
                  </a:lnTo>
                  <a:lnTo>
                    <a:pt x="1061" y="514"/>
                  </a:lnTo>
                  <a:lnTo>
                    <a:pt x="1062" y="512"/>
                  </a:lnTo>
                  <a:lnTo>
                    <a:pt x="1061" y="509"/>
                  </a:lnTo>
                  <a:lnTo>
                    <a:pt x="1061" y="506"/>
                  </a:lnTo>
                  <a:lnTo>
                    <a:pt x="1064" y="505"/>
                  </a:lnTo>
                  <a:lnTo>
                    <a:pt x="1067" y="504"/>
                  </a:lnTo>
                  <a:lnTo>
                    <a:pt x="1071" y="503"/>
                  </a:lnTo>
                  <a:lnTo>
                    <a:pt x="1075" y="502"/>
                  </a:lnTo>
                  <a:lnTo>
                    <a:pt x="1078" y="501"/>
                  </a:lnTo>
                  <a:lnTo>
                    <a:pt x="1082" y="501"/>
                  </a:lnTo>
                  <a:lnTo>
                    <a:pt x="1086" y="501"/>
                  </a:lnTo>
                  <a:lnTo>
                    <a:pt x="1089" y="502"/>
                  </a:lnTo>
                  <a:lnTo>
                    <a:pt x="1092" y="502"/>
                  </a:lnTo>
                  <a:lnTo>
                    <a:pt x="1095" y="502"/>
                  </a:lnTo>
                  <a:lnTo>
                    <a:pt x="1098" y="502"/>
                  </a:lnTo>
                  <a:lnTo>
                    <a:pt x="1101" y="503"/>
                  </a:lnTo>
                  <a:lnTo>
                    <a:pt x="1102" y="505"/>
                  </a:lnTo>
                  <a:lnTo>
                    <a:pt x="1104" y="507"/>
                  </a:lnTo>
                  <a:lnTo>
                    <a:pt x="1107" y="507"/>
                  </a:lnTo>
                  <a:lnTo>
                    <a:pt x="1112" y="506"/>
                  </a:lnTo>
                  <a:lnTo>
                    <a:pt x="1117" y="505"/>
                  </a:lnTo>
                  <a:lnTo>
                    <a:pt x="1120" y="506"/>
                  </a:lnTo>
                  <a:lnTo>
                    <a:pt x="1121" y="508"/>
                  </a:lnTo>
                  <a:lnTo>
                    <a:pt x="1120" y="511"/>
                  </a:lnTo>
                  <a:lnTo>
                    <a:pt x="1119" y="514"/>
                  </a:lnTo>
                  <a:lnTo>
                    <a:pt x="1119" y="515"/>
                  </a:lnTo>
                  <a:lnTo>
                    <a:pt x="1119" y="517"/>
                  </a:lnTo>
                  <a:lnTo>
                    <a:pt x="1119" y="519"/>
                  </a:lnTo>
                  <a:lnTo>
                    <a:pt x="1118" y="521"/>
                  </a:lnTo>
                  <a:close/>
                </a:path>
              </a:pathLst>
            </a:custGeom>
            <a:solidFill>
              <a:srgbClr val="ECB78D">
                <a:alpha val="9600"/>
              </a:srgbClr>
            </a:solidFill>
            <a:ln>
              <a:noFill/>
            </a:ln>
          </p:spPr>
          <p:txBody>
            <a:bodyPr anchor="ctr"/>
            <a:lstStyle/>
            <a:p>
              <a:pPr algn="ctr">
                <a:buNone/>
              </a:pPr>
            </a:p>
          </p:txBody>
        </p:sp>
        <p:sp>
          <p:nvSpPr>
            <p:cNvPr id="711" name="addition:spatial:93"/>
            <p:cNvSpPr>
              <a:spLocks noGrp="1"/>
            </p:cNvSpPr>
            <p:nvPr/>
          </p:nvSpPr>
          <p:spPr>
            <a:xfrm>
              <a:off x="5648325" y="1666875"/>
              <a:ext cx="1445209" cy="923635"/>
            </a:xfrm>
            <a:custGeom>
              <a:avLst/>
              <a:gdLst/>
              <a:ahLst/>
              <a:cxnLst/>
              <a:rect l="l" t="t" r="r" b="b"/>
              <a:pathLst>
                <a:path w="1090" h="546">
                  <a:moveTo>
                    <a:pt x="0" y="0"/>
                  </a:moveTo>
                  <a:moveTo>
                    <a:pt x="1088" y="525"/>
                  </a:moveTo>
                  <a:lnTo>
                    <a:pt x="1090" y="527"/>
                  </a:lnTo>
                  <a:lnTo>
                    <a:pt x="1090" y="529"/>
                  </a:lnTo>
                  <a:lnTo>
                    <a:pt x="1089" y="531"/>
                  </a:lnTo>
                  <a:lnTo>
                    <a:pt x="1087" y="532"/>
                  </a:lnTo>
                  <a:lnTo>
                    <a:pt x="1085" y="534"/>
                  </a:lnTo>
                  <a:lnTo>
                    <a:pt x="1083" y="535"/>
                  </a:lnTo>
                  <a:lnTo>
                    <a:pt x="1079" y="536"/>
                  </a:lnTo>
                  <a:lnTo>
                    <a:pt x="1075" y="536"/>
                  </a:lnTo>
                  <a:lnTo>
                    <a:pt x="1072" y="537"/>
                  </a:lnTo>
                  <a:lnTo>
                    <a:pt x="1071" y="539"/>
                  </a:lnTo>
                  <a:lnTo>
                    <a:pt x="1071" y="542"/>
                  </a:lnTo>
                  <a:lnTo>
                    <a:pt x="1069" y="545"/>
                  </a:lnTo>
                  <a:lnTo>
                    <a:pt x="1066" y="546"/>
                  </a:lnTo>
                  <a:lnTo>
                    <a:pt x="1062" y="546"/>
                  </a:lnTo>
                  <a:lnTo>
                    <a:pt x="1058" y="545"/>
                  </a:lnTo>
                  <a:lnTo>
                    <a:pt x="1055" y="545"/>
                  </a:lnTo>
                  <a:lnTo>
                    <a:pt x="1052" y="546"/>
                  </a:lnTo>
                  <a:lnTo>
                    <a:pt x="1048" y="546"/>
                  </a:lnTo>
                  <a:lnTo>
                    <a:pt x="1045" y="546"/>
                  </a:lnTo>
                  <a:lnTo>
                    <a:pt x="1042" y="545"/>
                  </a:lnTo>
                  <a:lnTo>
                    <a:pt x="1039" y="543"/>
                  </a:lnTo>
                  <a:lnTo>
                    <a:pt x="1037" y="543"/>
                  </a:lnTo>
                  <a:lnTo>
                    <a:pt x="1034" y="542"/>
                  </a:lnTo>
                  <a:lnTo>
                    <a:pt x="1032" y="541"/>
                  </a:lnTo>
                  <a:lnTo>
                    <a:pt x="1031" y="539"/>
                  </a:lnTo>
                  <a:lnTo>
                    <a:pt x="1029" y="538"/>
                  </a:lnTo>
                  <a:lnTo>
                    <a:pt x="1027" y="537"/>
                  </a:lnTo>
                  <a:lnTo>
                    <a:pt x="1022" y="537"/>
                  </a:lnTo>
                  <a:lnTo>
                    <a:pt x="1018" y="537"/>
                  </a:lnTo>
                  <a:lnTo>
                    <a:pt x="1016" y="535"/>
                  </a:lnTo>
                  <a:lnTo>
                    <a:pt x="1017" y="533"/>
                  </a:lnTo>
                  <a:lnTo>
                    <a:pt x="1020" y="530"/>
                  </a:lnTo>
                  <a:lnTo>
                    <a:pt x="1023" y="528"/>
                  </a:lnTo>
                  <a:lnTo>
                    <a:pt x="1023" y="526"/>
                  </a:lnTo>
                  <a:lnTo>
                    <a:pt x="1023" y="525"/>
                  </a:lnTo>
                  <a:lnTo>
                    <a:pt x="1023" y="523"/>
                  </a:lnTo>
                  <a:lnTo>
                    <a:pt x="1024" y="521"/>
                  </a:lnTo>
                  <a:lnTo>
                    <a:pt x="1024" y="519"/>
                  </a:lnTo>
                  <a:lnTo>
                    <a:pt x="1024" y="518"/>
                  </a:lnTo>
                  <a:lnTo>
                    <a:pt x="1024" y="515"/>
                  </a:lnTo>
                  <a:lnTo>
                    <a:pt x="1024" y="513"/>
                  </a:lnTo>
                  <a:lnTo>
                    <a:pt x="1026" y="512"/>
                  </a:lnTo>
                  <a:lnTo>
                    <a:pt x="1029" y="511"/>
                  </a:lnTo>
                  <a:lnTo>
                    <a:pt x="1031" y="510"/>
                  </a:lnTo>
                  <a:lnTo>
                    <a:pt x="1032" y="508"/>
                  </a:lnTo>
                  <a:lnTo>
                    <a:pt x="1033" y="506"/>
                  </a:lnTo>
                  <a:lnTo>
                    <a:pt x="1035" y="504"/>
                  </a:lnTo>
                  <a:lnTo>
                    <a:pt x="1038" y="504"/>
                  </a:lnTo>
                  <a:lnTo>
                    <a:pt x="1042" y="506"/>
                  </a:lnTo>
                  <a:lnTo>
                    <a:pt x="1045" y="507"/>
                  </a:lnTo>
                  <a:lnTo>
                    <a:pt x="1047" y="508"/>
                  </a:lnTo>
                  <a:lnTo>
                    <a:pt x="1049" y="507"/>
                  </a:lnTo>
                  <a:lnTo>
                    <a:pt x="1051" y="505"/>
                  </a:lnTo>
                  <a:lnTo>
                    <a:pt x="1054" y="504"/>
                  </a:lnTo>
                  <a:lnTo>
                    <a:pt x="1057" y="504"/>
                  </a:lnTo>
                  <a:lnTo>
                    <a:pt x="1060" y="503"/>
                  </a:lnTo>
                  <a:lnTo>
                    <a:pt x="1063" y="503"/>
                  </a:lnTo>
                  <a:lnTo>
                    <a:pt x="1067" y="504"/>
                  </a:lnTo>
                  <a:lnTo>
                    <a:pt x="1069" y="506"/>
                  </a:lnTo>
                  <a:lnTo>
                    <a:pt x="1070" y="508"/>
                  </a:lnTo>
                  <a:lnTo>
                    <a:pt x="1070" y="511"/>
                  </a:lnTo>
                  <a:lnTo>
                    <a:pt x="1072" y="513"/>
                  </a:lnTo>
                  <a:lnTo>
                    <a:pt x="1075" y="513"/>
                  </a:lnTo>
                  <a:lnTo>
                    <a:pt x="1079" y="514"/>
                  </a:lnTo>
                  <a:lnTo>
                    <a:pt x="1081" y="515"/>
                  </a:lnTo>
                  <a:lnTo>
                    <a:pt x="1082" y="517"/>
                  </a:lnTo>
                  <a:lnTo>
                    <a:pt x="1081" y="520"/>
                  </a:lnTo>
                  <a:lnTo>
                    <a:pt x="1082" y="521"/>
                  </a:lnTo>
                  <a:lnTo>
                    <a:pt x="1084" y="523"/>
                  </a:lnTo>
                  <a:close/>
                </a:path>
              </a:pathLst>
            </a:custGeom>
            <a:solidFill>
              <a:srgbClr val="ECB78D">
                <a:alpha val="9600"/>
              </a:srgbClr>
            </a:solidFill>
            <a:ln>
              <a:noFill/>
            </a:ln>
          </p:spPr>
          <p:txBody>
            <a:bodyPr anchor="ctr"/>
            <a:lstStyle/>
            <a:p>
              <a:pPr algn="ctr">
                <a:buNone/>
              </a:pPr>
            </a:p>
          </p:txBody>
        </p:sp>
        <p:sp>
          <p:nvSpPr>
            <p:cNvPr id="712" name="addition:spatial:94"/>
            <p:cNvSpPr>
              <a:spLocks noGrp="1"/>
            </p:cNvSpPr>
            <p:nvPr/>
          </p:nvSpPr>
          <p:spPr>
            <a:xfrm>
              <a:off x="5648325" y="1666875"/>
              <a:ext cx="1393500" cy="910102"/>
            </a:xfrm>
            <a:custGeom>
              <a:avLst/>
              <a:gdLst/>
              <a:ahLst/>
              <a:cxnLst/>
              <a:rect l="l" t="t" r="r" b="b"/>
              <a:pathLst>
                <a:path w="1051" h="538">
                  <a:moveTo>
                    <a:pt x="0" y="0"/>
                  </a:moveTo>
                  <a:moveTo>
                    <a:pt x="1046" y="517"/>
                  </a:moveTo>
                  <a:lnTo>
                    <a:pt x="1049" y="519"/>
                  </a:lnTo>
                  <a:lnTo>
                    <a:pt x="1051" y="521"/>
                  </a:lnTo>
                  <a:lnTo>
                    <a:pt x="1050" y="522"/>
                  </a:lnTo>
                  <a:lnTo>
                    <a:pt x="1048" y="523"/>
                  </a:lnTo>
                  <a:lnTo>
                    <a:pt x="1046" y="525"/>
                  </a:lnTo>
                  <a:lnTo>
                    <a:pt x="1046" y="526"/>
                  </a:lnTo>
                  <a:lnTo>
                    <a:pt x="1046" y="528"/>
                  </a:lnTo>
                  <a:lnTo>
                    <a:pt x="1045" y="529"/>
                  </a:lnTo>
                  <a:lnTo>
                    <a:pt x="1043" y="530"/>
                  </a:lnTo>
                  <a:lnTo>
                    <a:pt x="1041" y="531"/>
                  </a:lnTo>
                  <a:lnTo>
                    <a:pt x="1038" y="531"/>
                  </a:lnTo>
                  <a:lnTo>
                    <a:pt x="1037" y="532"/>
                  </a:lnTo>
                  <a:lnTo>
                    <a:pt x="1035" y="532"/>
                  </a:lnTo>
                  <a:lnTo>
                    <a:pt x="1032" y="532"/>
                  </a:lnTo>
                  <a:lnTo>
                    <a:pt x="1030" y="532"/>
                  </a:lnTo>
                  <a:lnTo>
                    <a:pt x="1028" y="533"/>
                  </a:lnTo>
                  <a:lnTo>
                    <a:pt x="1026" y="535"/>
                  </a:lnTo>
                  <a:lnTo>
                    <a:pt x="1023" y="537"/>
                  </a:lnTo>
                  <a:lnTo>
                    <a:pt x="1020" y="538"/>
                  </a:lnTo>
                  <a:lnTo>
                    <a:pt x="1017" y="537"/>
                  </a:lnTo>
                  <a:lnTo>
                    <a:pt x="1015" y="535"/>
                  </a:lnTo>
                  <a:lnTo>
                    <a:pt x="1013" y="533"/>
                  </a:lnTo>
                  <a:lnTo>
                    <a:pt x="1011" y="531"/>
                  </a:lnTo>
                  <a:lnTo>
                    <a:pt x="1009" y="531"/>
                  </a:lnTo>
                  <a:lnTo>
                    <a:pt x="1006" y="530"/>
                  </a:lnTo>
                  <a:lnTo>
                    <a:pt x="1004" y="529"/>
                  </a:lnTo>
                  <a:lnTo>
                    <a:pt x="1003" y="528"/>
                  </a:lnTo>
                  <a:lnTo>
                    <a:pt x="1001" y="527"/>
                  </a:lnTo>
                  <a:lnTo>
                    <a:pt x="999" y="526"/>
                  </a:lnTo>
                  <a:lnTo>
                    <a:pt x="996" y="525"/>
                  </a:lnTo>
                  <a:lnTo>
                    <a:pt x="995" y="524"/>
                  </a:lnTo>
                  <a:lnTo>
                    <a:pt x="995" y="522"/>
                  </a:lnTo>
                  <a:lnTo>
                    <a:pt x="995" y="520"/>
                  </a:lnTo>
                  <a:lnTo>
                    <a:pt x="994" y="519"/>
                  </a:lnTo>
                  <a:lnTo>
                    <a:pt x="993" y="517"/>
                  </a:lnTo>
                  <a:lnTo>
                    <a:pt x="992" y="515"/>
                  </a:lnTo>
                  <a:lnTo>
                    <a:pt x="993" y="514"/>
                  </a:lnTo>
                  <a:lnTo>
                    <a:pt x="997" y="512"/>
                  </a:lnTo>
                  <a:lnTo>
                    <a:pt x="1001" y="512"/>
                  </a:lnTo>
                  <a:lnTo>
                    <a:pt x="1004" y="511"/>
                  </a:lnTo>
                  <a:lnTo>
                    <a:pt x="1004" y="509"/>
                  </a:lnTo>
                  <a:lnTo>
                    <a:pt x="1004" y="507"/>
                  </a:lnTo>
                  <a:lnTo>
                    <a:pt x="1004" y="505"/>
                  </a:lnTo>
                  <a:lnTo>
                    <a:pt x="1005" y="504"/>
                  </a:lnTo>
                  <a:lnTo>
                    <a:pt x="1007" y="502"/>
                  </a:lnTo>
                  <a:lnTo>
                    <a:pt x="1009" y="501"/>
                  </a:lnTo>
                  <a:lnTo>
                    <a:pt x="1011" y="500"/>
                  </a:lnTo>
                  <a:lnTo>
                    <a:pt x="1013" y="499"/>
                  </a:lnTo>
                  <a:lnTo>
                    <a:pt x="1016" y="499"/>
                  </a:lnTo>
                  <a:lnTo>
                    <a:pt x="1019" y="500"/>
                  </a:lnTo>
                  <a:lnTo>
                    <a:pt x="1022" y="501"/>
                  </a:lnTo>
                  <a:lnTo>
                    <a:pt x="1023" y="501"/>
                  </a:lnTo>
                  <a:lnTo>
                    <a:pt x="1025" y="500"/>
                  </a:lnTo>
                  <a:lnTo>
                    <a:pt x="1028" y="499"/>
                  </a:lnTo>
                  <a:lnTo>
                    <a:pt x="1030" y="500"/>
                  </a:lnTo>
                  <a:lnTo>
                    <a:pt x="1031" y="501"/>
                  </a:lnTo>
                  <a:lnTo>
                    <a:pt x="1032" y="503"/>
                  </a:lnTo>
                  <a:lnTo>
                    <a:pt x="1034" y="503"/>
                  </a:lnTo>
                  <a:lnTo>
                    <a:pt x="1037" y="502"/>
                  </a:lnTo>
                  <a:lnTo>
                    <a:pt x="1040" y="502"/>
                  </a:lnTo>
                  <a:lnTo>
                    <a:pt x="1042" y="503"/>
                  </a:lnTo>
                  <a:lnTo>
                    <a:pt x="1043" y="504"/>
                  </a:lnTo>
                  <a:lnTo>
                    <a:pt x="1044" y="506"/>
                  </a:lnTo>
                  <a:lnTo>
                    <a:pt x="1045" y="507"/>
                  </a:lnTo>
                  <a:lnTo>
                    <a:pt x="1045" y="509"/>
                  </a:lnTo>
                  <a:lnTo>
                    <a:pt x="1045" y="511"/>
                  </a:lnTo>
                  <a:lnTo>
                    <a:pt x="1043" y="513"/>
                  </a:lnTo>
                  <a:lnTo>
                    <a:pt x="1042" y="514"/>
                  </a:lnTo>
                  <a:lnTo>
                    <a:pt x="1043" y="516"/>
                  </a:lnTo>
                  <a:close/>
                </a:path>
              </a:pathLst>
            </a:custGeom>
            <a:solidFill>
              <a:srgbClr val="ECB78D">
                <a:alpha val="9600"/>
              </a:srgbClr>
            </a:solidFill>
            <a:ln>
              <a:noFill/>
            </a:ln>
          </p:spPr>
          <p:txBody>
            <a:bodyPr anchor="ctr"/>
            <a:lstStyle/>
            <a:p>
              <a:pPr algn="ctr">
                <a:buNone/>
              </a:pPr>
            </a:p>
          </p:txBody>
        </p:sp>
        <p:sp>
          <p:nvSpPr>
            <p:cNvPr id="713" name="addition:spatial:95"/>
            <p:cNvSpPr>
              <a:spLocks noGrp="1"/>
            </p:cNvSpPr>
            <p:nvPr/>
          </p:nvSpPr>
          <p:spPr>
            <a:xfrm>
              <a:off x="5648325" y="1666875"/>
              <a:ext cx="1470401" cy="911794"/>
            </a:xfrm>
            <a:custGeom>
              <a:avLst/>
              <a:gdLst/>
              <a:ahLst/>
              <a:cxnLst/>
              <a:rect l="l" t="t" r="r" b="b"/>
              <a:pathLst>
                <a:path w="1109" h="539">
                  <a:moveTo>
                    <a:pt x="0" y="0"/>
                  </a:moveTo>
                  <a:moveTo>
                    <a:pt x="1102" y="514"/>
                  </a:moveTo>
                  <a:lnTo>
                    <a:pt x="1100" y="516"/>
                  </a:lnTo>
                  <a:lnTo>
                    <a:pt x="1100" y="518"/>
                  </a:lnTo>
                  <a:lnTo>
                    <a:pt x="1103" y="520"/>
                  </a:lnTo>
                  <a:lnTo>
                    <a:pt x="1106" y="522"/>
                  </a:lnTo>
                  <a:lnTo>
                    <a:pt x="1107" y="525"/>
                  </a:lnTo>
                  <a:lnTo>
                    <a:pt x="1105" y="527"/>
                  </a:lnTo>
                  <a:lnTo>
                    <a:pt x="1101" y="528"/>
                  </a:lnTo>
                  <a:lnTo>
                    <a:pt x="1097" y="529"/>
                  </a:lnTo>
                  <a:lnTo>
                    <a:pt x="1095" y="530"/>
                  </a:lnTo>
                  <a:lnTo>
                    <a:pt x="1095" y="532"/>
                  </a:lnTo>
                  <a:lnTo>
                    <a:pt x="1093" y="534"/>
                  </a:lnTo>
                  <a:lnTo>
                    <a:pt x="1090" y="535"/>
                  </a:lnTo>
                  <a:lnTo>
                    <a:pt x="1086" y="534"/>
                  </a:lnTo>
                  <a:lnTo>
                    <a:pt x="1082" y="534"/>
                  </a:lnTo>
                  <a:lnTo>
                    <a:pt x="1080" y="534"/>
                  </a:lnTo>
                  <a:lnTo>
                    <a:pt x="1077" y="535"/>
                  </a:lnTo>
                  <a:lnTo>
                    <a:pt x="1074" y="535"/>
                  </a:lnTo>
                  <a:lnTo>
                    <a:pt x="1071" y="535"/>
                  </a:lnTo>
                  <a:lnTo>
                    <a:pt x="1068" y="536"/>
                  </a:lnTo>
                  <a:lnTo>
                    <a:pt x="1064" y="537"/>
                  </a:lnTo>
                  <a:lnTo>
                    <a:pt x="1059" y="538"/>
                  </a:lnTo>
                  <a:lnTo>
                    <a:pt x="1054" y="539"/>
                  </a:lnTo>
                  <a:lnTo>
                    <a:pt x="1050" y="537"/>
                  </a:lnTo>
                  <a:lnTo>
                    <a:pt x="1049" y="534"/>
                  </a:lnTo>
                  <a:lnTo>
                    <a:pt x="1048" y="531"/>
                  </a:lnTo>
                  <a:lnTo>
                    <a:pt x="1047" y="528"/>
                  </a:lnTo>
                  <a:lnTo>
                    <a:pt x="1044" y="527"/>
                  </a:lnTo>
                  <a:lnTo>
                    <a:pt x="1040" y="527"/>
                  </a:lnTo>
                  <a:lnTo>
                    <a:pt x="1036" y="525"/>
                  </a:lnTo>
                  <a:lnTo>
                    <a:pt x="1034" y="524"/>
                  </a:lnTo>
                  <a:lnTo>
                    <a:pt x="1033" y="522"/>
                  </a:lnTo>
                  <a:lnTo>
                    <a:pt x="1031" y="520"/>
                  </a:lnTo>
                  <a:lnTo>
                    <a:pt x="1028" y="518"/>
                  </a:lnTo>
                  <a:lnTo>
                    <a:pt x="1026" y="516"/>
                  </a:lnTo>
                  <a:lnTo>
                    <a:pt x="1025" y="514"/>
                  </a:lnTo>
                  <a:lnTo>
                    <a:pt x="1026" y="512"/>
                  </a:lnTo>
                  <a:lnTo>
                    <a:pt x="1027" y="510"/>
                  </a:lnTo>
                  <a:lnTo>
                    <a:pt x="1027" y="508"/>
                  </a:lnTo>
                  <a:lnTo>
                    <a:pt x="1026" y="505"/>
                  </a:lnTo>
                  <a:lnTo>
                    <a:pt x="1029" y="503"/>
                  </a:lnTo>
                  <a:lnTo>
                    <a:pt x="1033" y="502"/>
                  </a:lnTo>
                  <a:lnTo>
                    <a:pt x="1040" y="502"/>
                  </a:lnTo>
                  <a:lnTo>
                    <a:pt x="1044" y="502"/>
                  </a:lnTo>
                  <a:lnTo>
                    <a:pt x="1046" y="500"/>
                  </a:lnTo>
                  <a:lnTo>
                    <a:pt x="1046" y="498"/>
                  </a:lnTo>
                  <a:lnTo>
                    <a:pt x="1047" y="494"/>
                  </a:lnTo>
                  <a:lnTo>
                    <a:pt x="1050" y="492"/>
                  </a:lnTo>
                  <a:lnTo>
                    <a:pt x="1054" y="491"/>
                  </a:lnTo>
                  <a:lnTo>
                    <a:pt x="1058" y="491"/>
                  </a:lnTo>
                  <a:lnTo>
                    <a:pt x="1062" y="490"/>
                  </a:lnTo>
                  <a:lnTo>
                    <a:pt x="1066" y="490"/>
                  </a:lnTo>
                  <a:lnTo>
                    <a:pt x="1071" y="490"/>
                  </a:lnTo>
                  <a:lnTo>
                    <a:pt x="1074" y="492"/>
                  </a:lnTo>
                  <a:lnTo>
                    <a:pt x="1078" y="494"/>
                  </a:lnTo>
                  <a:lnTo>
                    <a:pt x="1081" y="494"/>
                  </a:lnTo>
                  <a:lnTo>
                    <a:pt x="1084" y="493"/>
                  </a:lnTo>
                  <a:lnTo>
                    <a:pt x="1088" y="493"/>
                  </a:lnTo>
                  <a:lnTo>
                    <a:pt x="1091" y="494"/>
                  </a:lnTo>
                  <a:lnTo>
                    <a:pt x="1093" y="496"/>
                  </a:lnTo>
                  <a:lnTo>
                    <a:pt x="1094" y="498"/>
                  </a:lnTo>
                  <a:lnTo>
                    <a:pt x="1096" y="499"/>
                  </a:lnTo>
                  <a:lnTo>
                    <a:pt x="1100" y="499"/>
                  </a:lnTo>
                  <a:lnTo>
                    <a:pt x="1105" y="499"/>
                  </a:lnTo>
                  <a:lnTo>
                    <a:pt x="1109" y="501"/>
                  </a:lnTo>
                  <a:lnTo>
                    <a:pt x="1109" y="503"/>
                  </a:lnTo>
                  <a:lnTo>
                    <a:pt x="1108" y="506"/>
                  </a:lnTo>
                  <a:lnTo>
                    <a:pt x="1106" y="508"/>
                  </a:lnTo>
                  <a:lnTo>
                    <a:pt x="1105" y="510"/>
                  </a:lnTo>
                  <a:lnTo>
                    <a:pt x="1104" y="512"/>
                  </a:lnTo>
                  <a:close/>
                </a:path>
              </a:pathLst>
            </a:custGeom>
            <a:solidFill>
              <a:srgbClr val="ECB78D">
                <a:alpha val="9600"/>
              </a:srgbClr>
            </a:solidFill>
            <a:ln>
              <a:noFill/>
            </a:ln>
          </p:spPr>
          <p:txBody>
            <a:bodyPr anchor="ctr"/>
            <a:lstStyle/>
            <a:p>
              <a:pPr algn="ctr">
                <a:buNone/>
              </a:pPr>
            </a:p>
          </p:txBody>
        </p:sp>
        <p:sp>
          <p:nvSpPr>
            <p:cNvPr id="714" name="addition:spatial:96"/>
            <p:cNvSpPr>
              <a:spLocks noGrp="1"/>
            </p:cNvSpPr>
            <p:nvPr/>
          </p:nvSpPr>
          <p:spPr>
            <a:xfrm>
              <a:off x="5648325" y="1666875"/>
              <a:ext cx="1494267" cy="928710"/>
            </a:xfrm>
            <a:custGeom>
              <a:avLst/>
              <a:gdLst/>
              <a:ahLst/>
              <a:cxnLst/>
              <a:rect l="l" t="t" r="r" b="b"/>
              <a:pathLst>
                <a:path w="1127" h="549">
                  <a:moveTo>
                    <a:pt x="0" y="0"/>
                  </a:moveTo>
                  <a:moveTo>
                    <a:pt x="1127" y="510"/>
                  </a:moveTo>
                  <a:lnTo>
                    <a:pt x="1126" y="513"/>
                  </a:lnTo>
                  <a:lnTo>
                    <a:pt x="1124" y="516"/>
                  </a:lnTo>
                  <a:lnTo>
                    <a:pt x="1124" y="519"/>
                  </a:lnTo>
                  <a:lnTo>
                    <a:pt x="1124" y="522"/>
                  </a:lnTo>
                  <a:lnTo>
                    <a:pt x="1122" y="525"/>
                  </a:lnTo>
                  <a:lnTo>
                    <a:pt x="1118" y="527"/>
                  </a:lnTo>
                  <a:lnTo>
                    <a:pt x="1114" y="529"/>
                  </a:lnTo>
                  <a:lnTo>
                    <a:pt x="1111" y="531"/>
                  </a:lnTo>
                  <a:lnTo>
                    <a:pt x="1108" y="533"/>
                  </a:lnTo>
                  <a:lnTo>
                    <a:pt x="1105" y="535"/>
                  </a:lnTo>
                  <a:lnTo>
                    <a:pt x="1100" y="536"/>
                  </a:lnTo>
                  <a:lnTo>
                    <a:pt x="1094" y="536"/>
                  </a:lnTo>
                  <a:lnTo>
                    <a:pt x="1089" y="536"/>
                  </a:lnTo>
                  <a:lnTo>
                    <a:pt x="1085" y="539"/>
                  </a:lnTo>
                  <a:lnTo>
                    <a:pt x="1082" y="543"/>
                  </a:lnTo>
                  <a:lnTo>
                    <a:pt x="1077" y="547"/>
                  </a:lnTo>
                  <a:lnTo>
                    <a:pt x="1071" y="549"/>
                  </a:lnTo>
                  <a:lnTo>
                    <a:pt x="1064" y="547"/>
                  </a:lnTo>
                  <a:lnTo>
                    <a:pt x="1059" y="544"/>
                  </a:lnTo>
                  <a:lnTo>
                    <a:pt x="1054" y="541"/>
                  </a:lnTo>
                  <a:lnTo>
                    <a:pt x="1049" y="540"/>
                  </a:lnTo>
                  <a:lnTo>
                    <a:pt x="1045" y="538"/>
                  </a:lnTo>
                  <a:lnTo>
                    <a:pt x="1041" y="536"/>
                  </a:lnTo>
                  <a:lnTo>
                    <a:pt x="1038" y="534"/>
                  </a:lnTo>
                  <a:lnTo>
                    <a:pt x="1034" y="533"/>
                  </a:lnTo>
                  <a:lnTo>
                    <a:pt x="1028" y="533"/>
                  </a:lnTo>
                  <a:lnTo>
                    <a:pt x="1022" y="533"/>
                  </a:lnTo>
                  <a:lnTo>
                    <a:pt x="1018" y="531"/>
                  </a:lnTo>
                  <a:lnTo>
                    <a:pt x="1017" y="528"/>
                  </a:lnTo>
                  <a:lnTo>
                    <a:pt x="1017" y="524"/>
                  </a:lnTo>
                  <a:lnTo>
                    <a:pt x="1017" y="521"/>
                  </a:lnTo>
                  <a:lnTo>
                    <a:pt x="1013" y="519"/>
                  </a:lnTo>
                  <a:lnTo>
                    <a:pt x="1009" y="516"/>
                  </a:lnTo>
                  <a:lnTo>
                    <a:pt x="1008" y="513"/>
                  </a:lnTo>
                  <a:lnTo>
                    <a:pt x="1011" y="510"/>
                  </a:lnTo>
                  <a:lnTo>
                    <a:pt x="1018" y="507"/>
                  </a:lnTo>
                  <a:lnTo>
                    <a:pt x="1024" y="505"/>
                  </a:lnTo>
                  <a:lnTo>
                    <a:pt x="1026" y="502"/>
                  </a:lnTo>
                  <a:lnTo>
                    <a:pt x="1027" y="500"/>
                  </a:lnTo>
                  <a:lnTo>
                    <a:pt x="1027" y="497"/>
                  </a:lnTo>
                  <a:lnTo>
                    <a:pt x="1028" y="494"/>
                  </a:lnTo>
                  <a:lnTo>
                    <a:pt x="1029" y="491"/>
                  </a:lnTo>
                  <a:lnTo>
                    <a:pt x="1030" y="487"/>
                  </a:lnTo>
                  <a:lnTo>
                    <a:pt x="1030" y="483"/>
                  </a:lnTo>
                  <a:lnTo>
                    <a:pt x="1033" y="480"/>
                  </a:lnTo>
                  <a:lnTo>
                    <a:pt x="1039" y="479"/>
                  </a:lnTo>
                  <a:lnTo>
                    <a:pt x="1046" y="481"/>
                  </a:lnTo>
                  <a:lnTo>
                    <a:pt x="1051" y="482"/>
                  </a:lnTo>
                  <a:lnTo>
                    <a:pt x="1055" y="482"/>
                  </a:lnTo>
                  <a:lnTo>
                    <a:pt x="1058" y="480"/>
                  </a:lnTo>
                  <a:lnTo>
                    <a:pt x="1061" y="477"/>
                  </a:lnTo>
                  <a:lnTo>
                    <a:pt x="1065" y="477"/>
                  </a:lnTo>
                  <a:lnTo>
                    <a:pt x="1069" y="478"/>
                  </a:lnTo>
                  <a:lnTo>
                    <a:pt x="1073" y="480"/>
                  </a:lnTo>
                  <a:lnTo>
                    <a:pt x="1077" y="481"/>
                  </a:lnTo>
                  <a:lnTo>
                    <a:pt x="1081" y="480"/>
                  </a:lnTo>
                  <a:lnTo>
                    <a:pt x="1086" y="479"/>
                  </a:lnTo>
                  <a:lnTo>
                    <a:pt x="1091" y="479"/>
                  </a:lnTo>
                  <a:lnTo>
                    <a:pt x="1095" y="481"/>
                  </a:lnTo>
                  <a:lnTo>
                    <a:pt x="1100" y="482"/>
                  </a:lnTo>
                  <a:lnTo>
                    <a:pt x="1104" y="484"/>
                  </a:lnTo>
                  <a:lnTo>
                    <a:pt x="1108" y="486"/>
                  </a:lnTo>
                  <a:lnTo>
                    <a:pt x="1110" y="490"/>
                  </a:lnTo>
                  <a:lnTo>
                    <a:pt x="1108" y="494"/>
                  </a:lnTo>
                  <a:lnTo>
                    <a:pt x="1105" y="498"/>
                  </a:lnTo>
                  <a:lnTo>
                    <a:pt x="1105" y="501"/>
                  </a:lnTo>
                  <a:lnTo>
                    <a:pt x="1110" y="503"/>
                  </a:lnTo>
                  <a:lnTo>
                    <a:pt x="1118" y="504"/>
                  </a:lnTo>
                  <a:lnTo>
                    <a:pt x="1125" y="507"/>
                  </a:lnTo>
                  <a:close/>
                </a:path>
              </a:pathLst>
            </a:custGeom>
            <a:solidFill>
              <a:srgbClr val="E18B48">
                <a:alpha val="11100"/>
              </a:srgbClr>
            </a:solidFill>
            <a:ln>
              <a:noFill/>
            </a:ln>
          </p:spPr>
          <p:txBody>
            <a:bodyPr anchor="ctr"/>
            <a:lstStyle/>
            <a:p>
              <a:pPr algn="ctr">
                <a:buNone/>
              </a:pPr>
            </a:p>
          </p:txBody>
        </p:sp>
        <p:sp>
          <p:nvSpPr>
            <p:cNvPr id="715" name="addition:spatial:97"/>
            <p:cNvSpPr>
              <a:spLocks noGrp="1"/>
            </p:cNvSpPr>
            <p:nvPr/>
          </p:nvSpPr>
          <p:spPr>
            <a:xfrm>
              <a:off x="5648325" y="1666875"/>
              <a:ext cx="1423995" cy="879653"/>
            </a:xfrm>
            <a:custGeom>
              <a:avLst/>
              <a:gdLst/>
              <a:ahLst/>
              <a:cxnLst/>
              <a:rect l="l" t="t" r="r" b="b"/>
              <a:pathLst>
                <a:path w="1074" h="520">
                  <a:moveTo>
                    <a:pt x="0" y="0"/>
                  </a:moveTo>
                  <a:moveTo>
                    <a:pt x="1073" y="501"/>
                  </a:moveTo>
                  <a:lnTo>
                    <a:pt x="1074" y="503"/>
                  </a:lnTo>
                  <a:lnTo>
                    <a:pt x="1074" y="504"/>
                  </a:lnTo>
                  <a:lnTo>
                    <a:pt x="1073" y="506"/>
                  </a:lnTo>
                  <a:lnTo>
                    <a:pt x="1071" y="507"/>
                  </a:lnTo>
                  <a:lnTo>
                    <a:pt x="1069" y="508"/>
                  </a:lnTo>
                  <a:lnTo>
                    <a:pt x="1068" y="509"/>
                  </a:lnTo>
                  <a:lnTo>
                    <a:pt x="1068" y="511"/>
                  </a:lnTo>
                  <a:lnTo>
                    <a:pt x="1066" y="512"/>
                  </a:lnTo>
                  <a:lnTo>
                    <a:pt x="1063" y="512"/>
                  </a:lnTo>
                  <a:lnTo>
                    <a:pt x="1060" y="512"/>
                  </a:lnTo>
                  <a:lnTo>
                    <a:pt x="1058" y="513"/>
                  </a:lnTo>
                  <a:lnTo>
                    <a:pt x="1057" y="514"/>
                  </a:lnTo>
                  <a:lnTo>
                    <a:pt x="1056" y="517"/>
                  </a:lnTo>
                  <a:lnTo>
                    <a:pt x="1054" y="519"/>
                  </a:lnTo>
                  <a:lnTo>
                    <a:pt x="1051" y="520"/>
                  </a:lnTo>
                  <a:lnTo>
                    <a:pt x="1048" y="519"/>
                  </a:lnTo>
                  <a:lnTo>
                    <a:pt x="1046" y="519"/>
                  </a:lnTo>
                  <a:lnTo>
                    <a:pt x="1043" y="518"/>
                  </a:lnTo>
                  <a:lnTo>
                    <a:pt x="1041" y="517"/>
                  </a:lnTo>
                  <a:lnTo>
                    <a:pt x="1039" y="516"/>
                  </a:lnTo>
                  <a:lnTo>
                    <a:pt x="1037" y="515"/>
                  </a:lnTo>
                  <a:lnTo>
                    <a:pt x="1036" y="514"/>
                  </a:lnTo>
                  <a:lnTo>
                    <a:pt x="1034" y="514"/>
                  </a:lnTo>
                  <a:lnTo>
                    <a:pt x="1031" y="514"/>
                  </a:lnTo>
                  <a:lnTo>
                    <a:pt x="1028" y="515"/>
                  </a:lnTo>
                  <a:lnTo>
                    <a:pt x="1026" y="514"/>
                  </a:lnTo>
                  <a:lnTo>
                    <a:pt x="1026" y="512"/>
                  </a:lnTo>
                  <a:lnTo>
                    <a:pt x="1026" y="511"/>
                  </a:lnTo>
                  <a:lnTo>
                    <a:pt x="1025" y="509"/>
                  </a:lnTo>
                  <a:lnTo>
                    <a:pt x="1023" y="508"/>
                  </a:lnTo>
                  <a:lnTo>
                    <a:pt x="1021" y="507"/>
                  </a:lnTo>
                  <a:lnTo>
                    <a:pt x="1020" y="506"/>
                  </a:lnTo>
                  <a:lnTo>
                    <a:pt x="1021" y="504"/>
                  </a:lnTo>
                  <a:lnTo>
                    <a:pt x="1023" y="502"/>
                  </a:lnTo>
                  <a:lnTo>
                    <a:pt x="1025" y="501"/>
                  </a:lnTo>
                  <a:lnTo>
                    <a:pt x="1025" y="500"/>
                  </a:lnTo>
                  <a:lnTo>
                    <a:pt x="1026" y="498"/>
                  </a:lnTo>
                  <a:lnTo>
                    <a:pt x="1026" y="497"/>
                  </a:lnTo>
                  <a:lnTo>
                    <a:pt x="1027" y="496"/>
                  </a:lnTo>
                  <a:lnTo>
                    <a:pt x="1027" y="494"/>
                  </a:lnTo>
                  <a:lnTo>
                    <a:pt x="1026" y="492"/>
                  </a:lnTo>
                  <a:lnTo>
                    <a:pt x="1025" y="490"/>
                  </a:lnTo>
                  <a:lnTo>
                    <a:pt x="1025" y="488"/>
                  </a:lnTo>
                  <a:lnTo>
                    <a:pt x="1028" y="487"/>
                  </a:lnTo>
                  <a:lnTo>
                    <a:pt x="1031" y="488"/>
                  </a:lnTo>
                  <a:lnTo>
                    <a:pt x="1034" y="488"/>
                  </a:lnTo>
                  <a:lnTo>
                    <a:pt x="1035" y="488"/>
                  </a:lnTo>
                  <a:lnTo>
                    <a:pt x="1037" y="486"/>
                  </a:lnTo>
                  <a:lnTo>
                    <a:pt x="1038" y="485"/>
                  </a:lnTo>
                  <a:lnTo>
                    <a:pt x="1040" y="485"/>
                  </a:lnTo>
                  <a:lnTo>
                    <a:pt x="1042" y="485"/>
                  </a:lnTo>
                  <a:lnTo>
                    <a:pt x="1043" y="486"/>
                  </a:lnTo>
                  <a:lnTo>
                    <a:pt x="1045" y="485"/>
                  </a:lnTo>
                  <a:lnTo>
                    <a:pt x="1047" y="485"/>
                  </a:lnTo>
                  <a:lnTo>
                    <a:pt x="1050" y="484"/>
                  </a:lnTo>
                  <a:lnTo>
                    <a:pt x="1052" y="485"/>
                  </a:lnTo>
                  <a:lnTo>
                    <a:pt x="1054" y="485"/>
                  </a:lnTo>
                  <a:lnTo>
                    <a:pt x="1056" y="485"/>
                  </a:lnTo>
                  <a:lnTo>
                    <a:pt x="1059" y="485"/>
                  </a:lnTo>
                  <a:lnTo>
                    <a:pt x="1062" y="486"/>
                  </a:lnTo>
                  <a:lnTo>
                    <a:pt x="1063" y="488"/>
                  </a:lnTo>
                  <a:lnTo>
                    <a:pt x="1063" y="490"/>
                  </a:lnTo>
                  <a:lnTo>
                    <a:pt x="1062" y="493"/>
                  </a:lnTo>
                  <a:lnTo>
                    <a:pt x="1062" y="494"/>
                  </a:lnTo>
                  <a:lnTo>
                    <a:pt x="1065" y="495"/>
                  </a:lnTo>
                  <a:lnTo>
                    <a:pt x="1068" y="495"/>
                  </a:lnTo>
                  <a:lnTo>
                    <a:pt x="1071" y="496"/>
                  </a:lnTo>
                  <a:lnTo>
                    <a:pt x="1072" y="498"/>
                  </a:lnTo>
                  <a:lnTo>
                    <a:pt x="1073" y="499"/>
                  </a:lnTo>
                  <a:close/>
                </a:path>
              </a:pathLst>
            </a:custGeom>
            <a:solidFill>
              <a:srgbClr val="DE8036">
                <a:alpha val="10800"/>
              </a:srgbClr>
            </a:solidFill>
            <a:ln>
              <a:noFill/>
            </a:ln>
          </p:spPr>
          <p:txBody>
            <a:bodyPr anchor="ctr"/>
            <a:lstStyle/>
            <a:p>
              <a:pPr algn="ctr">
                <a:buNone/>
              </a:pPr>
            </a:p>
          </p:txBody>
        </p:sp>
        <p:sp>
          <p:nvSpPr>
            <p:cNvPr id="716" name="addition:spatial:98"/>
            <p:cNvSpPr>
              <a:spLocks noGrp="1"/>
            </p:cNvSpPr>
            <p:nvPr/>
          </p:nvSpPr>
          <p:spPr>
            <a:xfrm>
              <a:off x="5648325" y="1666875"/>
              <a:ext cx="1463772" cy="864428"/>
            </a:xfrm>
            <a:custGeom>
              <a:avLst/>
              <a:gdLst/>
              <a:ahLst/>
              <a:cxnLst/>
              <a:rect l="l" t="t" r="r" b="b"/>
              <a:pathLst>
                <a:path w="1104" h="511">
                  <a:moveTo>
                    <a:pt x="0" y="0"/>
                  </a:moveTo>
                  <a:moveTo>
                    <a:pt x="1103" y="496"/>
                  </a:moveTo>
                  <a:lnTo>
                    <a:pt x="1102" y="497"/>
                  </a:lnTo>
                  <a:lnTo>
                    <a:pt x="1102" y="498"/>
                  </a:lnTo>
                  <a:lnTo>
                    <a:pt x="1103" y="499"/>
                  </a:lnTo>
                  <a:lnTo>
                    <a:pt x="1102" y="501"/>
                  </a:lnTo>
                  <a:lnTo>
                    <a:pt x="1101" y="502"/>
                  </a:lnTo>
                  <a:lnTo>
                    <a:pt x="1099" y="502"/>
                  </a:lnTo>
                  <a:lnTo>
                    <a:pt x="1097" y="503"/>
                  </a:lnTo>
                  <a:lnTo>
                    <a:pt x="1096" y="504"/>
                  </a:lnTo>
                  <a:lnTo>
                    <a:pt x="1094" y="504"/>
                  </a:lnTo>
                  <a:lnTo>
                    <a:pt x="1093" y="505"/>
                  </a:lnTo>
                  <a:lnTo>
                    <a:pt x="1091" y="506"/>
                  </a:lnTo>
                  <a:lnTo>
                    <a:pt x="1090" y="506"/>
                  </a:lnTo>
                  <a:lnTo>
                    <a:pt x="1089" y="508"/>
                  </a:lnTo>
                  <a:lnTo>
                    <a:pt x="1087" y="510"/>
                  </a:lnTo>
                  <a:lnTo>
                    <a:pt x="1085" y="511"/>
                  </a:lnTo>
                  <a:lnTo>
                    <a:pt x="1083" y="510"/>
                  </a:lnTo>
                  <a:lnTo>
                    <a:pt x="1081" y="509"/>
                  </a:lnTo>
                  <a:lnTo>
                    <a:pt x="1079" y="508"/>
                  </a:lnTo>
                  <a:lnTo>
                    <a:pt x="1077" y="507"/>
                  </a:lnTo>
                  <a:lnTo>
                    <a:pt x="1076" y="507"/>
                  </a:lnTo>
                  <a:lnTo>
                    <a:pt x="1074" y="507"/>
                  </a:lnTo>
                  <a:lnTo>
                    <a:pt x="1072" y="507"/>
                  </a:lnTo>
                  <a:lnTo>
                    <a:pt x="1071" y="507"/>
                  </a:lnTo>
                  <a:lnTo>
                    <a:pt x="1070" y="506"/>
                  </a:lnTo>
                  <a:lnTo>
                    <a:pt x="1068" y="506"/>
                  </a:lnTo>
                  <a:lnTo>
                    <a:pt x="1066" y="505"/>
                  </a:lnTo>
                  <a:lnTo>
                    <a:pt x="1065" y="505"/>
                  </a:lnTo>
                  <a:lnTo>
                    <a:pt x="1064" y="504"/>
                  </a:lnTo>
                  <a:lnTo>
                    <a:pt x="1064" y="502"/>
                  </a:lnTo>
                  <a:lnTo>
                    <a:pt x="1063" y="502"/>
                  </a:lnTo>
                  <a:lnTo>
                    <a:pt x="1062" y="501"/>
                  </a:lnTo>
                  <a:lnTo>
                    <a:pt x="1061" y="500"/>
                  </a:lnTo>
                  <a:lnTo>
                    <a:pt x="1061" y="498"/>
                  </a:lnTo>
                  <a:lnTo>
                    <a:pt x="1063" y="497"/>
                  </a:lnTo>
                  <a:lnTo>
                    <a:pt x="1066" y="496"/>
                  </a:lnTo>
                  <a:lnTo>
                    <a:pt x="1067" y="495"/>
                  </a:lnTo>
                  <a:lnTo>
                    <a:pt x="1066" y="494"/>
                  </a:lnTo>
                  <a:lnTo>
                    <a:pt x="1065" y="493"/>
                  </a:lnTo>
                  <a:lnTo>
                    <a:pt x="1064" y="491"/>
                  </a:lnTo>
                  <a:lnTo>
                    <a:pt x="1063" y="490"/>
                  </a:lnTo>
                  <a:lnTo>
                    <a:pt x="1064" y="489"/>
                  </a:lnTo>
                  <a:lnTo>
                    <a:pt x="1065" y="488"/>
                  </a:lnTo>
                  <a:lnTo>
                    <a:pt x="1066" y="487"/>
                  </a:lnTo>
                  <a:lnTo>
                    <a:pt x="1067" y="486"/>
                  </a:lnTo>
                  <a:lnTo>
                    <a:pt x="1069" y="486"/>
                  </a:lnTo>
                  <a:lnTo>
                    <a:pt x="1071" y="486"/>
                  </a:lnTo>
                  <a:lnTo>
                    <a:pt x="1072" y="486"/>
                  </a:lnTo>
                  <a:lnTo>
                    <a:pt x="1073" y="485"/>
                  </a:lnTo>
                  <a:lnTo>
                    <a:pt x="1074" y="484"/>
                  </a:lnTo>
                  <a:lnTo>
                    <a:pt x="1076" y="483"/>
                  </a:lnTo>
                  <a:lnTo>
                    <a:pt x="1077" y="483"/>
                  </a:lnTo>
                  <a:lnTo>
                    <a:pt x="1079" y="484"/>
                  </a:lnTo>
                  <a:lnTo>
                    <a:pt x="1080" y="485"/>
                  </a:lnTo>
                  <a:lnTo>
                    <a:pt x="1082" y="484"/>
                  </a:lnTo>
                  <a:lnTo>
                    <a:pt x="1084" y="483"/>
                  </a:lnTo>
                  <a:lnTo>
                    <a:pt x="1086" y="482"/>
                  </a:lnTo>
                  <a:lnTo>
                    <a:pt x="1089" y="483"/>
                  </a:lnTo>
                  <a:lnTo>
                    <a:pt x="1090" y="483"/>
                  </a:lnTo>
                  <a:lnTo>
                    <a:pt x="1092" y="485"/>
                  </a:lnTo>
                  <a:lnTo>
                    <a:pt x="1093" y="486"/>
                  </a:lnTo>
                  <a:lnTo>
                    <a:pt x="1094" y="487"/>
                  </a:lnTo>
                  <a:lnTo>
                    <a:pt x="1095" y="488"/>
                  </a:lnTo>
                  <a:lnTo>
                    <a:pt x="1095" y="489"/>
                  </a:lnTo>
                  <a:lnTo>
                    <a:pt x="1095" y="490"/>
                  </a:lnTo>
                  <a:lnTo>
                    <a:pt x="1097" y="491"/>
                  </a:lnTo>
                  <a:lnTo>
                    <a:pt x="1100" y="492"/>
                  </a:lnTo>
                  <a:lnTo>
                    <a:pt x="1103" y="492"/>
                  </a:lnTo>
                  <a:lnTo>
                    <a:pt x="1104" y="493"/>
                  </a:lnTo>
                  <a:lnTo>
                    <a:pt x="1104" y="495"/>
                  </a:lnTo>
                  <a:close/>
                </a:path>
              </a:pathLst>
            </a:custGeom>
            <a:solidFill>
              <a:srgbClr val="DE8036">
                <a:alpha val="10800"/>
              </a:srgbClr>
            </a:solidFill>
            <a:ln>
              <a:noFill/>
            </a:ln>
          </p:spPr>
          <p:txBody>
            <a:bodyPr anchor="ctr"/>
            <a:lstStyle/>
            <a:p>
              <a:pPr algn="ctr">
                <a:buNone/>
              </a:pPr>
            </a:p>
          </p:txBody>
        </p:sp>
        <p:sp>
          <p:nvSpPr>
            <p:cNvPr id="717" name="addition:spatial:99"/>
            <p:cNvSpPr>
              <a:spLocks noGrp="1"/>
            </p:cNvSpPr>
            <p:nvPr/>
          </p:nvSpPr>
          <p:spPr>
            <a:xfrm>
              <a:off x="5648325" y="1666875"/>
              <a:ext cx="1494267" cy="905027"/>
            </a:xfrm>
            <a:custGeom>
              <a:avLst/>
              <a:gdLst/>
              <a:ahLst/>
              <a:cxnLst/>
              <a:rect l="l" t="t" r="r" b="b"/>
              <a:pathLst>
                <a:path w="1127" h="535">
                  <a:moveTo>
                    <a:pt x="0" y="0"/>
                  </a:moveTo>
                  <a:moveTo>
                    <a:pt x="1126" y="518"/>
                  </a:moveTo>
                  <a:lnTo>
                    <a:pt x="1123" y="520"/>
                  </a:lnTo>
                  <a:lnTo>
                    <a:pt x="1120" y="521"/>
                  </a:lnTo>
                  <a:lnTo>
                    <a:pt x="1118" y="522"/>
                  </a:lnTo>
                  <a:lnTo>
                    <a:pt x="1118" y="523"/>
                  </a:lnTo>
                  <a:lnTo>
                    <a:pt x="1119" y="525"/>
                  </a:lnTo>
                  <a:lnTo>
                    <a:pt x="1119" y="527"/>
                  </a:lnTo>
                  <a:lnTo>
                    <a:pt x="1118" y="528"/>
                  </a:lnTo>
                  <a:lnTo>
                    <a:pt x="1115" y="529"/>
                  </a:lnTo>
                  <a:lnTo>
                    <a:pt x="1112" y="530"/>
                  </a:lnTo>
                  <a:lnTo>
                    <a:pt x="1111" y="531"/>
                  </a:lnTo>
                  <a:lnTo>
                    <a:pt x="1110" y="533"/>
                  </a:lnTo>
                  <a:lnTo>
                    <a:pt x="1108" y="534"/>
                  </a:lnTo>
                  <a:lnTo>
                    <a:pt x="1106" y="535"/>
                  </a:lnTo>
                  <a:lnTo>
                    <a:pt x="1103" y="535"/>
                  </a:lnTo>
                  <a:lnTo>
                    <a:pt x="1101" y="535"/>
                  </a:lnTo>
                  <a:lnTo>
                    <a:pt x="1099" y="534"/>
                  </a:lnTo>
                  <a:lnTo>
                    <a:pt x="1097" y="534"/>
                  </a:lnTo>
                  <a:lnTo>
                    <a:pt x="1095" y="534"/>
                  </a:lnTo>
                  <a:lnTo>
                    <a:pt x="1093" y="532"/>
                  </a:lnTo>
                  <a:lnTo>
                    <a:pt x="1092" y="532"/>
                  </a:lnTo>
                  <a:lnTo>
                    <a:pt x="1090" y="532"/>
                  </a:lnTo>
                  <a:lnTo>
                    <a:pt x="1087" y="533"/>
                  </a:lnTo>
                  <a:lnTo>
                    <a:pt x="1084" y="535"/>
                  </a:lnTo>
                  <a:lnTo>
                    <a:pt x="1081" y="534"/>
                  </a:lnTo>
                  <a:lnTo>
                    <a:pt x="1080" y="533"/>
                  </a:lnTo>
                  <a:lnTo>
                    <a:pt x="1080" y="531"/>
                  </a:lnTo>
                  <a:lnTo>
                    <a:pt x="1079" y="529"/>
                  </a:lnTo>
                  <a:lnTo>
                    <a:pt x="1078" y="528"/>
                  </a:lnTo>
                  <a:lnTo>
                    <a:pt x="1077" y="526"/>
                  </a:lnTo>
                  <a:lnTo>
                    <a:pt x="1075" y="525"/>
                  </a:lnTo>
                  <a:lnTo>
                    <a:pt x="1075" y="524"/>
                  </a:lnTo>
                  <a:lnTo>
                    <a:pt x="1075" y="522"/>
                  </a:lnTo>
                  <a:lnTo>
                    <a:pt x="1074" y="521"/>
                  </a:lnTo>
                  <a:lnTo>
                    <a:pt x="1073" y="520"/>
                  </a:lnTo>
                  <a:lnTo>
                    <a:pt x="1071" y="518"/>
                  </a:lnTo>
                  <a:lnTo>
                    <a:pt x="1071" y="517"/>
                  </a:lnTo>
                  <a:lnTo>
                    <a:pt x="1072" y="515"/>
                  </a:lnTo>
                  <a:lnTo>
                    <a:pt x="1072" y="514"/>
                  </a:lnTo>
                  <a:lnTo>
                    <a:pt x="1070" y="512"/>
                  </a:lnTo>
                  <a:lnTo>
                    <a:pt x="1069" y="510"/>
                  </a:lnTo>
                  <a:lnTo>
                    <a:pt x="1069" y="508"/>
                  </a:lnTo>
                  <a:lnTo>
                    <a:pt x="1071" y="507"/>
                  </a:lnTo>
                  <a:lnTo>
                    <a:pt x="1075" y="507"/>
                  </a:lnTo>
                  <a:lnTo>
                    <a:pt x="1079" y="507"/>
                  </a:lnTo>
                  <a:lnTo>
                    <a:pt x="1081" y="507"/>
                  </a:lnTo>
                  <a:lnTo>
                    <a:pt x="1082" y="506"/>
                  </a:lnTo>
                  <a:lnTo>
                    <a:pt x="1083" y="505"/>
                  </a:lnTo>
                  <a:lnTo>
                    <a:pt x="1085" y="503"/>
                  </a:lnTo>
                  <a:lnTo>
                    <a:pt x="1087" y="503"/>
                  </a:lnTo>
                  <a:lnTo>
                    <a:pt x="1089" y="502"/>
                  </a:lnTo>
                  <a:lnTo>
                    <a:pt x="1092" y="500"/>
                  </a:lnTo>
                  <a:lnTo>
                    <a:pt x="1094" y="500"/>
                  </a:lnTo>
                  <a:lnTo>
                    <a:pt x="1097" y="500"/>
                  </a:lnTo>
                  <a:lnTo>
                    <a:pt x="1100" y="501"/>
                  </a:lnTo>
                  <a:lnTo>
                    <a:pt x="1102" y="502"/>
                  </a:lnTo>
                  <a:lnTo>
                    <a:pt x="1105" y="503"/>
                  </a:lnTo>
                  <a:lnTo>
                    <a:pt x="1108" y="503"/>
                  </a:lnTo>
                  <a:lnTo>
                    <a:pt x="1111" y="503"/>
                  </a:lnTo>
                  <a:lnTo>
                    <a:pt x="1113" y="504"/>
                  </a:lnTo>
                  <a:lnTo>
                    <a:pt x="1114" y="506"/>
                  </a:lnTo>
                  <a:lnTo>
                    <a:pt x="1114" y="508"/>
                  </a:lnTo>
                  <a:lnTo>
                    <a:pt x="1115" y="509"/>
                  </a:lnTo>
                  <a:lnTo>
                    <a:pt x="1118" y="509"/>
                  </a:lnTo>
                  <a:lnTo>
                    <a:pt x="1121" y="510"/>
                  </a:lnTo>
                  <a:lnTo>
                    <a:pt x="1124" y="510"/>
                  </a:lnTo>
                  <a:lnTo>
                    <a:pt x="1126" y="512"/>
                  </a:lnTo>
                  <a:lnTo>
                    <a:pt x="1126" y="513"/>
                  </a:lnTo>
                  <a:lnTo>
                    <a:pt x="1127" y="515"/>
                  </a:lnTo>
                  <a:lnTo>
                    <a:pt x="1127" y="516"/>
                  </a:lnTo>
                  <a:close/>
                </a:path>
              </a:pathLst>
            </a:custGeom>
            <a:solidFill>
              <a:srgbClr val="DE8036">
                <a:alpha val="10800"/>
              </a:srgbClr>
            </a:solidFill>
            <a:ln>
              <a:noFill/>
            </a:ln>
          </p:spPr>
          <p:txBody>
            <a:bodyPr anchor="ctr"/>
            <a:lstStyle/>
            <a:p>
              <a:pPr algn="ctr">
                <a:buNone/>
              </a:pPr>
            </a:p>
          </p:txBody>
        </p:sp>
        <p:sp>
          <p:nvSpPr>
            <p:cNvPr id="718" name="addition:spatial:100"/>
            <p:cNvSpPr>
              <a:spLocks noGrp="1"/>
            </p:cNvSpPr>
            <p:nvPr/>
          </p:nvSpPr>
          <p:spPr>
            <a:xfrm>
              <a:off x="5648325" y="1666875"/>
              <a:ext cx="1435928" cy="916869"/>
            </a:xfrm>
            <a:custGeom>
              <a:avLst/>
              <a:gdLst/>
              <a:ahLst/>
              <a:cxnLst/>
              <a:rect l="l" t="t" r="r" b="b"/>
              <a:pathLst>
                <a:path w="1083" h="542">
                  <a:moveTo>
                    <a:pt x="0" y="0"/>
                  </a:moveTo>
                  <a:moveTo>
                    <a:pt x="1080" y="528"/>
                  </a:moveTo>
                  <a:lnTo>
                    <a:pt x="1079" y="529"/>
                  </a:lnTo>
                  <a:lnTo>
                    <a:pt x="1079" y="530"/>
                  </a:lnTo>
                  <a:lnTo>
                    <a:pt x="1078" y="531"/>
                  </a:lnTo>
                  <a:lnTo>
                    <a:pt x="1078" y="532"/>
                  </a:lnTo>
                  <a:lnTo>
                    <a:pt x="1077" y="533"/>
                  </a:lnTo>
                  <a:lnTo>
                    <a:pt x="1077" y="535"/>
                  </a:lnTo>
                  <a:lnTo>
                    <a:pt x="1078" y="537"/>
                  </a:lnTo>
                  <a:lnTo>
                    <a:pt x="1079" y="539"/>
                  </a:lnTo>
                  <a:lnTo>
                    <a:pt x="1078" y="540"/>
                  </a:lnTo>
                  <a:lnTo>
                    <a:pt x="1075" y="540"/>
                  </a:lnTo>
                  <a:lnTo>
                    <a:pt x="1072" y="539"/>
                  </a:lnTo>
                  <a:lnTo>
                    <a:pt x="1069" y="539"/>
                  </a:lnTo>
                  <a:lnTo>
                    <a:pt x="1068" y="539"/>
                  </a:lnTo>
                  <a:lnTo>
                    <a:pt x="1067" y="540"/>
                  </a:lnTo>
                  <a:lnTo>
                    <a:pt x="1065" y="541"/>
                  </a:lnTo>
                  <a:lnTo>
                    <a:pt x="1064" y="541"/>
                  </a:lnTo>
                  <a:lnTo>
                    <a:pt x="1062" y="541"/>
                  </a:lnTo>
                  <a:lnTo>
                    <a:pt x="1060" y="541"/>
                  </a:lnTo>
                  <a:lnTo>
                    <a:pt x="1058" y="542"/>
                  </a:lnTo>
                  <a:lnTo>
                    <a:pt x="1056" y="542"/>
                  </a:lnTo>
                  <a:lnTo>
                    <a:pt x="1054" y="542"/>
                  </a:lnTo>
                  <a:lnTo>
                    <a:pt x="1052" y="541"/>
                  </a:lnTo>
                  <a:lnTo>
                    <a:pt x="1050" y="540"/>
                  </a:lnTo>
                  <a:lnTo>
                    <a:pt x="1048" y="540"/>
                  </a:lnTo>
                  <a:lnTo>
                    <a:pt x="1046" y="540"/>
                  </a:lnTo>
                  <a:lnTo>
                    <a:pt x="1043" y="539"/>
                  </a:lnTo>
                  <a:lnTo>
                    <a:pt x="1043" y="537"/>
                  </a:lnTo>
                  <a:lnTo>
                    <a:pt x="1043" y="535"/>
                  </a:lnTo>
                  <a:lnTo>
                    <a:pt x="1044" y="534"/>
                  </a:lnTo>
                  <a:lnTo>
                    <a:pt x="1043" y="533"/>
                  </a:lnTo>
                  <a:lnTo>
                    <a:pt x="1041" y="532"/>
                  </a:lnTo>
                  <a:lnTo>
                    <a:pt x="1037" y="531"/>
                  </a:lnTo>
                  <a:lnTo>
                    <a:pt x="1035" y="530"/>
                  </a:lnTo>
                  <a:lnTo>
                    <a:pt x="1034" y="529"/>
                  </a:lnTo>
                  <a:lnTo>
                    <a:pt x="1033" y="528"/>
                  </a:lnTo>
                  <a:lnTo>
                    <a:pt x="1033" y="526"/>
                  </a:lnTo>
                  <a:lnTo>
                    <a:pt x="1033" y="525"/>
                  </a:lnTo>
                  <a:lnTo>
                    <a:pt x="1034" y="524"/>
                  </a:lnTo>
                  <a:lnTo>
                    <a:pt x="1036" y="523"/>
                  </a:lnTo>
                  <a:lnTo>
                    <a:pt x="1039" y="522"/>
                  </a:lnTo>
                  <a:lnTo>
                    <a:pt x="1040" y="521"/>
                  </a:lnTo>
                  <a:lnTo>
                    <a:pt x="1041" y="520"/>
                  </a:lnTo>
                  <a:lnTo>
                    <a:pt x="1041" y="518"/>
                  </a:lnTo>
                  <a:lnTo>
                    <a:pt x="1042" y="517"/>
                  </a:lnTo>
                  <a:lnTo>
                    <a:pt x="1045" y="517"/>
                  </a:lnTo>
                  <a:lnTo>
                    <a:pt x="1048" y="517"/>
                  </a:lnTo>
                  <a:lnTo>
                    <a:pt x="1050" y="517"/>
                  </a:lnTo>
                  <a:lnTo>
                    <a:pt x="1051" y="515"/>
                  </a:lnTo>
                  <a:lnTo>
                    <a:pt x="1053" y="513"/>
                  </a:lnTo>
                  <a:lnTo>
                    <a:pt x="1055" y="512"/>
                  </a:lnTo>
                  <a:lnTo>
                    <a:pt x="1057" y="511"/>
                  </a:lnTo>
                  <a:lnTo>
                    <a:pt x="1060" y="512"/>
                  </a:lnTo>
                  <a:lnTo>
                    <a:pt x="1062" y="513"/>
                  </a:lnTo>
                  <a:lnTo>
                    <a:pt x="1065" y="514"/>
                  </a:lnTo>
                  <a:lnTo>
                    <a:pt x="1067" y="514"/>
                  </a:lnTo>
                  <a:lnTo>
                    <a:pt x="1068" y="515"/>
                  </a:lnTo>
                  <a:lnTo>
                    <a:pt x="1069" y="516"/>
                  </a:lnTo>
                  <a:lnTo>
                    <a:pt x="1071" y="517"/>
                  </a:lnTo>
                  <a:lnTo>
                    <a:pt x="1073" y="517"/>
                  </a:lnTo>
                  <a:lnTo>
                    <a:pt x="1076" y="517"/>
                  </a:lnTo>
                  <a:lnTo>
                    <a:pt x="1079" y="516"/>
                  </a:lnTo>
                  <a:lnTo>
                    <a:pt x="1080" y="517"/>
                  </a:lnTo>
                  <a:lnTo>
                    <a:pt x="1080" y="519"/>
                  </a:lnTo>
                  <a:lnTo>
                    <a:pt x="1080" y="520"/>
                  </a:lnTo>
                  <a:lnTo>
                    <a:pt x="1080" y="522"/>
                  </a:lnTo>
                  <a:lnTo>
                    <a:pt x="1081" y="523"/>
                  </a:lnTo>
                  <a:lnTo>
                    <a:pt x="1083" y="524"/>
                  </a:lnTo>
                  <a:lnTo>
                    <a:pt x="1083" y="525"/>
                  </a:lnTo>
                  <a:lnTo>
                    <a:pt x="1082" y="526"/>
                  </a:lnTo>
                  <a:close/>
                </a:path>
              </a:pathLst>
            </a:custGeom>
            <a:solidFill>
              <a:srgbClr val="DE8036">
                <a:alpha val="10800"/>
              </a:srgbClr>
            </a:solidFill>
            <a:ln>
              <a:noFill/>
            </a:ln>
          </p:spPr>
          <p:txBody>
            <a:bodyPr anchor="ctr"/>
            <a:lstStyle/>
            <a:p>
              <a:pPr algn="ctr">
                <a:buNone/>
              </a:pPr>
            </a:p>
          </p:txBody>
        </p:sp>
        <p:sp>
          <p:nvSpPr>
            <p:cNvPr id="719" name="addition:spatial:101"/>
            <p:cNvSpPr>
              <a:spLocks noGrp="1"/>
            </p:cNvSpPr>
            <p:nvPr/>
          </p:nvSpPr>
          <p:spPr>
            <a:xfrm>
              <a:off x="5648325" y="1666875"/>
              <a:ext cx="1412062" cy="1434511"/>
            </a:xfrm>
            <a:custGeom>
              <a:avLst/>
              <a:gdLst/>
              <a:ahLst/>
              <a:cxnLst/>
              <a:rect l="l" t="t" r="r" b="b"/>
              <a:pathLst>
                <a:path w="1065" h="848">
                  <a:moveTo>
                    <a:pt x="0" y="0"/>
                  </a:moveTo>
                  <a:moveTo>
                    <a:pt x="203" y="266"/>
                  </a:moveTo>
                  <a:lnTo>
                    <a:pt x="1065" y="266"/>
                  </a:lnTo>
                  <a:lnTo>
                    <a:pt x="1065" y="848"/>
                  </a:lnTo>
                  <a:lnTo>
                    <a:pt x="203" y="762"/>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0" name="addition:spatial:102"/>
            <p:cNvSpPr>
              <a:spLocks noGrp="1"/>
            </p:cNvSpPr>
            <p:nvPr/>
          </p:nvSpPr>
          <p:spPr>
            <a:xfrm>
              <a:off x="5648325" y="1666875"/>
              <a:ext cx="1539347" cy="1341471"/>
            </a:xfrm>
            <a:custGeom>
              <a:avLst/>
              <a:gdLst/>
              <a:ahLst/>
              <a:cxnLst/>
              <a:rect l="l" t="t" r="r" b="b"/>
              <a:pathLst>
                <a:path w="1161" h="793">
                  <a:moveTo>
                    <a:pt x="0" y="0"/>
                  </a:moveTo>
                  <a:moveTo>
                    <a:pt x="299" y="211"/>
                  </a:moveTo>
                  <a:lnTo>
                    <a:pt x="1161" y="211"/>
                  </a:lnTo>
                  <a:lnTo>
                    <a:pt x="1161" y="793"/>
                  </a:lnTo>
                  <a:lnTo>
                    <a:pt x="299" y="707"/>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1" name="addition:spatial:103"/>
            <p:cNvSpPr>
              <a:spLocks noGrp="1"/>
            </p:cNvSpPr>
            <p:nvPr/>
          </p:nvSpPr>
          <p:spPr>
            <a:xfrm>
              <a:off x="5648325" y="1666875"/>
              <a:ext cx="1667957" cy="1246739"/>
            </a:xfrm>
            <a:custGeom>
              <a:avLst/>
              <a:gdLst/>
              <a:ahLst/>
              <a:cxnLst/>
              <a:rect l="l" t="t" r="r" b="b"/>
              <a:pathLst>
                <a:path w="1258" h="737">
                  <a:moveTo>
                    <a:pt x="0" y="0"/>
                  </a:moveTo>
                  <a:moveTo>
                    <a:pt x="396" y="155"/>
                  </a:moveTo>
                  <a:lnTo>
                    <a:pt x="1258" y="155"/>
                  </a:lnTo>
                  <a:lnTo>
                    <a:pt x="1258" y="737"/>
                  </a:lnTo>
                  <a:lnTo>
                    <a:pt x="396" y="651"/>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2" name="addition:spatial:104"/>
            <p:cNvSpPr>
              <a:spLocks noGrp="1"/>
            </p:cNvSpPr>
            <p:nvPr/>
          </p:nvSpPr>
          <p:spPr>
            <a:xfrm>
              <a:off x="5648325" y="1666875"/>
              <a:ext cx="1795242" cy="1153698"/>
            </a:xfrm>
            <a:custGeom>
              <a:avLst/>
              <a:gdLst/>
              <a:ahLst/>
              <a:cxnLst/>
              <a:rect l="l" t="t" r="r" b="b"/>
              <a:pathLst>
                <a:path w="1354" h="682">
                  <a:moveTo>
                    <a:pt x="0" y="0"/>
                  </a:moveTo>
                  <a:moveTo>
                    <a:pt x="492" y="100"/>
                  </a:moveTo>
                  <a:lnTo>
                    <a:pt x="1354" y="100"/>
                  </a:lnTo>
                  <a:lnTo>
                    <a:pt x="1354" y="682"/>
                  </a:lnTo>
                  <a:lnTo>
                    <a:pt x="492" y="596"/>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723" name="addition:spatial:105"/>
            <p:cNvSpPr>
              <a:spLocks noGrp="1"/>
            </p:cNvSpPr>
            <p:nvPr/>
          </p:nvSpPr>
          <p:spPr>
            <a:xfrm>
              <a:off x="5648325" y="1666875"/>
              <a:ext cx="701391" cy="1256889"/>
            </a:xfrm>
            <a:custGeom>
              <a:avLst/>
              <a:gdLst/>
              <a:ahLst/>
              <a:cxnLst/>
              <a:rect l="l" t="t" r="r" b="b"/>
              <a:pathLst>
                <a:path w="529" h="743">
                  <a:moveTo>
                    <a:pt x="0" y="0"/>
                  </a:moveTo>
                  <a:moveTo>
                    <a:pt x="529" y="580"/>
                  </a:moveTo>
                  <a:lnTo>
                    <a:pt x="518" y="596"/>
                  </a:lnTo>
                  <a:lnTo>
                    <a:pt x="493" y="608"/>
                  </a:lnTo>
                  <a:lnTo>
                    <a:pt x="467" y="617"/>
                  </a:lnTo>
                  <a:lnTo>
                    <a:pt x="451" y="626"/>
                  </a:lnTo>
                  <a:lnTo>
                    <a:pt x="449" y="639"/>
                  </a:lnTo>
                  <a:lnTo>
                    <a:pt x="452" y="655"/>
                  </a:lnTo>
                  <a:lnTo>
                    <a:pt x="450" y="672"/>
                  </a:lnTo>
                  <a:lnTo>
                    <a:pt x="441" y="685"/>
                  </a:lnTo>
                  <a:lnTo>
                    <a:pt x="431" y="697"/>
                  </a:lnTo>
                  <a:lnTo>
                    <a:pt x="421" y="711"/>
                  </a:lnTo>
                  <a:lnTo>
                    <a:pt x="410" y="725"/>
                  </a:lnTo>
                  <a:lnTo>
                    <a:pt x="395" y="733"/>
                  </a:lnTo>
                  <a:lnTo>
                    <a:pt x="376" y="732"/>
                  </a:lnTo>
                  <a:lnTo>
                    <a:pt x="358" y="728"/>
                  </a:lnTo>
                  <a:lnTo>
                    <a:pt x="343" y="727"/>
                  </a:lnTo>
                  <a:lnTo>
                    <a:pt x="330" y="734"/>
                  </a:lnTo>
                  <a:lnTo>
                    <a:pt x="317" y="743"/>
                  </a:lnTo>
                  <a:lnTo>
                    <a:pt x="303" y="743"/>
                  </a:lnTo>
                  <a:lnTo>
                    <a:pt x="290" y="732"/>
                  </a:lnTo>
                  <a:lnTo>
                    <a:pt x="281" y="716"/>
                  </a:lnTo>
                  <a:lnTo>
                    <a:pt x="273" y="706"/>
                  </a:lnTo>
                  <a:lnTo>
                    <a:pt x="260" y="709"/>
                  </a:lnTo>
                  <a:lnTo>
                    <a:pt x="241" y="718"/>
                  </a:lnTo>
                  <a:lnTo>
                    <a:pt x="222" y="723"/>
                  </a:lnTo>
                  <a:lnTo>
                    <a:pt x="206" y="719"/>
                  </a:lnTo>
                  <a:lnTo>
                    <a:pt x="196" y="707"/>
                  </a:lnTo>
                  <a:lnTo>
                    <a:pt x="189" y="694"/>
                  </a:lnTo>
                  <a:lnTo>
                    <a:pt x="182" y="680"/>
                  </a:lnTo>
                  <a:lnTo>
                    <a:pt x="178" y="665"/>
                  </a:lnTo>
                  <a:lnTo>
                    <a:pt x="181" y="647"/>
                  </a:lnTo>
                  <a:lnTo>
                    <a:pt x="189" y="629"/>
                  </a:lnTo>
                  <a:lnTo>
                    <a:pt x="193" y="615"/>
                  </a:lnTo>
                  <a:lnTo>
                    <a:pt x="185" y="604"/>
                  </a:lnTo>
                  <a:lnTo>
                    <a:pt x="166" y="594"/>
                  </a:lnTo>
                  <a:lnTo>
                    <a:pt x="149" y="580"/>
                  </a:lnTo>
                  <a:lnTo>
                    <a:pt x="143" y="565"/>
                  </a:lnTo>
                  <a:lnTo>
                    <a:pt x="151" y="551"/>
                  </a:lnTo>
                  <a:lnTo>
                    <a:pt x="160" y="539"/>
                  </a:lnTo>
                  <a:lnTo>
                    <a:pt x="162" y="526"/>
                  </a:lnTo>
                  <a:lnTo>
                    <a:pt x="157" y="509"/>
                  </a:lnTo>
                  <a:lnTo>
                    <a:pt x="153" y="491"/>
                  </a:lnTo>
                  <a:lnTo>
                    <a:pt x="158" y="477"/>
                  </a:lnTo>
                  <a:lnTo>
                    <a:pt x="172" y="469"/>
                  </a:lnTo>
                  <a:lnTo>
                    <a:pt x="190" y="466"/>
                  </a:lnTo>
                  <a:lnTo>
                    <a:pt x="204" y="461"/>
                  </a:lnTo>
                  <a:lnTo>
                    <a:pt x="217" y="456"/>
                  </a:lnTo>
                  <a:lnTo>
                    <a:pt x="231" y="452"/>
                  </a:lnTo>
                  <a:lnTo>
                    <a:pt x="246" y="452"/>
                  </a:lnTo>
                  <a:lnTo>
                    <a:pt x="260" y="451"/>
                  </a:lnTo>
                  <a:lnTo>
                    <a:pt x="272" y="441"/>
                  </a:lnTo>
                  <a:lnTo>
                    <a:pt x="284" y="422"/>
                  </a:lnTo>
                  <a:lnTo>
                    <a:pt x="300" y="402"/>
                  </a:lnTo>
                  <a:lnTo>
                    <a:pt x="320" y="392"/>
                  </a:lnTo>
                  <a:lnTo>
                    <a:pt x="339" y="400"/>
                  </a:lnTo>
                  <a:lnTo>
                    <a:pt x="355" y="419"/>
                  </a:lnTo>
                  <a:lnTo>
                    <a:pt x="369" y="435"/>
                  </a:lnTo>
                  <a:lnTo>
                    <a:pt x="383" y="443"/>
                  </a:lnTo>
                  <a:lnTo>
                    <a:pt x="401" y="446"/>
                  </a:lnTo>
                  <a:lnTo>
                    <a:pt x="418" y="450"/>
                  </a:lnTo>
                  <a:lnTo>
                    <a:pt x="431" y="460"/>
                  </a:lnTo>
                  <a:lnTo>
                    <a:pt x="440" y="473"/>
                  </a:lnTo>
                  <a:lnTo>
                    <a:pt x="450" y="484"/>
                  </a:lnTo>
                  <a:lnTo>
                    <a:pt x="464" y="491"/>
                  </a:lnTo>
                  <a:lnTo>
                    <a:pt x="479" y="500"/>
                  </a:lnTo>
                  <a:lnTo>
                    <a:pt x="488" y="511"/>
                  </a:lnTo>
                  <a:lnTo>
                    <a:pt x="492" y="525"/>
                  </a:lnTo>
                  <a:lnTo>
                    <a:pt x="497" y="538"/>
                  </a:lnTo>
                  <a:lnTo>
                    <a:pt x="508" y="551"/>
                  </a:lnTo>
                  <a:lnTo>
                    <a:pt x="522" y="564"/>
                  </a:lnTo>
                  <a:close/>
                </a:path>
              </a:pathLst>
            </a:custGeom>
            <a:solidFill>
              <a:srgbClr val="A7CEE4">
                <a:alpha val="43000"/>
              </a:srgbClr>
            </a:solidFill>
            <a:ln>
              <a:noFill/>
            </a:ln>
          </p:spPr>
          <p:txBody>
            <a:bodyPr anchor="ctr"/>
            <a:lstStyle/>
            <a:p>
              <a:pPr algn="ctr">
                <a:buNone/>
              </a:pPr>
            </a:p>
          </p:txBody>
        </p:sp>
        <p:sp>
          <p:nvSpPr>
            <p:cNvPr id="724" name="addition:spatial:106"/>
            <p:cNvSpPr>
              <a:spLocks noGrp="1"/>
            </p:cNvSpPr>
            <p:nvPr/>
          </p:nvSpPr>
          <p:spPr>
            <a:xfrm>
              <a:off x="5648325" y="1666875"/>
              <a:ext cx="649681" cy="1238280"/>
            </a:xfrm>
            <a:custGeom>
              <a:avLst/>
              <a:gdLst/>
              <a:ahLst/>
              <a:cxnLst/>
              <a:rect l="l" t="t" r="r" b="b"/>
              <a:pathLst>
                <a:path w="490" h="732">
                  <a:moveTo>
                    <a:pt x="0" y="0"/>
                  </a:moveTo>
                  <a:moveTo>
                    <a:pt x="464" y="585"/>
                  </a:moveTo>
                  <a:lnTo>
                    <a:pt x="458" y="597"/>
                  </a:lnTo>
                  <a:lnTo>
                    <a:pt x="452" y="608"/>
                  </a:lnTo>
                  <a:lnTo>
                    <a:pt x="444" y="618"/>
                  </a:lnTo>
                  <a:lnTo>
                    <a:pt x="434" y="628"/>
                  </a:lnTo>
                  <a:lnTo>
                    <a:pt x="428" y="638"/>
                  </a:lnTo>
                  <a:lnTo>
                    <a:pt x="427" y="651"/>
                  </a:lnTo>
                  <a:lnTo>
                    <a:pt x="426" y="666"/>
                  </a:lnTo>
                  <a:lnTo>
                    <a:pt x="420" y="679"/>
                  </a:lnTo>
                  <a:lnTo>
                    <a:pt x="406" y="685"/>
                  </a:lnTo>
                  <a:lnTo>
                    <a:pt x="391" y="688"/>
                  </a:lnTo>
                  <a:lnTo>
                    <a:pt x="379" y="694"/>
                  </a:lnTo>
                  <a:lnTo>
                    <a:pt x="372" y="707"/>
                  </a:lnTo>
                  <a:lnTo>
                    <a:pt x="365" y="723"/>
                  </a:lnTo>
                  <a:lnTo>
                    <a:pt x="353" y="732"/>
                  </a:lnTo>
                  <a:lnTo>
                    <a:pt x="338" y="729"/>
                  </a:lnTo>
                  <a:lnTo>
                    <a:pt x="323" y="717"/>
                  </a:lnTo>
                  <a:lnTo>
                    <a:pt x="311" y="705"/>
                  </a:lnTo>
                  <a:lnTo>
                    <a:pt x="301" y="701"/>
                  </a:lnTo>
                  <a:lnTo>
                    <a:pt x="291" y="703"/>
                  </a:lnTo>
                  <a:lnTo>
                    <a:pt x="281" y="705"/>
                  </a:lnTo>
                  <a:lnTo>
                    <a:pt x="270" y="705"/>
                  </a:lnTo>
                  <a:lnTo>
                    <a:pt x="259" y="706"/>
                  </a:lnTo>
                  <a:lnTo>
                    <a:pt x="245" y="708"/>
                  </a:lnTo>
                  <a:lnTo>
                    <a:pt x="228" y="711"/>
                  </a:lnTo>
                  <a:lnTo>
                    <a:pt x="214" y="707"/>
                  </a:lnTo>
                  <a:lnTo>
                    <a:pt x="207" y="695"/>
                  </a:lnTo>
                  <a:lnTo>
                    <a:pt x="209" y="677"/>
                  </a:lnTo>
                  <a:lnTo>
                    <a:pt x="212" y="660"/>
                  </a:lnTo>
                  <a:lnTo>
                    <a:pt x="208" y="648"/>
                  </a:lnTo>
                  <a:lnTo>
                    <a:pt x="197" y="641"/>
                  </a:lnTo>
                  <a:lnTo>
                    <a:pt x="184" y="633"/>
                  </a:lnTo>
                  <a:lnTo>
                    <a:pt x="179" y="621"/>
                  </a:lnTo>
                  <a:lnTo>
                    <a:pt x="182" y="608"/>
                  </a:lnTo>
                  <a:lnTo>
                    <a:pt x="188" y="596"/>
                  </a:lnTo>
                  <a:lnTo>
                    <a:pt x="187" y="585"/>
                  </a:lnTo>
                  <a:lnTo>
                    <a:pt x="179" y="574"/>
                  </a:lnTo>
                  <a:lnTo>
                    <a:pt x="169" y="561"/>
                  </a:lnTo>
                  <a:lnTo>
                    <a:pt x="163" y="547"/>
                  </a:lnTo>
                  <a:lnTo>
                    <a:pt x="164" y="534"/>
                  </a:lnTo>
                  <a:lnTo>
                    <a:pt x="165" y="522"/>
                  </a:lnTo>
                  <a:lnTo>
                    <a:pt x="167" y="508"/>
                  </a:lnTo>
                  <a:lnTo>
                    <a:pt x="172" y="496"/>
                  </a:lnTo>
                  <a:lnTo>
                    <a:pt x="184" y="489"/>
                  </a:lnTo>
                  <a:lnTo>
                    <a:pt x="203" y="490"/>
                  </a:lnTo>
                  <a:lnTo>
                    <a:pt x="223" y="495"/>
                  </a:lnTo>
                  <a:lnTo>
                    <a:pt x="236" y="495"/>
                  </a:lnTo>
                  <a:lnTo>
                    <a:pt x="241" y="484"/>
                  </a:lnTo>
                  <a:lnTo>
                    <a:pt x="245" y="466"/>
                  </a:lnTo>
                  <a:lnTo>
                    <a:pt x="253" y="450"/>
                  </a:lnTo>
                  <a:lnTo>
                    <a:pt x="267" y="444"/>
                  </a:lnTo>
                  <a:lnTo>
                    <a:pt x="283" y="446"/>
                  </a:lnTo>
                  <a:lnTo>
                    <a:pt x="298" y="448"/>
                  </a:lnTo>
                  <a:lnTo>
                    <a:pt x="313" y="446"/>
                  </a:lnTo>
                  <a:lnTo>
                    <a:pt x="329" y="444"/>
                  </a:lnTo>
                  <a:lnTo>
                    <a:pt x="345" y="445"/>
                  </a:lnTo>
                  <a:lnTo>
                    <a:pt x="360" y="452"/>
                  </a:lnTo>
                  <a:lnTo>
                    <a:pt x="372" y="462"/>
                  </a:lnTo>
                  <a:lnTo>
                    <a:pt x="385" y="469"/>
                  </a:lnTo>
                  <a:lnTo>
                    <a:pt x="399" y="473"/>
                  </a:lnTo>
                  <a:lnTo>
                    <a:pt x="411" y="480"/>
                  </a:lnTo>
                  <a:lnTo>
                    <a:pt x="418" y="493"/>
                  </a:lnTo>
                  <a:lnTo>
                    <a:pt x="420" y="507"/>
                  </a:lnTo>
                  <a:lnTo>
                    <a:pt x="423" y="518"/>
                  </a:lnTo>
                  <a:lnTo>
                    <a:pt x="436" y="523"/>
                  </a:lnTo>
                  <a:lnTo>
                    <a:pt x="458" y="526"/>
                  </a:lnTo>
                  <a:lnTo>
                    <a:pt x="480" y="531"/>
                  </a:lnTo>
                  <a:lnTo>
                    <a:pt x="490" y="542"/>
                  </a:lnTo>
                  <a:lnTo>
                    <a:pt x="486" y="558"/>
                  </a:lnTo>
                  <a:lnTo>
                    <a:pt x="475" y="572"/>
                  </a:lnTo>
                  <a:close/>
                </a:path>
              </a:pathLst>
            </a:custGeom>
            <a:solidFill>
              <a:srgbClr val="59A3CD">
                <a:alpha val="43000"/>
              </a:srgbClr>
            </a:solidFill>
            <a:ln>
              <a:noFill/>
            </a:ln>
          </p:spPr>
          <p:txBody>
            <a:bodyPr anchor="ctr"/>
            <a:lstStyle/>
            <a:p>
              <a:pPr algn="ctr">
                <a:buNone/>
              </a:pPr>
            </a:p>
          </p:txBody>
        </p:sp>
        <p:sp>
          <p:nvSpPr>
            <p:cNvPr id="725" name="addition:spatial:107"/>
            <p:cNvSpPr>
              <a:spLocks noGrp="1"/>
            </p:cNvSpPr>
            <p:nvPr/>
          </p:nvSpPr>
          <p:spPr>
            <a:xfrm>
              <a:off x="5648325" y="1666875"/>
              <a:ext cx="617860" cy="1216289"/>
            </a:xfrm>
            <a:custGeom>
              <a:avLst/>
              <a:gdLst/>
              <a:ahLst/>
              <a:cxnLst/>
              <a:rect l="l" t="t" r="r" b="b"/>
              <a:pathLst>
                <a:path w="466" h="719">
                  <a:moveTo>
                    <a:pt x="0" y="0"/>
                  </a:moveTo>
                  <a:moveTo>
                    <a:pt x="455" y="590"/>
                  </a:moveTo>
                  <a:lnTo>
                    <a:pt x="437" y="600"/>
                  </a:lnTo>
                  <a:lnTo>
                    <a:pt x="423" y="609"/>
                  </a:lnTo>
                  <a:lnTo>
                    <a:pt x="418" y="618"/>
                  </a:lnTo>
                  <a:lnTo>
                    <a:pt x="418" y="628"/>
                  </a:lnTo>
                  <a:lnTo>
                    <a:pt x="415" y="639"/>
                  </a:lnTo>
                  <a:lnTo>
                    <a:pt x="408" y="648"/>
                  </a:lnTo>
                  <a:lnTo>
                    <a:pt x="400" y="655"/>
                  </a:lnTo>
                  <a:lnTo>
                    <a:pt x="393" y="664"/>
                  </a:lnTo>
                  <a:lnTo>
                    <a:pt x="388" y="676"/>
                  </a:lnTo>
                  <a:lnTo>
                    <a:pt x="381" y="686"/>
                  </a:lnTo>
                  <a:lnTo>
                    <a:pt x="370" y="693"/>
                  </a:lnTo>
                  <a:lnTo>
                    <a:pt x="357" y="695"/>
                  </a:lnTo>
                  <a:lnTo>
                    <a:pt x="345" y="699"/>
                  </a:lnTo>
                  <a:lnTo>
                    <a:pt x="336" y="706"/>
                  </a:lnTo>
                  <a:lnTo>
                    <a:pt x="326" y="716"/>
                  </a:lnTo>
                  <a:lnTo>
                    <a:pt x="315" y="719"/>
                  </a:lnTo>
                  <a:lnTo>
                    <a:pt x="302" y="712"/>
                  </a:lnTo>
                  <a:lnTo>
                    <a:pt x="292" y="698"/>
                  </a:lnTo>
                  <a:lnTo>
                    <a:pt x="285" y="686"/>
                  </a:lnTo>
                  <a:lnTo>
                    <a:pt x="277" y="683"/>
                  </a:lnTo>
                  <a:lnTo>
                    <a:pt x="267" y="689"/>
                  </a:lnTo>
                  <a:lnTo>
                    <a:pt x="254" y="696"/>
                  </a:lnTo>
                  <a:lnTo>
                    <a:pt x="242" y="698"/>
                  </a:lnTo>
                  <a:lnTo>
                    <a:pt x="232" y="695"/>
                  </a:lnTo>
                  <a:lnTo>
                    <a:pt x="223" y="689"/>
                  </a:lnTo>
                  <a:lnTo>
                    <a:pt x="214" y="683"/>
                  </a:lnTo>
                  <a:lnTo>
                    <a:pt x="206" y="675"/>
                  </a:lnTo>
                  <a:lnTo>
                    <a:pt x="203" y="664"/>
                  </a:lnTo>
                  <a:lnTo>
                    <a:pt x="205" y="650"/>
                  </a:lnTo>
                  <a:lnTo>
                    <a:pt x="209" y="637"/>
                  </a:lnTo>
                  <a:lnTo>
                    <a:pt x="208" y="627"/>
                  </a:lnTo>
                  <a:lnTo>
                    <a:pt x="199" y="619"/>
                  </a:lnTo>
                  <a:lnTo>
                    <a:pt x="189" y="611"/>
                  </a:lnTo>
                  <a:lnTo>
                    <a:pt x="185" y="601"/>
                  </a:lnTo>
                  <a:lnTo>
                    <a:pt x="190" y="590"/>
                  </a:lnTo>
                  <a:lnTo>
                    <a:pt x="197" y="581"/>
                  </a:lnTo>
                  <a:lnTo>
                    <a:pt x="198" y="571"/>
                  </a:lnTo>
                  <a:lnTo>
                    <a:pt x="191" y="560"/>
                  </a:lnTo>
                  <a:lnTo>
                    <a:pt x="180" y="546"/>
                  </a:lnTo>
                  <a:lnTo>
                    <a:pt x="175" y="532"/>
                  </a:lnTo>
                  <a:lnTo>
                    <a:pt x="179" y="522"/>
                  </a:lnTo>
                  <a:lnTo>
                    <a:pt x="189" y="515"/>
                  </a:lnTo>
                  <a:lnTo>
                    <a:pt x="199" y="509"/>
                  </a:lnTo>
                  <a:lnTo>
                    <a:pt x="209" y="504"/>
                  </a:lnTo>
                  <a:lnTo>
                    <a:pt x="220" y="501"/>
                  </a:lnTo>
                  <a:lnTo>
                    <a:pt x="232" y="501"/>
                  </a:lnTo>
                  <a:lnTo>
                    <a:pt x="244" y="503"/>
                  </a:lnTo>
                  <a:lnTo>
                    <a:pt x="253" y="500"/>
                  </a:lnTo>
                  <a:lnTo>
                    <a:pt x="259" y="490"/>
                  </a:lnTo>
                  <a:lnTo>
                    <a:pt x="266" y="474"/>
                  </a:lnTo>
                  <a:lnTo>
                    <a:pt x="277" y="461"/>
                  </a:lnTo>
                  <a:lnTo>
                    <a:pt x="290" y="459"/>
                  </a:lnTo>
                  <a:lnTo>
                    <a:pt x="303" y="466"/>
                  </a:lnTo>
                  <a:lnTo>
                    <a:pt x="316" y="474"/>
                  </a:lnTo>
                  <a:lnTo>
                    <a:pt x="328" y="477"/>
                  </a:lnTo>
                  <a:lnTo>
                    <a:pt x="343" y="475"/>
                  </a:lnTo>
                  <a:lnTo>
                    <a:pt x="357" y="475"/>
                  </a:lnTo>
                  <a:lnTo>
                    <a:pt x="369" y="481"/>
                  </a:lnTo>
                  <a:lnTo>
                    <a:pt x="378" y="492"/>
                  </a:lnTo>
                  <a:lnTo>
                    <a:pt x="384" y="504"/>
                  </a:lnTo>
                  <a:lnTo>
                    <a:pt x="392" y="512"/>
                  </a:lnTo>
                  <a:lnTo>
                    <a:pt x="401" y="518"/>
                  </a:lnTo>
                  <a:lnTo>
                    <a:pt x="409" y="526"/>
                  </a:lnTo>
                  <a:lnTo>
                    <a:pt x="414" y="535"/>
                  </a:lnTo>
                  <a:lnTo>
                    <a:pt x="420" y="543"/>
                  </a:lnTo>
                  <a:lnTo>
                    <a:pt x="431" y="550"/>
                  </a:lnTo>
                  <a:lnTo>
                    <a:pt x="448" y="556"/>
                  </a:lnTo>
                  <a:lnTo>
                    <a:pt x="463" y="565"/>
                  </a:lnTo>
                  <a:lnTo>
                    <a:pt x="466" y="577"/>
                  </a:lnTo>
                  <a:close/>
                </a:path>
              </a:pathLst>
            </a:custGeom>
            <a:solidFill>
              <a:srgbClr val="0675B4">
                <a:alpha val="35000"/>
              </a:srgbClr>
            </a:solidFill>
            <a:ln>
              <a:noFill/>
            </a:ln>
          </p:spPr>
          <p:txBody>
            <a:bodyPr anchor="ctr"/>
            <a:lstStyle/>
            <a:p>
              <a:pPr algn="ctr">
                <a:buNone/>
              </a:pPr>
            </a:p>
          </p:txBody>
        </p:sp>
        <p:sp>
          <p:nvSpPr>
            <p:cNvPr id="726" name="addition:spatial:108"/>
            <p:cNvSpPr>
              <a:spLocks noGrp="1"/>
            </p:cNvSpPr>
            <p:nvPr/>
          </p:nvSpPr>
          <p:spPr>
            <a:xfrm>
              <a:off x="5648325" y="1666875"/>
              <a:ext cx="413675" cy="1033592"/>
            </a:xfrm>
            <a:custGeom>
              <a:avLst/>
              <a:gdLst/>
              <a:ahLst/>
              <a:cxnLst/>
              <a:rect l="l" t="t" r="r" b="b"/>
              <a:pathLst>
                <a:path w="312" h="611">
                  <a:moveTo>
                    <a:pt x="0" y="0"/>
                  </a:moveTo>
                  <a:moveTo>
                    <a:pt x="309" y="556"/>
                  </a:moveTo>
                  <a:lnTo>
                    <a:pt x="308" y="561"/>
                  </a:lnTo>
                  <a:lnTo>
                    <a:pt x="305" y="565"/>
                  </a:lnTo>
                  <a:lnTo>
                    <a:pt x="301" y="569"/>
                  </a:lnTo>
                  <a:lnTo>
                    <a:pt x="298" y="572"/>
                  </a:lnTo>
                  <a:lnTo>
                    <a:pt x="296" y="576"/>
                  </a:lnTo>
                  <a:lnTo>
                    <a:pt x="295" y="581"/>
                  </a:lnTo>
                  <a:lnTo>
                    <a:pt x="292" y="585"/>
                  </a:lnTo>
                  <a:lnTo>
                    <a:pt x="287" y="588"/>
                  </a:lnTo>
                  <a:lnTo>
                    <a:pt x="281" y="589"/>
                  </a:lnTo>
                  <a:lnTo>
                    <a:pt x="277" y="591"/>
                  </a:lnTo>
                  <a:lnTo>
                    <a:pt x="275" y="597"/>
                  </a:lnTo>
                  <a:lnTo>
                    <a:pt x="274" y="604"/>
                  </a:lnTo>
                  <a:lnTo>
                    <a:pt x="271" y="610"/>
                  </a:lnTo>
                  <a:lnTo>
                    <a:pt x="265" y="611"/>
                  </a:lnTo>
                  <a:lnTo>
                    <a:pt x="258" y="608"/>
                  </a:lnTo>
                  <a:lnTo>
                    <a:pt x="253" y="604"/>
                  </a:lnTo>
                  <a:lnTo>
                    <a:pt x="248" y="602"/>
                  </a:lnTo>
                  <a:lnTo>
                    <a:pt x="244" y="601"/>
                  </a:lnTo>
                  <a:lnTo>
                    <a:pt x="240" y="600"/>
                  </a:lnTo>
                  <a:lnTo>
                    <a:pt x="237" y="599"/>
                  </a:lnTo>
                  <a:lnTo>
                    <a:pt x="233" y="598"/>
                  </a:lnTo>
                  <a:lnTo>
                    <a:pt x="229" y="599"/>
                  </a:lnTo>
                  <a:lnTo>
                    <a:pt x="223" y="601"/>
                  </a:lnTo>
                  <a:lnTo>
                    <a:pt x="218" y="602"/>
                  </a:lnTo>
                  <a:lnTo>
                    <a:pt x="214" y="599"/>
                  </a:lnTo>
                  <a:lnTo>
                    <a:pt x="213" y="594"/>
                  </a:lnTo>
                  <a:lnTo>
                    <a:pt x="213" y="588"/>
                  </a:lnTo>
                  <a:lnTo>
                    <a:pt x="211" y="584"/>
                  </a:lnTo>
                  <a:lnTo>
                    <a:pt x="207" y="582"/>
                  </a:lnTo>
                  <a:lnTo>
                    <a:pt x="202" y="579"/>
                  </a:lnTo>
                  <a:lnTo>
                    <a:pt x="200" y="575"/>
                  </a:lnTo>
                  <a:lnTo>
                    <a:pt x="202" y="570"/>
                  </a:lnTo>
                  <a:lnTo>
                    <a:pt x="206" y="564"/>
                  </a:lnTo>
                  <a:lnTo>
                    <a:pt x="208" y="560"/>
                  </a:lnTo>
                  <a:lnTo>
                    <a:pt x="207" y="556"/>
                  </a:lnTo>
                  <a:lnTo>
                    <a:pt x="204" y="552"/>
                  </a:lnTo>
                  <a:lnTo>
                    <a:pt x="202" y="548"/>
                  </a:lnTo>
                  <a:lnTo>
                    <a:pt x="201" y="543"/>
                  </a:lnTo>
                  <a:lnTo>
                    <a:pt x="200" y="539"/>
                  </a:lnTo>
                  <a:lnTo>
                    <a:pt x="198" y="533"/>
                  </a:lnTo>
                  <a:lnTo>
                    <a:pt x="197" y="527"/>
                  </a:lnTo>
                  <a:lnTo>
                    <a:pt x="199" y="523"/>
                  </a:lnTo>
                  <a:lnTo>
                    <a:pt x="205" y="522"/>
                  </a:lnTo>
                  <a:lnTo>
                    <a:pt x="213" y="523"/>
                  </a:lnTo>
                  <a:lnTo>
                    <a:pt x="218" y="523"/>
                  </a:lnTo>
                  <a:lnTo>
                    <a:pt x="221" y="521"/>
                  </a:lnTo>
                  <a:lnTo>
                    <a:pt x="223" y="516"/>
                  </a:lnTo>
                  <a:lnTo>
                    <a:pt x="225" y="511"/>
                  </a:lnTo>
                  <a:lnTo>
                    <a:pt x="229" y="509"/>
                  </a:lnTo>
                  <a:lnTo>
                    <a:pt x="234" y="510"/>
                  </a:lnTo>
                  <a:lnTo>
                    <a:pt x="239" y="510"/>
                  </a:lnTo>
                  <a:lnTo>
                    <a:pt x="244" y="509"/>
                  </a:lnTo>
                  <a:lnTo>
                    <a:pt x="249" y="506"/>
                  </a:lnTo>
                  <a:lnTo>
                    <a:pt x="254" y="505"/>
                  </a:lnTo>
                  <a:lnTo>
                    <a:pt x="260" y="505"/>
                  </a:lnTo>
                  <a:lnTo>
                    <a:pt x="265" y="507"/>
                  </a:lnTo>
                  <a:lnTo>
                    <a:pt x="271" y="509"/>
                  </a:lnTo>
                  <a:lnTo>
                    <a:pt x="276" y="510"/>
                  </a:lnTo>
                  <a:lnTo>
                    <a:pt x="281" y="513"/>
                  </a:lnTo>
                  <a:lnTo>
                    <a:pt x="284" y="518"/>
                  </a:lnTo>
                  <a:lnTo>
                    <a:pt x="284" y="525"/>
                  </a:lnTo>
                  <a:lnTo>
                    <a:pt x="285" y="530"/>
                  </a:lnTo>
                  <a:lnTo>
                    <a:pt x="288" y="533"/>
                  </a:lnTo>
                  <a:lnTo>
                    <a:pt x="295" y="534"/>
                  </a:lnTo>
                  <a:lnTo>
                    <a:pt x="304" y="534"/>
                  </a:lnTo>
                  <a:lnTo>
                    <a:pt x="310" y="537"/>
                  </a:lnTo>
                  <a:lnTo>
                    <a:pt x="312" y="542"/>
                  </a:lnTo>
                  <a:lnTo>
                    <a:pt x="311" y="547"/>
                  </a:lnTo>
                  <a:lnTo>
                    <a:pt x="309" y="552"/>
                  </a:lnTo>
                  <a:close/>
                </a:path>
              </a:pathLst>
            </a:custGeom>
            <a:solidFill>
              <a:srgbClr val="59A3CD">
                <a:alpha val="32000"/>
              </a:srgbClr>
            </a:solidFill>
            <a:ln>
              <a:noFill/>
            </a:ln>
          </p:spPr>
          <p:txBody>
            <a:bodyPr anchor="ctr"/>
            <a:lstStyle/>
            <a:p>
              <a:pPr algn="ctr">
                <a:buNone/>
              </a:pPr>
            </a:p>
          </p:txBody>
        </p:sp>
        <p:sp>
          <p:nvSpPr>
            <p:cNvPr id="727" name="addition:spatial:109"/>
            <p:cNvSpPr>
              <a:spLocks noGrp="1"/>
            </p:cNvSpPr>
            <p:nvPr/>
          </p:nvSpPr>
          <p:spPr>
            <a:xfrm>
              <a:off x="5648325" y="1666875"/>
              <a:ext cx="462732" cy="962543"/>
            </a:xfrm>
            <a:custGeom>
              <a:avLst/>
              <a:gdLst/>
              <a:ahLst/>
              <a:cxnLst/>
              <a:rect l="l" t="t" r="r" b="b"/>
              <a:pathLst>
                <a:path w="349" h="569">
                  <a:moveTo>
                    <a:pt x="0" y="0"/>
                  </a:moveTo>
                  <a:moveTo>
                    <a:pt x="345" y="517"/>
                  </a:moveTo>
                  <a:lnTo>
                    <a:pt x="348" y="521"/>
                  </a:lnTo>
                  <a:lnTo>
                    <a:pt x="349" y="526"/>
                  </a:lnTo>
                  <a:lnTo>
                    <a:pt x="348" y="530"/>
                  </a:lnTo>
                  <a:lnTo>
                    <a:pt x="346" y="534"/>
                  </a:lnTo>
                  <a:lnTo>
                    <a:pt x="344" y="539"/>
                  </a:lnTo>
                  <a:lnTo>
                    <a:pt x="343" y="543"/>
                  </a:lnTo>
                  <a:lnTo>
                    <a:pt x="339" y="546"/>
                  </a:lnTo>
                  <a:lnTo>
                    <a:pt x="333" y="547"/>
                  </a:lnTo>
                  <a:lnTo>
                    <a:pt x="326" y="546"/>
                  </a:lnTo>
                  <a:lnTo>
                    <a:pt x="321" y="547"/>
                  </a:lnTo>
                  <a:lnTo>
                    <a:pt x="319" y="550"/>
                  </a:lnTo>
                  <a:lnTo>
                    <a:pt x="318" y="557"/>
                  </a:lnTo>
                  <a:lnTo>
                    <a:pt x="316" y="564"/>
                  </a:lnTo>
                  <a:lnTo>
                    <a:pt x="311" y="568"/>
                  </a:lnTo>
                  <a:lnTo>
                    <a:pt x="305" y="569"/>
                  </a:lnTo>
                  <a:lnTo>
                    <a:pt x="299" y="567"/>
                  </a:lnTo>
                  <a:lnTo>
                    <a:pt x="294" y="567"/>
                  </a:lnTo>
                  <a:lnTo>
                    <a:pt x="288" y="566"/>
                  </a:lnTo>
                  <a:lnTo>
                    <a:pt x="283" y="565"/>
                  </a:lnTo>
                  <a:lnTo>
                    <a:pt x="279" y="562"/>
                  </a:lnTo>
                  <a:lnTo>
                    <a:pt x="275" y="559"/>
                  </a:lnTo>
                  <a:lnTo>
                    <a:pt x="271" y="557"/>
                  </a:lnTo>
                  <a:lnTo>
                    <a:pt x="266" y="557"/>
                  </a:lnTo>
                  <a:lnTo>
                    <a:pt x="261" y="557"/>
                  </a:lnTo>
                  <a:lnTo>
                    <a:pt x="257" y="554"/>
                  </a:lnTo>
                  <a:lnTo>
                    <a:pt x="256" y="550"/>
                  </a:lnTo>
                  <a:lnTo>
                    <a:pt x="255" y="545"/>
                  </a:lnTo>
                  <a:lnTo>
                    <a:pt x="252" y="543"/>
                  </a:lnTo>
                  <a:lnTo>
                    <a:pt x="246" y="542"/>
                  </a:lnTo>
                  <a:lnTo>
                    <a:pt x="240" y="540"/>
                  </a:lnTo>
                  <a:lnTo>
                    <a:pt x="236" y="537"/>
                  </a:lnTo>
                  <a:lnTo>
                    <a:pt x="237" y="531"/>
                  </a:lnTo>
                  <a:lnTo>
                    <a:pt x="241" y="526"/>
                  </a:lnTo>
                  <a:lnTo>
                    <a:pt x="246" y="521"/>
                  </a:lnTo>
                  <a:lnTo>
                    <a:pt x="248" y="517"/>
                  </a:lnTo>
                  <a:lnTo>
                    <a:pt x="250" y="513"/>
                  </a:lnTo>
                  <a:lnTo>
                    <a:pt x="251" y="509"/>
                  </a:lnTo>
                  <a:lnTo>
                    <a:pt x="253" y="506"/>
                  </a:lnTo>
                  <a:lnTo>
                    <a:pt x="254" y="502"/>
                  </a:lnTo>
                  <a:lnTo>
                    <a:pt x="252" y="497"/>
                  </a:lnTo>
                  <a:lnTo>
                    <a:pt x="251" y="491"/>
                  </a:lnTo>
                  <a:lnTo>
                    <a:pt x="251" y="485"/>
                  </a:lnTo>
                  <a:lnTo>
                    <a:pt x="255" y="482"/>
                  </a:lnTo>
                  <a:lnTo>
                    <a:pt x="260" y="481"/>
                  </a:lnTo>
                  <a:lnTo>
                    <a:pt x="265" y="481"/>
                  </a:lnTo>
                  <a:lnTo>
                    <a:pt x="268" y="478"/>
                  </a:lnTo>
                  <a:lnTo>
                    <a:pt x="270" y="473"/>
                  </a:lnTo>
                  <a:lnTo>
                    <a:pt x="273" y="470"/>
                  </a:lnTo>
                  <a:lnTo>
                    <a:pt x="277" y="469"/>
                  </a:lnTo>
                  <a:lnTo>
                    <a:pt x="282" y="472"/>
                  </a:lnTo>
                  <a:lnTo>
                    <a:pt x="286" y="475"/>
                  </a:lnTo>
                  <a:lnTo>
                    <a:pt x="289" y="476"/>
                  </a:lnTo>
                  <a:lnTo>
                    <a:pt x="293" y="474"/>
                  </a:lnTo>
                  <a:lnTo>
                    <a:pt x="296" y="472"/>
                  </a:lnTo>
                  <a:lnTo>
                    <a:pt x="301" y="471"/>
                  </a:lnTo>
                  <a:lnTo>
                    <a:pt x="305" y="471"/>
                  </a:lnTo>
                  <a:lnTo>
                    <a:pt x="310" y="471"/>
                  </a:lnTo>
                  <a:lnTo>
                    <a:pt x="316" y="470"/>
                  </a:lnTo>
                  <a:lnTo>
                    <a:pt x="321" y="470"/>
                  </a:lnTo>
                  <a:lnTo>
                    <a:pt x="325" y="475"/>
                  </a:lnTo>
                  <a:lnTo>
                    <a:pt x="325" y="482"/>
                  </a:lnTo>
                  <a:lnTo>
                    <a:pt x="324" y="489"/>
                  </a:lnTo>
                  <a:lnTo>
                    <a:pt x="324" y="493"/>
                  </a:lnTo>
                  <a:lnTo>
                    <a:pt x="329" y="495"/>
                  </a:lnTo>
                  <a:lnTo>
                    <a:pt x="335" y="497"/>
                  </a:lnTo>
                  <a:lnTo>
                    <a:pt x="339" y="500"/>
                  </a:lnTo>
                  <a:lnTo>
                    <a:pt x="341" y="504"/>
                  </a:lnTo>
                  <a:lnTo>
                    <a:pt x="341" y="509"/>
                  </a:lnTo>
                  <a:lnTo>
                    <a:pt x="342" y="513"/>
                  </a:lnTo>
                  <a:close/>
                </a:path>
              </a:pathLst>
            </a:custGeom>
            <a:solidFill>
              <a:srgbClr val="59A3CD">
                <a:alpha val="32000"/>
              </a:srgbClr>
            </a:solidFill>
            <a:ln>
              <a:noFill/>
            </a:ln>
          </p:spPr>
          <p:txBody>
            <a:bodyPr anchor="ctr"/>
            <a:lstStyle/>
            <a:p>
              <a:pPr algn="ctr">
                <a:buNone/>
              </a:pPr>
            </a:p>
          </p:txBody>
        </p:sp>
        <p:sp>
          <p:nvSpPr>
            <p:cNvPr id="728" name="addition:spatial:110"/>
            <p:cNvSpPr>
              <a:spLocks noGrp="1"/>
            </p:cNvSpPr>
            <p:nvPr/>
          </p:nvSpPr>
          <p:spPr>
            <a:xfrm>
              <a:off x="5648325" y="1666875"/>
              <a:ext cx="542285" cy="992993"/>
            </a:xfrm>
            <a:custGeom>
              <a:avLst/>
              <a:gdLst/>
              <a:ahLst/>
              <a:cxnLst/>
              <a:rect l="l" t="t" r="r" b="b"/>
              <a:pathLst>
                <a:path w="409" h="587">
                  <a:moveTo>
                    <a:pt x="0" y="0"/>
                  </a:moveTo>
                  <a:moveTo>
                    <a:pt x="404" y="528"/>
                  </a:moveTo>
                  <a:lnTo>
                    <a:pt x="399" y="532"/>
                  </a:lnTo>
                  <a:lnTo>
                    <a:pt x="397" y="537"/>
                  </a:lnTo>
                  <a:lnTo>
                    <a:pt x="396" y="541"/>
                  </a:lnTo>
                  <a:lnTo>
                    <a:pt x="395" y="546"/>
                  </a:lnTo>
                  <a:lnTo>
                    <a:pt x="392" y="550"/>
                  </a:lnTo>
                  <a:lnTo>
                    <a:pt x="388" y="553"/>
                  </a:lnTo>
                  <a:lnTo>
                    <a:pt x="384" y="556"/>
                  </a:lnTo>
                  <a:lnTo>
                    <a:pt x="381" y="560"/>
                  </a:lnTo>
                  <a:lnTo>
                    <a:pt x="379" y="564"/>
                  </a:lnTo>
                  <a:lnTo>
                    <a:pt x="375" y="568"/>
                  </a:lnTo>
                  <a:lnTo>
                    <a:pt x="370" y="570"/>
                  </a:lnTo>
                  <a:lnTo>
                    <a:pt x="366" y="573"/>
                  </a:lnTo>
                  <a:lnTo>
                    <a:pt x="362" y="577"/>
                  </a:lnTo>
                  <a:lnTo>
                    <a:pt x="359" y="583"/>
                  </a:lnTo>
                  <a:lnTo>
                    <a:pt x="354" y="587"/>
                  </a:lnTo>
                  <a:lnTo>
                    <a:pt x="348" y="587"/>
                  </a:lnTo>
                  <a:lnTo>
                    <a:pt x="343" y="581"/>
                  </a:lnTo>
                  <a:lnTo>
                    <a:pt x="338" y="574"/>
                  </a:lnTo>
                  <a:lnTo>
                    <a:pt x="335" y="570"/>
                  </a:lnTo>
                  <a:lnTo>
                    <a:pt x="331" y="571"/>
                  </a:lnTo>
                  <a:lnTo>
                    <a:pt x="327" y="573"/>
                  </a:lnTo>
                  <a:lnTo>
                    <a:pt x="322" y="574"/>
                  </a:lnTo>
                  <a:lnTo>
                    <a:pt x="318" y="574"/>
                  </a:lnTo>
                  <a:lnTo>
                    <a:pt x="315" y="572"/>
                  </a:lnTo>
                  <a:lnTo>
                    <a:pt x="311" y="570"/>
                  </a:lnTo>
                  <a:lnTo>
                    <a:pt x="306" y="568"/>
                  </a:lnTo>
                  <a:lnTo>
                    <a:pt x="303" y="565"/>
                  </a:lnTo>
                  <a:lnTo>
                    <a:pt x="302" y="560"/>
                  </a:lnTo>
                  <a:lnTo>
                    <a:pt x="303" y="554"/>
                  </a:lnTo>
                  <a:lnTo>
                    <a:pt x="303" y="550"/>
                  </a:lnTo>
                  <a:lnTo>
                    <a:pt x="300" y="546"/>
                  </a:lnTo>
                  <a:lnTo>
                    <a:pt x="297" y="542"/>
                  </a:lnTo>
                  <a:lnTo>
                    <a:pt x="295" y="538"/>
                  </a:lnTo>
                  <a:lnTo>
                    <a:pt x="298" y="532"/>
                  </a:lnTo>
                  <a:lnTo>
                    <a:pt x="302" y="528"/>
                  </a:lnTo>
                  <a:lnTo>
                    <a:pt x="305" y="524"/>
                  </a:lnTo>
                  <a:lnTo>
                    <a:pt x="304" y="520"/>
                  </a:lnTo>
                  <a:lnTo>
                    <a:pt x="299" y="515"/>
                  </a:lnTo>
                  <a:lnTo>
                    <a:pt x="295" y="508"/>
                  </a:lnTo>
                  <a:lnTo>
                    <a:pt x="294" y="503"/>
                  </a:lnTo>
                  <a:lnTo>
                    <a:pt x="296" y="498"/>
                  </a:lnTo>
                  <a:lnTo>
                    <a:pt x="299" y="494"/>
                  </a:lnTo>
                  <a:lnTo>
                    <a:pt x="302" y="491"/>
                  </a:lnTo>
                  <a:lnTo>
                    <a:pt x="306" y="488"/>
                  </a:lnTo>
                  <a:lnTo>
                    <a:pt x="311" y="487"/>
                  </a:lnTo>
                  <a:lnTo>
                    <a:pt x="316" y="488"/>
                  </a:lnTo>
                  <a:lnTo>
                    <a:pt x="321" y="489"/>
                  </a:lnTo>
                  <a:lnTo>
                    <a:pt x="324" y="487"/>
                  </a:lnTo>
                  <a:lnTo>
                    <a:pt x="326" y="482"/>
                  </a:lnTo>
                  <a:lnTo>
                    <a:pt x="329" y="476"/>
                  </a:lnTo>
                  <a:lnTo>
                    <a:pt x="333" y="474"/>
                  </a:lnTo>
                  <a:lnTo>
                    <a:pt x="338" y="475"/>
                  </a:lnTo>
                  <a:lnTo>
                    <a:pt x="343" y="478"/>
                  </a:lnTo>
                  <a:lnTo>
                    <a:pt x="348" y="478"/>
                  </a:lnTo>
                  <a:lnTo>
                    <a:pt x="353" y="476"/>
                  </a:lnTo>
                  <a:lnTo>
                    <a:pt x="359" y="474"/>
                  </a:lnTo>
                  <a:lnTo>
                    <a:pt x="365" y="475"/>
                  </a:lnTo>
                  <a:lnTo>
                    <a:pt x="370" y="478"/>
                  </a:lnTo>
                  <a:lnTo>
                    <a:pt x="373" y="484"/>
                  </a:lnTo>
                  <a:lnTo>
                    <a:pt x="376" y="489"/>
                  </a:lnTo>
                  <a:lnTo>
                    <a:pt x="379" y="492"/>
                  </a:lnTo>
                  <a:lnTo>
                    <a:pt x="382" y="496"/>
                  </a:lnTo>
                  <a:lnTo>
                    <a:pt x="384" y="501"/>
                  </a:lnTo>
                  <a:lnTo>
                    <a:pt x="385" y="505"/>
                  </a:lnTo>
                  <a:lnTo>
                    <a:pt x="389" y="508"/>
                  </a:lnTo>
                  <a:lnTo>
                    <a:pt x="396" y="510"/>
                  </a:lnTo>
                  <a:lnTo>
                    <a:pt x="404" y="513"/>
                  </a:lnTo>
                  <a:lnTo>
                    <a:pt x="409" y="517"/>
                  </a:lnTo>
                  <a:lnTo>
                    <a:pt x="409" y="523"/>
                  </a:lnTo>
                  <a:close/>
                </a:path>
              </a:pathLst>
            </a:custGeom>
            <a:solidFill>
              <a:srgbClr val="59A3CD">
                <a:alpha val="32000"/>
              </a:srgbClr>
            </a:solidFill>
            <a:ln>
              <a:noFill/>
            </a:ln>
          </p:spPr>
          <p:txBody>
            <a:bodyPr anchor="ctr"/>
            <a:lstStyle/>
            <a:p>
              <a:pPr algn="ctr">
                <a:buNone/>
              </a:pPr>
            </a:p>
          </p:txBody>
        </p:sp>
        <p:sp>
          <p:nvSpPr>
            <p:cNvPr id="729" name="addition:spatial:111"/>
            <p:cNvSpPr>
              <a:spLocks noGrp="1"/>
            </p:cNvSpPr>
            <p:nvPr/>
          </p:nvSpPr>
          <p:spPr>
            <a:xfrm>
              <a:off x="5648325" y="1666875"/>
              <a:ext cx="587365" cy="1069116"/>
            </a:xfrm>
            <a:custGeom>
              <a:avLst/>
              <a:gdLst/>
              <a:ahLst/>
              <a:cxnLst/>
              <a:rect l="l" t="t" r="r" b="b"/>
              <a:pathLst>
                <a:path w="443" h="632">
                  <a:moveTo>
                    <a:pt x="0" y="0"/>
                  </a:moveTo>
                  <a:moveTo>
                    <a:pt x="435" y="571"/>
                  </a:moveTo>
                  <a:lnTo>
                    <a:pt x="436" y="576"/>
                  </a:lnTo>
                  <a:lnTo>
                    <a:pt x="435" y="581"/>
                  </a:lnTo>
                  <a:lnTo>
                    <a:pt x="435" y="586"/>
                  </a:lnTo>
                  <a:lnTo>
                    <a:pt x="437" y="591"/>
                  </a:lnTo>
                  <a:lnTo>
                    <a:pt x="441" y="598"/>
                  </a:lnTo>
                  <a:lnTo>
                    <a:pt x="443" y="605"/>
                  </a:lnTo>
                  <a:lnTo>
                    <a:pt x="440" y="610"/>
                  </a:lnTo>
                  <a:lnTo>
                    <a:pt x="432" y="611"/>
                  </a:lnTo>
                  <a:lnTo>
                    <a:pt x="424" y="609"/>
                  </a:lnTo>
                  <a:lnTo>
                    <a:pt x="418" y="609"/>
                  </a:lnTo>
                  <a:lnTo>
                    <a:pt x="415" y="612"/>
                  </a:lnTo>
                  <a:lnTo>
                    <a:pt x="413" y="616"/>
                  </a:lnTo>
                  <a:lnTo>
                    <a:pt x="410" y="620"/>
                  </a:lnTo>
                  <a:lnTo>
                    <a:pt x="406" y="623"/>
                  </a:lnTo>
                  <a:lnTo>
                    <a:pt x="401" y="625"/>
                  </a:lnTo>
                  <a:lnTo>
                    <a:pt x="396" y="628"/>
                  </a:lnTo>
                  <a:lnTo>
                    <a:pt x="391" y="631"/>
                  </a:lnTo>
                  <a:lnTo>
                    <a:pt x="385" y="632"/>
                  </a:lnTo>
                  <a:lnTo>
                    <a:pt x="379" y="630"/>
                  </a:lnTo>
                  <a:lnTo>
                    <a:pt x="374" y="626"/>
                  </a:lnTo>
                  <a:lnTo>
                    <a:pt x="368" y="624"/>
                  </a:lnTo>
                  <a:lnTo>
                    <a:pt x="362" y="624"/>
                  </a:lnTo>
                  <a:lnTo>
                    <a:pt x="356" y="624"/>
                  </a:lnTo>
                  <a:lnTo>
                    <a:pt x="350" y="621"/>
                  </a:lnTo>
                  <a:lnTo>
                    <a:pt x="347" y="615"/>
                  </a:lnTo>
                  <a:lnTo>
                    <a:pt x="347" y="608"/>
                  </a:lnTo>
                  <a:lnTo>
                    <a:pt x="346" y="602"/>
                  </a:lnTo>
                  <a:lnTo>
                    <a:pt x="342" y="599"/>
                  </a:lnTo>
                  <a:lnTo>
                    <a:pt x="335" y="598"/>
                  </a:lnTo>
                  <a:lnTo>
                    <a:pt x="328" y="596"/>
                  </a:lnTo>
                  <a:lnTo>
                    <a:pt x="323" y="593"/>
                  </a:lnTo>
                  <a:lnTo>
                    <a:pt x="320" y="588"/>
                  </a:lnTo>
                  <a:lnTo>
                    <a:pt x="319" y="582"/>
                  </a:lnTo>
                  <a:lnTo>
                    <a:pt x="319" y="577"/>
                  </a:lnTo>
                  <a:lnTo>
                    <a:pt x="319" y="571"/>
                  </a:lnTo>
                  <a:lnTo>
                    <a:pt x="323" y="566"/>
                  </a:lnTo>
                  <a:lnTo>
                    <a:pt x="330" y="562"/>
                  </a:lnTo>
                  <a:lnTo>
                    <a:pt x="336" y="558"/>
                  </a:lnTo>
                  <a:lnTo>
                    <a:pt x="338" y="554"/>
                  </a:lnTo>
                  <a:lnTo>
                    <a:pt x="337" y="549"/>
                  </a:lnTo>
                  <a:lnTo>
                    <a:pt x="336" y="542"/>
                  </a:lnTo>
                  <a:lnTo>
                    <a:pt x="339" y="537"/>
                  </a:lnTo>
                  <a:lnTo>
                    <a:pt x="345" y="535"/>
                  </a:lnTo>
                  <a:lnTo>
                    <a:pt x="351" y="533"/>
                  </a:lnTo>
                  <a:lnTo>
                    <a:pt x="355" y="530"/>
                  </a:lnTo>
                  <a:lnTo>
                    <a:pt x="357" y="525"/>
                  </a:lnTo>
                  <a:lnTo>
                    <a:pt x="360" y="518"/>
                  </a:lnTo>
                  <a:lnTo>
                    <a:pt x="364" y="513"/>
                  </a:lnTo>
                  <a:lnTo>
                    <a:pt x="370" y="513"/>
                  </a:lnTo>
                  <a:lnTo>
                    <a:pt x="376" y="514"/>
                  </a:lnTo>
                  <a:lnTo>
                    <a:pt x="381" y="515"/>
                  </a:lnTo>
                  <a:lnTo>
                    <a:pt x="386" y="517"/>
                  </a:lnTo>
                  <a:lnTo>
                    <a:pt x="390" y="519"/>
                  </a:lnTo>
                  <a:lnTo>
                    <a:pt x="394" y="522"/>
                  </a:lnTo>
                  <a:lnTo>
                    <a:pt x="397" y="526"/>
                  </a:lnTo>
                  <a:lnTo>
                    <a:pt x="400" y="526"/>
                  </a:lnTo>
                  <a:lnTo>
                    <a:pt x="406" y="523"/>
                  </a:lnTo>
                  <a:lnTo>
                    <a:pt x="413" y="519"/>
                  </a:lnTo>
                  <a:lnTo>
                    <a:pt x="419" y="518"/>
                  </a:lnTo>
                  <a:lnTo>
                    <a:pt x="423" y="521"/>
                  </a:lnTo>
                  <a:lnTo>
                    <a:pt x="423" y="528"/>
                  </a:lnTo>
                  <a:lnTo>
                    <a:pt x="424" y="535"/>
                  </a:lnTo>
                  <a:lnTo>
                    <a:pt x="425" y="539"/>
                  </a:lnTo>
                  <a:lnTo>
                    <a:pt x="429" y="543"/>
                  </a:lnTo>
                  <a:lnTo>
                    <a:pt x="432" y="547"/>
                  </a:lnTo>
                  <a:lnTo>
                    <a:pt x="433" y="552"/>
                  </a:lnTo>
                  <a:lnTo>
                    <a:pt x="432" y="557"/>
                  </a:lnTo>
                  <a:lnTo>
                    <a:pt x="431" y="562"/>
                  </a:lnTo>
                  <a:lnTo>
                    <a:pt x="433" y="567"/>
                  </a:lnTo>
                  <a:close/>
                </a:path>
              </a:pathLst>
            </a:custGeom>
            <a:solidFill>
              <a:srgbClr val="59A3CD">
                <a:alpha val="32000"/>
              </a:srgbClr>
            </a:solidFill>
            <a:ln>
              <a:noFill/>
            </a:ln>
          </p:spPr>
          <p:txBody>
            <a:bodyPr anchor="ctr"/>
            <a:lstStyle/>
            <a:p>
              <a:pPr algn="ctr">
                <a:buNone/>
              </a:pPr>
            </a:p>
          </p:txBody>
        </p:sp>
        <p:sp>
          <p:nvSpPr>
            <p:cNvPr id="730" name="addition:spatial:112"/>
            <p:cNvSpPr>
              <a:spLocks noGrp="1"/>
            </p:cNvSpPr>
            <p:nvPr/>
          </p:nvSpPr>
          <p:spPr>
            <a:xfrm>
              <a:off x="5648325" y="1666875"/>
              <a:ext cx="563499" cy="1145240"/>
            </a:xfrm>
            <a:custGeom>
              <a:avLst/>
              <a:gdLst/>
              <a:ahLst/>
              <a:cxnLst/>
              <a:rect l="l" t="t" r="r" b="b"/>
              <a:pathLst>
                <a:path w="425" h="677">
                  <a:moveTo>
                    <a:pt x="0" y="0"/>
                  </a:moveTo>
                  <a:moveTo>
                    <a:pt x="422" y="619"/>
                  </a:moveTo>
                  <a:lnTo>
                    <a:pt x="417" y="624"/>
                  </a:lnTo>
                  <a:lnTo>
                    <a:pt x="409" y="628"/>
                  </a:lnTo>
                  <a:lnTo>
                    <a:pt x="401" y="632"/>
                  </a:lnTo>
                  <a:lnTo>
                    <a:pt x="398" y="635"/>
                  </a:lnTo>
                  <a:lnTo>
                    <a:pt x="399" y="641"/>
                  </a:lnTo>
                  <a:lnTo>
                    <a:pt x="402" y="648"/>
                  </a:lnTo>
                  <a:lnTo>
                    <a:pt x="403" y="656"/>
                  </a:lnTo>
                  <a:lnTo>
                    <a:pt x="399" y="660"/>
                  </a:lnTo>
                  <a:lnTo>
                    <a:pt x="391" y="662"/>
                  </a:lnTo>
                  <a:lnTo>
                    <a:pt x="384" y="663"/>
                  </a:lnTo>
                  <a:lnTo>
                    <a:pt x="380" y="667"/>
                  </a:lnTo>
                  <a:lnTo>
                    <a:pt x="376" y="672"/>
                  </a:lnTo>
                  <a:lnTo>
                    <a:pt x="372" y="676"/>
                  </a:lnTo>
                  <a:lnTo>
                    <a:pt x="365" y="677"/>
                  </a:lnTo>
                  <a:lnTo>
                    <a:pt x="359" y="675"/>
                  </a:lnTo>
                  <a:lnTo>
                    <a:pt x="353" y="674"/>
                  </a:lnTo>
                  <a:lnTo>
                    <a:pt x="348" y="673"/>
                  </a:lnTo>
                  <a:lnTo>
                    <a:pt x="343" y="673"/>
                  </a:lnTo>
                  <a:lnTo>
                    <a:pt x="339" y="671"/>
                  </a:lnTo>
                  <a:lnTo>
                    <a:pt x="335" y="668"/>
                  </a:lnTo>
                  <a:lnTo>
                    <a:pt x="331" y="667"/>
                  </a:lnTo>
                  <a:lnTo>
                    <a:pt x="325" y="669"/>
                  </a:lnTo>
                  <a:lnTo>
                    <a:pt x="316" y="673"/>
                  </a:lnTo>
                  <a:lnTo>
                    <a:pt x="307" y="675"/>
                  </a:lnTo>
                  <a:lnTo>
                    <a:pt x="301" y="672"/>
                  </a:lnTo>
                  <a:lnTo>
                    <a:pt x="300" y="665"/>
                  </a:lnTo>
                  <a:lnTo>
                    <a:pt x="301" y="657"/>
                  </a:lnTo>
                  <a:lnTo>
                    <a:pt x="301" y="650"/>
                  </a:lnTo>
                  <a:lnTo>
                    <a:pt x="299" y="646"/>
                  </a:lnTo>
                  <a:lnTo>
                    <a:pt x="295" y="642"/>
                  </a:lnTo>
                  <a:lnTo>
                    <a:pt x="291" y="638"/>
                  </a:lnTo>
                  <a:lnTo>
                    <a:pt x="290" y="633"/>
                  </a:lnTo>
                  <a:lnTo>
                    <a:pt x="289" y="628"/>
                  </a:lnTo>
                  <a:lnTo>
                    <a:pt x="285" y="624"/>
                  </a:lnTo>
                  <a:lnTo>
                    <a:pt x="280" y="619"/>
                  </a:lnTo>
                  <a:lnTo>
                    <a:pt x="278" y="614"/>
                  </a:lnTo>
                  <a:lnTo>
                    <a:pt x="278" y="609"/>
                  </a:lnTo>
                  <a:lnTo>
                    <a:pt x="281" y="604"/>
                  </a:lnTo>
                  <a:lnTo>
                    <a:pt x="282" y="599"/>
                  </a:lnTo>
                  <a:lnTo>
                    <a:pt x="280" y="593"/>
                  </a:lnTo>
                  <a:lnTo>
                    <a:pt x="278" y="586"/>
                  </a:lnTo>
                  <a:lnTo>
                    <a:pt x="280" y="581"/>
                  </a:lnTo>
                  <a:lnTo>
                    <a:pt x="288" y="579"/>
                  </a:lnTo>
                  <a:lnTo>
                    <a:pt x="298" y="580"/>
                  </a:lnTo>
                  <a:lnTo>
                    <a:pt x="306" y="581"/>
                  </a:lnTo>
                  <a:lnTo>
                    <a:pt x="311" y="580"/>
                  </a:lnTo>
                  <a:lnTo>
                    <a:pt x="314" y="575"/>
                  </a:lnTo>
                  <a:lnTo>
                    <a:pt x="317" y="569"/>
                  </a:lnTo>
                  <a:lnTo>
                    <a:pt x="322" y="564"/>
                  </a:lnTo>
                  <a:lnTo>
                    <a:pt x="328" y="561"/>
                  </a:lnTo>
                  <a:lnTo>
                    <a:pt x="335" y="559"/>
                  </a:lnTo>
                  <a:lnTo>
                    <a:pt x="342" y="556"/>
                  </a:lnTo>
                  <a:lnTo>
                    <a:pt x="350" y="555"/>
                  </a:lnTo>
                  <a:lnTo>
                    <a:pt x="357" y="557"/>
                  </a:lnTo>
                  <a:lnTo>
                    <a:pt x="364" y="563"/>
                  </a:lnTo>
                  <a:lnTo>
                    <a:pt x="369" y="568"/>
                  </a:lnTo>
                  <a:lnTo>
                    <a:pt x="375" y="571"/>
                  </a:lnTo>
                  <a:lnTo>
                    <a:pt x="382" y="570"/>
                  </a:lnTo>
                  <a:lnTo>
                    <a:pt x="390" y="570"/>
                  </a:lnTo>
                  <a:lnTo>
                    <a:pt x="395" y="574"/>
                  </a:lnTo>
                  <a:lnTo>
                    <a:pt x="397" y="580"/>
                  </a:lnTo>
                  <a:lnTo>
                    <a:pt x="398" y="586"/>
                  </a:lnTo>
                  <a:lnTo>
                    <a:pt x="402" y="589"/>
                  </a:lnTo>
                  <a:lnTo>
                    <a:pt x="408" y="591"/>
                  </a:lnTo>
                  <a:lnTo>
                    <a:pt x="417" y="593"/>
                  </a:lnTo>
                  <a:lnTo>
                    <a:pt x="423" y="597"/>
                  </a:lnTo>
                  <a:lnTo>
                    <a:pt x="425" y="602"/>
                  </a:lnTo>
                  <a:lnTo>
                    <a:pt x="425" y="608"/>
                  </a:lnTo>
                  <a:lnTo>
                    <a:pt x="424" y="613"/>
                  </a:lnTo>
                  <a:close/>
                </a:path>
              </a:pathLst>
            </a:custGeom>
            <a:solidFill>
              <a:srgbClr val="59A3CD">
                <a:alpha val="32000"/>
              </a:srgbClr>
            </a:solidFill>
            <a:ln>
              <a:noFill/>
            </a:ln>
          </p:spPr>
          <p:txBody>
            <a:bodyPr anchor="ctr"/>
            <a:lstStyle/>
            <a:p>
              <a:pPr algn="ctr">
                <a:buNone/>
              </a:pPr>
            </a:p>
          </p:txBody>
        </p:sp>
        <p:sp>
          <p:nvSpPr>
            <p:cNvPr id="731" name="addition:spatial:113"/>
            <p:cNvSpPr>
              <a:spLocks noGrp="1"/>
            </p:cNvSpPr>
            <p:nvPr/>
          </p:nvSpPr>
          <p:spPr>
            <a:xfrm>
              <a:off x="5648325" y="1666875"/>
              <a:ext cx="465384" cy="1155390"/>
            </a:xfrm>
            <a:custGeom>
              <a:avLst/>
              <a:gdLst/>
              <a:ahLst/>
              <a:cxnLst/>
              <a:rect l="l" t="t" r="r" b="b"/>
              <a:pathLst>
                <a:path w="351" h="683">
                  <a:moveTo>
                    <a:pt x="0" y="0"/>
                  </a:moveTo>
                  <a:moveTo>
                    <a:pt x="351" y="624"/>
                  </a:moveTo>
                  <a:lnTo>
                    <a:pt x="350" y="630"/>
                  </a:lnTo>
                  <a:lnTo>
                    <a:pt x="345" y="635"/>
                  </a:lnTo>
                  <a:lnTo>
                    <a:pt x="339" y="639"/>
                  </a:lnTo>
                  <a:lnTo>
                    <a:pt x="334" y="643"/>
                  </a:lnTo>
                  <a:lnTo>
                    <a:pt x="331" y="647"/>
                  </a:lnTo>
                  <a:lnTo>
                    <a:pt x="328" y="651"/>
                  </a:lnTo>
                  <a:lnTo>
                    <a:pt x="323" y="654"/>
                  </a:lnTo>
                  <a:lnTo>
                    <a:pt x="320" y="657"/>
                  </a:lnTo>
                  <a:lnTo>
                    <a:pt x="318" y="663"/>
                  </a:lnTo>
                  <a:lnTo>
                    <a:pt x="317" y="670"/>
                  </a:lnTo>
                  <a:lnTo>
                    <a:pt x="316" y="679"/>
                  </a:lnTo>
                  <a:lnTo>
                    <a:pt x="311" y="683"/>
                  </a:lnTo>
                  <a:lnTo>
                    <a:pt x="304" y="683"/>
                  </a:lnTo>
                  <a:lnTo>
                    <a:pt x="296" y="678"/>
                  </a:lnTo>
                  <a:lnTo>
                    <a:pt x="290" y="675"/>
                  </a:lnTo>
                  <a:lnTo>
                    <a:pt x="285" y="675"/>
                  </a:lnTo>
                  <a:lnTo>
                    <a:pt x="281" y="677"/>
                  </a:lnTo>
                  <a:lnTo>
                    <a:pt x="277" y="679"/>
                  </a:lnTo>
                  <a:lnTo>
                    <a:pt x="272" y="678"/>
                  </a:lnTo>
                  <a:lnTo>
                    <a:pt x="268" y="676"/>
                  </a:lnTo>
                  <a:lnTo>
                    <a:pt x="264" y="674"/>
                  </a:lnTo>
                  <a:lnTo>
                    <a:pt x="260" y="674"/>
                  </a:lnTo>
                  <a:lnTo>
                    <a:pt x="255" y="674"/>
                  </a:lnTo>
                  <a:lnTo>
                    <a:pt x="250" y="672"/>
                  </a:lnTo>
                  <a:lnTo>
                    <a:pt x="247" y="669"/>
                  </a:lnTo>
                  <a:lnTo>
                    <a:pt x="244" y="665"/>
                  </a:lnTo>
                  <a:lnTo>
                    <a:pt x="239" y="663"/>
                  </a:lnTo>
                  <a:lnTo>
                    <a:pt x="233" y="661"/>
                  </a:lnTo>
                  <a:lnTo>
                    <a:pt x="229" y="657"/>
                  </a:lnTo>
                  <a:lnTo>
                    <a:pt x="230" y="651"/>
                  </a:lnTo>
                  <a:lnTo>
                    <a:pt x="234" y="643"/>
                  </a:lnTo>
                  <a:lnTo>
                    <a:pt x="239" y="637"/>
                  </a:lnTo>
                  <a:lnTo>
                    <a:pt x="240" y="632"/>
                  </a:lnTo>
                  <a:lnTo>
                    <a:pt x="235" y="629"/>
                  </a:lnTo>
                  <a:lnTo>
                    <a:pt x="229" y="624"/>
                  </a:lnTo>
                  <a:lnTo>
                    <a:pt x="224" y="619"/>
                  </a:lnTo>
                  <a:lnTo>
                    <a:pt x="223" y="614"/>
                  </a:lnTo>
                  <a:lnTo>
                    <a:pt x="223" y="609"/>
                  </a:lnTo>
                  <a:lnTo>
                    <a:pt x="223" y="603"/>
                  </a:lnTo>
                  <a:lnTo>
                    <a:pt x="223" y="598"/>
                  </a:lnTo>
                  <a:lnTo>
                    <a:pt x="226" y="593"/>
                  </a:lnTo>
                  <a:lnTo>
                    <a:pt x="231" y="591"/>
                  </a:lnTo>
                  <a:lnTo>
                    <a:pt x="237" y="589"/>
                  </a:lnTo>
                  <a:lnTo>
                    <a:pt x="241" y="587"/>
                  </a:lnTo>
                  <a:lnTo>
                    <a:pt x="243" y="582"/>
                  </a:lnTo>
                  <a:lnTo>
                    <a:pt x="245" y="577"/>
                  </a:lnTo>
                  <a:lnTo>
                    <a:pt x="249" y="574"/>
                  </a:lnTo>
                  <a:lnTo>
                    <a:pt x="255" y="575"/>
                  </a:lnTo>
                  <a:lnTo>
                    <a:pt x="262" y="578"/>
                  </a:lnTo>
                  <a:lnTo>
                    <a:pt x="267" y="578"/>
                  </a:lnTo>
                  <a:lnTo>
                    <a:pt x="271" y="573"/>
                  </a:lnTo>
                  <a:lnTo>
                    <a:pt x="276" y="567"/>
                  </a:lnTo>
                  <a:lnTo>
                    <a:pt x="282" y="562"/>
                  </a:lnTo>
                  <a:lnTo>
                    <a:pt x="289" y="561"/>
                  </a:lnTo>
                  <a:lnTo>
                    <a:pt x="295" y="564"/>
                  </a:lnTo>
                  <a:lnTo>
                    <a:pt x="301" y="568"/>
                  </a:lnTo>
                  <a:lnTo>
                    <a:pt x="307" y="571"/>
                  </a:lnTo>
                  <a:lnTo>
                    <a:pt x="311" y="575"/>
                  </a:lnTo>
                  <a:lnTo>
                    <a:pt x="315" y="581"/>
                  </a:lnTo>
                  <a:lnTo>
                    <a:pt x="317" y="587"/>
                  </a:lnTo>
                  <a:lnTo>
                    <a:pt x="320" y="591"/>
                  </a:lnTo>
                  <a:lnTo>
                    <a:pt x="326" y="592"/>
                  </a:lnTo>
                  <a:lnTo>
                    <a:pt x="334" y="592"/>
                  </a:lnTo>
                  <a:lnTo>
                    <a:pt x="342" y="594"/>
                  </a:lnTo>
                  <a:lnTo>
                    <a:pt x="345" y="598"/>
                  </a:lnTo>
                  <a:lnTo>
                    <a:pt x="345" y="604"/>
                  </a:lnTo>
                  <a:lnTo>
                    <a:pt x="343" y="610"/>
                  </a:lnTo>
                  <a:lnTo>
                    <a:pt x="344" y="615"/>
                  </a:lnTo>
                  <a:lnTo>
                    <a:pt x="348" y="619"/>
                  </a:lnTo>
                  <a:close/>
                </a:path>
              </a:pathLst>
            </a:custGeom>
            <a:solidFill>
              <a:srgbClr val="59A3CD">
                <a:alpha val="32000"/>
              </a:srgbClr>
            </a:solidFill>
            <a:ln>
              <a:noFill/>
            </a:ln>
          </p:spPr>
          <p:txBody>
            <a:bodyPr anchor="ctr"/>
            <a:lstStyle/>
            <a:p>
              <a:pPr algn="ctr">
                <a:buNone/>
              </a:pPr>
            </a:p>
          </p:txBody>
        </p:sp>
        <p:sp>
          <p:nvSpPr>
            <p:cNvPr id="732" name="addition:spatial:114"/>
            <p:cNvSpPr>
              <a:spLocks noGrp="1"/>
            </p:cNvSpPr>
            <p:nvPr/>
          </p:nvSpPr>
          <p:spPr>
            <a:xfrm>
              <a:off x="5648325" y="1666875"/>
              <a:ext cx="365943" cy="1113099"/>
            </a:xfrm>
            <a:custGeom>
              <a:avLst/>
              <a:gdLst/>
              <a:ahLst/>
              <a:cxnLst/>
              <a:rect l="l" t="t" r="r" b="b"/>
              <a:pathLst>
                <a:path w="276" h="658">
                  <a:moveTo>
                    <a:pt x="0" y="0"/>
                  </a:moveTo>
                  <a:moveTo>
                    <a:pt x="275" y="604"/>
                  </a:moveTo>
                  <a:lnTo>
                    <a:pt x="274" y="608"/>
                  </a:lnTo>
                  <a:lnTo>
                    <a:pt x="271" y="612"/>
                  </a:lnTo>
                  <a:lnTo>
                    <a:pt x="269" y="615"/>
                  </a:lnTo>
                  <a:lnTo>
                    <a:pt x="271" y="620"/>
                  </a:lnTo>
                  <a:lnTo>
                    <a:pt x="275" y="626"/>
                  </a:lnTo>
                  <a:lnTo>
                    <a:pt x="276" y="632"/>
                  </a:lnTo>
                  <a:lnTo>
                    <a:pt x="275" y="636"/>
                  </a:lnTo>
                  <a:lnTo>
                    <a:pt x="270" y="638"/>
                  </a:lnTo>
                  <a:lnTo>
                    <a:pt x="266" y="640"/>
                  </a:lnTo>
                  <a:lnTo>
                    <a:pt x="262" y="641"/>
                  </a:lnTo>
                  <a:lnTo>
                    <a:pt x="258" y="642"/>
                  </a:lnTo>
                  <a:lnTo>
                    <a:pt x="254" y="642"/>
                  </a:lnTo>
                  <a:lnTo>
                    <a:pt x="250" y="642"/>
                  </a:lnTo>
                  <a:lnTo>
                    <a:pt x="247" y="642"/>
                  </a:lnTo>
                  <a:lnTo>
                    <a:pt x="244" y="646"/>
                  </a:lnTo>
                  <a:lnTo>
                    <a:pt x="241" y="652"/>
                  </a:lnTo>
                  <a:lnTo>
                    <a:pt x="237" y="657"/>
                  </a:lnTo>
                  <a:lnTo>
                    <a:pt x="232" y="658"/>
                  </a:lnTo>
                  <a:lnTo>
                    <a:pt x="227" y="655"/>
                  </a:lnTo>
                  <a:lnTo>
                    <a:pt x="223" y="651"/>
                  </a:lnTo>
                  <a:lnTo>
                    <a:pt x="219" y="648"/>
                  </a:lnTo>
                  <a:lnTo>
                    <a:pt x="213" y="648"/>
                  </a:lnTo>
                  <a:lnTo>
                    <a:pt x="208" y="648"/>
                  </a:lnTo>
                  <a:lnTo>
                    <a:pt x="203" y="646"/>
                  </a:lnTo>
                  <a:lnTo>
                    <a:pt x="201" y="641"/>
                  </a:lnTo>
                  <a:lnTo>
                    <a:pt x="199" y="636"/>
                  </a:lnTo>
                  <a:lnTo>
                    <a:pt x="197" y="632"/>
                  </a:lnTo>
                  <a:lnTo>
                    <a:pt x="193" y="630"/>
                  </a:lnTo>
                  <a:lnTo>
                    <a:pt x="190" y="627"/>
                  </a:lnTo>
                  <a:lnTo>
                    <a:pt x="187" y="623"/>
                  </a:lnTo>
                  <a:lnTo>
                    <a:pt x="185" y="620"/>
                  </a:lnTo>
                  <a:lnTo>
                    <a:pt x="182" y="617"/>
                  </a:lnTo>
                  <a:lnTo>
                    <a:pt x="176" y="613"/>
                  </a:lnTo>
                  <a:lnTo>
                    <a:pt x="172" y="609"/>
                  </a:lnTo>
                  <a:lnTo>
                    <a:pt x="170" y="604"/>
                  </a:lnTo>
                  <a:lnTo>
                    <a:pt x="175" y="599"/>
                  </a:lnTo>
                  <a:lnTo>
                    <a:pt x="182" y="596"/>
                  </a:lnTo>
                  <a:lnTo>
                    <a:pt x="188" y="593"/>
                  </a:lnTo>
                  <a:lnTo>
                    <a:pt x="190" y="590"/>
                  </a:lnTo>
                  <a:lnTo>
                    <a:pt x="190" y="585"/>
                  </a:lnTo>
                  <a:lnTo>
                    <a:pt x="191" y="580"/>
                  </a:lnTo>
                  <a:lnTo>
                    <a:pt x="193" y="577"/>
                  </a:lnTo>
                  <a:lnTo>
                    <a:pt x="197" y="574"/>
                  </a:lnTo>
                  <a:lnTo>
                    <a:pt x="200" y="571"/>
                  </a:lnTo>
                  <a:lnTo>
                    <a:pt x="203" y="567"/>
                  </a:lnTo>
                  <a:lnTo>
                    <a:pt x="206" y="562"/>
                  </a:lnTo>
                  <a:lnTo>
                    <a:pt x="210" y="560"/>
                  </a:lnTo>
                  <a:lnTo>
                    <a:pt x="215" y="559"/>
                  </a:lnTo>
                  <a:lnTo>
                    <a:pt x="219" y="558"/>
                  </a:lnTo>
                  <a:lnTo>
                    <a:pt x="223" y="556"/>
                  </a:lnTo>
                  <a:lnTo>
                    <a:pt x="228" y="553"/>
                  </a:lnTo>
                  <a:lnTo>
                    <a:pt x="232" y="552"/>
                  </a:lnTo>
                  <a:lnTo>
                    <a:pt x="236" y="554"/>
                  </a:lnTo>
                  <a:lnTo>
                    <a:pt x="240" y="560"/>
                  </a:lnTo>
                  <a:lnTo>
                    <a:pt x="242" y="566"/>
                  </a:lnTo>
                  <a:lnTo>
                    <a:pt x="245" y="567"/>
                  </a:lnTo>
                  <a:lnTo>
                    <a:pt x="249" y="565"/>
                  </a:lnTo>
                  <a:lnTo>
                    <a:pt x="254" y="562"/>
                  </a:lnTo>
                  <a:lnTo>
                    <a:pt x="259" y="561"/>
                  </a:lnTo>
                  <a:lnTo>
                    <a:pt x="263" y="563"/>
                  </a:lnTo>
                  <a:lnTo>
                    <a:pt x="265" y="567"/>
                  </a:lnTo>
                  <a:lnTo>
                    <a:pt x="268" y="570"/>
                  </a:lnTo>
                  <a:lnTo>
                    <a:pt x="270" y="574"/>
                  </a:lnTo>
                  <a:lnTo>
                    <a:pt x="271" y="578"/>
                  </a:lnTo>
                  <a:lnTo>
                    <a:pt x="270" y="583"/>
                  </a:lnTo>
                  <a:lnTo>
                    <a:pt x="268" y="589"/>
                  </a:lnTo>
                  <a:lnTo>
                    <a:pt x="268" y="593"/>
                  </a:lnTo>
                  <a:lnTo>
                    <a:pt x="270" y="596"/>
                  </a:lnTo>
                  <a:lnTo>
                    <a:pt x="274" y="600"/>
                  </a:lnTo>
                  <a:close/>
                </a:path>
              </a:pathLst>
            </a:custGeom>
            <a:solidFill>
              <a:srgbClr val="59A3CD">
                <a:alpha val="32000"/>
              </a:srgbClr>
            </a:solidFill>
            <a:ln>
              <a:noFill/>
            </a:ln>
          </p:spPr>
          <p:txBody>
            <a:bodyPr anchor="ctr"/>
            <a:lstStyle/>
            <a:p>
              <a:pPr algn="ctr">
                <a:buNone/>
              </a:pPr>
            </a:p>
          </p:txBody>
        </p:sp>
        <p:sp>
          <p:nvSpPr>
            <p:cNvPr id="733" name="addition:spatial:115"/>
            <p:cNvSpPr>
              <a:spLocks noGrp="1"/>
            </p:cNvSpPr>
            <p:nvPr/>
          </p:nvSpPr>
          <p:spPr>
            <a:xfrm>
              <a:off x="5648325" y="1666875"/>
              <a:ext cx="513116" cy="1130016"/>
            </a:xfrm>
            <a:custGeom>
              <a:avLst/>
              <a:gdLst/>
              <a:ahLst/>
              <a:cxnLst/>
              <a:rect l="l" t="t" r="r" b="b"/>
              <a:pathLst>
                <a:path w="387" h="668">
                  <a:moveTo>
                    <a:pt x="0" y="0"/>
                  </a:moveTo>
                  <a:moveTo>
                    <a:pt x="376" y="596"/>
                  </a:moveTo>
                  <a:lnTo>
                    <a:pt x="383" y="602"/>
                  </a:lnTo>
                  <a:lnTo>
                    <a:pt x="387" y="608"/>
                  </a:lnTo>
                  <a:lnTo>
                    <a:pt x="384" y="613"/>
                  </a:lnTo>
                  <a:lnTo>
                    <a:pt x="379" y="617"/>
                  </a:lnTo>
                  <a:lnTo>
                    <a:pt x="376" y="622"/>
                  </a:lnTo>
                  <a:lnTo>
                    <a:pt x="376" y="628"/>
                  </a:lnTo>
                  <a:lnTo>
                    <a:pt x="377" y="635"/>
                  </a:lnTo>
                  <a:lnTo>
                    <a:pt x="376" y="641"/>
                  </a:lnTo>
                  <a:lnTo>
                    <a:pt x="370" y="644"/>
                  </a:lnTo>
                  <a:lnTo>
                    <a:pt x="363" y="644"/>
                  </a:lnTo>
                  <a:lnTo>
                    <a:pt x="356" y="645"/>
                  </a:lnTo>
                  <a:lnTo>
                    <a:pt x="351" y="646"/>
                  </a:lnTo>
                  <a:lnTo>
                    <a:pt x="346" y="648"/>
                  </a:lnTo>
                  <a:lnTo>
                    <a:pt x="340" y="648"/>
                  </a:lnTo>
                  <a:lnTo>
                    <a:pt x="335" y="648"/>
                  </a:lnTo>
                  <a:lnTo>
                    <a:pt x="329" y="651"/>
                  </a:lnTo>
                  <a:lnTo>
                    <a:pt x="324" y="656"/>
                  </a:lnTo>
                  <a:lnTo>
                    <a:pt x="316" y="664"/>
                  </a:lnTo>
                  <a:lnTo>
                    <a:pt x="308" y="668"/>
                  </a:lnTo>
                  <a:lnTo>
                    <a:pt x="300" y="666"/>
                  </a:lnTo>
                  <a:lnTo>
                    <a:pt x="294" y="659"/>
                  </a:lnTo>
                  <a:lnTo>
                    <a:pt x="290" y="650"/>
                  </a:lnTo>
                  <a:lnTo>
                    <a:pt x="285" y="646"/>
                  </a:lnTo>
                  <a:lnTo>
                    <a:pt x="278" y="644"/>
                  </a:lnTo>
                  <a:lnTo>
                    <a:pt x="271" y="643"/>
                  </a:lnTo>
                  <a:lnTo>
                    <a:pt x="265" y="639"/>
                  </a:lnTo>
                  <a:lnTo>
                    <a:pt x="261" y="634"/>
                  </a:lnTo>
                  <a:lnTo>
                    <a:pt x="258" y="629"/>
                  </a:lnTo>
                  <a:lnTo>
                    <a:pt x="253" y="626"/>
                  </a:lnTo>
                  <a:lnTo>
                    <a:pt x="247" y="622"/>
                  </a:lnTo>
                  <a:lnTo>
                    <a:pt x="242" y="618"/>
                  </a:lnTo>
                  <a:lnTo>
                    <a:pt x="240" y="612"/>
                  </a:lnTo>
                  <a:lnTo>
                    <a:pt x="239" y="607"/>
                  </a:lnTo>
                  <a:lnTo>
                    <a:pt x="236" y="602"/>
                  </a:lnTo>
                  <a:lnTo>
                    <a:pt x="232" y="596"/>
                  </a:lnTo>
                  <a:lnTo>
                    <a:pt x="229" y="590"/>
                  </a:lnTo>
                  <a:lnTo>
                    <a:pt x="232" y="584"/>
                  </a:lnTo>
                  <a:lnTo>
                    <a:pt x="241" y="579"/>
                  </a:lnTo>
                  <a:lnTo>
                    <a:pt x="253" y="577"/>
                  </a:lnTo>
                  <a:lnTo>
                    <a:pt x="261" y="574"/>
                  </a:lnTo>
                  <a:lnTo>
                    <a:pt x="264" y="570"/>
                  </a:lnTo>
                  <a:lnTo>
                    <a:pt x="263" y="563"/>
                  </a:lnTo>
                  <a:lnTo>
                    <a:pt x="263" y="556"/>
                  </a:lnTo>
                  <a:lnTo>
                    <a:pt x="267" y="550"/>
                  </a:lnTo>
                  <a:lnTo>
                    <a:pt x="272" y="546"/>
                  </a:lnTo>
                  <a:lnTo>
                    <a:pt x="278" y="542"/>
                  </a:lnTo>
                  <a:lnTo>
                    <a:pt x="283" y="537"/>
                  </a:lnTo>
                  <a:lnTo>
                    <a:pt x="290" y="534"/>
                  </a:lnTo>
                  <a:lnTo>
                    <a:pt x="297" y="534"/>
                  </a:lnTo>
                  <a:lnTo>
                    <a:pt x="305" y="536"/>
                  </a:lnTo>
                  <a:lnTo>
                    <a:pt x="312" y="538"/>
                  </a:lnTo>
                  <a:lnTo>
                    <a:pt x="317" y="537"/>
                  </a:lnTo>
                  <a:lnTo>
                    <a:pt x="323" y="535"/>
                  </a:lnTo>
                  <a:lnTo>
                    <a:pt x="329" y="533"/>
                  </a:lnTo>
                  <a:lnTo>
                    <a:pt x="334" y="537"/>
                  </a:lnTo>
                  <a:lnTo>
                    <a:pt x="338" y="543"/>
                  </a:lnTo>
                  <a:lnTo>
                    <a:pt x="341" y="548"/>
                  </a:lnTo>
                  <a:lnTo>
                    <a:pt x="345" y="549"/>
                  </a:lnTo>
                  <a:lnTo>
                    <a:pt x="353" y="546"/>
                  </a:lnTo>
                  <a:lnTo>
                    <a:pt x="362" y="544"/>
                  </a:lnTo>
                  <a:lnTo>
                    <a:pt x="369" y="545"/>
                  </a:lnTo>
                  <a:lnTo>
                    <a:pt x="373" y="550"/>
                  </a:lnTo>
                  <a:lnTo>
                    <a:pt x="374" y="556"/>
                  </a:lnTo>
                  <a:lnTo>
                    <a:pt x="375" y="562"/>
                  </a:lnTo>
                  <a:lnTo>
                    <a:pt x="376" y="568"/>
                  </a:lnTo>
                  <a:lnTo>
                    <a:pt x="375" y="575"/>
                  </a:lnTo>
                  <a:lnTo>
                    <a:pt x="372" y="581"/>
                  </a:lnTo>
                  <a:lnTo>
                    <a:pt x="369" y="587"/>
                  </a:lnTo>
                  <a:lnTo>
                    <a:pt x="370" y="591"/>
                  </a:lnTo>
                  <a:close/>
                </a:path>
              </a:pathLst>
            </a:custGeom>
            <a:solidFill>
              <a:srgbClr val="59A3CD">
                <a:alpha val="32000"/>
              </a:srgbClr>
            </a:solidFill>
            <a:ln>
              <a:noFill/>
            </a:ln>
          </p:spPr>
          <p:txBody>
            <a:bodyPr anchor="ctr"/>
            <a:lstStyle/>
            <a:p>
              <a:pPr algn="ctr">
                <a:buNone/>
              </a:pPr>
            </a:p>
          </p:txBody>
        </p:sp>
        <p:sp>
          <p:nvSpPr>
            <p:cNvPr id="734" name="addition:spatial:116"/>
            <p:cNvSpPr>
              <a:spLocks noGrp="1"/>
            </p:cNvSpPr>
            <p:nvPr/>
          </p:nvSpPr>
          <p:spPr>
            <a:xfrm>
              <a:off x="5648325" y="1666875"/>
              <a:ext cx="550240" cy="1180765"/>
            </a:xfrm>
            <a:custGeom>
              <a:avLst/>
              <a:gdLst/>
              <a:ahLst/>
              <a:cxnLst/>
              <a:rect l="l" t="t" r="r" b="b"/>
              <a:pathLst>
                <a:path w="415" h="698">
                  <a:moveTo>
                    <a:pt x="0" y="0"/>
                  </a:moveTo>
                  <a:moveTo>
                    <a:pt x="413" y="585"/>
                  </a:moveTo>
                  <a:lnTo>
                    <a:pt x="415" y="594"/>
                  </a:lnTo>
                  <a:lnTo>
                    <a:pt x="409" y="603"/>
                  </a:lnTo>
                  <a:lnTo>
                    <a:pt x="400" y="610"/>
                  </a:lnTo>
                  <a:lnTo>
                    <a:pt x="396" y="617"/>
                  </a:lnTo>
                  <a:lnTo>
                    <a:pt x="400" y="627"/>
                  </a:lnTo>
                  <a:lnTo>
                    <a:pt x="405" y="640"/>
                  </a:lnTo>
                  <a:lnTo>
                    <a:pt x="407" y="652"/>
                  </a:lnTo>
                  <a:lnTo>
                    <a:pt x="402" y="660"/>
                  </a:lnTo>
                  <a:lnTo>
                    <a:pt x="393" y="665"/>
                  </a:lnTo>
                  <a:lnTo>
                    <a:pt x="384" y="668"/>
                  </a:lnTo>
                  <a:lnTo>
                    <a:pt x="375" y="671"/>
                  </a:lnTo>
                  <a:lnTo>
                    <a:pt x="366" y="672"/>
                  </a:lnTo>
                  <a:lnTo>
                    <a:pt x="356" y="670"/>
                  </a:lnTo>
                  <a:lnTo>
                    <a:pt x="346" y="666"/>
                  </a:lnTo>
                  <a:lnTo>
                    <a:pt x="339" y="666"/>
                  </a:lnTo>
                  <a:lnTo>
                    <a:pt x="333" y="674"/>
                  </a:lnTo>
                  <a:lnTo>
                    <a:pt x="325" y="686"/>
                  </a:lnTo>
                  <a:lnTo>
                    <a:pt x="315" y="696"/>
                  </a:lnTo>
                  <a:lnTo>
                    <a:pt x="304" y="698"/>
                  </a:lnTo>
                  <a:lnTo>
                    <a:pt x="294" y="690"/>
                  </a:lnTo>
                  <a:lnTo>
                    <a:pt x="286" y="681"/>
                  </a:lnTo>
                  <a:lnTo>
                    <a:pt x="277" y="677"/>
                  </a:lnTo>
                  <a:lnTo>
                    <a:pt x="265" y="676"/>
                  </a:lnTo>
                  <a:lnTo>
                    <a:pt x="253" y="674"/>
                  </a:lnTo>
                  <a:lnTo>
                    <a:pt x="244" y="668"/>
                  </a:lnTo>
                  <a:lnTo>
                    <a:pt x="239" y="658"/>
                  </a:lnTo>
                  <a:lnTo>
                    <a:pt x="235" y="648"/>
                  </a:lnTo>
                  <a:lnTo>
                    <a:pt x="229" y="640"/>
                  </a:lnTo>
                  <a:lnTo>
                    <a:pt x="222" y="633"/>
                  </a:lnTo>
                  <a:lnTo>
                    <a:pt x="216" y="626"/>
                  </a:lnTo>
                  <a:lnTo>
                    <a:pt x="213" y="618"/>
                  </a:lnTo>
                  <a:lnTo>
                    <a:pt x="209" y="610"/>
                  </a:lnTo>
                  <a:lnTo>
                    <a:pt x="200" y="602"/>
                  </a:lnTo>
                  <a:lnTo>
                    <a:pt x="187" y="595"/>
                  </a:lnTo>
                  <a:lnTo>
                    <a:pt x="175" y="585"/>
                  </a:lnTo>
                  <a:lnTo>
                    <a:pt x="172" y="574"/>
                  </a:lnTo>
                  <a:lnTo>
                    <a:pt x="182" y="565"/>
                  </a:lnTo>
                  <a:lnTo>
                    <a:pt x="198" y="558"/>
                  </a:lnTo>
                  <a:lnTo>
                    <a:pt x="212" y="553"/>
                  </a:lnTo>
                  <a:lnTo>
                    <a:pt x="218" y="546"/>
                  </a:lnTo>
                  <a:lnTo>
                    <a:pt x="220" y="538"/>
                  </a:lnTo>
                  <a:lnTo>
                    <a:pt x="223" y="529"/>
                  </a:lnTo>
                  <a:lnTo>
                    <a:pt x="230" y="522"/>
                  </a:lnTo>
                  <a:lnTo>
                    <a:pt x="238" y="516"/>
                  </a:lnTo>
                  <a:lnTo>
                    <a:pt x="246" y="509"/>
                  </a:lnTo>
                  <a:lnTo>
                    <a:pt x="252" y="500"/>
                  </a:lnTo>
                  <a:lnTo>
                    <a:pt x="260" y="491"/>
                  </a:lnTo>
                  <a:lnTo>
                    <a:pt x="271" y="487"/>
                  </a:lnTo>
                  <a:lnTo>
                    <a:pt x="283" y="487"/>
                  </a:lnTo>
                  <a:lnTo>
                    <a:pt x="294" y="486"/>
                  </a:lnTo>
                  <a:lnTo>
                    <a:pt x="304" y="482"/>
                  </a:lnTo>
                  <a:lnTo>
                    <a:pt x="315" y="475"/>
                  </a:lnTo>
                  <a:lnTo>
                    <a:pt x="326" y="473"/>
                  </a:lnTo>
                  <a:lnTo>
                    <a:pt x="336" y="480"/>
                  </a:lnTo>
                  <a:lnTo>
                    <a:pt x="343" y="493"/>
                  </a:lnTo>
                  <a:lnTo>
                    <a:pt x="348" y="505"/>
                  </a:lnTo>
                  <a:lnTo>
                    <a:pt x="354" y="510"/>
                  </a:lnTo>
                  <a:lnTo>
                    <a:pt x="364" y="507"/>
                  </a:lnTo>
                  <a:lnTo>
                    <a:pt x="376" y="503"/>
                  </a:lnTo>
                  <a:lnTo>
                    <a:pt x="387" y="503"/>
                  </a:lnTo>
                  <a:lnTo>
                    <a:pt x="396" y="507"/>
                  </a:lnTo>
                  <a:lnTo>
                    <a:pt x="402" y="513"/>
                  </a:lnTo>
                  <a:lnTo>
                    <a:pt x="409" y="520"/>
                  </a:lnTo>
                  <a:lnTo>
                    <a:pt x="414" y="528"/>
                  </a:lnTo>
                  <a:lnTo>
                    <a:pt x="415" y="538"/>
                  </a:lnTo>
                  <a:lnTo>
                    <a:pt x="410" y="550"/>
                  </a:lnTo>
                  <a:lnTo>
                    <a:pt x="403" y="560"/>
                  </a:lnTo>
                  <a:lnTo>
                    <a:pt x="401" y="569"/>
                  </a:lnTo>
                  <a:lnTo>
                    <a:pt x="406" y="577"/>
                  </a:lnTo>
                  <a:close/>
                </a:path>
              </a:pathLst>
            </a:custGeom>
            <a:solidFill>
              <a:srgbClr val="0675B4">
                <a:alpha val="37000"/>
              </a:srgbClr>
            </a:solidFill>
            <a:ln>
              <a:noFill/>
            </a:ln>
          </p:spPr>
          <p:txBody>
            <a:bodyPr anchor="ctr"/>
            <a:lstStyle/>
            <a:p>
              <a:pPr algn="ctr">
                <a:buNone/>
              </a:pPr>
            </a:p>
          </p:txBody>
        </p:sp>
        <p:sp>
          <p:nvSpPr>
            <p:cNvPr id="735" name="addition:spatial:117"/>
            <p:cNvSpPr>
              <a:spLocks noGrp="1"/>
            </p:cNvSpPr>
            <p:nvPr/>
          </p:nvSpPr>
          <p:spPr>
            <a:xfrm>
              <a:off x="5648325" y="1666875"/>
              <a:ext cx="424282" cy="1028517"/>
            </a:xfrm>
            <a:custGeom>
              <a:avLst/>
              <a:gdLst/>
              <a:ahLst/>
              <a:cxnLst/>
              <a:rect l="l" t="t" r="r" b="b"/>
              <a:pathLst>
                <a:path w="320" h="608">
                  <a:moveTo>
                    <a:pt x="0" y="0"/>
                  </a:moveTo>
                  <a:moveTo>
                    <a:pt x="314" y="561"/>
                  </a:moveTo>
                  <a:lnTo>
                    <a:pt x="315" y="565"/>
                  </a:lnTo>
                  <a:lnTo>
                    <a:pt x="315" y="569"/>
                  </a:lnTo>
                  <a:lnTo>
                    <a:pt x="313" y="573"/>
                  </a:lnTo>
                  <a:lnTo>
                    <a:pt x="308" y="575"/>
                  </a:lnTo>
                  <a:lnTo>
                    <a:pt x="303" y="577"/>
                  </a:lnTo>
                  <a:lnTo>
                    <a:pt x="302" y="580"/>
                  </a:lnTo>
                  <a:lnTo>
                    <a:pt x="303" y="586"/>
                  </a:lnTo>
                  <a:lnTo>
                    <a:pt x="304" y="592"/>
                  </a:lnTo>
                  <a:lnTo>
                    <a:pt x="304" y="598"/>
                  </a:lnTo>
                  <a:lnTo>
                    <a:pt x="300" y="601"/>
                  </a:lnTo>
                  <a:lnTo>
                    <a:pt x="296" y="602"/>
                  </a:lnTo>
                  <a:lnTo>
                    <a:pt x="292" y="602"/>
                  </a:lnTo>
                  <a:lnTo>
                    <a:pt x="288" y="603"/>
                  </a:lnTo>
                  <a:lnTo>
                    <a:pt x="284" y="603"/>
                  </a:lnTo>
                  <a:lnTo>
                    <a:pt x="280" y="601"/>
                  </a:lnTo>
                  <a:lnTo>
                    <a:pt x="277" y="599"/>
                  </a:lnTo>
                  <a:lnTo>
                    <a:pt x="274" y="599"/>
                  </a:lnTo>
                  <a:lnTo>
                    <a:pt x="271" y="601"/>
                  </a:lnTo>
                  <a:lnTo>
                    <a:pt x="267" y="605"/>
                  </a:lnTo>
                  <a:lnTo>
                    <a:pt x="263" y="608"/>
                  </a:lnTo>
                  <a:lnTo>
                    <a:pt x="260" y="606"/>
                  </a:lnTo>
                  <a:lnTo>
                    <a:pt x="257" y="602"/>
                  </a:lnTo>
                  <a:lnTo>
                    <a:pt x="255" y="599"/>
                  </a:lnTo>
                  <a:lnTo>
                    <a:pt x="251" y="598"/>
                  </a:lnTo>
                  <a:lnTo>
                    <a:pt x="246" y="598"/>
                  </a:lnTo>
                  <a:lnTo>
                    <a:pt x="241" y="597"/>
                  </a:lnTo>
                  <a:lnTo>
                    <a:pt x="239" y="593"/>
                  </a:lnTo>
                  <a:lnTo>
                    <a:pt x="238" y="588"/>
                  </a:lnTo>
                  <a:lnTo>
                    <a:pt x="239" y="583"/>
                  </a:lnTo>
                  <a:lnTo>
                    <a:pt x="238" y="578"/>
                  </a:lnTo>
                  <a:lnTo>
                    <a:pt x="236" y="575"/>
                  </a:lnTo>
                  <a:lnTo>
                    <a:pt x="235" y="571"/>
                  </a:lnTo>
                  <a:lnTo>
                    <a:pt x="234" y="568"/>
                  </a:lnTo>
                  <a:lnTo>
                    <a:pt x="232" y="564"/>
                  </a:lnTo>
                  <a:lnTo>
                    <a:pt x="228" y="561"/>
                  </a:lnTo>
                  <a:lnTo>
                    <a:pt x="223" y="556"/>
                  </a:lnTo>
                  <a:lnTo>
                    <a:pt x="219" y="551"/>
                  </a:lnTo>
                  <a:lnTo>
                    <a:pt x="219" y="546"/>
                  </a:lnTo>
                  <a:lnTo>
                    <a:pt x="224" y="543"/>
                  </a:lnTo>
                  <a:lnTo>
                    <a:pt x="230" y="541"/>
                  </a:lnTo>
                  <a:lnTo>
                    <a:pt x="234" y="539"/>
                  </a:lnTo>
                  <a:lnTo>
                    <a:pt x="235" y="536"/>
                  </a:lnTo>
                  <a:lnTo>
                    <a:pt x="236" y="532"/>
                  </a:lnTo>
                  <a:lnTo>
                    <a:pt x="238" y="528"/>
                  </a:lnTo>
                  <a:lnTo>
                    <a:pt x="242" y="527"/>
                  </a:lnTo>
                  <a:lnTo>
                    <a:pt x="246" y="526"/>
                  </a:lnTo>
                  <a:lnTo>
                    <a:pt x="250" y="524"/>
                  </a:lnTo>
                  <a:lnTo>
                    <a:pt x="253" y="521"/>
                  </a:lnTo>
                  <a:lnTo>
                    <a:pt x="256" y="517"/>
                  </a:lnTo>
                  <a:lnTo>
                    <a:pt x="261" y="516"/>
                  </a:lnTo>
                  <a:lnTo>
                    <a:pt x="265" y="515"/>
                  </a:lnTo>
                  <a:lnTo>
                    <a:pt x="270" y="514"/>
                  </a:lnTo>
                  <a:lnTo>
                    <a:pt x="275" y="512"/>
                  </a:lnTo>
                  <a:lnTo>
                    <a:pt x="280" y="510"/>
                  </a:lnTo>
                  <a:lnTo>
                    <a:pt x="285" y="511"/>
                  </a:lnTo>
                  <a:lnTo>
                    <a:pt x="289" y="516"/>
                  </a:lnTo>
                  <a:lnTo>
                    <a:pt x="291" y="523"/>
                  </a:lnTo>
                  <a:lnTo>
                    <a:pt x="292" y="528"/>
                  </a:lnTo>
                  <a:lnTo>
                    <a:pt x="295" y="530"/>
                  </a:lnTo>
                  <a:lnTo>
                    <a:pt x="300" y="529"/>
                  </a:lnTo>
                  <a:lnTo>
                    <a:pt x="306" y="529"/>
                  </a:lnTo>
                  <a:lnTo>
                    <a:pt x="310" y="530"/>
                  </a:lnTo>
                  <a:lnTo>
                    <a:pt x="313" y="533"/>
                  </a:lnTo>
                  <a:lnTo>
                    <a:pt x="315" y="536"/>
                  </a:lnTo>
                  <a:lnTo>
                    <a:pt x="317" y="540"/>
                  </a:lnTo>
                  <a:lnTo>
                    <a:pt x="319" y="543"/>
                  </a:lnTo>
                  <a:lnTo>
                    <a:pt x="320" y="548"/>
                  </a:lnTo>
                  <a:lnTo>
                    <a:pt x="317" y="552"/>
                  </a:lnTo>
                  <a:lnTo>
                    <a:pt x="315" y="557"/>
                  </a:lnTo>
                  <a:close/>
                </a:path>
              </a:pathLst>
            </a:custGeom>
            <a:solidFill>
              <a:srgbClr val="0072B2">
                <a:alpha val="36000"/>
              </a:srgbClr>
            </a:solidFill>
            <a:ln>
              <a:noFill/>
            </a:ln>
          </p:spPr>
          <p:txBody>
            <a:bodyPr anchor="ctr"/>
            <a:lstStyle/>
            <a:p>
              <a:pPr algn="ctr">
                <a:buNone/>
              </a:pPr>
            </a:p>
          </p:txBody>
        </p:sp>
        <p:sp>
          <p:nvSpPr>
            <p:cNvPr id="736" name="addition:spatial:118"/>
            <p:cNvSpPr>
              <a:spLocks noGrp="1"/>
            </p:cNvSpPr>
            <p:nvPr/>
          </p:nvSpPr>
          <p:spPr>
            <a:xfrm>
              <a:off x="5648325" y="1666875"/>
              <a:ext cx="495879" cy="987918"/>
            </a:xfrm>
            <a:custGeom>
              <a:avLst/>
              <a:gdLst/>
              <a:ahLst/>
              <a:cxnLst/>
              <a:rect l="l" t="t" r="r" b="b"/>
              <a:pathLst>
                <a:path w="374" h="584">
                  <a:moveTo>
                    <a:pt x="0" y="0"/>
                  </a:moveTo>
                  <a:moveTo>
                    <a:pt x="366" y="547"/>
                  </a:moveTo>
                  <a:lnTo>
                    <a:pt x="363" y="549"/>
                  </a:lnTo>
                  <a:lnTo>
                    <a:pt x="363" y="552"/>
                  </a:lnTo>
                  <a:lnTo>
                    <a:pt x="365" y="555"/>
                  </a:lnTo>
                  <a:lnTo>
                    <a:pt x="367" y="559"/>
                  </a:lnTo>
                  <a:lnTo>
                    <a:pt x="367" y="563"/>
                  </a:lnTo>
                  <a:lnTo>
                    <a:pt x="365" y="565"/>
                  </a:lnTo>
                  <a:lnTo>
                    <a:pt x="362" y="567"/>
                  </a:lnTo>
                  <a:lnTo>
                    <a:pt x="360" y="569"/>
                  </a:lnTo>
                  <a:lnTo>
                    <a:pt x="359" y="572"/>
                  </a:lnTo>
                  <a:lnTo>
                    <a:pt x="357" y="576"/>
                  </a:lnTo>
                  <a:lnTo>
                    <a:pt x="355" y="577"/>
                  </a:lnTo>
                  <a:lnTo>
                    <a:pt x="352" y="578"/>
                  </a:lnTo>
                  <a:lnTo>
                    <a:pt x="349" y="578"/>
                  </a:lnTo>
                  <a:lnTo>
                    <a:pt x="346" y="579"/>
                  </a:lnTo>
                  <a:lnTo>
                    <a:pt x="344" y="580"/>
                  </a:lnTo>
                  <a:lnTo>
                    <a:pt x="341" y="579"/>
                  </a:lnTo>
                  <a:lnTo>
                    <a:pt x="338" y="577"/>
                  </a:lnTo>
                  <a:lnTo>
                    <a:pt x="336" y="576"/>
                  </a:lnTo>
                  <a:lnTo>
                    <a:pt x="334" y="576"/>
                  </a:lnTo>
                  <a:lnTo>
                    <a:pt x="330" y="579"/>
                  </a:lnTo>
                  <a:lnTo>
                    <a:pt x="326" y="583"/>
                  </a:lnTo>
                  <a:lnTo>
                    <a:pt x="322" y="584"/>
                  </a:lnTo>
                  <a:lnTo>
                    <a:pt x="319" y="582"/>
                  </a:lnTo>
                  <a:lnTo>
                    <a:pt x="317" y="578"/>
                  </a:lnTo>
                  <a:lnTo>
                    <a:pt x="316" y="574"/>
                  </a:lnTo>
                  <a:lnTo>
                    <a:pt x="315" y="571"/>
                  </a:lnTo>
                  <a:lnTo>
                    <a:pt x="312" y="568"/>
                  </a:lnTo>
                  <a:lnTo>
                    <a:pt x="310" y="566"/>
                  </a:lnTo>
                  <a:lnTo>
                    <a:pt x="309" y="563"/>
                  </a:lnTo>
                  <a:lnTo>
                    <a:pt x="307" y="560"/>
                  </a:lnTo>
                  <a:lnTo>
                    <a:pt x="305" y="558"/>
                  </a:lnTo>
                  <a:lnTo>
                    <a:pt x="302" y="556"/>
                  </a:lnTo>
                  <a:lnTo>
                    <a:pt x="299" y="553"/>
                  </a:lnTo>
                  <a:lnTo>
                    <a:pt x="298" y="550"/>
                  </a:lnTo>
                  <a:lnTo>
                    <a:pt x="299" y="547"/>
                  </a:lnTo>
                  <a:lnTo>
                    <a:pt x="300" y="544"/>
                  </a:lnTo>
                  <a:lnTo>
                    <a:pt x="298" y="541"/>
                  </a:lnTo>
                  <a:lnTo>
                    <a:pt x="296" y="537"/>
                  </a:lnTo>
                  <a:lnTo>
                    <a:pt x="294" y="533"/>
                  </a:lnTo>
                  <a:lnTo>
                    <a:pt x="296" y="530"/>
                  </a:lnTo>
                  <a:lnTo>
                    <a:pt x="301" y="529"/>
                  </a:lnTo>
                  <a:lnTo>
                    <a:pt x="307" y="529"/>
                  </a:lnTo>
                  <a:lnTo>
                    <a:pt x="310" y="528"/>
                  </a:lnTo>
                  <a:lnTo>
                    <a:pt x="312" y="526"/>
                  </a:lnTo>
                  <a:lnTo>
                    <a:pt x="314" y="523"/>
                  </a:lnTo>
                  <a:lnTo>
                    <a:pt x="315" y="520"/>
                  </a:lnTo>
                  <a:lnTo>
                    <a:pt x="318" y="518"/>
                  </a:lnTo>
                  <a:lnTo>
                    <a:pt x="321" y="515"/>
                  </a:lnTo>
                  <a:lnTo>
                    <a:pt x="324" y="512"/>
                  </a:lnTo>
                  <a:lnTo>
                    <a:pt x="327" y="509"/>
                  </a:lnTo>
                  <a:lnTo>
                    <a:pt x="331" y="509"/>
                  </a:lnTo>
                  <a:lnTo>
                    <a:pt x="335" y="511"/>
                  </a:lnTo>
                  <a:lnTo>
                    <a:pt x="339" y="514"/>
                  </a:lnTo>
                  <a:lnTo>
                    <a:pt x="342" y="516"/>
                  </a:lnTo>
                  <a:lnTo>
                    <a:pt x="346" y="515"/>
                  </a:lnTo>
                  <a:lnTo>
                    <a:pt x="349" y="514"/>
                  </a:lnTo>
                  <a:lnTo>
                    <a:pt x="353" y="515"/>
                  </a:lnTo>
                  <a:lnTo>
                    <a:pt x="355" y="517"/>
                  </a:lnTo>
                  <a:lnTo>
                    <a:pt x="356" y="521"/>
                  </a:lnTo>
                  <a:lnTo>
                    <a:pt x="358" y="524"/>
                  </a:lnTo>
                  <a:lnTo>
                    <a:pt x="360" y="525"/>
                  </a:lnTo>
                  <a:lnTo>
                    <a:pt x="364" y="525"/>
                  </a:lnTo>
                  <a:lnTo>
                    <a:pt x="368" y="526"/>
                  </a:lnTo>
                  <a:lnTo>
                    <a:pt x="370" y="528"/>
                  </a:lnTo>
                  <a:lnTo>
                    <a:pt x="372" y="531"/>
                  </a:lnTo>
                  <a:lnTo>
                    <a:pt x="373" y="534"/>
                  </a:lnTo>
                  <a:lnTo>
                    <a:pt x="374" y="537"/>
                  </a:lnTo>
                  <a:lnTo>
                    <a:pt x="373" y="540"/>
                  </a:lnTo>
                  <a:lnTo>
                    <a:pt x="371" y="544"/>
                  </a:lnTo>
                  <a:close/>
                </a:path>
              </a:pathLst>
            </a:custGeom>
            <a:solidFill>
              <a:srgbClr val="0072B2">
                <a:alpha val="36000"/>
              </a:srgbClr>
            </a:solidFill>
            <a:ln>
              <a:noFill/>
            </a:ln>
          </p:spPr>
          <p:txBody>
            <a:bodyPr anchor="ctr"/>
            <a:lstStyle/>
            <a:p>
              <a:pPr algn="ctr">
                <a:buNone/>
              </a:pPr>
            </a:p>
          </p:txBody>
        </p:sp>
        <p:sp>
          <p:nvSpPr>
            <p:cNvPr id="737" name="addition:spatial:119"/>
            <p:cNvSpPr>
              <a:spLocks noGrp="1"/>
            </p:cNvSpPr>
            <p:nvPr/>
          </p:nvSpPr>
          <p:spPr>
            <a:xfrm>
              <a:off x="5648325" y="1666875"/>
              <a:ext cx="548914" cy="1113099"/>
            </a:xfrm>
            <a:custGeom>
              <a:avLst/>
              <a:gdLst/>
              <a:ahLst/>
              <a:cxnLst/>
              <a:rect l="l" t="t" r="r" b="b"/>
              <a:pathLst>
                <a:path w="414" h="658">
                  <a:moveTo>
                    <a:pt x="0" y="0"/>
                  </a:moveTo>
                  <a:moveTo>
                    <a:pt x="405" y="607"/>
                  </a:moveTo>
                  <a:lnTo>
                    <a:pt x="411" y="611"/>
                  </a:lnTo>
                  <a:lnTo>
                    <a:pt x="414" y="616"/>
                  </a:lnTo>
                  <a:lnTo>
                    <a:pt x="414" y="620"/>
                  </a:lnTo>
                  <a:lnTo>
                    <a:pt x="413" y="624"/>
                  </a:lnTo>
                  <a:lnTo>
                    <a:pt x="412" y="628"/>
                  </a:lnTo>
                  <a:lnTo>
                    <a:pt x="410" y="632"/>
                  </a:lnTo>
                  <a:lnTo>
                    <a:pt x="406" y="634"/>
                  </a:lnTo>
                  <a:lnTo>
                    <a:pt x="401" y="635"/>
                  </a:lnTo>
                  <a:lnTo>
                    <a:pt x="397" y="636"/>
                  </a:lnTo>
                  <a:lnTo>
                    <a:pt x="393" y="638"/>
                  </a:lnTo>
                  <a:lnTo>
                    <a:pt x="392" y="642"/>
                  </a:lnTo>
                  <a:lnTo>
                    <a:pt x="390" y="646"/>
                  </a:lnTo>
                  <a:lnTo>
                    <a:pt x="387" y="649"/>
                  </a:lnTo>
                  <a:lnTo>
                    <a:pt x="382" y="649"/>
                  </a:lnTo>
                  <a:lnTo>
                    <a:pt x="377" y="647"/>
                  </a:lnTo>
                  <a:lnTo>
                    <a:pt x="373" y="648"/>
                  </a:lnTo>
                  <a:lnTo>
                    <a:pt x="368" y="651"/>
                  </a:lnTo>
                  <a:lnTo>
                    <a:pt x="363" y="655"/>
                  </a:lnTo>
                  <a:lnTo>
                    <a:pt x="358" y="658"/>
                  </a:lnTo>
                  <a:lnTo>
                    <a:pt x="352" y="656"/>
                  </a:lnTo>
                  <a:lnTo>
                    <a:pt x="348" y="653"/>
                  </a:lnTo>
                  <a:lnTo>
                    <a:pt x="344" y="649"/>
                  </a:lnTo>
                  <a:lnTo>
                    <a:pt x="340" y="645"/>
                  </a:lnTo>
                  <a:lnTo>
                    <a:pt x="337" y="642"/>
                  </a:lnTo>
                  <a:lnTo>
                    <a:pt x="335" y="638"/>
                  </a:lnTo>
                  <a:lnTo>
                    <a:pt x="333" y="634"/>
                  </a:lnTo>
                  <a:lnTo>
                    <a:pt x="330" y="632"/>
                  </a:lnTo>
                  <a:lnTo>
                    <a:pt x="325" y="631"/>
                  </a:lnTo>
                  <a:lnTo>
                    <a:pt x="317" y="631"/>
                  </a:lnTo>
                  <a:lnTo>
                    <a:pt x="311" y="629"/>
                  </a:lnTo>
                  <a:lnTo>
                    <a:pt x="310" y="625"/>
                  </a:lnTo>
                  <a:lnTo>
                    <a:pt x="311" y="620"/>
                  </a:lnTo>
                  <a:lnTo>
                    <a:pt x="314" y="615"/>
                  </a:lnTo>
                  <a:lnTo>
                    <a:pt x="315" y="611"/>
                  </a:lnTo>
                  <a:lnTo>
                    <a:pt x="314" y="607"/>
                  </a:lnTo>
                  <a:lnTo>
                    <a:pt x="313" y="603"/>
                  </a:lnTo>
                  <a:lnTo>
                    <a:pt x="315" y="598"/>
                  </a:lnTo>
                  <a:lnTo>
                    <a:pt x="319" y="595"/>
                  </a:lnTo>
                  <a:lnTo>
                    <a:pt x="323" y="592"/>
                  </a:lnTo>
                  <a:lnTo>
                    <a:pt x="326" y="589"/>
                  </a:lnTo>
                  <a:lnTo>
                    <a:pt x="328" y="585"/>
                  </a:lnTo>
                  <a:lnTo>
                    <a:pt x="330" y="582"/>
                  </a:lnTo>
                  <a:lnTo>
                    <a:pt x="333" y="579"/>
                  </a:lnTo>
                  <a:lnTo>
                    <a:pt x="336" y="576"/>
                  </a:lnTo>
                  <a:lnTo>
                    <a:pt x="338" y="571"/>
                  </a:lnTo>
                  <a:lnTo>
                    <a:pt x="339" y="565"/>
                  </a:lnTo>
                  <a:lnTo>
                    <a:pt x="341" y="560"/>
                  </a:lnTo>
                  <a:lnTo>
                    <a:pt x="346" y="558"/>
                  </a:lnTo>
                  <a:lnTo>
                    <a:pt x="351" y="560"/>
                  </a:lnTo>
                  <a:lnTo>
                    <a:pt x="357" y="565"/>
                  </a:lnTo>
                  <a:lnTo>
                    <a:pt x="361" y="568"/>
                  </a:lnTo>
                  <a:lnTo>
                    <a:pt x="364" y="568"/>
                  </a:lnTo>
                  <a:lnTo>
                    <a:pt x="368" y="566"/>
                  </a:lnTo>
                  <a:lnTo>
                    <a:pt x="371" y="564"/>
                  </a:lnTo>
                  <a:lnTo>
                    <a:pt x="375" y="564"/>
                  </a:lnTo>
                  <a:lnTo>
                    <a:pt x="378" y="565"/>
                  </a:lnTo>
                  <a:lnTo>
                    <a:pt x="381" y="566"/>
                  </a:lnTo>
                  <a:lnTo>
                    <a:pt x="385" y="566"/>
                  </a:lnTo>
                  <a:lnTo>
                    <a:pt x="390" y="567"/>
                  </a:lnTo>
                  <a:lnTo>
                    <a:pt x="393" y="569"/>
                  </a:lnTo>
                  <a:lnTo>
                    <a:pt x="394" y="573"/>
                  </a:lnTo>
                  <a:lnTo>
                    <a:pt x="396" y="577"/>
                  </a:lnTo>
                  <a:lnTo>
                    <a:pt x="400" y="580"/>
                  </a:lnTo>
                  <a:lnTo>
                    <a:pt x="404" y="582"/>
                  </a:lnTo>
                  <a:lnTo>
                    <a:pt x="406" y="586"/>
                  </a:lnTo>
                  <a:lnTo>
                    <a:pt x="405" y="591"/>
                  </a:lnTo>
                  <a:lnTo>
                    <a:pt x="402" y="596"/>
                  </a:lnTo>
                  <a:lnTo>
                    <a:pt x="399" y="600"/>
                  </a:lnTo>
                  <a:lnTo>
                    <a:pt x="400" y="603"/>
                  </a:lnTo>
                  <a:close/>
                </a:path>
              </a:pathLst>
            </a:custGeom>
            <a:solidFill>
              <a:srgbClr val="0072B2">
                <a:alpha val="36000"/>
              </a:srgbClr>
            </a:solidFill>
            <a:ln>
              <a:noFill/>
            </a:ln>
          </p:spPr>
          <p:txBody>
            <a:bodyPr anchor="ctr"/>
            <a:lstStyle/>
            <a:p>
              <a:pPr algn="ctr">
                <a:buNone/>
              </a:pPr>
            </a:p>
          </p:txBody>
        </p:sp>
        <p:sp>
          <p:nvSpPr>
            <p:cNvPr id="738" name="addition:spatial:120"/>
            <p:cNvSpPr>
              <a:spLocks noGrp="1"/>
            </p:cNvSpPr>
            <p:nvPr/>
          </p:nvSpPr>
          <p:spPr>
            <a:xfrm>
              <a:off x="5648325" y="1666875"/>
              <a:ext cx="458754" cy="1136782"/>
            </a:xfrm>
            <a:custGeom>
              <a:avLst/>
              <a:gdLst/>
              <a:ahLst/>
              <a:cxnLst/>
              <a:rect l="l" t="t" r="r" b="b"/>
              <a:pathLst>
                <a:path w="346" h="672">
                  <a:moveTo>
                    <a:pt x="0" y="0"/>
                  </a:moveTo>
                  <a:moveTo>
                    <a:pt x="341" y="633"/>
                  </a:moveTo>
                  <a:lnTo>
                    <a:pt x="339" y="636"/>
                  </a:lnTo>
                  <a:lnTo>
                    <a:pt x="335" y="639"/>
                  </a:lnTo>
                  <a:lnTo>
                    <a:pt x="331" y="641"/>
                  </a:lnTo>
                  <a:lnTo>
                    <a:pt x="329" y="644"/>
                  </a:lnTo>
                  <a:lnTo>
                    <a:pt x="328" y="647"/>
                  </a:lnTo>
                  <a:lnTo>
                    <a:pt x="330" y="652"/>
                  </a:lnTo>
                  <a:lnTo>
                    <a:pt x="331" y="657"/>
                  </a:lnTo>
                  <a:lnTo>
                    <a:pt x="329" y="660"/>
                  </a:lnTo>
                  <a:lnTo>
                    <a:pt x="324" y="662"/>
                  </a:lnTo>
                  <a:lnTo>
                    <a:pt x="320" y="662"/>
                  </a:lnTo>
                  <a:lnTo>
                    <a:pt x="316" y="664"/>
                  </a:lnTo>
                  <a:lnTo>
                    <a:pt x="314" y="667"/>
                  </a:lnTo>
                  <a:lnTo>
                    <a:pt x="312" y="671"/>
                  </a:lnTo>
                  <a:lnTo>
                    <a:pt x="308" y="672"/>
                  </a:lnTo>
                  <a:lnTo>
                    <a:pt x="304" y="671"/>
                  </a:lnTo>
                  <a:lnTo>
                    <a:pt x="301" y="669"/>
                  </a:lnTo>
                  <a:lnTo>
                    <a:pt x="298" y="668"/>
                  </a:lnTo>
                  <a:lnTo>
                    <a:pt x="295" y="667"/>
                  </a:lnTo>
                  <a:lnTo>
                    <a:pt x="292" y="667"/>
                  </a:lnTo>
                  <a:lnTo>
                    <a:pt x="289" y="666"/>
                  </a:lnTo>
                  <a:lnTo>
                    <a:pt x="287" y="665"/>
                  </a:lnTo>
                  <a:lnTo>
                    <a:pt x="283" y="666"/>
                  </a:lnTo>
                  <a:lnTo>
                    <a:pt x="279" y="668"/>
                  </a:lnTo>
                  <a:lnTo>
                    <a:pt x="273" y="669"/>
                  </a:lnTo>
                  <a:lnTo>
                    <a:pt x="269" y="668"/>
                  </a:lnTo>
                  <a:lnTo>
                    <a:pt x="268" y="664"/>
                  </a:lnTo>
                  <a:lnTo>
                    <a:pt x="268" y="658"/>
                  </a:lnTo>
                  <a:lnTo>
                    <a:pt x="269" y="653"/>
                  </a:lnTo>
                  <a:lnTo>
                    <a:pt x="268" y="650"/>
                  </a:lnTo>
                  <a:lnTo>
                    <a:pt x="265" y="648"/>
                  </a:lnTo>
                  <a:lnTo>
                    <a:pt x="262" y="646"/>
                  </a:lnTo>
                  <a:lnTo>
                    <a:pt x="261" y="642"/>
                  </a:lnTo>
                  <a:lnTo>
                    <a:pt x="261" y="639"/>
                  </a:lnTo>
                  <a:lnTo>
                    <a:pt x="260" y="636"/>
                  </a:lnTo>
                  <a:lnTo>
                    <a:pt x="258" y="633"/>
                  </a:lnTo>
                  <a:lnTo>
                    <a:pt x="256" y="629"/>
                  </a:lnTo>
                  <a:lnTo>
                    <a:pt x="255" y="626"/>
                  </a:lnTo>
                  <a:lnTo>
                    <a:pt x="255" y="622"/>
                  </a:lnTo>
                  <a:lnTo>
                    <a:pt x="256" y="619"/>
                  </a:lnTo>
                  <a:lnTo>
                    <a:pt x="256" y="615"/>
                  </a:lnTo>
                  <a:lnTo>
                    <a:pt x="256" y="611"/>
                  </a:lnTo>
                  <a:lnTo>
                    <a:pt x="257" y="607"/>
                  </a:lnTo>
                  <a:lnTo>
                    <a:pt x="260" y="605"/>
                  </a:lnTo>
                  <a:lnTo>
                    <a:pt x="266" y="606"/>
                  </a:lnTo>
                  <a:lnTo>
                    <a:pt x="272" y="607"/>
                  </a:lnTo>
                  <a:lnTo>
                    <a:pt x="276" y="607"/>
                  </a:lnTo>
                  <a:lnTo>
                    <a:pt x="277" y="604"/>
                  </a:lnTo>
                  <a:lnTo>
                    <a:pt x="279" y="599"/>
                  </a:lnTo>
                  <a:lnTo>
                    <a:pt x="281" y="595"/>
                  </a:lnTo>
                  <a:lnTo>
                    <a:pt x="285" y="593"/>
                  </a:lnTo>
                  <a:lnTo>
                    <a:pt x="289" y="592"/>
                  </a:lnTo>
                  <a:lnTo>
                    <a:pt x="294" y="592"/>
                  </a:lnTo>
                  <a:lnTo>
                    <a:pt x="298" y="591"/>
                  </a:lnTo>
                  <a:lnTo>
                    <a:pt x="303" y="592"/>
                  </a:lnTo>
                  <a:lnTo>
                    <a:pt x="307" y="594"/>
                  </a:lnTo>
                  <a:lnTo>
                    <a:pt x="311" y="598"/>
                  </a:lnTo>
                  <a:lnTo>
                    <a:pt x="314" y="600"/>
                  </a:lnTo>
                  <a:lnTo>
                    <a:pt x="318" y="601"/>
                  </a:lnTo>
                  <a:lnTo>
                    <a:pt x="323" y="601"/>
                  </a:lnTo>
                  <a:lnTo>
                    <a:pt x="326" y="602"/>
                  </a:lnTo>
                  <a:lnTo>
                    <a:pt x="328" y="606"/>
                  </a:lnTo>
                  <a:lnTo>
                    <a:pt x="328" y="610"/>
                  </a:lnTo>
                  <a:lnTo>
                    <a:pt x="330" y="613"/>
                  </a:lnTo>
                  <a:lnTo>
                    <a:pt x="333" y="615"/>
                  </a:lnTo>
                  <a:lnTo>
                    <a:pt x="339" y="616"/>
                  </a:lnTo>
                  <a:lnTo>
                    <a:pt x="344" y="618"/>
                  </a:lnTo>
                  <a:lnTo>
                    <a:pt x="346" y="621"/>
                  </a:lnTo>
                  <a:lnTo>
                    <a:pt x="345" y="625"/>
                  </a:lnTo>
                  <a:lnTo>
                    <a:pt x="343" y="629"/>
                  </a:lnTo>
                  <a:close/>
                </a:path>
              </a:pathLst>
            </a:custGeom>
            <a:solidFill>
              <a:srgbClr val="0072B2">
                <a:alpha val="36000"/>
              </a:srgbClr>
            </a:solidFill>
            <a:ln>
              <a:noFill/>
            </a:ln>
          </p:spPr>
          <p:txBody>
            <a:bodyPr anchor="ctr"/>
            <a:lstStyle/>
            <a:p>
              <a:pPr algn="ctr">
                <a:buNone/>
              </a:pPr>
            </a:p>
          </p:txBody>
        </p:sp>
        <p:sp>
          <p:nvSpPr>
            <p:cNvPr id="739" name="addition:spatial:121"/>
            <p:cNvSpPr>
              <a:spLocks noGrp="1"/>
            </p:cNvSpPr>
            <p:nvPr/>
          </p:nvSpPr>
          <p:spPr>
            <a:xfrm>
              <a:off x="5648325" y="1666875"/>
              <a:ext cx="412349" cy="1021751"/>
            </a:xfrm>
            <a:custGeom>
              <a:avLst/>
              <a:gdLst/>
              <a:ahLst/>
              <a:cxnLst/>
              <a:rect l="l" t="t" r="r" b="b"/>
              <a:pathLst>
                <a:path w="311" h="604">
                  <a:moveTo>
                    <a:pt x="0" y="0"/>
                  </a:moveTo>
                  <a:moveTo>
                    <a:pt x="303" y="565"/>
                  </a:moveTo>
                  <a:lnTo>
                    <a:pt x="307" y="568"/>
                  </a:lnTo>
                  <a:lnTo>
                    <a:pt x="310" y="571"/>
                  </a:lnTo>
                  <a:lnTo>
                    <a:pt x="311" y="575"/>
                  </a:lnTo>
                  <a:lnTo>
                    <a:pt x="309" y="578"/>
                  </a:lnTo>
                  <a:lnTo>
                    <a:pt x="307" y="580"/>
                  </a:lnTo>
                  <a:lnTo>
                    <a:pt x="305" y="582"/>
                  </a:lnTo>
                  <a:lnTo>
                    <a:pt x="304" y="585"/>
                  </a:lnTo>
                  <a:lnTo>
                    <a:pt x="303" y="588"/>
                  </a:lnTo>
                  <a:lnTo>
                    <a:pt x="301" y="590"/>
                  </a:lnTo>
                  <a:lnTo>
                    <a:pt x="299" y="591"/>
                  </a:lnTo>
                  <a:lnTo>
                    <a:pt x="296" y="591"/>
                  </a:lnTo>
                  <a:lnTo>
                    <a:pt x="293" y="593"/>
                  </a:lnTo>
                  <a:lnTo>
                    <a:pt x="291" y="594"/>
                  </a:lnTo>
                  <a:lnTo>
                    <a:pt x="289" y="595"/>
                  </a:lnTo>
                  <a:lnTo>
                    <a:pt x="286" y="596"/>
                  </a:lnTo>
                  <a:lnTo>
                    <a:pt x="283" y="595"/>
                  </a:lnTo>
                  <a:lnTo>
                    <a:pt x="280" y="597"/>
                  </a:lnTo>
                  <a:lnTo>
                    <a:pt x="277" y="600"/>
                  </a:lnTo>
                  <a:lnTo>
                    <a:pt x="273" y="604"/>
                  </a:lnTo>
                  <a:lnTo>
                    <a:pt x="269" y="604"/>
                  </a:lnTo>
                  <a:lnTo>
                    <a:pt x="266" y="602"/>
                  </a:lnTo>
                  <a:lnTo>
                    <a:pt x="264" y="597"/>
                  </a:lnTo>
                  <a:lnTo>
                    <a:pt x="262" y="592"/>
                  </a:lnTo>
                  <a:lnTo>
                    <a:pt x="260" y="590"/>
                  </a:lnTo>
                  <a:lnTo>
                    <a:pt x="257" y="589"/>
                  </a:lnTo>
                  <a:lnTo>
                    <a:pt x="254" y="588"/>
                  </a:lnTo>
                  <a:lnTo>
                    <a:pt x="251" y="586"/>
                  </a:lnTo>
                  <a:lnTo>
                    <a:pt x="249" y="584"/>
                  </a:lnTo>
                  <a:lnTo>
                    <a:pt x="247" y="582"/>
                  </a:lnTo>
                  <a:lnTo>
                    <a:pt x="244" y="580"/>
                  </a:lnTo>
                  <a:lnTo>
                    <a:pt x="241" y="577"/>
                  </a:lnTo>
                  <a:lnTo>
                    <a:pt x="240" y="574"/>
                  </a:lnTo>
                  <a:lnTo>
                    <a:pt x="241" y="571"/>
                  </a:lnTo>
                  <a:lnTo>
                    <a:pt x="242" y="568"/>
                  </a:lnTo>
                  <a:lnTo>
                    <a:pt x="241" y="565"/>
                  </a:lnTo>
                  <a:lnTo>
                    <a:pt x="240" y="561"/>
                  </a:lnTo>
                  <a:lnTo>
                    <a:pt x="240" y="558"/>
                  </a:lnTo>
                  <a:lnTo>
                    <a:pt x="242" y="555"/>
                  </a:lnTo>
                  <a:lnTo>
                    <a:pt x="247" y="553"/>
                  </a:lnTo>
                  <a:lnTo>
                    <a:pt x="251" y="552"/>
                  </a:lnTo>
                  <a:lnTo>
                    <a:pt x="254" y="550"/>
                  </a:lnTo>
                  <a:lnTo>
                    <a:pt x="254" y="547"/>
                  </a:lnTo>
                  <a:lnTo>
                    <a:pt x="254" y="543"/>
                  </a:lnTo>
                  <a:lnTo>
                    <a:pt x="255" y="539"/>
                  </a:lnTo>
                  <a:lnTo>
                    <a:pt x="257" y="536"/>
                  </a:lnTo>
                  <a:lnTo>
                    <a:pt x="259" y="534"/>
                  </a:lnTo>
                  <a:lnTo>
                    <a:pt x="262" y="531"/>
                  </a:lnTo>
                  <a:lnTo>
                    <a:pt x="265" y="529"/>
                  </a:lnTo>
                  <a:lnTo>
                    <a:pt x="268" y="529"/>
                  </a:lnTo>
                  <a:lnTo>
                    <a:pt x="272" y="531"/>
                  </a:lnTo>
                  <a:lnTo>
                    <a:pt x="275" y="534"/>
                  </a:lnTo>
                  <a:lnTo>
                    <a:pt x="277" y="535"/>
                  </a:lnTo>
                  <a:lnTo>
                    <a:pt x="280" y="534"/>
                  </a:lnTo>
                  <a:lnTo>
                    <a:pt x="282" y="531"/>
                  </a:lnTo>
                  <a:lnTo>
                    <a:pt x="285" y="531"/>
                  </a:lnTo>
                  <a:lnTo>
                    <a:pt x="287" y="532"/>
                  </a:lnTo>
                  <a:lnTo>
                    <a:pt x="289" y="535"/>
                  </a:lnTo>
                  <a:lnTo>
                    <a:pt x="290" y="537"/>
                  </a:lnTo>
                  <a:lnTo>
                    <a:pt x="293" y="537"/>
                  </a:lnTo>
                  <a:lnTo>
                    <a:pt x="297" y="537"/>
                  </a:lnTo>
                  <a:lnTo>
                    <a:pt x="300" y="537"/>
                  </a:lnTo>
                  <a:lnTo>
                    <a:pt x="302" y="539"/>
                  </a:lnTo>
                  <a:lnTo>
                    <a:pt x="303" y="543"/>
                  </a:lnTo>
                  <a:lnTo>
                    <a:pt x="304" y="546"/>
                  </a:lnTo>
                  <a:lnTo>
                    <a:pt x="304" y="549"/>
                  </a:lnTo>
                  <a:lnTo>
                    <a:pt x="304" y="553"/>
                  </a:lnTo>
                  <a:lnTo>
                    <a:pt x="303" y="556"/>
                  </a:lnTo>
                  <a:lnTo>
                    <a:pt x="301" y="559"/>
                  </a:lnTo>
                  <a:lnTo>
                    <a:pt x="301" y="562"/>
                  </a:lnTo>
                  <a:close/>
                </a:path>
              </a:pathLst>
            </a:custGeom>
            <a:solidFill>
              <a:srgbClr val="0F7AB7">
                <a:alpha val="32000"/>
              </a:srgbClr>
            </a:solidFill>
            <a:ln>
              <a:noFill/>
            </a:ln>
          </p:spPr>
          <p:txBody>
            <a:bodyPr anchor="ctr"/>
            <a:lstStyle/>
            <a:p>
              <a:pPr algn="ctr">
                <a:buNone/>
              </a:pPr>
            </a:p>
          </p:txBody>
        </p:sp>
        <p:sp>
          <p:nvSpPr>
            <p:cNvPr id="740" name="addition:spatial:122"/>
            <p:cNvSpPr>
              <a:spLocks noGrp="1"/>
            </p:cNvSpPr>
            <p:nvPr/>
          </p:nvSpPr>
          <p:spPr>
            <a:xfrm>
              <a:off x="5648325" y="1666875"/>
              <a:ext cx="518419" cy="1094491"/>
            </a:xfrm>
            <a:custGeom>
              <a:avLst/>
              <a:gdLst/>
              <a:ahLst/>
              <a:cxnLst/>
              <a:rect l="l" t="t" r="r" b="b"/>
              <a:pathLst>
                <a:path w="391" h="647">
                  <a:moveTo>
                    <a:pt x="0" y="0"/>
                  </a:moveTo>
                  <a:moveTo>
                    <a:pt x="391" y="615"/>
                  </a:moveTo>
                  <a:lnTo>
                    <a:pt x="391" y="618"/>
                  </a:lnTo>
                  <a:lnTo>
                    <a:pt x="387" y="621"/>
                  </a:lnTo>
                  <a:lnTo>
                    <a:pt x="382" y="622"/>
                  </a:lnTo>
                  <a:lnTo>
                    <a:pt x="378" y="624"/>
                  </a:lnTo>
                  <a:lnTo>
                    <a:pt x="377" y="626"/>
                  </a:lnTo>
                  <a:lnTo>
                    <a:pt x="377" y="629"/>
                  </a:lnTo>
                  <a:lnTo>
                    <a:pt x="376" y="632"/>
                  </a:lnTo>
                  <a:lnTo>
                    <a:pt x="375" y="635"/>
                  </a:lnTo>
                  <a:lnTo>
                    <a:pt x="372" y="636"/>
                  </a:lnTo>
                  <a:lnTo>
                    <a:pt x="370" y="638"/>
                  </a:lnTo>
                  <a:lnTo>
                    <a:pt x="367" y="641"/>
                  </a:lnTo>
                  <a:lnTo>
                    <a:pt x="365" y="643"/>
                  </a:lnTo>
                  <a:lnTo>
                    <a:pt x="362" y="644"/>
                  </a:lnTo>
                  <a:lnTo>
                    <a:pt x="359" y="644"/>
                  </a:lnTo>
                  <a:lnTo>
                    <a:pt x="355" y="644"/>
                  </a:lnTo>
                  <a:lnTo>
                    <a:pt x="352" y="645"/>
                  </a:lnTo>
                  <a:lnTo>
                    <a:pt x="349" y="647"/>
                  </a:lnTo>
                  <a:lnTo>
                    <a:pt x="346" y="647"/>
                  </a:lnTo>
                  <a:lnTo>
                    <a:pt x="344" y="645"/>
                  </a:lnTo>
                  <a:lnTo>
                    <a:pt x="342" y="641"/>
                  </a:lnTo>
                  <a:lnTo>
                    <a:pt x="340" y="638"/>
                  </a:lnTo>
                  <a:lnTo>
                    <a:pt x="339" y="638"/>
                  </a:lnTo>
                  <a:lnTo>
                    <a:pt x="335" y="639"/>
                  </a:lnTo>
                  <a:lnTo>
                    <a:pt x="331" y="641"/>
                  </a:lnTo>
                  <a:lnTo>
                    <a:pt x="328" y="641"/>
                  </a:lnTo>
                  <a:lnTo>
                    <a:pt x="326" y="639"/>
                  </a:lnTo>
                  <a:lnTo>
                    <a:pt x="324" y="637"/>
                  </a:lnTo>
                  <a:lnTo>
                    <a:pt x="323" y="634"/>
                  </a:lnTo>
                  <a:lnTo>
                    <a:pt x="322" y="631"/>
                  </a:lnTo>
                  <a:lnTo>
                    <a:pt x="322" y="628"/>
                  </a:lnTo>
                  <a:lnTo>
                    <a:pt x="323" y="625"/>
                  </a:lnTo>
                  <a:lnTo>
                    <a:pt x="325" y="622"/>
                  </a:lnTo>
                  <a:lnTo>
                    <a:pt x="325" y="620"/>
                  </a:lnTo>
                  <a:lnTo>
                    <a:pt x="323" y="617"/>
                  </a:lnTo>
                  <a:lnTo>
                    <a:pt x="320" y="615"/>
                  </a:lnTo>
                  <a:lnTo>
                    <a:pt x="319" y="612"/>
                  </a:lnTo>
                  <a:lnTo>
                    <a:pt x="321" y="610"/>
                  </a:lnTo>
                  <a:lnTo>
                    <a:pt x="323" y="607"/>
                  </a:lnTo>
                  <a:lnTo>
                    <a:pt x="324" y="605"/>
                  </a:lnTo>
                  <a:lnTo>
                    <a:pt x="323" y="602"/>
                  </a:lnTo>
                  <a:lnTo>
                    <a:pt x="321" y="598"/>
                  </a:lnTo>
                  <a:lnTo>
                    <a:pt x="320" y="595"/>
                  </a:lnTo>
                  <a:lnTo>
                    <a:pt x="322" y="593"/>
                  </a:lnTo>
                  <a:lnTo>
                    <a:pt x="326" y="592"/>
                  </a:lnTo>
                  <a:lnTo>
                    <a:pt x="329" y="592"/>
                  </a:lnTo>
                  <a:lnTo>
                    <a:pt x="332" y="591"/>
                  </a:lnTo>
                  <a:lnTo>
                    <a:pt x="334" y="590"/>
                  </a:lnTo>
                  <a:lnTo>
                    <a:pt x="337" y="590"/>
                  </a:lnTo>
                  <a:lnTo>
                    <a:pt x="339" y="590"/>
                  </a:lnTo>
                  <a:lnTo>
                    <a:pt x="342" y="590"/>
                  </a:lnTo>
                  <a:lnTo>
                    <a:pt x="344" y="587"/>
                  </a:lnTo>
                  <a:lnTo>
                    <a:pt x="346" y="583"/>
                  </a:lnTo>
                  <a:lnTo>
                    <a:pt x="350" y="581"/>
                  </a:lnTo>
                  <a:lnTo>
                    <a:pt x="353" y="581"/>
                  </a:lnTo>
                  <a:lnTo>
                    <a:pt x="356" y="584"/>
                  </a:lnTo>
                  <a:lnTo>
                    <a:pt x="359" y="587"/>
                  </a:lnTo>
                  <a:lnTo>
                    <a:pt x="361" y="588"/>
                  </a:lnTo>
                  <a:lnTo>
                    <a:pt x="365" y="589"/>
                  </a:lnTo>
                  <a:lnTo>
                    <a:pt x="369" y="589"/>
                  </a:lnTo>
                  <a:lnTo>
                    <a:pt x="371" y="591"/>
                  </a:lnTo>
                  <a:lnTo>
                    <a:pt x="373" y="594"/>
                  </a:lnTo>
                  <a:lnTo>
                    <a:pt x="374" y="597"/>
                  </a:lnTo>
                  <a:lnTo>
                    <a:pt x="376" y="599"/>
                  </a:lnTo>
                  <a:lnTo>
                    <a:pt x="378" y="601"/>
                  </a:lnTo>
                  <a:lnTo>
                    <a:pt x="380" y="603"/>
                  </a:lnTo>
                  <a:lnTo>
                    <a:pt x="382" y="605"/>
                  </a:lnTo>
                  <a:lnTo>
                    <a:pt x="384" y="607"/>
                  </a:lnTo>
                  <a:lnTo>
                    <a:pt x="386" y="609"/>
                  </a:lnTo>
                  <a:lnTo>
                    <a:pt x="389" y="612"/>
                  </a:lnTo>
                  <a:close/>
                </a:path>
              </a:pathLst>
            </a:custGeom>
            <a:solidFill>
              <a:srgbClr val="0F7AB7">
                <a:alpha val="32000"/>
              </a:srgbClr>
            </a:solidFill>
            <a:ln>
              <a:noFill/>
            </a:ln>
          </p:spPr>
          <p:txBody>
            <a:bodyPr anchor="ctr"/>
            <a:lstStyle/>
            <a:p>
              <a:pPr algn="ctr">
                <a:buNone/>
              </a:pPr>
            </a:p>
          </p:txBody>
        </p:sp>
        <p:sp>
          <p:nvSpPr>
            <p:cNvPr id="741" name="addition:spatial:123"/>
            <p:cNvSpPr>
              <a:spLocks noGrp="1"/>
            </p:cNvSpPr>
            <p:nvPr/>
          </p:nvSpPr>
          <p:spPr>
            <a:xfrm>
              <a:off x="5648325" y="1666875"/>
              <a:ext cx="582061" cy="1052200"/>
            </a:xfrm>
            <a:custGeom>
              <a:avLst/>
              <a:gdLst/>
              <a:ahLst/>
              <a:cxnLst/>
              <a:rect l="l" t="t" r="r" b="b"/>
              <a:pathLst>
                <a:path w="439" h="622">
                  <a:moveTo>
                    <a:pt x="0" y="0"/>
                  </a:moveTo>
                  <a:moveTo>
                    <a:pt x="439" y="594"/>
                  </a:moveTo>
                  <a:lnTo>
                    <a:pt x="439" y="597"/>
                  </a:lnTo>
                  <a:lnTo>
                    <a:pt x="437" y="599"/>
                  </a:lnTo>
                  <a:lnTo>
                    <a:pt x="434" y="601"/>
                  </a:lnTo>
                  <a:lnTo>
                    <a:pt x="432" y="603"/>
                  </a:lnTo>
                  <a:lnTo>
                    <a:pt x="431" y="605"/>
                  </a:lnTo>
                  <a:lnTo>
                    <a:pt x="430" y="607"/>
                  </a:lnTo>
                  <a:lnTo>
                    <a:pt x="429" y="609"/>
                  </a:lnTo>
                  <a:lnTo>
                    <a:pt x="428" y="611"/>
                  </a:lnTo>
                  <a:lnTo>
                    <a:pt x="428" y="614"/>
                  </a:lnTo>
                  <a:lnTo>
                    <a:pt x="427" y="617"/>
                  </a:lnTo>
                  <a:lnTo>
                    <a:pt x="426" y="621"/>
                  </a:lnTo>
                  <a:lnTo>
                    <a:pt x="424" y="622"/>
                  </a:lnTo>
                  <a:lnTo>
                    <a:pt x="422" y="622"/>
                  </a:lnTo>
                  <a:lnTo>
                    <a:pt x="419" y="619"/>
                  </a:lnTo>
                  <a:lnTo>
                    <a:pt x="416" y="617"/>
                  </a:lnTo>
                  <a:lnTo>
                    <a:pt x="415" y="618"/>
                  </a:lnTo>
                  <a:lnTo>
                    <a:pt x="413" y="619"/>
                  </a:lnTo>
                  <a:lnTo>
                    <a:pt x="412" y="621"/>
                  </a:lnTo>
                  <a:lnTo>
                    <a:pt x="410" y="621"/>
                  </a:lnTo>
                  <a:lnTo>
                    <a:pt x="408" y="619"/>
                  </a:lnTo>
                  <a:lnTo>
                    <a:pt x="407" y="619"/>
                  </a:lnTo>
                  <a:lnTo>
                    <a:pt x="405" y="618"/>
                  </a:lnTo>
                  <a:lnTo>
                    <a:pt x="403" y="619"/>
                  </a:lnTo>
                  <a:lnTo>
                    <a:pt x="401" y="618"/>
                  </a:lnTo>
                  <a:lnTo>
                    <a:pt x="400" y="616"/>
                  </a:lnTo>
                  <a:lnTo>
                    <a:pt x="398" y="614"/>
                  </a:lnTo>
                  <a:lnTo>
                    <a:pt x="397" y="613"/>
                  </a:lnTo>
                  <a:lnTo>
                    <a:pt x="395" y="611"/>
                  </a:lnTo>
                  <a:lnTo>
                    <a:pt x="393" y="609"/>
                  </a:lnTo>
                  <a:lnTo>
                    <a:pt x="394" y="606"/>
                  </a:lnTo>
                  <a:lnTo>
                    <a:pt x="395" y="603"/>
                  </a:lnTo>
                  <a:lnTo>
                    <a:pt x="397" y="600"/>
                  </a:lnTo>
                  <a:lnTo>
                    <a:pt x="396" y="598"/>
                  </a:lnTo>
                  <a:lnTo>
                    <a:pt x="394" y="596"/>
                  </a:lnTo>
                  <a:lnTo>
                    <a:pt x="391" y="594"/>
                  </a:lnTo>
                  <a:lnTo>
                    <a:pt x="389" y="592"/>
                  </a:lnTo>
                  <a:lnTo>
                    <a:pt x="388" y="589"/>
                  </a:lnTo>
                  <a:lnTo>
                    <a:pt x="389" y="587"/>
                  </a:lnTo>
                  <a:lnTo>
                    <a:pt x="390" y="584"/>
                  </a:lnTo>
                  <a:lnTo>
                    <a:pt x="390" y="582"/>
                  </a:lnTo>
                  <a:lnTo>
                    <a:pt x="391" y="580"/>
                  </a:lnTo>
                  <a:lnTo>
                    <a:pt x="393" y="578"/>
                  </a:lnTo>
                  <a:lnTo>
                    <a:pt x="395" y="578"/>
                  </a:lnTo>
                  <a:lnTo>
                    <a:pt x="397" y="577"/>
                  </a:lnTo>
                  <a:lnTo>
                    <a:pt x="398" y="575"/>
                  </a:lnTo>
                  <a:lnTo>
                    <a:pt x="399" y="572"/>
                  </a:lnTo>
                  <a:lnTo>
                    <a:pt x="400" y="571"/>
                  </a:lnTo>
                  <a:lnTo>
                    <a:pt x="403" y="571"/>
                  </a:lnTo>
                  <a:lnTo>
                    <a:pt x="405" y="571"/>
                  </a:lnTo>
                  <a:lnTo>
                    <a:pt x="407" y="571"/>
                  </a:lnTo>
                  <a:lnTo>
                    <a:pt x="409" y="569"/>
                  </a:lnTo>
                  <a:lnTo>
                    <a:pt x="411" y="566"/>
                  </a:lnTo>
                  <a:lnTo>
                    <a:pt x="414" y="563"/>
                  </a:lnTo>
                  <a:lnTo>
                    <a:pt x="417" y="563"/>
                  </a:lnTo>
                  <a:lnTo>
                    <a:pt x="419" y="566"/>
                  </a:lnTo>
                  <a:lnTo>
                    <a:pt x="421" y="568"/>
                  </a:lnTo>
                  <a:lnTo>
                    <a:pt x="423" y="570"/>
                  </a:lnTo>
                  <a:lnTo>
                    <a:pt x="425" y="572"/>
                  </a:lnTo>
                  <a:lnTo>
                    <a:pt x="426" y="574"/>
                  </a:lnTo>
                  <a:lnTo>
                    <a:pt x="427" y="576"/>
                  </a:lnTo>
                  <a:lnTo>
                    <a:pt x="429" y="578"/>
                  </a:lnTo>
                  <a:lnTo>
                    <a:pt x="431" y="578"/>
                  </a:lnTo>
                  <a:lnTo>
                    <a:pt x="434" y="578"/>
                  </a:lnTo>
                  <a:lnTo>
                    <a:pt x="437" y="579"/>
                  </a:lnTo>
                  <a:lnTo>
                    <a:pt x="438" y="581"/>
                  </a:lnTo>
                  <a:lnTo>
                    <a:pt x="438" y="584"/>
                  </a:lnTo>
                  <a:lnTo>
                    <a:pt x="437" y="587"/>
                  </a:lnTo>
                  <a:lnTo>
                    <a:pt x="437" y="590"/>
                  </a:lnTo>
                  <a:lnTo>
                    <a:pt x="438" y="592"/>
                  </a:lnTo>
                  <a:close/>
                </a:path>
              </a:pathLst>
            </a:custGeom>
            <a:solidFill>
              <a:srgbClr val="59A3CD">
                <a:alpha val="24000"/>
              </a:srgbClr>
            </a:solidFill>
            <a:ln>
              <a:noFill/>
            </a:ln>
          </p:spPr>
          <p:txBody>
            <a:bodyPr anchor="ctr"/>
            <a:lstStyle/>
            <a:p>
              <a:pPr algn="ctr">
                <a:buNone/>
              </a:pPr>
            </a:p>
          </p:txBody>
        </p:sp>
        <p:sp>
          <p:nvSpPr>
            <p:cNvPr id="742" name="addition:spatial:124"/>
            <p:cNvSpPr>
              <a:spLocks noGrp="1"/>
            </p:cNvSpPr>
            <p:nvPr/>
          </p:nvSpPr>
          <p:spPr>
            <a:xfrm>
              <a:off x="5648325" y="1666875"/>
              <a:ext cx="550240" cy="1177381"/>
            </a:xfrm>
            <a:custGeom>
              <a:avLst/>
              <a:gdLst/>
              <a:ahLst/>
              <a:cxnLst/>
              <a:rect l="l" t="t" r="r" b="b"/>
              <a:pathLst>
                <a:path w="415" h="696">
                  <a:moveTo>
                    <a:pt x="0" y="0"/>
                  </a:moveTo>
                  <a:moveTo>
                    <a:pt x="412" y="663"/>
                  </a:moveTo>
                  <a:lnTo>
                    <a:pt x="409" y="666"/>
                  </a:lnTo>
                  <a:lnTo>
                    <a:pt x="407" y="668"/>
                  </a:lnTo>
                  <a:lnTo>
                    <a:pt x="407" y="670"/>
                  </a:lnTo>
                  <a:lnTo>
                    <a:pt x="407" y="673"/>
                  </a:lnTo>
                  <a:lnTo>
                    <a:pt x="406" y="676"/>
                  </a:lnTo>
                  <a:lnTo>
                    <a:pt x="404" y="678"/>
                  </a:lnTo>
                  <a:lnTo>
                    <a:pt x="401" y="679"/>
                  </a:lnTo>
                  <a:lnTo>
                    <a:pt x="399" y="681"/>
                  </a:lnTo>
                  <a:lnTo>
                    <a:pt x="398" y="683"/>
                  </a:lnTo>
                  <a:lnTo>
                    <a:pt x="397" y="686"/>
                  </a:lnTo>
                  <a:lnTo>
                    <a:pt x="395" y="688"/>
                  </a:lnTo>
                  <a:lnTo>
                    <a:pt x="393" y="690"/>
                  </a:lnTo>
                  <a:lnTo>
                    <a:pt x="391" y="692"/>
                  </a:lnTo>
                  <a:lnTo>
                    <a:pt x="388" y="694"/>
                  </a:lnTo>
                  <a:lnTo>
                    <a:pt x="386" y="696"/>
                  </a:lnTo>
                  <a:lnTo>
                    <a:pt x="383" y="696"/>
                  </a:lnTo>
                  <a:lnTo>
                    <a:pt x="381" y="693"/>
                  </a:lnTo>
                  <a:lnTo>
                    <a:pt x="378" y="690"/>
                  </a:lnTo>
                  <a:lnTo>
                    <a:pt x="377" y="687"/>
                  </a:lnTo>
                  <a:lnTo>
                    <a:pt x="375" y="687"/>
                  </a:lnTo>
                  <a:lnTo>
                    <a:pt x="373" y="689"/>
                  </a:lnTo>
                  <a:lnTo>
                    <a:pt x="370" y="691"/>
                  </a:lnTo>
                  <a:lnTo>
                    <a:pt x="368" y="691"/>
                  </a:lnTo>
                  <a:lnTo>
                    <a:pt x="366" y="689"/>
                  </a:lnTo>
                  <a:lnTo>
                    <a:pt x="364" y="687"/>
                  </a:lnTo>
                  <a:lnTo>
                    <a:pt x="363" y="686"/>
                  </a:lnTo>
                  <a:lnTo>
                    <a:pt x="361" y="684"/>
                  </a:lnTo>
                  <a:lnTo>
                    <a:pt x="360" y="682"/>
                  </a:lnTo>
                  <a:lnTo>
                    <a:pt x="360" y="679"/>
                  </a:lnTo>
                  <a:lnTo>
                    <a:pt x="360" y="676"/>
                  </a:lnTo>
                  <a:lnTo>
                    <a:pt x="359" y="673"/>
                  </a:lnTo>
                  <a:lnTo>
                    <a:pt x="358" y="671"/>
                  </a:lnTo>
                  <a:lnTo>
                    <a:pt x="357" y="668"/>
                  </a:lnTo>
                  <a:lnTo>
                    <a:pt x="357" y="666"/>
                  </a:lnTo>
                  <a:lnTo>
                    <a:pt x="359" y="663"/>
                  </a:lnTo>
                  <a:lnTo>
                    <a:pt x="361" y="661"/>
                  </a:lnTo>
                  <a:lnTo>
                    <a:pt x="360" y="658"/>
                  </a:lnTo>
                  <a:lnTo>
                    <a:pt x="358" y="655"/>
                  </a:lnTo>
                  <a:lnTo>
                    <a:pt x="355" y="652"/>
                  </a:lnTo>
                  <a:lnTo>
                    <a:pt x="354" y="648"/>
                  </a:lnTo>
                  <a:lnTo>
                    <a:pt x="355" y="646"/>
                  </a:lnTo>
                  <a:lnTo>
                    <a:pt x="358" y="644"/>
                  </a:lnTo>
                  <a:lnTo>
                    <a:pt x="360" y="643"/>
                  </a:lnTo>
                  <a:lnTo>
                    <a:pt x="362" y="642"/>
                  </a:lnTo>
                  <a:lnTo>
                    <a:pt x="364" y="641"/>
                  </a:lnTo>
                  <a:lnTo>
                    <a:pt x="366" y="640"/>
                  </a:lnTo>
                  <a:lnTo>
                    <a:pt x="369" y="640"/>
                  </a:lnTo>
                  <a:lnTo>
                    <a:pt x="370" y="639"/>
                  </a:lnTo>
                  <a:lnTo>
                    <a:pt x="372" y="637"/>
                  </a:lnTo>
                  <a:lnTo>
                    <a:pt x="373" y="634"/>
                  </a:lnTo>
                  <a:lnTo>
                    <a:pt x="375" y="632"/>
                  </a:lnTo>
                  <a:lnTo>
                    <a:pt x="378" y="632"/>
                  </a:lnTo>
                  <a:lnTo>
                    <a:pt x="381" y="633"/>
                  </a:lnTo>
                  <a:lnTo>
                    <a:pt x="383" y="635"/>
                  </a:lnTo>
                  <a:lnTo>
                    <a:pt x="386" y="634"/>
                  </a:lnTo>
                  <a:lnTo>
                    <a:pt x="389" y="633"/>
                  </a:lnTo>
                  <a:lnTo>
                    <a:pt x="393" y="632"/>
                  </a:lnTo>
                  <a:lnTo>
                    <a:pt x="395" y="634"/>
                  </a:lnTo>
                  <a:lnTo>
                    <a:pt x="397" y="638"/>
                  </a:lnTo>
                  <a:lnTo>
                    <a:pt x="397" y="641"/>
                  </a:lnTo>
                  <a:lnTo>
                    <a:pt x="399" y="644"/>
                  </a:lnTo>
                  <a:lnTo>
                    <a:pt x="401" y="646"/>
                  </a:lnTo>
                  <a:lnTo>
                    <a:pt x="402" y="647"/>
                  </a:lnTo>
                  <a:lnTo>
                    <a:pt x="404" y="649"/>
                  </a:lnTo>
                  <a:lnTo>
                    <a:pt x="406" y="651"/>
                  </a:lnTo>
                  <a:lnTo>
                    <a:pt x="408" y="653"/>
                  </a:lnTo>
                  <a:lnTo>
                    <a:pt x="412" y="654"/>
                  </a:lnTo>
                  <a:lnTo>
                    <a:pt x="414" y="657"/>
                  </a:lnTo>
                  <a:lnTo>
                    <a:pt x="415" y="660"/>
                  </a:lnTo>
                  <a:close/>
                </a:path>
              </a:pathLst>
            </a:custGeom>
            <a:solidFill>
              <a:srgbClr val="59A3CD">
                <a:alpha val="24000"/>
              </a:srgbClr>
            </a:solidFill>
            <a:ln>
              <a:noFill/>
            </a:ln>
          </p:spPr>
          <p:txBody>
            <a:bodyPr anchor="ctr"/>
            <a:lstStyle/>
            <a:p>
              <a:pPr algn="ctr">
                <a:buNone/>
              </a:pPr>
            </a:p>
          </p:txBody>
        </p:sp>
        <p:sp>
          <p:nvSpPr>
            <p:cNvPr id="743" name="addition:spatial:125"/>
            <p:cNvSpPr>
              <a:spLocks noGrp="1"/>
            </p:cNvSpPr>
            <p:nvPr/>
          </p:nvSpPr>
          <p:spPr>
            <a:xfrm>
              <a:off x="5648325" y="1666875"/>
              <a:ext cx="432237" cy="1207831"/>
            </a:xfrm>
            <a:custGeom>
              <a:avLst/>
              <a:gdLst/>
              <a:ahLst/>
              <a:cxnLst/>
              <a:rect l="l" t="t" r="r" b="b"/>
              <a:pathLst>
                <a:path w="326" h="714">
                  <a:moveTo>
                    <a:pt x="0" y="0"/>
                  </a:moveTo>
                  <a:moveTo>
                    <a:pt x="320" y="680"/>
                  </a:moveTo>
                  <a:lnTo>
                    <a:pt x="323" y="683"/>
                  </a:lnTo>
                  <a:lnTo>
                    <a:pt x="324" y="686"/>
                  </a:lnTo>
                  <a:lnTo>
                    <a:pt x="325" y="689"/>
                  </a:lnTo>
                  <a:lnTo>
                    <a:pt x="324" y="691"/>
                  </a:lnTo>
                  <a:lnTo>
                    <a:pt x="324" y="694"/>
                  </a:lnTo>
                  <a:lnTo>
                    <a:pt x="323" y="697"/>
                  </a:lnTo>
                  <a:lnTo>
                    <a:pt x="323" y="699"/>
                  </a:lnTo>
                  <a:lnTo>
                    <a:pt x="321" y="701"/>
                  </a:lnTo>
                  <a:lnTo>
                    <a:pt x="319" y="702"/>
                  </a:lnTo>
                  <a:lnTo>
                    <a:pt x="317" y="703"/>
                  </a:lnTo>
                  <a:lnTo>
                    <a:pt x="316" y="705"/>
                  </a:lnTo>
                  <a:lnTo>
                    <a:pt x="314" y="707"/>
                  </a:lnTo>
                  <a:lnTo>
                    <a:pt x="313" y="709"/>
                  </a:lnTo>
                  <a:lnTo>
                    <a:pt x="311" y="708"/>
                  </a:lnTo>
                  <a:lnTo>
                    <a:pt x="308" y="706"/>
                  </a:lnTo>
                  <a:lnTo>
                    <a:pt x="306" y="705"/>
                  </a:lnTo>
                  <a:lnTo>
                    <a:pt x="305" y="707"/>
                  </a:lnTo>
                  <a:lnTo>
                    <a:pt x="302" y="710"/>
                  </a:lnTo>
                  <a:lnTo>
                    <a:pt x="300" y="713"/>
                  </a:lnTo>
                  <a:lnTo>
                    <a:pt x="297" y="714"/>
                  </a:lnTo>
                  <a:lnTo>
                    <a:pt x="295" y="713"/>
                  </a:lnTo>
                  <a:lnTo>
                    <a:pt x="292" y="710"/>
                  </a:lnTo>
                  <a:lnTo>
                    <a:pt x="290" y="708"/>
                  </a:lnTo>
                  <a:lnTo>
                    <a:pt x="289" y="706"/>
                  </a:lnTo>
                  <a:lnTo>
                    <a:pt x="287" y="703"/>
                  </a:lnTo>
                  <a:lnTo>
                    <a:pt x="286" y="700"/>
                  </a:lnTo>
                  <a:lnTo>
                    <a:pt x="285" y="697"/>
                  </a:lnTo>
                  <a:lnTo>
                    <a:pt x="284" y="696"/>
                  </a:lnTo>
                  <a:lnTo>
                    <a:pt x="281" y="695"/>
                  </a:lnTo>
                  <a:lnTo>
                    <a:pt x="277" y="694"/>
                  </a:lnTo>
                  <a:lnTo>
                    <a:pt x="275" y="692"/>
                  </a:lnTo>
                  <a:lnTo>
                    <a:pt x="275" y="689"/>
                  </a:lnTo>
                  <a:lnTo>
                    <a:pt x="276" y="686"/>
                  </a:lnTo>
                  <a:lnTo>
                    <a:pt x="276" y="683"/>
                  </a:lnTo>
                  <a:lnTo>
                    <a:pt x="274" y="680"/>
                  </a:lnTo>
                  <a:lnTo>
                    <a:pt x="273" y="678"/>
                  </a:lnTo>
                  <a:lnTo>
                    <a:pt x="272" y="674"/>
                  </a:lnTo>
                  <a:lnTo>
                    <a:pt x="274" y="672"/>
                  </a:lnTo>
                  <a:lnTo>
                    <a:pt x="277" y="670"/>
                  </a:lnTo>
                  <a:lnTo>
                    <a:pt x="279" y="668"/>
                  </a:lnTo>
                  <a:lnTo>
                    <a:pt x="281" y="666"/>
                  </a:lnTo>
                  <a:lnTo>
                    <a:pt x="283" y="665"/>
                  </a:lnTo>
                  <a:lnTo>
                    <a:pt x="285" y="663"/>
                  </a:lnTo>
                  <a:lnTo>
                    <a:pt x="286" y="661"/>
                  </a:lnTo>
                  <a:lnTo>
                    <a:pt x="288" y="659"/>
                  </a:lnTo>
                  <a:lnTo>
                    <a:pt x="289" y="655"/>
                  </a:lnTo>
                  <a:lnTo>
                    <a:pt x="289" y="651"/>
                  </a:lnTo>
                  <a:lnTo>
                    <a:pt x="291" y="648"/>
                  </a:lnTo>
                  <a:lnTo>
                    <a:pt x="294" y="648"/>
                  </a:lnTo>
                  <a:lnTo>
                    <a:pt x="298" y="650"/>
                  </a:lnTo>
                  <a:lnTo>
                    <a:pt x="300" y="652"/>
                  </a:lnTo>
                  <a:lnTo>
                    <a:pt x="303" y="653"/>
                  </a:lnTo>
                  <a:lnTo>
                    <a:pt x="305" y="652"/>
                  </a:lnTo>
                  <a:lnTo>
                    <a:pt x="307" y="651"/>
                  </a:lnTo>
                  <a:lnTo>
                    <a:pt x="309" y="652"/>
                  </a:lnTo>
                  <a:lnTo>
                    <a:pt x="311" y="653"/>
                  </a:lnTo>
                  <a:lnTo>
                    <a:pt x="312" y="655"/>
                  </a:lnTo>
                  <a:lnTo>
                    <a:pt x="314" y="656"/>
                  </a:lnTo>
                  <a:lnTo>
                    <a:pt x="316" y="656"/>
                  </a:lnTo>
                  <a:lnTo>
                    <a:pt x="318" y="657"/>
                  </a:lnTo>
                  <a:lnTo>
                    <a:pt x="319" y="659"/>
                  </a:lnTo>
                  <a:lnTo>
                    <a:pt x="320" y="660"/>
                  </a:lnTo>
                  <a:lnTo>
                    <a:pt x="322" y="662"/>
                  </a:lnTo>
                  <a:lnTo>
                    <a:pt x="324" y="663"/>
                  </a:lnTo>
                  <a:lnTo>
                    <a:pt x="326" y="665"/>
                  </a:lnTo>
                  <a:lnTo>
                    <a:pt x="326" y="669"/>
                  </a:lnTo>
                  <a:lnTo>
                    <a:pt x="324" y="672"/>
                  </a:lnTo>
                  <a:lnTo>
                    <a:pt x="321" y="676"/>
                  </a:lnTo>
                  <a:lnTo>
                    <a:pt x="320" y="678"/>
                  </a:lnTo>
                  <a:close/>
                </a:path>
              </a:pathLst>
            </a:custGeom>
            <a:solidFill>
              <a:srgbClr val="59A3CD">
                <a:alpha val="24000"/>
              </a:srgbClr>
            </a:solidFill>
            <a:ln>
              <a:noFill/>
            </a:ln>
          </p:spPr>
          <p:txBody>
            <a:bodyPr anchor="ctr"/>
            <a:lstStyle/>
            <a:p>
              <a:pPr algn="ctr">
                <a:buNone/>
              </a:pPr>
            </a:p>
          </p:txBody>
        </p:sp>
        <p:sp>
          <p:nvSpPr>
            <p:cNvPr id="744" name="addition:spatial:126"/>
            <p:cNvSpPr>
              <a:spLocks noGrp="1"/>
            </p:cNvSpPr>
            <p:nvPr/>
          </p:nvSpPr>
          <p:spPr>
            <a:xfrm>
              <a:off x="5648325" y="1666875"/>
              <a:ext cx="346055" cy="1146932"/>
            </a:xfrm>
            <a:custGeom>
              <a:avLst/>
              <a:gdLst/>
              <a:ahLst/>
              <a:cxnLst/>
              <a:rect l="l" t="t" r="r" b="b"/>
              <a:pathLst>
                <a:path w="261" h="678">
                  <a:moveTo>
                    <a:pt x="0" y="0"/>
                  </a:moveTo>
                  <a:moveTo>
                    <a:pt x="254" y="646"/>
                  </a:moveTo>
                  <a:lnTo>
                    <a:pt x="252" y="648"/>
                  </a:lnTo>
                  <a:lnTo>
                    <a:pt x="253" y="650"/>
                  </a:lnTo>
                  <a:lnTo>
                    <a:pt x="255" y="653"/>
                  </a:lnTo>
                  <a:lnTo>
                    <a:pt x="257" y="657"/>
                  </a:lnTo>
                  <a:lnTo>
                    <a:pt x="257" y="660"/>
                  </a:lnTo>
                  <a:lnTo>
                    <a:pt x="255" y="662"/>
                  </a:lnTo>
                  <a:lnTo>
                    <a:pt x="253" y="664"/>
                  </a:lnTo>
                  <a:lnTo>
                    <a:pt x="251" y="666"/>
                  </a:lnTo>
                  <a:lnTo>
                    <a:pt x="250" y="668"/>
                  </a:lnTo>
                  <a:lnTo>
                    <a:pt x="249" y="670"/>
                  </a:lnTo>
                  <a:lnTo>
                    <a:pt x="247" y="672"/>
                  </a:lnTo>
                  <a:lnTo>
                    <a:pt x="244" y="672"/>
                  </a:lnTo>
                  <a:lnTo>
                    <a:pt x="242" y="672"/>
                  </a:lnTo>
                  <a:lnTo>
                    <a:pt x="240" y="674"/>
                  </a:lnTo>
                  <a:lnTo>
                    <a:pt x="238" y="674"/>
                  </a:lnTo>
                  <a:lnTo>
                    <a:pt x="236" y="674"/>
                  </a:lnTo>
                  <a:lnTo>
                    <a:pt x="234" y="672"/>
                  </a:lnTo>
                  <a:lnTo>
                    <a:pt x="232" y="671"/>
                  </a:lnTo>
                  <a:lnTo>
                    <a:pt x="229" y="672"/>
                  </a:lnTo>
                  <a:lnTo>
                    <a:pt x="227" y="675"/>
                  </a:lnTo>
                  <a:lnTo>
                    <a:pt x="223" y="678"/>
                  </a:lnTo>
                  <a:lnTo>
                    <a:pt x="220" y="678"/>
                  </a:lnTo>
                  <a:lnTo>
                    <a:pt x="217" y="676"/>
                  </a:lnTo>
                  <a:lnTo>
                    <a:pt x="216" y="672"/>
                  </a:lnTo>
                  <a:lnTo>
                    <a:pt x="215" y="669"/>
                  </a:lnTo>
                  <a:lnTo>
                    <a:pt x="214" y="666"/>
                  </a:lnTo>
                  <a:lnTo>
                    <a:pt x="212" y="664"/>
                  </a:lnTo>
                  <a:lnTo>
                    <a:pt x="210" y="662"/>
                  </a:lnTo>
                  <a:lnTo>
                    <a:pt x="209" y="660"/>
                  </a:lnTo>
                  <a:lnTo>
                    <a:pt x="208" y="657"/>
                  </a:lnTo>
                  <a:lnTo>
                    <a:pt x="205" y="656"/>
                  </a:lnTo>
                  <a:lnTo>
                    <a:pt x="202" y="654"/>
                  </a:lnTo>
                  <a:lnTo>
                    <a:pt x="200" y="651"/>
                  </a:lnTo>
                  <a:lnTo>
                    <a:pt x="200" y="649"/>
                  </a:lnTo>
                  <a:lnTo>
                    <a:pt x="201" y="646"/>
                  </a:lnTo>
                  <a:lnTo>
                    <a:pt x="201" y="643"/>
                  </a:lnTo>
                  <a:lnTo>
                    <a:pt x="200" y="641"/>
                  </a:lnTo>
                  <a:lnTo>
                    <a:pt x="198" y="637"/>
                  </a:lnTo>
                  <a:lnTo>
                    <a:pt x="198" y="634"/>
                  </a:lnTo>
                  <a:lnTo>
                    <a:pt x="200" y="632"/>
                  </a:lnTo>
                  <a:lnTo>
                    <a:pt x="204" y="631"/>
                  </a:lnTo>
                  <a:lnTo>
                    <a:pt x="208" y="630"/>
                  </a:lnTo>
                  <a:lnTo>
                    <a:pt x="210" y="629"/>
                  </a:lnTo>
                  <a:lnTo>
                    <a:pt x="212" y="627"/>
                  </a:lnTo>
                  <a:lnTo>
                    <a:pt x="213" y="625"/>
                  </a:lnTo>
                  <a:lnTo>
                    <a:pt x="215" y="623"/>
                  </a:lnTo>
                  <a:lnTo>
                    <a:pt x="217" y="621"/>
                  </a:lnTo>
                  <a:lnTo>
                    <a:pt x="219" y="618"/>
                  </a:lnTo>
                  <a:lnTo>
                    <a:pt x="221" y="615"/>
                  </a:lnTo>
                  <a:lnTo>
                    <a:pt x="224" y="613"/>
                  </a:lnTo>
                  <a:lnTo>
                    <a:pt x="228" y="613"/>
                  </a:lnTo>
                  <a:lnTo>
                    <a:pt x="231" y="615"/>
                  </a:lnTo>
                  <a:lnTo>
                    <a:pt x="234" y="618"/>
                  </a:lnTo>
                  <a:lnTo>
                    <a:pt x="236" y="619"/>
                  </a:lnTo>
                  <a:lnTo>
                    <a:pt x="239" y="619"/>
                  </a:lnTo>
                  <a:lnTo>
                    <a:pt x="242" y="618"/>
                  </a:lnTo>
                  <a:lnTo>
                    <a:pt x="245" y="618"/>
                  </a:lnTo>
                  <a:lnTo>
                    <a:pt x="247" y="621"/>
                  </a:lnTo>
                  <a:lnTo>
                    <a:pt x="248" y="623"/>
                  </a:lnTo>
                  <a:lnTo>
                    <a:pt x="249" y="625"/>
                  </a:lnTo>
                  <a:lnTo>
                    <a:pt x="251" y="626"/>
                  </a:lnTo>
                  <a:lnTo>
                    <a:pt x="254" y="626"/>
                  </a:lnTo>
                  <a:lnTo>
                    <a:pt x="257" y="628"/>
                  </a:lnTo>
                  <a:lnTo>
                    <a:pt x="258" y="630"/>
                  </a:lnTo>
                  <a:lnTo>
                    <a:pt x="259" y="632"/>
                  </a:lnTo>
                  <a:lnTo>
                    <a:pt x="261" y="635"/>
                  </a:lnTo>
                  <a:lnTo>
                    <a:pt x="261" y="637"/>
                  </a:lnTo>
                  <a:lnTo>
                    <a:pt x="261" y="640"/>
                  </a:lnTo>
                  <a:lnTo>
                    <a:pt x="258" y="643"/>
                  </a:lnTo>
                  <a:close/>
                </a:path>
              </a:pathLst>
            </a:custGeom>
            <a:solidFill>
              <a:srgbClr val="59A3CD">
                <a:alpha val="24000"/>
              </a:srgbClr>
            </a:solidFill>
            <a:ln>
              <a:noFill/>
            </a:ln>
          </p:spPr>
          <p:txBody>
            <a:bodyPr anchor="ctr"/>
            <a:lstStyle/>
            <a:p>
              <a:pPr algn="ctr">
                <a:buNone/>
              </a:pPr>
            </a:p>
          </p:txBody>
        </p:sp>
        <p:sp>
          <p:nvSpPr>
            <p:cNvPr id="745" name="addition:spatial:127"/>
            <p:cNvSpPr>
              <a:spLocks noGrp="1"/>
            </p:cNvSpPr>
            <p:nvPr/>
          </p:nvSpPr>
          <p:spPr>
            <a:xfrm>
              <a:off x="5648325" y="1666875"/>
              <a:ext cx="303627" cy="1021751"/>
            </a:xfrm>
            <a:custGeom>
              <a:avLst/>
              <a:gdLst/>
              <a:ahLst/>
              <a:cxnLst/>
              <a:rect l="l" t="t" r="r" b="b"/>
              <a:pathLst>
                <a:path w="229" h="604">
                  <a:moveTo>
                    <a:pt x="0" y="0"/>
                  </a:moveTo>
                  <a:moveTo>
                    <a:pt x="227" y="575"/>
                  </a:moveTo>
                  <a:lnTo>
                    <a:pt x="225" y="577"/>
                  </a:lnTo>
                  <a:lnTo>
                    <a:pt x="224" y="579"/>
                  </a:lnTo>
                  <a:lnTo>
                    <a:pt x="225" y="581"/>
                  </a:lnTo>
                  <a:lnTo>
                    <a:pt x="227" y="585"/>
                  </a:lnTo>
                  <a:lnTo>
                    <a:pt x="229" y="588"/>
                  </a:lnTo>
                  <a:lnTo>
                    <a:pt x="229" y="591"/>
                  </a:lnTo>
                  <a:lnTo>
                    <a:pt x="227" y="593"/>
                  </a:lnTo>
                  <a:lnTo>
                    <a:pt x="224" y="594"/>
                  </a:lnTo>
                  <a:lnTo>
                    <a:pt x="222" y="594"/>
                  </a:lnTo>
                  <a:lnTo>
                    <a:pt x="220" y="595"/>
                  </a:lnTo>
                  <a:lnTo>
                    <a:pt x="218" y="596"/>
                  </a:lnTo>
                  <a:lnTo>
                    <a:pt x="216" y="596"/>
                  </a:lnTo>
                  <a:lnTo>
                    <a:pt x="215" y="597"/>
                  </a:lnTo>
                  <a:lnTo>
                    <a:pt x="213" y="598"/>
                  </a:lnTo>
                  <a:lnTo>
                    <a:pt x="211" y="600"/>
                  </a:lnTo>
                  <a:lnTo>
                    <a:pt x="210" y="603"/>
                  </a:lnTo>
                  <a:lnTo>
                    <a:pt x="207" y="604"/>
                  </a:lnTo>
                  <a:lnTo>
                    <a:pt x="205" y="603"/>
                  </a:lnTo>
                  <a:lnTo>
                    <a:pt x="202" y="602"/>
                  </a:lnTo>
                  <a:lnTo>
                    <a:pt x="200" y="600"/>
                  </a:lnTo>
                  <a:lnTo>
                    <a:pt x="197" y="601"/>
                  </a:lnTo>
                  <a:lnTo>
                    <a:pt x="194" y="602"/>
                  </a:lnTo>
                  <a:lnTo>
                    <a:pt x="191" y="601"/>
                  </a:lnTo>
                  <a:lnTo>
                    <a:pt x="189" y="599"/>
                  </a:lnTo>
                  <a:lnTo>
                    <a:pt x="188" y="595"/>
                  </a:lnTo>
                  <a:lnTo>
                    <a:pt x="188" y="592"/>
                  </a:lnTo>
                  <a:lnTo>
                    <a:pt x="186" y="590"/>
                  </a:lnTo>
                  <a:lnTo>
                    <a:pt x="184" y="589"/>
                  </a:lnTo>
                  <a:lnTo>
                    <a:pt x="182" y="588"/>
                  </a:lnTo>
                  <a:lnTo>
                    <a:pt x="181" y="586"/>
                  </a:lnTo>
                  <a:lnTo>
                    <a:pt x="179" y="584"/>
                  </a:lnTo>
                  <a:lnTo>
                    <a:pt x="176" y="583"/>
                  </a:lnTo>
                  <a:lnTo>
                    <a:pt x="174" y="580"/>
                  </a:lnTo>
                  <a:lnTo>
                    <a:pt x="172" y="578"/>
                  </a:lnTo>
                  <a:lnTo>
                    <a:pt x="173" y="575"/>
                  </a:lnTo>
                  <a:lnTo>
                    <a:pt x="176" y="573"/>
                  </a:lnTo>
                  <a:lnTo>
                    <a:pt x="179" y="571"/>
                  </a:lnTo>
                  <a:lnTo>
                    <a:pt x="181" y="569"/>
                  </a:lnTo>
                  <a:lnTo>
                    <a:pt x="181" y="566"/>
                  </a:lnTo>
                  <a:lnTo>
                    <a:pt x="181" y="564"/>
                  </a:lnTo>
                  <a:lnTo>
                    <a:pt x="182" y="561"/>
                  </a:lnTo>
                  <a:lnTo>
                    <a:pt x="184" y="560"/>
                  </a:lnTo>
                  <a:lnTo>
                    <a:pt x="187" y="559"/>
                  </a:lnTo>
                  <a:lnTo>
                    <a:pt x="188" y="557"/>
                  </a:lnTo>
                  <a:lnTo>
                    <a:pt x="190" y="555"/>
                  </a:lnTo>
                  <a:lnTo>
                    <a:pt x="191" y="552"/>
                  </a:lnTo>
                  <a:lnTo>
                    <a:pt x="193" y="550"/>
                  </a:lnTo>
                  <a:lnTo>
                    <a:pt x="195" y="549"/>
                  </a:lnTo>
                  <a:lnTo>
                    <a:pt x="198" y="548"/>
                  </a:lnTo>
                  <a:lnTo>
                    <a:pt x="200" y="547"/>
                  </a:lnTo>
                  <a:lnTo>
                    <a:pt x="202" y="546"/>
                  </a:lnTo>
                  <a:lnTo>
                    <a:pt x="205" y="547"/>
                  </a:lnTo>
                  <a:lnTo>
                    <a:pt x="207" y="549"/>
                  </a:lnTo>
                  <a:lnTo>
                    <a:pt x="208" y="553"/>
                  </a:lnTo>
                  <a:lnTo>
                    <a:pt x="210" y="554"/>
                  </a:lnTo>
                  <a:lnTo>
                    <a:pt x="212" y="554"/>
                  </a:lnTo>
                  <a:lnTo>
                    <a:pt x="214" y="551"/>
                  </a:lnTo>
                  <a:lnTo>
                    <a:pt x="217" y="550"/>
                  </a:lnTo>
                  <a:lnTo>
                    <a:pt x="219" y="551"/>
                  </a:lnTo>
                  <a:lnTo>
                    <a:pt x="221" y="553"/>
                  </a:lnTo>
                  <a:lnTo>
                    <a:pt x="222" y="555"/>
                  </a:lnTo>
                  <a:lnTo>
                    <a:pt x="223" y="557"/>
                  </a:lnTo>
                  <a:lnTo>
                    <a:pt x="224" y="558"/>
                  </a:lnTo>
                  <a:lnTo>
                    <a:pt x="225" y="561"/>
                  </a:lnTo>
                  <a:lnTo>
                    <a:pt x="225" y="563"/>
                  </a:lnTo>
                  <a:lnTo>
                    <a:pt x="225" y="566"/>
                  </a:lnTo>
                  <a:lnTo>
                    <a:pt x="225" y="568"/>
                  </a:lnTo>
                  <a:lnTo>
                    <a:pt x="226" y="570"/>
                  </a:lnTo>
                  <a:lnTo>
                    <a:pt x="227" y="573"/>
                  </a:lnTo>
                  <a:close/>
                </a:path>
              </a:pathLst>
            </a:custGeom>
            <a:solidFill>
              <a:srgbClr val="59A3CD">
                <a:alpha val="24000"/>
              </a:srgbClr>
            </a:solidFill>
            <a:ln>
              <a:noFill/>
            </a:ln>
          </p:spPr>
          <p:txBody>
            <a:bodyPr anchor="ctr"/>
            <a:lstStyle/>
            <a:p>
              <a:pPr algn="ctr">
                <a:buNone/>
              </a:pPr>
            </a:p>
          </p:txBody>
        </p:sp>
        <p:sp>
          <p:nvSpPr>
            <p:cNvPr id="746" name="addition:spatial:128"/>
            <p:cNvSpPr>
              <a:spLocks noGrp="1"/>
            </p:cNvSpPr>
            <p:nvPr/>
          </p:nvSpPr>
          <p:spPr>
            <a:xfrm>
              <a:off x="5648325" y="1666875"/>
              <a:ext cx="372572" cy="921944"/>
            </a:xfrm>
            <a:custGeom>
              <a:avLst/>
              <a:gdLst/>
              <a:ahLst/>
              <a:cxnLst/>
              <a:rect l="l" t="t" r="r" b="b"/>
              <a:pathLst>
                <a:path w="281" h="545">
                  <a:moveTo>
                    <a:pt x="0" y="0"/>
                  </a:moveTo>
                  <a:moveTo>
                    <a:pt x="275" y="515"/>
                  </a:moveTo>
                  <a:lnTo>
                    <a:pt x="276" y="517"/>
                  </a:lnTo>
                  <a:lnTo>
                    <a:pt x="278" y="520"/>
                  </a:lnTo>
                  <a:lnTo>
                    <a:pt x="280" y="523"/>
                  </a:lnTo>
                  <a:lnTo>
                    <a:pt x="281" y="526"/>
                  </a:lnTo>
                  <a:lnTo>
                    <a:pt x="279" y="528"/>
                  </a:lnTo>
                  <a:lnTo>
                    <a:pt x="277" y="530"/>
                  </a:lnTo>
                  <a:lnTo>
                    <a:pt x="275" y="531"/>
                  </a:lnTo>
                  <a:lnTo>
                    <a:pt x="273" y="533"/>
                  </a:lnTo>
                  <a:lnTo>
                    <a:pt x="271" y="534"/>
                  </a:lnTo>
                  <a:lnTo>
                    <a:pt x="268" y="534"/>
                  </a:lnTo>
                  <a:lnTo>
                    <a:pt x="265" y="534"/>
                  </a:lnTo>
                  <a:lnTo>
                    <a:pt x="263" y="535"/>
                  </a:lnTo>
                  <a:lnTo>
                    <a:pt x="262" y="538"/>
                  </a:lnTo>
                  <a:lnTo>
                    <a:pt x="261" y="542"/>
                  </a:lnTo>
                  <a:lnTo>
                    <a:pt x="258" y="545"/>
                  </a:lnTo>
                  <a:lnTo>
                    <a:pt x="255" y="545"/>
                  </a:lnTo>
                  <a:lnTo>
                    <a:pt x="252" y="543"/>
                  </a:lnTo>
                  <a:lnTo>
                    <a:pt x="249" y="542"/>
                  </a:lnTo>
                  <a:lnTo>
                    <a:pt x="246" y="541"/>
                  </a:lnTo>
                  <a:lnTo>
                    <a:pt x="243" y="542"/>
                  </a:lnTo>
                  <a:lnTo>
                    <a:pt x="240" y="542"/>
                  </a:lnTo>
                  <a:lnTo>
                    <a:pt x="237" y="540"/>
                  </a:lnTo>
                  <a:lnTo>
                    <a:pt x="235" y="538"/>
                  </a:lnTo>
                  <a:lnTo>
                    <a:pt x="233" y="536"/>
                  </a:lnTo>
                  <a:lnTo>
                    <a:pt x="231" y="535"/>
                  </a:lnTo>
                  <a:lnTo>
                    <a:pt x="229" y="533"/>
                  </a:lnTo>
                  <a:lnTo>
                    <a:pt x="227" y="532"/>
                  </a:lnTo>
                  <a:lnTo>
                    <a:pt x="226" y="530"/>
                  </a:lnTo>
                  <a:lnTo>
                    <a:pt x="225" y="528"/>
                  </a:lnTo>
                  <a:lnTo>
                    <a:pt x="222" y="527"/>
                  </a:lnTo>
                  <a:lnTo>
                    <a:pt x="219" y="525"/>
                  </a:lnTo>
                  <a:lnTo>
                    <a:pt x="216" y="523"/>
                  </a:lnTo>
                  <a:lnTo>
                    <a:pt x="216" y="521"/>
                  </a:lnTo>
                  <a:lnTo>
                    <a:pt x="218" y="518"/>
                  </a:lnTo>
                  <a:lnTo>
                    <a:pt x="222" y="515"/>
                  </a:lnTo>
                  <a:lnTo>
                    <a:pt x="225" y="513"/>
                  </a:lnTo>
                  <a:lnTo>
                    <a:pt x="225" y="511"/>
                  </a:lnTo>
                  <a:lnTo>
                    <a:pt x="225" y="508"/>
                  </a:lnTo>
                  <a:lnTo>
                    <a:pt x="226" y="506"/>
                  </a:lnTo>
                  <a:lnTo>
                    <a:pt x="227" y="504"/>
                  </a:lnTo>
                  <a:lnTo>
                    <a:pt x="228" y="502"/>
                  </a:lnTo>
                  <a:lnTo>
                    <a:pt x="229" y="499"/>
                  </a:lnTo>
                  <a:lnTo>
                    <a:pt x="229" y="496"/>
                  </a:lnTo>
                  <a:lnTo>
                    <a:pt x="231" y="494"/>
                  </a:lnTo>
                  <a:lnTo>
                    <a:pt x="233" y="493"/>
                  </a:lnTo>
                  <a:lnTo>
                    <a:pt x="236" y="492"/>
                  </a:lnTo>
                  <a:lnTo>
                    <a:pt x="238" y="491"/>
                  </a:lnTo>
                  <a:lnTo>
                    <a:pt x="240" y="489"/>
                  </a:lnTo>
                  <a:lnTo>
                    <a:pt x="242" y="487"/>
                  </a:lnTo>
                  <a:lnTo>
                    <a:pt x="244" y="486"/>
                  </a:lnTo>
                  <a:lnTo>
                    <a:pt x="247" y="488"/>
                  </a:lnTo>
                  <a:lnTo>
                    <a:pt x="249" y="491"/>
                  </a:lnTo>
                  <a:lnTo>
                    <a:pt x="251" y="493"/>
                  </a:lnTo>
                  <a:lnTo>
                    <a:pt x="253" y="493"/>
                  </a:lnTo>
                  <a:lnTo>
                    <a:pt x="255" y="491"/>
                  </a:lnTo>
                  <a:lnTo>
                    <a:pt x="258" y="489"/>
                  </a:lnTo>
                  <a:lnTo>
                    <a:pt x="260" y="489"/>
                  </a:lnTo>
                  <a:lnTo>
                    <a:pt x="263" y="490"/>
                  </a:lnTo>
                  <a:lnTo>
                    <a:pt x="265" y="491"/>
                  </a:lnTo>
                  <a:lnTo>
                    <a:pt x="267" y="492"/>
                  </a:lnTo>
                  <a:lnTo>
                    <a:pt x="269" y="493"/>
                  </a:lnTo>
                  <a:lnTo>
                    <a:pt x="270" y="496"/>
                  </a:lnTo>
                  <a:lnTo>
                    <a:pt x="269" y="500"/>
                  </a:lnTo>
                  <a:lnTo>
                    <a:pt x="269" y="503"/>
                  </a:lnTo>
                  <a:lnTo>
                    <a:pt x="270" y="505"/>
                  </a:lnTo>
                  <a:lnTo>
                    <a:pt x="273" y="506"/>
                  </a:lnTo>
                  <a:lnTo>
                    <a:pt x="276" y="508"/>
                  </a:lnTo>
                  <a:lnTo>
                    <a:pt x="277" y="510"/>
                  </a:lnTo>
                  <a:lnTo>
                    <a:pt x="276" y="513"/>
                  </a:lnTo>
                  <a:close/>
                </a:path>
              </a:pathLst>
            </a:custGeom>
            <a:solidFill>
              <a:srgbClr val="59A3CD">
                <a:alpha val="24000"/>
              </a:srgbClr>
            </a:solidFill>
            <a:ln>
              <a:noFill/>
            </a:ln>
          </p:spPr>
          <p:txBody>
            <a:bodyPr anchor="ctr"/>
            <a:lstStyle/>
            <a:p>
              <a:pPr algn="ctr">
                <a:buNone/>
              </a:pPr>
            </a:p>
          </p:txBody>
        </p:sp>
        <p:sp>
          <p:nvSpPr>
            <p:cNvPr id="747" name="addition:spatial:129"/>
            <p:cNvSpPr>
              <a:spLocks noGrp="1"/>
            </p:cNvSpPr>
            <p:nvPr/>
          </p:nvSpPr>
          <p:spPr>
            <a:xfrm>
              <a:off x="5648325" y="1666875"/>
              <a:ext cx="472013" cy="876270"/>
            </a:xfrm>
            <a:custGeom>
              <a:avLst/>
              <a:gdLst/>
              <a:ahLst/>
              <a:cxnLst/>
              <a:rect l="l" t="t" r="r" b="b"/>
              <a:pathLst>
                <a:path w="356" h="518">
                  <a:moveTo>
                    <a:pt x="0" y="0"/>
                  </a:moveTo>
                  <a:moveTo>
                    <a:pt x="356" y="488"/>
                  </a:moveTo>
                  <a:lnTo>
                    <a:pt x="353" y="491"/>
                  </a:lnTo>
                  <a:lnTo>
                    <a:pt x="351" y="493"/>
                  </a:lnTo>
                  <a:lnTo>
                    <a:pt x="349" y="495"/>
                  </a:lnTo>
                  <a:lnTo>
                    <a:pt x="350" y="497"/>
                  </a:lnTo>
                  <a:lnTo>
                    <a:pt x="349" y="500"/>
                  </a:lnTo>
                  <a:lnTo>
                    <a:pt x="348" y="502"/>
                  </a:lnTo>
                  <a:lnTo>
                    <a:pt x="345" y="503"/>
                  </a:lnTo>
                  <a:lnTo>
                    <a:pt x="342" y="504"/>
                  </a:lnTo>
                  <a:lnTo>
                    <a:pt x="340" y="505"/>
                  </a:lnTo>
                  <a:lnTo>
                    <a:pt x="339" y="507"/>
                  </a:lnTo>
                  <a:lnTo>
                    <a:pt x="337" y="510"/>
                  </a:lnTo>
                  <a:lnTo>
                    <a:pt x="335" y="511"/>
                  </a:lnTo>
                  <a:lnTo>
                    <a:pt x="332" y="513"/>
                  </a:lnTo>
                  <a:lnTo>
                    <a:pt x="330" y="514"/>
                  </a:lnTo>
                  <a:lnTo>
                    <a:pt x="328" y="517"/>
                  </a:lnTo>
                  <a:lnTo>
                    <a:pt x="325" y="518"/>
                  </a:lnTo>
                  <a:lnTo>
                    <a:pt x="322" y="518"/>
                  </a:lnTo>
                  <a:lnTo>
                    <a:pt x="319" y="515"/>
                  </a:lnTo>
                  <a:lnTo>
                    <a:pt x="317" y="511"/>
                  </a:lnTo>
                  <a:lnTo>
                    <a:pt x="315" y="509"/>
                  </a:lnTo>
                  <a:lnTo>
                    <a:pt x="313" y="509"/>
                  </a:lnTo>
                  <a:lnTo>
                    <a:pt x="311" y="510"/>
                  </a:lnTo>
                  <a:lnTo>
                    <a:pt x="308" y="511"/>
                  </a:lnTo>
                  <a:lnTo>
                    <a:pt x="306" y="511"/>
                  </a:lnTo>
                  <a:lnTo>
                    <a:pt x="304" y="509"/>
                  </a:lnTo>
                  <a:lnTo>
                    <a:pt x="303" y="507"/>
                  </a:lnTo>
                  <a:lnTo>
                    <a:pt x="301" y="506"/>
                  </a:lnTo>
                  <a:lnTo>
                    <a:pt x="299" y="505"/>
                  </a:lnTo>
                  <a:lnTo>
                    <a:pt x="298" y="503"/>
                  </a:lnTo>
                  <a:lnTo>
                    <a:pt x="298" y="500"/>
                  </a:lnTo>
                  <a:lnTo>
                    <a:pt x="298" y="497"/>
                  </a:lnTo>
                  <a:lnTo>
                    <a:pt x="298" y="495"/>
                  </a:lnTo>
                  <a:lnTo>
                    <a:pt x="297" y="493"/>
                  </a:lnTo>
                  <a:lnTo>
                    <a:pt x="296" y="491"/>
                  </a:lnTo>
                  <a:lnTo>
                    <a:pt x="298" y="488"/>
                  </a:lnTo>
                  <a:lnTo>
                    <a:pt x="301" y="486"/>
                  </a:lnTo>
                  <a:lnTo>
                    <a:pt x="303" y="484"/>
                  </a:lnTo>
                  <a:lnTo>
                    <a:pt x="302" y="482"/>
                  </a:lnTo>
                  <a:lnTo>
                    <a:pt x="300" y="479"/>
                  </a:lnTo>
                  <a:lnTo>
                    <a:pt x="298" y="476"/>
                  </a:lnTo>
                  <a:lnTo>
                    <a:pt x="297" y="473"/>
                  </a:lnTo>
                  <a:lnTo>
                    <a:pt x="299" y="471"/>
                  </a:lnTo>
                  <a:lnTo>
                    <a:pt x="301" y="469"/>
                  </a:lnTo>
                  <a:lnTo>
                    <a:pt x="303" y="468"/>
                  </a:lnTo>
                  <a:lnTo>
                    <a:pt x="305" y="467"/>
                  </a:lnTo>
                  <a:lnTo>
                    <a:pt x="307" y="466"/>
                  </a:lnTo>
                  <a:lnTo>
                    <a:pt x="310" y="467"/>
                  </a:lnTo>
                  <a:lnTo>
                    <a:pt x="312" y="467"/>
                  </a:lnTo>
                  <a:lnTo>
                    <a:pt x="314" y="466"/>
                  </a:lnTo>
                  <a:lnTo>
                    <a:pt x="315" y="464"/>
                  </a:lnTo>
                  <a:lnTo>
                    <a:pt x="317" y="462"/>
                  </a:lnTo>
                  <a:lnTo>
                    <a:pt x="319" y="461"/>
                  </a:lnTo>
                  <a:lnTo>
                    <a:pt x="322" y="462"/>
                  </a:lnTo>
                  <a:lnTo>
                    <a:pt x="324" y="463"/>
                  </a:lnTo>
                  <a:lnTo>
                    <a:pt x="326" y="464"/>
                  </a:lnTo>
                  <a:lnTo>
                    <a:pt x="329" y="463"/>
                  </a:lnTo>
                  <a:lnTo>
                    <a:pt x="332" y="462"/>
                  </a:lnTo>
                  <a:lnTo>
                    <a:pt x="336" y="462"/>
                  </a:lnTo>
                  <a:lnTo>
                    <a:pt x="338" y="464"/>
                  </a:lnTo>
                  <a:lnTo>
                    <a:pt x="339" y="467"/>
                  </a:lnTo>
                  <a:lnTo>
                    <a:pt x="340" y="470"/>
                  </a:lnTo>
                  <a:lnTo>
                    <a:pt x="341" y="472"/>
                  </a:lnTo>
                  <a:lnTo>
                    <a:pt x="342" y="474"/>
                  </a:lnTo>
                  <a:lnTo>
                    <a:pt x="344" y="476"/>
                  </a:lnTo>
                  <a:lnTo>
                    <a:pt x="345" y="478"/>
                  </a:lnTo>
                  <a:lnTo>
                    <a:pt x="347" y="480"/>
                  </a:lnTo>
                  <a:lnTo>
                    <a:pt x="350" y="481"/>
                  </a:lnTo>
                  <a:lnTo>
                    <a:pt x="353" y="483"/>
                  </a:lnTo>
                  <a:lnTo>
                    <a:pt x="356" y="485"/>
                  </a:lnTo>
                  <a:close/>
                </a:path>
              </a:pathLst>
            </a:custGeom>
            <a:solidFill>
              <a:srgbClr val="59A3CD">
                <a:alpha val="24000"/>
              </a:srgbClr>
            </a:solidFill>
            <a:ln>
              <a:noFill/>
            </a:ln>
          </p:spPr>
          <p:txBody>
            <a:bodyPr anchor="ctr"/>
            <a:lstStyle/>
            <a:p>
              <a:pPr algn="ctr">
                <a:buNone/>
              </a:pPr>
            </a:p>
          </p:txBody>
        </p:sp>
        <p:sp>
          <p:nvSpPr>
            <p:cNvPr id="748" name="addition:spatial:130"/>
            <p:cNvSpPr>
              <a:spLocks noGrp="1"/>
            </p:cNvSpPr>
            <p:nvPr/>
          </p:nvSpPr>
          <p:spPr>
            <a:xfrm>
              <a:off x="5648325" y="1666875"/>
              <a:ext cx="551566" cy="937169"/>
            </a:xfrm>
            <a:custGeom>
              <a:avLst/>
              <a:gdLst/>
              <a:ahLst/>
              <a:cxnLst/>
              <a:rect l="l" t="t" r="r" b="b"/>
              <a:pathLst>
                <a:path w="416" h="554">
                  <a:moveTo>
                    <a:pt x="0" y="0"/>
                  </a:moveTo>
                  <a:moveTo>
                    <a:pt x="414" y="522"/>
                  </a:moveTo>
                  <a:lnTo>
                    <a:pt x="412" y="525"/>
                  </a:lnTo>
                  <a:lnTo>
                    <a:pt x="411" y="527"/>
                  </a:lnTo>
                  <a:lnTo>
                    <a:pt x="412" y="530"/>
                  </a:lnTo>
                  <a:lnTo>
                    <a:pt x="414" y="533"/>
                  </a:lnTo>
                  <a:lnTo>
                    <a:pt x="416" y="537"/>
                  </a:lnTo>
                  <a:lnTo>
                    <a:pt x="416" y="541"/>
                  </a:lnTo>
                  <a:lnTo>
                    <a:pt x="414" y="543"/>
                  </a:lnTo>
                  <a:lnTo>
                    <a:pt x="412" y="543"/>
                  </a:lnTo>
                  <a:lnTo>
                    <a:pt x="410" y="544"/>
                  </a:lnTo>
                  <a:lnTo>
                    <a:pt x="409" y="545"/>
                  </a:lnTo>
                  <a:lnTo>
                    <a:pt x="407" y="547"/>
                  </a:lnTo>
                  <a:lnTo>
                    <a:pt x="406" y="548"/>
                  </a:lnTo>
                  <a:lnTo>
                    <a:pt x="404" y="548"/>
                  </a:lnTo>
                  <a:lnTo>
                    <a:pt x="403" y="549"/>
                  </a:lnTo>
                  <a:lnTo>
                    <a:pt x="401" y="551"/>
                  </a:lnTo>
                  <a:lnTo>
                    <a:pt x="400" y="553"/>
                  </a:lnTo>
                  <a:lnTo>
                    <a:pt x="398" y="554"/>
                  </a:lnTo>
                  <a:lnTo>
                    <a:pt x="396" y="553"/>
                  </a:lnTo>
                  <a:lnTo>
                    <a:pt x="394" y="552"/>
                  </a:lnTo>
                  <a:lnTo>
                    <a:pt x="392" y="551"/>
                  </a:lnTo>
                  <a:lnTo>
                    <a:pt x="390" y="552"/>
                  </a:lnTo>
                  <a:lnTo>
                    <a:pt x="387" y="554"/>
                  </a:lnTo>
                  <a:lnTo>
                    <a:pt x="385" y="553"/>
                  </a:lnTo>
                  <a:lnTo>
                    <a:pt x="383" y="550"/>
                  </a:lnTo>
                  <a:lnTo>
                    <a:pt x="383" y="546"/>
                  </a:lnTo>
                  <a:lnTo>
                    <a:pt x="383" y="542"/>
                  </a:lnTo>
                  <a:lnTo>
                    <a:pt x="382" y="540"/>
                  </a:lnTo>
                  <a:lnTo>
                    <a:pt x="380" y="538"/>
                  </a:lnTo>
                  <a:lnTo>
                    <a:pt x="378" y="537"/>
                  </a:lnTo>
                  <a:lnTo>
                    <a:pt x="376" y="535"/>
                  </a:lnTo>
                  <a:lnTo>
                    <a:pt x="375" y="533"/>
                  </a:lnTo>
                  <a:lnTo>
                    <a:pt x="373" y="531"/>
                  </a:lnTo>
                  <a:lnTo>
                    <a:pt x="371" y="528"/>
                  </a:lnTo>
                  <a:lnTo>
                    <a:pt x="370" y="525"/>
                  </a:lnTo>
                  <a:lnTo>
                    <a:pt x="370" y="522"/>
                  </a:lnTo>
                  <a:lnTo>
                    <a:pt x="372" y="519"/>
                  </a:lnTo>
                  <a:lnTo>
                    <a:pt x="374" y="517"/>
                  </a:lnTo>
                  <a:lnTo>
                    <a:pt x="375" y="515"/>
                  </a:lnTo>
                  <a:lnTo>
                    <a:pt x="375" y="512"/>
                  </a:lnTo>
                  <a:lnTo>
                    <a:pt x="375" y="509"/>
                  </a:lnTo>
                  <a:lnTo>
                    <a:pt x="376" y="506"/>
                  </a:lnTo>
                  <a:lnTo>
                    <a:pt x="379" y="505"/>
                  </a:lnTo>
                  <a:lnTo>
                    <a:pt x="381" y="504"/>
                  </a:lnTo>
                  <a:lnTo>
                    <a:pt x="383" y="503"/>
                  </a:lnTo>
                  <a:lnTo>
                    <a:pt x="384" y="500"/>
                  </a:lnTo>
                  <a:lnTo>
                    <a:pt x="384" y="497"/>
                  </a:lnTo>
                  <a:lnTo>
                    <a:pt x="386" y="494"/>
                  </a:lnTo>
                  <a:lnTo>
                    <a:pt x="388" y="492"/>
                  </a:lnTo>
                  <a:lnTo>
                    <a:pt x="390" y="491"/>
                  </a:lnTo>
                  <a:lnTo>
                    <a:pt x="392" y="489"/>
                  </a:lnTo>
                  <a:lnTo>
                    <a:pt x="394" y="488"/>
                  </a:lnTo>
                  <a:lnTo>
                    <a:pt x="396" y="489"/>
                  </a:lnTo>
                  <a:lnTo>
                    <a:pt x="398" y="493"/>
                  </a:lnTo>
                  <a:lnTo>
                    <a:pt x="399" y="496"/>
                  </a:lnTo>
                  <a:lnTo>
                    <a:pt x="401" y="498"/>
                  </a:lnTo>
                  <a:lnTo>
                    <a:pt x="402" y="497"/>
                  </a:lnTo>
                  <a:lnTo>
                    <a:pt x="405" y="495"/>
                  </a:lnTo>
                  <a:lnTo>
                    <a:pt x="407" y="494"/>
                  </a:lnTo>
                  <a:lnTo>
                    <a:pt x="408" y="495"/>
                  </a:lnTo>
                  <a:lnTo>
                    <a:pt x="409" y="498"/>
                  </a:lnTo>
                  <a:lnTo>
                    <a:pt x="410" y="500"/>
                  </a:lnTo>
                  <a:lnTo>
                    <a:pt x="411" y="502"/>
                  </a:lnTo>
                  <a:lnTo>
                    <a:pt x="413" y="503"/>
                  </a:lnTo>
                  <a:lnTo>
                    <a:pt x="414" y="505"/>
                  </a:lnTo>
                  <a:lnTo>
                    <a:pt x="414" y="508"/>
                  </a:lnTo>
                  <a:lnTo>
                    <a:pt x="414" y="511"/>
                  </a:lnTo>
                  <a:lnTo>
                    <a:pt x="414" y="514"/>
                  </a:lnTo>
                  <a:lnTo>
                    <a:pt x="414" y="517"/>
                  </a:lnTo>
                  <a:lnTo>
                    <a:pt x="415" y="520"/>
                  </a:lnTo>
                  <a:close/>
                </a:path>
              </a:pathLst>
            </a:custGeom>
            <a:solidFill>
              <a:srgbClr val="59A3CD">
                <a:alpha val="24000"/>
              </a:srgbClr>
            </a:solidFill>
            <a:ln>
              <a:noFill/>
            </a:ln>
          </p:spPr>
          <p:txBody>
            <a:bodyPr anchor="ctr"/>
            <a:lstStyle/>
            <a:p>
              <a:pPr algn="ctr">
                <a:buNone/>
              </a:pPr>
            </a:p>
          </p:txBody>
        </p:sp>
        <p:sp>
          <p:nvSpPr>
            <p:cNvPr id="749" name="addition:spatial:131"/>
            <p:cNvSpPr>
              <a:spLocks noGrp="1"/>
            </p:cNvSpPr>
            <p:nvPr/>
          </p:nvSpPr>
          <p:spPr>
            <a:xfrm>
              <a:off x="5648325" y="1666875"/>
              <a:ext cx="1111087" cy="1260272"/>
            </a:xfrm>
            <a:custGeom>
              <a:avLst/>
              <a:gdLst/>
              <a:ahLst/>
              <a:cxnLst/>
              <a:rect l="l" t="t" r="r" b="b"/>
              <a:pathLst>
                <a:path w="838" h="745">
                  <a:moveTo>
                    <a:pt x="0" y="0"/>
                  </a:moveTo>
                  <a:moveTo>
                    <a:pt x="820" y="596"/>
                  </a:moveTo>
                  <a:lnTo>
                    <a:pt x="825" y="608"/>
                  </a:lnTo>
                  <a:lnTo>
                    <a:pt x="832" y="621"/>
                  </a:lnTo>
                  <a:lnTo>
                    <a:pt x="838" y="635"/>
                  </a:lnTo>
                  <a:lnTo>
                    <a:pt x="836" y="648"/>
                  </a:lnTo>
                  <a:lnTo>
                    <a:pt x="825" y="657"/>
                  </a:lnTo>
                  <a:lnTo>
                    <a:pt x="811" y="664"/>
                  </a:lnTo>
                  <a:lnTo>
                    <a:pt x="802" y="673"/>
                  </a:lnTo>
                  <a:lnTo>
                    <a:pt x="799" y="685"/>
                  </a:lnTo>
                  <a:lnTo>
                    <a:pt x="795" y="699"/>
                  </a:lnTo>
                  <a:lnTo>
                    <a:pt x="784" y="706"/>
                  </a:lnTo>
                  <a:lnTo>
                    <a:pt x="765" y="705"/>
                  </a:lnTo>
                  <a:lnTo>
                    <a:pt x="745" y="700"/>
                  </a:lnTo>
                  <a:lnTo>
                    <a:pt x="730" y="699"/>
                  </a:lnTo>
                  <a:lnTo>
                    <a:pt x="720" y="708"/>
                  </a:lnTo>
                  <a:lnTo>
                    <a:pt x="710" y="724"/>
                  </a:lnTo>
                  <a:lnTo>
                    <a:pt x="696" y="738"/>
                  </a:lnTo>
                  <a:lnTo>
                    <a:pt x="679" y="745"/>
                  </a:lnTo>
                  <a:lnTo>
                    <a:pt x="661" y="745"/>
                  </a:lnTo>
                  <a:lnTo>
                    <a:pt x="642" y="743"/>
                  </a:lnTo>
                  <a:lnTo>
                    <a:pt x="624" y="740"/>
                  </a:lnTo>
                  <a:lnTo>
                    <a:pt x="607" y="733"/>
                  </a:lnTo>
                  <a:lnTo>
                    <a:pt x="594" y="720"/>
                  </a:lnTo>
                  <a:lnTo>
                    <a:pt x="586" y="703"/>
                  </a:lnTo>
                  <a:lnTo>
                    <a:pt x="578" y="691"/>
                  </a:lnTo>
                  <a:lnTo>
                    <a:pt x="563" y="688"/>
                  </a:lnTo>
                  <a:lnTo>
                    <a:pt x="542" y="689"/>
                  </a:lnTo>
                  <a:lnTo>
                    <a:pt x="522" y="688"/>
                  </a:lnTo>
                  <a:lnTo>
                    <a:pt x="509" y="679"/>
                  </a:lnTo>
                  <a:lnTo>
                    <a:pt x="507" y="665"/>
                  </a:lnTo>
                  <a:lnTo>
                    <a:pt x="507" y="652"/>
                  </a:lnTo>
                  <a:lnTo>
                    <a:pt x="500" y="642"/>
                  </a:lnTo>
                  <a:lnTo>
                    <a:pt x="486" y="633"/>
                  </a:lnTo>
                  <a:lnTo>
                    <a:pt x="473" y="622"/>
                  </a:lnTo>
                  <a:lnTo>
                    <a:pt x="470" y="609"/>
                  </a:lnTo>
                  <a:lnTo>
                    <a:pt x="477" y="596"/>
                  </a:lnTo>
                  <a:lnTo>
                    <a:pt x="489" y="584"/>
                  </a:lnTo>
                  <a:lnTo>
                    <a:pt x="499" y="572"/>
                  </a:lnTo>
                  <a:lnTo>
                    <a:pt x="509" y="561"/>
                  </a:lnTo>
                  <a:lnTo>
                    <a:pt x="521" y="552"/>
                  </a:lnTo>
                  <a:lnTo>
                    <a:pt x="537" y="545"/>
                  </a:lnTo>
                  <a:lnTo>
                    <a:pt x="550" y="538"/>
                  </a:lnTo>
                  <a:lnTo>
                    <a:pt x="554" y="527"/>
                  </a:lnTo>
                  <a:lnTo>
                    <a:pt x="550" y="508"/>
                  </a:lnTo>
                  <a:lnTo>
                    <a:pt x="547" y="487"/>
                  </a:lnTo>
                  <a:lnTo>
                    <a:pt x="554" y="472"/>
                  </a:lnTo>
                  <a:lnTo>
                    <a:pt x="572" y="468"/>
                  </a:lnTo>
                  <a:lnTo>
                    <a:pt x="593" y="471"/>
                  </a:lnTo>
                  <a:lnTo>
                    <a:pt x="612" y="475"/>
                  </a:lnTo>
                  <a:lnTo>
                    <a:pt x="626" y="472"/>
                  </a:lnTo>
                  <a:lnTo>
                    <a:pt x="637" y="466"/>
                  </a:lnTo>
                  <a:lnTo>
                    <a:pt x="650" y="462"/>
                  </a:lnTo>
                  <a:lnTo>
                    <a:pt x="664" y="465"/>
                  </a:lnTo>
                  <a:lnTo>
                    <a:pt x="676" y="470"/>
                  </a:lnTo>
                  <a:lnTo>
                    <a:pt x="687" y="473"/>
                  </a:lnTo>
                  <a:lnTo>
                    <a:pt x="699" y="471"/>
                  </a:lnTo>
                  <a:lnTo>
                    <a:pt x="712" y="471"/>
                  </a:lnTo>
                  <a:lnTo>
                    <a:pt x="724" y="474"/>
                  </a:lnTo>
                  <a:lnTo>
                    <a:pt x="733" y="481"/>
                  </a:lnTo>
                  <a:lnTo>
                    <a:pt x="744" y="486"/>
                  </a:lnTo>
                  <a:lnTo>
                    <a:pt x="761" y="486"/>
                  </a:lnTo>
                  <a:lnTo>
                    <a:pt x="782" y="486"/>
                  </a:lnTo>
                  <a:lnTo>
                    <a:pt x="799" y="491"/>
                  </a:lnTo>
                  <a:lnTo>
                    <a:pt x="803" y="506"/>
                  </a:lnTo>
                  <a:lnTo>
                    <a:pt x="795" y="526"/>
                  </a:lnTo>
                  <a:lnTo>
                    <a:pt x="784" y="544"/>
                  </a:lnTo>
                  <a:lnTo>
                    <a:pt x="781" y="556"/>
                  </a:lnTo>
                  <a:lnTo>
                    <a:pt x="790" y="565"/>
                  </a:lnTo>
                  <a:lnTo>
                    <a:pt x="803" y="574"/>
                  </a:lnTo>
                  <a:lnTo>
                    <a:pt x="814" y="584"/>
                  </a:lnTo>
                  <a:close/>
                </a:path>
              </a:pathLst>
            </a:custGeom>
            <a:solidFill>
              <a:srgbClr val="F5DAC5">
                <a:alpha val="43000"/>
              </a:srgbClr>
            </a:solidFill>
            <a:ln>
              <a:noFill/>
            </a:ln>
          </p:spPr>
          <p:txBody>
            <a:bodyPr anchor="ctr"/>
            <a:lstStyle/>
            <a:p>
              <a:pPr algn="ctr">
                <a:buNone/>
              </a:pPr>
            </a:p>
          </p:txBody>
        </p:sp>
        <p:sp>
          <p:nvSpPr>
            <p:cNvPr id="750" name="addition:spatial:132"/>
            <p:cNvSpPr>
              <a:spLocks noGrp="1"/>
            </p:cNvSpPr>
            <p:nvPr/>
          </p:nvSpPr>
          <p:spPr>
            <a:xfrm>
              <a:off x="5648325" y="1666875"/>
              <a:ext cx="1075289" cy="1223056"/>
            </a:xfrm>
            <a:custGeom>
              <a:avLst/>
              <a:gdLst/>
              <a:ahLst/>
              <a:cxnLst/>
              <a:rect l="l" t="t" r="r" b="b"/>
              <a:pathLst>
                <a:path w="811" h="723">
                  <a:moveTo>
                    <a:pt x="0" y="0"/>
                  </a:moveTo>
                  <a:moveTo>
                    <a:pt x="800" y="601"/>
                  </a:moveTo>
                  <a:lnTo>
                    <a:pt x="808" y="612"/>
                  </a:lnTo>
                  <a:lnTo>
                    <a:pt x="811" y="623"/>
                  </a:lnTo>
                  <a:lnTo>
                    <a:pt x="808" y="633"/>
                  </a:lnTo>
                  <a:lnTo>
                    <a:pt x="805" y="643"/>
                  </a:lnTo>
                  <a:lnTo>
                    <a:pt x="803" y="654"/>
                  </a:lnTo>
                  <a:lnTo>
                    <a:pt x="800" y="666"/>
                  </a:lnTo>
                  <a:lnTo>
                    <a:pt x="789" y="673"/>
                  </a:lnTo>
                  <a:lnTo>
                    <a:pt x="771" y="674"/>
                  </a:lnTo>
                  <a:lnTo>
                    <a:pt x="750" y="672"/>
                  </a:lnTo>
                  <a:lnTo>
                    <a:pt x="736" y="672"/>
                  </a:lnTo>
                  <a:lnTo>
                    <a:pt x="730" y="681"/>
                  </a:lnTo>
                  <a:lnTo>
                    <a:pt x="727" y="698"/>
                  </a:lnTo>
                  <a:lnTo>
                    <a:pt x="721" y="713"/>
                  </a:lnTo>
                  <a:lnTo>
                    <a:pt x="708" y="722"/>
                  </a:lnTo>
                  <a:lnTo>
                    <a:pt x="692" y="723"/>
                  </a:lnTo>
                  <a:lnTo>
                    <a:pt x="676" y="722"/>
                  </a:lnTo>
                  <a:lnTo>
                    <a:pt x="661" y="722"/>
                  </a:lnTo>
                  <a:lnTo>
                    <a:pt x="645" y="722"/>
                  </a:lnTo>
                  <a:lnTo>
                    <a:pt x="630" y="719"/>
                  </a:lnTo>
                  <a:lnTo>
                    <a:pt x="617" y="711"/>
                  </a:lnTo>
                  <a:lnTo>
                    <a:pt x="606" y="703"/>
                  </a:lnTo>
                  <a:lnTo>
                    <a:pt x="594" y="699"/>
                  </a:lnTo>
                  <a:lnTo>
                    <a:pt x="580" y="699"/>
                  </a:lnTo>
                  <a:lnTo>
                    <a:pt x="566" y="697"/>
                  </a:lnTo>
                  <a:lnTo>
                    <a:pt x="557" y="690"/>
                  </a:lnTo>
                  <a:lnTo>
                    <a:pt x="554" y="678"/>
                  </a:lnTo>
                  <a:lnTo>
                    <a:pt x="551" y="668"/>
                  </a:lnTo>
                  <a:lnTo>
                    <a:pt x="542" y="663"/>
                  </a:lnTo>
                  <a:lnTo>
                    <a:pt x="524" y="661"/>
                  </a:lnTo>
                  <a:lnTo>
                    <a:pt x="505" y="657"/>
                  </a:lnTo>
                  <a:lnTo>
                    <a:pt x="494" y="649"/>
                  </a:lnTo>
                  <a:lnTo>
                    <a:pt x="497" y="636"/>
                  </a:lnTo>
                  <a:lnTo>
                    <a:pt x="508" y="623"/>
                  </a:lnTo>
                  <a:lnTo>
                    <a:pt x="518" y="611"/>
                  </a:lnTo>
                  <a:lnTo>
                    <a:pt x="525" y="601"/>
                  </a:lnTo>
                  <a:lnTo>
                    <a:pt x="530" y="591"/>
                  </a:lnTo>
                  <a:lnTo>
                    <a:pt x="538" y="583"/>
                  </a:lnTo>
                  <a:lnTo>
                    <a:pt x="545" y="574"/>
                  </a:lnTo>
                  <a:lnTo>
                    <a:pt x="547" y="565"/>
                  </a:lnTo>
                  <a:lnTo>
                    <a:pt x="543" y="553"/>
                  </a:lnTo>
                  <a:lnTo>
                    <a:pt x="538" y="538"/>
                  </a:lnTo>
                  <a:lnTo>
                    <a:pt x="540" y="526"/>
                  </a:lnTo>
                  <a:lnTo>
                    <a:pt x="551" y="519"/>
                  </a:lnTo>
                  <a:lnTo>
                    <a:pt x="567" y="516"/>
                  </a:lnTo>
                  <a:lnTo>
                    <a:pt x="580" y="513"/>
                  </a:lnTo>
                  <a:lnTo>
                    <a:pt x="587" y="505"/>
                  </a:lnTo>
                  <a:lnTo>
                    <a:pt x="592" y="494"/>
                  </a:lnTo>
                  <a:lnTo>
                    <a:pt x="601" y="485"/>
                  </a:lnTo>
                  <a:lnTo>
                    <a:pt x="614" y="485"/>
                  </a:lnTo>
                  <a:lnTo>
                    <a:pt x="627" y="492"/>
                  </a:lnTo>
                  <a:lnTo>
                    <a:pt x="639" y="499"/>
                  </a:lnTo>
                  <a:lnTo>
                    <a:pt x="648" y="500"/>
                  </a:lnTo>
                  <a:lnTo>
                    <a:pt x="658" y="498"/>
                  </a:lnTo>
                  <a:lnTo>
                    <a:pt x="668" y="495"/>
                  </a:lnTo>
                  <a:lnTo>
                    <a:pt x="679" y="494"/>
                  </a:lnTo>
                  <a:lnTo>
                    <a:pt x="690" y="493"/>
                  </a:lnTo>
                  <a:lnTo>
                    <a:pt x="704" y="490"/>
                  </a:lnTo>
                  <a:lnTo>
                    <a:pt x="721" y="486"/>
                  </a:lnTo>
                  <a:lnTo>
                    <a:pt x="737" y="488"/>
                  </a:lnTo>
                  <a:lnTo>
                    <a:pt x="746" y="498"/>
                  </a:lnTo>
                  <a:lnTo>
                    <a:pt x="746" y="515"/>
                  </a:lnTo>
                  <a:lnTo>
                    <a:pt x="743" y="532"/>
                  </a:lnTo>
                  <a:lnTo>
                    <a:pt x="746" y="542"/>
                  </a:lnTo>
                  <a:lnTo>
                    <a:pt x="757" y="548"/>
                  </a:lnTo>
                  <a:lnTo>
                    <a:pt x="773" y="553"/>
                  </a:lnTo>
                  <a:lnTo>
                    <a:pt x="784" y="561"/>
                  </a:lnTo>
                  <a:lnTo>
                    <a:pt x="787" y="571"/>
                  </a:lnTo>
                  <a:lnTo>
                    <a:pt x="788" y="581"/>
                  </a:lnTo>
                  <a:lnTo>
                    <a:pt x="791" y="591"/>
                  </a:lnTo>
                  <a:close/>
                </a:path>
              </a:pathLst>
            </a:custGeom>
            <a:solidFill>
              <a:srgbClr val="ECB78D">
                <a:alpha val="43000"/>
              </a:srgbClr>
            </a:solidFill>
            <a:ln>
              <a:noFill/>
            </a:ln>
          </p:spPr>
          <p:txBody>
            <a:bodyPr anchor="ctr"/>
            <a:lstStyle/>
            <a:p>
              <a:pPr algn="ctr">
                <a:buNone/>
              </a:pPr>
            </a:p>
          </p:txBody>
        </p:sp>
        <p:sp>
          <p:nvSpPr>
            <p:cNvPr id="751" name="addition:spatial:133"/>
            <p:cNvSpPr>
              <a:spLocks noGrp="1"/>
            </p:cNvSpPr>
            <p:nvPr/>
          </p:nvSpPr>
          <p:spPr>
            <a:xfrm>
              <a:off x="5648325" y="1666875"/>
              <a:ext cx="1056726" cy="1202756"/>
            </a:xfrm>
            <a:custGeom>
              <a:avLst/>
              <a:gdLst/>
              <a:ahLst/>
              <a:cxnLst/>
              <a:rect l="l" t="t" r="r" b="b"/>
              <a:pathLst>
                <a:path w="797" h="711">
                  <a:moveTo>
                    <a:pt x="0" y="0"/>
                  </a:moveTo>
                  <a:moveTo>
                    <a:pt x="794" y="606"/>
                  </a:moveTo>
                  <a:lnTo>
                    <a:pt x="782" y="615"/>
                  </a:lnTo>
                  <a:lnTo>
                    <a:pt x="770" y="623"/>
                  </a:lnTo>
                  <a:lnTo>
                    <a:pt x="763" y="630"/>
                  </a:lnTo>
                  <a:lnTo>
                    <a:pt x="763" y="639"/>
                  </a:lnTo>
                  <a:lnTo>
                    <a:pt x="764" y="650"/>
                  </a:lnTo>
                  <a:lnTo>
                    <a:pt x="758" y="658"/>
                  </a:lnTo>
                  <a:lnTo>
                    <a:pt x="745" y="663"/>
                  </a:lnTo>
                  <a:lnTo>
                    <a:pt x="730" y="665"/>
                  </a:lnTo>
                  <a:lnTo>
                    <a:pt x="720" y="670"/>
                  </a:lnTo>
                  <a:lnTo>
                    <a:pt x="716" y="679"/>
                  </a:lnTo>
                  <a:lnTo>
                    <a:pt x="712" y="692"/>
                  </a:lnTo>
                  <a:lnTo>
                    <a:pt x="705" y="703"/>
                  </a:lnTo>
                  <a:lnTo>
                    <a:pt x="694" y="708"/>
                  </a:lnTo>
                  <a:lnTo>
                    <a:pt x="681" y="710"/>
                  </a:lnTo>
                  <a:lnTo>
                    <a:pt x="669" y="711"/>
                  </a:lnTo>
                  <a:lnTo>
                    <a:pt x="657" y="711"/>
                  </a:lnTo>
                  <a:lnTo>
                    <a:pt x="645" y="708"/>
                  </a:lnTo>
                  <a:lnTo>
                    <a:pt x="635" y="700"/>
                  </a:lnTo>
                  <a:lnTo>
                    <a:pt x="627" y="690"/>
                  </a:lnTo>
                  <a:lnTo>
                    <a:pt x="620" y="685"/>
                  </a:lnTo>
                  <a:lnTo>
                    <a:pt x="611" y="688"/>
                  </a:lnTo>
                  <a:lnTo>
                    <a:pt x="598" y="696"/>
                  </a:lnTo>
                  <a:lnTo>
                    <a:pt x="584" y="701"/>
                  </a:lnTo>
                  <a:lnTo>
                    <a:pt x="574" y="698"/>
                  </a:lnTo>
                  <a:lnTo>
                    <a:pt x="569" y="689"/>
                  </a:lnTo>
                  <a:lnTo>
                    <a:pt x="566" y="679"/>
                  </a:lnTo>
                  <a:lnTo>
                    <a:pt x="561" y="672"/>
                  </a:lnTo>
                  <a:lnTo>
                    <a:pt x="552" y="667"/>
                  </a:lnTo>
                  <a:lnTo>
                    <a:pt x="543" y="661"/>
                  </a:lnTo>
                  <a:lnTo>
                    <a:pt x="540" y="652"/>
                  </a:lnTo>
                  <a:lnTo>
                    <a:pt x="542" y="641"/>
                  </a:lnTo>
                  <a:lnTo>
                    <a:pt x="544" y="632"/>
                  </a:lnTo>
                  <a:lnTo>
                    <a:pt x="544" y="623"/>
                  </a:lnTo>
                  <a:lnTo>
                    <a:pt x="542" y="615"/>
                  </a:lnTo>
                  <a:lnTo>
                    <a:pt x="543" y="606"/>
                  </a:lnTo>
                  <a:lnTo>
                    <a:pt x="548" y="598"/>
                  </a:lnTo>
                  <a:lnTo>
                    <a:pt x="550" y="590"/>
                  </a:lnTo>
                  <a:lnTo>
                    <a:pt x="545" y="581"/>
                  </a:lnTo>
                  <a:lnTo>
                    <a:pt x="533" y="569"/>
                  </a:lnTo>
                  <a:lnTo>
                    <a:pt x="523" y="556"/>
                  </a:lnTo>
                  <a:lnTo>
                    <a:pt x="523" y="544"/>
                  </a:lnTo>
                  <a:lnTo>
                    <a:pt x="535" y="539"/>
                  </a:lnTo>
                  <a:lnTo>
                    <a:pt x="552" y="539"/>
                  </a:lnTo>
                  <a:lnTo>
                    <a:pt x="565" y="538"/>
                  </a:lnTo>
                  <a:lnTo>
                    <a:pt x="573" y="534"/>
                  </a:lnTo>
                  <a:lnTo>
                    <a:pt x="579" y="528"/>
                  </a:lnTo>
                  <a:lnTo>
                    <a:pt x="586" y="523"/>
                  </a:lnTo>
                  <a:lnTo>
                    <a:pt x="595" y="520"/>
                  </a:lnTo>
                  <a:lnTo>
                    <a:pt x="604" y="518"/>
                  </a:lnTo>
                  <a:lnTo>
                    <a:pt x="613" y="513"/>
                  </a:lnTo>
                  <a:lnTo>
                    <a:pt x="623" y="506"/>
                  </a:lnTo>
                  <a:lnTo>
                    <a:pt x="634" y="501"/>
                  </a:lnTo>
                  <a:lnTo>
                    <a:pt x="646" y="502"/>
                  </a:lnTo>
                  <a:lnTo>
                    <a:pt x="658" y="507"/>
                  </a:lnTo>
                  <a:lnTo>
                    <a:pt x="669" y="509"/>
                  </a:lnTo>
                  <a:lnTo>
                    <a:pt x="683" y="508"/>
                  </a:lnTo>
                  <a:lnTo>
                    <a:pt x="699" y="504"/>
                  </a:lnTo>
                  <a:lnTo>
                    <a:pt x="713" y="506"/>
                  </a:lnTo>
                  <a:lnTo>
                    <a:pt x="722" y="516"/>
                  </a:lnTo>
                  <a:lnTo>
                    <a:pt x="724" y="531"/>
                  </a:lnTo>
                  <a:lnTo>
                    <a:pt x="725" y="544"/>
                  </a:lnTo>
                  <a:lnTo>
                    <a:pt x="730" y="552"/>
                  </a:lnTo>
                  <a:lnTo>
                    <a:pt x="742" y="555"/>
                  </a:lnTo>
                  <a:lnTo>
                    <a:pt x="756" y="558"/>
                  </a:lnTo>
                  <a:lnTo>
                    <a:pt x="769" y="563"/>
                  </a:lnTo>
                  <a:lnTo>
                    <a:pt x="777" y="570"/>
                  </a:lnTo>
                  <a:lnTo>
                    <a:pt x="785" y="578"/>
                  </a:lnTo>
                  <a:lnTo>
                    <a:pt x="793" y="586"/>
                  </a:lnTo>
                  <a:lnTo>
                    <a:pt x="797" y="596"/>
                  </a:lnTo>
                  <a:close/>
                </a:path>
              </a:pathLst>
            </a:custGeom>
            <a:solidFill>
              <a:srgbClr val="E18B48">
                <a:alpha val="35000"/>
              </a:srgbClr>
            </a:solidFill>
            <a:ln>
              <a:noFill/>
            </a:ln>
          </p:spPr>
          <p:txBody>
            <a:bodyPr anchor="ctr"/>
            <a:lstStyle/>
            <a:p>
              <a:pPr algn="ctr">
                <a:buNone/>
              </a:pPr>
            </a:p>
          </p:txBody>
        </p:sp>
        <p:sp>
          <p:nvSpPr>
            <p:cNvPr id="752" name="addition:spatial:134"/>
            <p:cNvSpPr>
              <a:spLocks noGrp="1"/>
            </p:cNvSpPr>
            <p:nvPr/>
          </p:nvSpPr>
          <p:spPr>
            <a:xfrm>
              <a:off x="5648325" y="1666875"/>
              <a:ext cx="859170" cy="1053892"/>
            </a:xfrm>
            <a:custGeom>
              <a:avLst/>
              <a:gdLst/>
              <a:ahLst/>
              <a:cxnLst/>
              <a:rect l="l" t="t" r="r" b="b"/>
              <a:pathLst>
                <a:path w="648" h="623">
                  <a:moveTo>
                    <a:pt x="0" y="0"/>
                  </a:moveTo>
                  <a:moveTo>
                    <a:pt x="638" y="577"/>
                  </a:moveTo>
                  <a:lnTo>
                    <a:pt x="642" y="580"/>
                  </a:lnTo>
                  <a:lnTo>
                    <a:pt x="644" y="584"/>
                  </a:lnTo>
                  <a:lnTo>
                    <a:pt x="643" y="588"/>
                  </a:lnTo>
                  <a:lnTo>
                    <a:pt x="641" y="591"/>
                  </a:lnTo>
                  <a:lnTo>
                    <a:pt x="640" y="595"/>
                  </a:lnTo>
                  <a:lnTo>
                    <a:pt x="640" y="599"/>
                  </a:lnTo>
                  <a:lnTo>
                    <a:pt x="639" y="603"/>
                  </a:lnTo>
                  <a:lnTo>
                    <a:pt x="636" y="606"/>
                  </a:lnTo>
                  <a:lnTo>
                    <a:pt x="632" y="607"/>
                  </a:lnTo>
                  <a:lnTo>
                    <a:pt x="629" y="609"/>
                  </a:lnTo>
                  <a:lnTo>
                    <a:pt x="626" y="612"/>
                  </a:lnTo>
                  <a:lnTo>
                    <a:pt x="623" y="615"/>
                  </a:lnTo>
                  <a:lnTo>
                    <a:pt x="619" y="616"/>
                  </a:lnTo>
                  <a:lnTo>
                    <a:pt x="614" y="613"/>
                  </a:lnTo>
                  <a:lnTo>
                    <a:pt x="609" y="611"/>
                  </a:lnTo>
                  <a:lnTo>
                    <a:pt x="605" y="611"/>
                  </a:lnTo>
                  <a:lnTo>
                    <a:pt x="602" y="614"/>
                  </a:lnTo>
                  <a:lnTo>
                    <a:pt x="598" y="620"/>
                  </a:lnTo>
                  <a:lnTo>
                    <a:pt x="592" y="623"/>
                  </a:lnTo>
                  <a:lnTo>
                    <a:pt x="587" y="623"/>
                  </a:lnTo>
                  <a:lnTo>
                    <a:pt x="582" y="621"/>
                  </a:lnTo>
                  <a:lnTo>
                    <a:pt x="578" y="618"/>
                  </a:lnTo>
                  <a:lnTo>
                    <a:pt x="573" y="615"/>
                  </a:lnTo>
                  <a:lnTo>
                    <a:pt x="569" y="612"/>
                  </a:lnTo>
                  <a:lnTo>
                    <a:pt x="566" y="608"/>
                  </a:lnTo>
                  <a:lnTo>
                    <a:pt x="564" y="604"/>
                  </a:lnTo>
                  <a:lnTo>
                    <a:pt x="562" y="601"/>
                  </a:lnTo>
                  <a:lnTo>
                    <a:pt x="557" y="599"/>
                  </a:lnTo>
                  <a:lnTo>
                    <a:pt x="551" y="598"/>
                  </a:lnTo>
                  <a:lnTo>
                    <a:pt x="546" y="595"/>
                  </a:lnTo>
                  <a:lnTo>
                    <a:pt x="544" y="592"/>
                  </a:lnTo>
                  <a:lnTo>
                    <a:pt x="544" y="587"/>
                  </a:lnTo>
                  <a:lnTo>
                    <a:pt x="545" y="584"/>
                  </a:lnTo>
                  <a:lnTo>
                    <a:pt x="542" y="580"/>
                  </a:lnTo>
                  <a:lnTo>
                    <a:pt x="537" y="577"/>
                  </a:lnTo>
                  <a:lnTo>
                    <a:pt x="533" y="572"/>
                  </a:lnTo>
                  <a:lnTo>
                    <a:pt x="534" y="568"/>
                  </a:lnTo>
                  <a:lnTo>
                    <a:pt x="539" y="565"/>
                  </a:lnTo>
                  <a:lnTo>
                    <a:pt x="545" y="562"/>
                  </a:lnTo>
                  <a:lnTo>
                    <a:pt x="550" y="560"/>
                  </a:lnTo>
                  <a:lnTo>
                    <a:pt x="554" y="557"/>
                  </a:lnTo>
                  <a:lnTo>
                    <a:pt x="557" y="555"/>
                  </a:lnTo>
                  <a:lnTo>
                    <a:pt x="561" y="552"/>
                  </a:lnTo>
                  <a:lnTo>
                    <a:pt x="564" y="550"/>
                  </a:lnTo>
                  <a:lnTo>
                    <a:pt x="566" y="546"/>
                  </a:lnTo>
                  <a:lnTo>
                    <a:pt x="568" y="540"/>
                  </a:lnTo>
                  <a:lnTo>
                    <a:pt x="570" y="535"/>
                  </a:lnTo>
                  <a:lnTo>
                    <a:pt x="575" y="532"/>
                  </a:lnTo>
                  <a:lnTo>
                    <a:pt x="581" y="533"/>
                  </a:lnTo>
                  <a:lnTo>
                    <a:pt x="588" y="536"/>
                  </a:lnTo>
                  <a:lnTo>
                    <a:pt x="593" y="537"/>
                  </a:lnTo>
                  <a:lnTo>
                    <a:pt x="598" y="536"/>
                  </a:lnTo>
                  <a:lnTo>
                    <a:pt x="602" y="534"/>
                  </a:lnTo>
                  <a:lnTo>
                    <a:pt x="607" y="534"/>
                  </a:lnTo>
                  <a:lnTo>
                    <a:pt x="611" y="536"/>
                  </a:lnTo>
                  <a:lnTo>
                    <a:pt x="614" y="540"/>
                  </a:lnTo>
                  <a:lnTo>
                    <a:pt x="617" y="542"/>
                  </a:lnTo>
                  <a:lnTo>
                    <a:pt x="621" y="543"/>
                  </a:lnTo>
                  <a:lnTo>
                    <a:pt x="625" y="543"/>
                  </a:lnTo>
                  <a:lnTo>
                    <a:pt x="629" y="544"/>
                  </a:lnTo>
                  <a:lnTo>
                    <a:pt x="632" y="546"/>
                  </a:lnTo>
                  <a:lnTo>
                    <a:pt x="636" y="548"/>
                  </a:lnTo>
                  <a:lnTo>
                    <a:pt x="641" y="550"/>
                  </a:lnTo>
                  <a:lnTo>
                    <a:pt x="645" y="552"/>
                  </a:lnTo>
                  <a:lnTo>
                    <a:pt x="648" y="556"/>
                  </a:lnTo>
                  <a:lnTo>
                    <a:pt x="646" y="561"/>
                  </a:lnTo>
                  <a:lnTo>
                    <a:pt x="640" y="566"/>
                  </a:lnTo>
                  <a:lnTo>
                    <a:pt x="635" y="570"/>
                  </a:lnTo>
                  <a:lnTo>
                    <a:pt x="634" y="574"/>
                  </a:lnTo>
                  <a:close/>
                </a:path>
              </a:pathLst>
            </a:custGeom>
            <a:solidFill>
              <a:srgbClr val="ECB78D">
                <a:alpha val="32000"/>
              </a:srgbClr>
            </a:solidFill>
            <a:ln>
              <a:noFill/>
            </a:ln>
          </p:spPr>
          <p:txBody>
            <a:bodyPr anchor="ctr"/>
            <a:lstStyle/>
            <a:p>
              <a:pPr algn="ctr">
                <a:buNone/>
              </a:pPr>
            </a:p>
          </p:txBody>
        </p:sp>
        <p:sp>
          <p:nvSpPr>
            <p:cNvPr id="753" name="addition:spatial:135"/>
            <p:cNvSpPr>
              <a:spLocks noGrp="1"/>
            </p:cNvSpPr>
            <p:nvPr/>
          </p:nvSpPr>
          <p:spPr>
            <a:xfrm>
              <a:off x="5648325" y="1666875"/>
              <a:ext cx="918835" cy="992993"/>
            </a:xfrm>
            <a:custGeom>
              <a:avLst/>
              <a:gdLst/>
              <a:ahLst/>
              <a:cxnLst/>
              <a:rect l="l" t="t" r="r" b="b"/>
              <a:pathLst>
                <a:path w="693" h="587">
                  <a:moveTo>
                    <a:pt x="0" y="0"/>
                  </a:moveTo>
                  <a:moveTo>
                    <a:pt x="693" y="543"/>
                  </a:moveTo>
                  <a:lnTo>
                    <a:pt x="693" y="547"/>
                  </a:lnTo>
                  <a:lnTo>
                    <a:pt x="691" y="551"/>
                  </a:lnTo>
                  <a:lnTo>
                    <a:pt x="688" y="554"/>
                  </a:lnTo>
                  <a:lnTo>
                    <a:pt x="686" y="557"/>
                  </a:lnTo>
                  <a:lnTo>
                    <a:pt x="685" y="561"/>
                  </a:lnTo>
                  <a:lnTo>
                    <a:pt x="683" y="565"/>
                  </a:lnTo>
                  <a:lnTo>
                    <a:pt x="679" y="567"/>
                  </a:lnTo>
                  <a:lnTo>
                    <a:pt x="672" y="567"/>
                  </a:lnTo>
                  <a:lnTo>
                    <a:pt x="666" y="567"/>
                  </a:lnTo>
                  <a:lnTo>
                    <a:pt x="663" y="570"/>
                  </a:lnTo>
                  <a:lnTo>
                    <a:pt x="662" y="575"/>
                  </a:lnTo>
                  <a:lnTo>
                    <a:pt x="661" y="581"/>
                  </a:lnTo>
                  <a:lnTo>
                    <a:pt x="658" y="586"/>
                  </a:lnTo>
                  <a:lnTo>
                    <a:pt x="652" y="587"/>
                  </a:lnTo>
                  <a:lnTo>
                    <a:pt x="647" y="587"/>
                  </a:lnTo>
                  <a:lnTo>
                    <a:pt x="641" y="586"/>
                  </a:lnTo>
                  <a:lnTo>
                    <a:pt x="636" y="585"/>
                  </a:lnTo>
                  <a:lnTo>
                    <a:pt x="631" y="583"/>
                  </a:lnTo>
                  <a:lnTo>
                    <a:pt x="627" y="581"/>
                  </a:lnTo>
                  <a:lnTo>
                    <a:pt x="624" y="578"/>
                  </a:lnTo>
                  <a:lnTo>
                    <a:pt x="621" y="577"/>
                  </a:lnTo>
                  <a:lnTo>
                    <a:pt x="616" y="577"/>
                  </a:lnTo>
                  <a:lnTo>
                    <a:pt x="611" y="579"/>
                  </a:lnTo>
                  <a:lnTo>
                    <a:pt x="607" y="579"/>
                  </a:lnTo>
                  <a:lnTo>
                    <a:pt x="604" y="576"/>
                  </a:lnTo>
                  <a:lnTo>
                    <a:pt x="603" y="572"/>
                  </a:lnTo>
                  <a:lnTo>
                    <a:pt x="602" y="568"/>
                  </a:lnTo>
                  <a:lnTo>
                    <a:pt x="598" y="567"/>
                  </a:lnTo>
                  <a:lnTo>
                    <a:pt x="593" y="566"/>
                  </a:lnTo>
                  <a:lnTo>
                    <a:pt x="589" y="563"/>
                  </a:lnTo>
                  <a:lnTo>
                    <a:pt x="588" y="559"/>
                  </a:lnTo>
                  <a:lnTo>
                    <a:pt x="591" y="554"/>
                  </a:lnTo>
                  <a:lnTo>
                    <a:pt x="594" y="550"/>
                  </a:lnTo>
                  <a:lnTo>
                    <a:pt x="597" y="546"/>
                  </a:lnTo>
                  <a:lnTo>
                    <a:pt x="597" y="543"/>
                  </a:lnTo>
                  <a:lnTo>
                    <a:pt x="598" y="540"/>
                  </a:lnTo>
                  <a:lnTo>
                    <a:pt x="599" y="537"/>
                  </a:lnTo>
                  <a:lnTo>
                    <a:pt x="599" y="533"/>
                  </a:lnTo>
                  <a:lnTo>
                    <a:pt x="597" y="529"/>
                  </a:lnTo>
                  <a:lnTo>
                    <a:pt x="593" y="524"/>
                  </a:lnTo>
                  <a:lnTo>
                    <a:pt x="592" y="519"/>
                  </a:lnTo>
                  <a:lnTo>
                    <a:pt x="594" y="515"/>
                  </a:lnTo>
                  <a:lnTo>
                    <a:pt x="599" y="514"/>
                  </a:lnTo>
                  <a:lnTo>
                    <a:pt x="605" y="514"/>
                  </a:lnTo>
                  <a:lnTo>
                    <a:pt x="609" y="513"/>
                  </a:lnTo>
                  <a:lnTo>
                    <a:pt x="611" y="510"/>
                  </a:lnTo>
                  <a:lnTo>
                    <a:pt x="613" y="507"/>
                  </a:lnTo>
                  <a:lnTo>
                    <a:pt x="616" y="505"/>
                  </a:lnTo>
                  <a:lnTo>
                    <a:pt x="620" y="505"/>
                  </a:lnTo>
                  <a:lnTo>
                    <a:pt x="625" y="506"/>
                  </a:lnTo>
                  <a:lnTo>
                    <a:pt x="628" y="507"/>
                  </a:lnTo>
                  <a:lnTo>
                    <a:pt x="632" y="505"/>
                  </a:lnTo>
                  <a:lnTo>
                    <a:pt x="636" y="503"/>
                  </a:lnTo>
                  <a:lnTo>
                    <a:pt x="640" y="503"/>
                  </a:lnTo>
                  <a:lnTo>
                    <a:pt x="645" y="503"/>
                  </a:lnTo>
                  <a:lnTo>
                    <a:pt x="649" y="503"/>
                  </a:lnTo>
                  <a:lnTo>
                    <a:pt x="655" y="502"/>
                  </a:lnTo>
                  <a:lnTo>
                    <a:pt x="661" y="502"/>
                  </a:lnTo>
                  <a:lnTo>
                    <a:pt x="666" y="504"/>
                  </a:lnTo>
                  <a:lnTo>
                    <a:pt x="667" y="510"/>
                  </a:lnTo>
                  <a:lnTo>
                    <a:pt x="667" y="516"/>
                  </a:lnTo>
                  <a:lnTo>
                    <a:pt x="667" y="521"/>
                  </a:lnTo>
                  <a:lnTo>
                    <a:pt x="670" y="523"/>
                  </a:lnTo>
                  <a:lnTo>
                    <a:pt x="676" y="524"/>
                  </a:lnTo>
                  <a:lnTo>
                    <a:pt x="682" y="526"/>
                  </a:lnTo>
                  <a:lnTo>
                    <a:pt x="686" y="528"/>
                  </a:lnTo>
                  <a:lnTo>
                    <a:pt x="688" y="532"/>
                  </a:lnTo>
                  <a:lnTo>
                    <a:pt x="689" y="536"/>
                  </a:lnTo>
                  <a:lnTo>
                    <a:pt x="691" y="539"/>
                  </a:lnTo>
                  <a:close/>
                </a:path>
              </a:pathLst>
            </a:custGeom>
            <a:solidFill>
              <a:srgbClr val="ECB78D">
                <a:alpha val="32000"/>
              </a:srgbClr>
            </a:solidFill>
            <a:ln>
              <a:noFill/>
            </a:ln>
          </p:spPr>
          <p:txBody>
            <a:bodyPr anchor="ctr"/>
            <a:lstStyle/>
            <a:p>
              <a:pPr algn="ctr">
                <a:buNone/>
              </a:pPr>
            </a:p>
          </p:txBody>
        </p:sp>
        <p:sp>
          <p:nvSpPr>
            <p:cNvPr id="754" name="addition:spatial:136"/>
            <p:cNvSpPr>
              <a:spLocks noGrp="1"/>
            </p:cNvSpPr>
            <p:nvPr/>
          </p:nvSpPr>
          <p:spPr>
            <a:xfrm>
              <a:off x="5648325" y="1666875"/>
              <a:ext cx="977174" cy="1021751"/>
            </a:xfrm>
            <a:custGeom>
              <a:avLst/>
              <a:gdLst/>
              <a:ahLst/>
              <a:cxnLst/>
              <a:rect l="l" t="t" r="r" b="b"/>
              <a:pathLst>
                <a:path w="737" h="604">
                  <a:moveTo>
                    <a:pt x="0" y="0"/>
                  </a:moveTo>
                  <a:moveTo>
                    <a:pt x="728" y="552"/>
                  </a:moveTo>
                  <a:lnTo>
                    <a:pt x="733" y="556"/>
                  </a:lnTo>
                  <a:lnTo>
                    <a:pt x="737" y="561"/>
                  </a:lnTo>
                  <a:lnTo>
                    <a:pt x="737" y="565"/>
                  </a:lnTo>
                  <a:lnTo>
                    <a:pt x="734" y="568"/>
                  </a:lnTo>
                  <a:lnTo>
                    <a:pt x="730" y="571"/>
                  </a:lnTo>
                  <a:lnTo>
                    <a:pt x="729" y="575"/>
                  </a:lnTo>
                  <a:lnTo>
                    <a:pt x="729" y="579"/>
                  </a:lnTo>
                  <a:lnTo>
                    <a:pt x="729" y="584"/>
                  </a:lnTo>
                  <a:lnTo>
                    <a:pt x="727" y="587"/>
                  </a:lnTo>
                  <a:lnTo>
                    <a:pt x="722" y="588"/>
                  </a:lnTo>
                  <a:lnTo>
                    <a:pt x="717" y="588"/>
                  </a:lnTo>
                  <a:lnTo>
                    <a:pt x="713" y="589"/>
                  </a:lnTo>
                  <a:lnTo>
                    <a:pt x="709" y="590"/>
                  </a:lnTo>
                  <a:lnTo>
                    <a:pt x="705" y="591"/>
                  </a:lnTo>
                  <a:lnTo>
                    <a:pt x="701" y="591"/>
                  </a:lnTo>
                  <a:lnTo>
                    <a:pt x="697" y="591"/>
                  </a:lnTo>
                  <a:lnTo>
                    <a:pt x="694" y="594"/>
                  </a:lnTo>
                  <a:lnTo>
                    <a:pt x="689" y="599"/>
                  </a:lnTo>
                  <a:lnTo>
                    <a:pt x="683" y="603"/>
                  </a:lnTo>
                  <a:lnTo>
                    <a:pt x="677" y="604"/>
                  </a:lnTo>
                  <a:lnTo>
                    <a:pt x="672" y="600"/>
                  </a:lnTo>
                  <a:lnTo>
                    <a:pt x="669" y="594"/>
                  </a:lnTo>
                  <a:lnTo>
                    <a:pt x="667" y="588"/>
                  </a:lnTo>
                  <a:lnTo>
                    <a:pt x="663" y="586"/>
                  </a:lnTo>
                  <a:lnTo>
                    <a:pt x="658" y="585"/>
                  </a:lnTo>
                  <a:lnTo>
                    <a:pt x="653" y="583"/>
                  </a:lnTo>
                  <a:lnTo>
                    <a:pt x="650" y="580"/>
                  </a:lnTo>
                  <a:lnTo>
                    <a:pt x="647" y="577"/>
                  </a:lnTo>
                  <a:lnTo>
                    <a:pt x="644" y="574"/>
                  </a:lnTo>
                  <a:lnTo>
                    <a:pt x="640" y="571"/>
                  </a:lnTo>
                  <a:lnTo>
                    <a:pt x="636" y="568"/>
                  </a:lnTo>
                  <a:lnTo>
                    <a:pt x="634" y="564"/>
                  </a:lnTo>
                  <a:lnTo>
                    <a:pt x="634" y="560"/>
                  </a:lnTo>
                  <a:lnTo>
                    <a:pt x="633" y="556"/>
                  </a:lnTo>
                  <a:lnTo>
                    <a:pt x="631" y="552"/>
                  </a:lnTo>
                  <a:lnTo>
                    <a:pt x="628" y="548"/>
                  </a:lnTo>
                  <a:lnTo>
                    <a:pt x="628" y="543"/>
                  </a:lnTo>
                  <a:lnTo>
                    <a:pt x="632" y="540"/>
                  </a:lnTo>
                  <a:lnTo>
                    <a:pt x="640" y="537"/>
                  </a:lnTo>
                  <a:lnTo>
                    <a:pt x="648" y="536"/>
                  </a:lnTo>
                  <a:lnTo>
                    <a:pt x="652" y="534"/>
                  </a:lnTo>
                  <a:lnTo>
                    <a:pt x="652" y="530"/>
                  </a:lnTo>
                  <a:lnTo>
                    <a:pt x="652" y="524"/>
                  </a:lnTo>
                  <a:lnTo>
                    <a:pt x="653" y="520"/>
                  </a:lnTo>
                  <a:lnTo>
                    <a:pt x="657" y="516"/>
                  </a:lnTo>
                  <a:lnTo>
                    <a:pt x="661" y="513"/>
                  </a:lnTo>
                  <a:lnTo>
                    <a:pt x="665" y="510"/>
                  </a:lnTo>
                  <a:lnTo>
                    <a:pt x="669" y="508"/>
                  </a:lnTo>
                  <a:lnTo>
                    <a:pt x="674" y="507"/>
                  </a:lnTo>
                  <a:lnTo>
                    <a:pt x="680" y="508"/>
                  </a:lnTo>
                  <a:lnTo>
                    <a:pt x="685" y="510"/>
                  </a:lnTo>
                  <a:lnTo>
                    <a:pt x="689" y="511"/>
                  </a:lnTo>
                  <a:lnTo>
                    <a:pt x="693" y="510"/>
                  </a:lnTo>
                  <a:lnTo>
                    <a:pt x="698" y="508"/>
                  </a:lnTo>
                  <a:lnTo>
                    <a:pt x="702" y="508"/>
                  </a:lnTo>
                  <a:lnTo>
                    <a:pt x="705" y="512"/>
                  </a:lnTo>
                  <a:lnTo>
                    <a:pt x="707" y="517"/>
                  </a:lnTo>
                  <a:lnTo>
                    <a:pt x="709" y="519"/>
                  </a:lnTo>
                  <a:lnTo>
                    <a:pt x="714" y="518"/>
                  </a:lnTo>
                  <a:lnTo>
                    <a:pt x="720" y="517"/>
                  </a:lnTo>
                  <a:lnTo>
                    <a:pt x="725" y="517"/>
                  </a:lnTo>
                  <a:lnTo>
                    <a:pt x="729" y="519"/>
                  </a:lnTo>
                  <a:lnTo>
                    <a:pt x="730" y="523"/>
                  </a:lnTo>
                  <a:lnTo>
                    <a:pt x="731" y="528"/>
                  </a:lnTo>
                  <a:lnTo>
                    <a:pt x="731" y="532"/>
                  </a:lnTo>
                  <a:lnTo>
                    <a:pt x="731" y="537"/>
                  </a:lnTo>
                  <a:lnTo>
                    <a:pt x="729" y="541"/>
                  </a:lnTo>
                  <a:lnTo>
                    <a:pt x="726" y="545"/>
                  </a:lnTo>
                  <a:lnTo>
                    <a:pt x="725" y="549"/>
                  </a:lnTo>
                  <a:close/>
                </a:path>
              </a:pathLst>
            </a:custGeom>
            <a:solidFill>
              <a:srgbClr val="ECB78D">
                <a:alpha val="32000"/>
              </a:srgbClr>
            </a:solidFill>
            <a:ln>
              <a:noFill/>
            </a:ln>
          </p:spPr>
          <p:txBody>
            <a:bodyPr anchor="ctr"/>
            <a:lstStyle/>
            <a:p>
              <a:pPr algn="ctr">
                <a:buNone/>
              </a:pPr>
            </a:p>
          </p:txBody>
        </p:sp>
        <p:sp>
          <p:nvSpPr>
            <p:cNvPr id="755" name="addition:spatial:137"/>
            <p:cNvSpPr>
              <a:spLocks noGrp="1"/>
            </p:cNvSpPr>
            <p:nvPr/>
          </p:nvSpPr>
          <p:spPr>
            <a:xfrm>
              <a:off x="5648325" y="1666875"/>
              <a:ext cx="1051423" cy="1084341"/>
            </a:xfrm>
            <a:custGeom>
              <a:avLst/>
              <a:gdLst/>
              <a:ahLst/>
              <a:cxnLst/>
              <a:rect l="l" t="t" r="r" b="b"/>
              <a:pathLst>
                <a:path w="793" h="641">
                  <a:moveTo>
                    <a:pt x="0" y="0"/>
                  </a:moveTo>
                  <a:moveTo>
                    <a:pt x="789" y="589"/>
                  </a:moveTo>
                  <a:lnTo>
                    <a:pt x="792" y="594"/>
                  </a:lnTo>
                  <a:lnTo>
                    <a:pt x="793" y="599"/>
                  </a:lnTo>
                  <a:lnTo>
                    <a:pt x="788" y="603"/>
                  </a:lnTo>
                  <a:lnTo>
                    <a:pt x="780" y="606"/>
                  </a:lnTo>
                  <a:lnTo>
                    <a:pt x="774" y="608"/>
                  </a:lnTo>
                  <a:lnTo>
                    <a:pt x="771" y="611"/>
                  </a:lnTo>
                  <a:lnTo>
                    <a:pt x="771" y="616"/>
                  </a:lnTo>
                  <a:lnTo>
                    <a:pt x="770" y="621"/>
                  </a:lnTo>
                  <a:lnTo>
                    <a:pt x="766" y="624"/>
                  </a:lnTo>
                  <a:lnTo>
                    <a:pt x="761" y="625"/>
                  </a:lnTo>
                  <a:lnTo>
                    <a:pt x="755" y="626"/>
                  </a:lnTo>
                  <a:lnTo>
                    <a:pt x="751" y="629"/>
                  </a:lnTo>
                  <a:lnTo>
                    <a:pt x="747" y="633"/>
                  </a:lnTo>
                  <a:lnTo>
                    <a:pt x="743" y="637"/>
                  </a:lnTo>
                  <a:lnTo>
                    <a:pt x="737" y="639"/>
                  </a:lnTo>
                  <a:lnTo>
                    <a:pt x="731" y="640"/>
                  </a:lnTo>
                  <a:lnTo>
                    <a:pt x="725" y="640"/>
                  </a:lnTo>
                  <a:lnTo>
                    <a:pt x="720" y="641"/>
                  </a:lnTo>
                  <a:lnTo>
                    <a:pt x="714" y="640"/>
                  </a:lnTo>
                  <a:lnTo>
                    <a:pt x="709" y="637"/>
                  </a:lnTo>
                  <a:lnTo>
                    <a:pt x="706" y="631"/>
                  </a:lnTo>
                  <a:lnTo>
                    <a:pt x="704" y="625"/>
                  </a:lnTo>
                  <a:lnTo>
                    <a:pt x="701" y="623"/>
                  </a:lnTo>
                  <a:lnTo>
                    <a:pt x="696" y="625"/>
                  </a:lnTo>
                  <a:lnTo>
                    <a:pt x="688" y="627"/>
                  </a:lnTo>
                  <a:lnTo>
                    <a:pt x="682" y="627"/>
                  </a:lnTo>
                  <a:lnTo>
                    <a:pt x="678" y="624"/>
                  </a:lnTo>
                  <a:lnTo>
                    <a:pt x="677" y="619"/>
                  </a:lnTo>
                  <a:lnTo>
                    <a:pt x="677" y="615"/>
                  </a:lnTo>
                  <a:lnTo>
                    <a:pt x="675" y="611"/>
                  </a:lnTo>
                  <a:lnTo>
                    <a:pt x="674" y="607"/>
                  </a:lnTo>
                  <a:lnTo>
                    <a:pt x="674" y="602"/>
                  </a:lnTo>
                  <a:lnTo>
                    <a:pt x="676" y="598"/>
                  </a:lnTo>
                  <a:lnTo>
                    <a:pt x="678" y="593"/>
                  </a:lnTo>
                  <a:lnTo>
                    <a:pt x="678" y="589"/>
                  </a:lnTo>
                  <a:lnTo>
                    <a:pt x="677" y="585"/>
                  </a:lnTo>
                  <a:lnTo>
                    <a:pt x="677" y="581"/>
                  </a:lnTo>
                  <a:lnTo>
                    <a:pt x="680" y="577"/>
                  </a:lnTo>
                  <a:lnTo>
                    <a:pt x="684" y="574"/>
                  </a:lnTo>
                  <a:lnTo>
                    <a:pt x="687" y="571"/>
                  </a:lnTo>
                  <a:lnTo>
                    <a:pt x="685" y="566"/>
                  </a:lnTo>
                  <a:lnTo>
                    <a:pt x="682" y="559"/>
                  </a:lnTo>
                  <a:lnTo>
                    <a:pt x="681" y="553"/>
                  </a:lnTo>
                  <a:lnTo>
                    <a:pt x="684" y="549"/>
                  </a:lnTo>
                  <a:lnTo>
                    <a:pt x="690" y="548"/>
                  </a:lnTo>
                  <a:lnTo>
                    <a:pt x="697" y="549"/>
                  </a:lnTo>
                  <a:lnTo>
                    <a:pt x="702" y="550"/>
                  </a:lnTo>
                  <a:lnTo>
                    <a:pt x="706" y="549"/>
                  </a:lnTo>
                  <a:lnTo>
                    <a:pt x="709" y="548"/>
                  </a:lnTo>
                  <a:lnTo>
                    <a:pt x="713" y="548"/>
                  </a:lnTo>
                  <a:lnTo>
                    <a:pt x="717" y="547"/>
                  </a:lnTo>
                  <a:lnTo>
                    <a:pt x="721" y="545"/>
                  </a:lnTo>
                  <a:lnTo>
                    <a:pt x="725" y="542"/>
                  </a:lnTo>
                  <a:lnTo>
                    <a:pt x="730" y="538"/>
                  </a:lnTo>
                  <a:lnTo>
                    <a:pt x="735" y="538"/>
                  </a:lnTo>
                  <a:lnTo>
                    <a:pt x="739" y="542"/>
                  </a:lnTo>
                  <a:lnTo>
                    <a:pt x="743" y="546"/>
                  </a:lnTo>
                  <a:lnTo>
                    <a:pt x="747" y="548"/>
                  </a:lnTo>
                  <a:lnTo>
                    <a:pt x="753" y="549"/>
                  </a:lnTo>
                  <a:lnTo>
                    <a:pt x="760" y="549"/>
                  </a:lnTo>
                  <a:lnTo>
                    <a:pt x="765" y="552"/>
                  </a:lnTo>
                  <a:lnTo>
                    <a:pt x="766" y="557"/>
                  </a:lnTo>
                  <a:lnTo>
                    <a:pt x="766" y="563"/>
                  </a:lnTo>
                  <a:lnTo>
                    <a:pt x="766" y="568"/>
                  </a:lnTo>
                  <a:lnTo>
                    <a:pt x="768" y="572"/>
                  </a:lnTo>
                  <a:lnTo>
                    <a:pt x="773" y="574"/>
                  </a:lnTo>
                  <a:lnTo>
                    <a:pt x="778" y="577"/>
                  </a:lnTo>
                  <a:lnTo>
                    <a:pt x="781" y="581"/>
                  </a:lnTo>
                  <a:lnTo>
                    <a:pt x="785" y="585"/>
                  </a:lnTo>
                  <a:close/>
                </a:path>
              </a:pathLst>
            </a:custGeom>
            <a:solidFill>
              <a:srgbClr val="ECB78D">
                <a:alpha val="32000"/>
              </a:srgbClr>
            </a:solidFill>
            <a:ln>
              <a:noFill/>
            </a:ln>
          </p:spPr>
          <p:txBody>
            <a:bodyPr anchor="ctr"/>
            <a:lstStyle/>
            <a:p>
              <a:pPr algn="ctr">
                <a:buNone/>
              </a:pPr>
            </a:p>
          </p:txBody>
        </p:sp>
        <p:sp>
          <p:nvSpPr>
            <p:cNvPr id="756" name="addition:spatial:138"/>
            <p:cNvSpPr>
              <a:spLocks noGrp="1"/>
            </p:cNvSpPr>
            <p:nvPr/>
          </p:nvSpPr>
          <p:spPr>
            <a:xfrm>
              <a:off x="5648325" y="1666875"/>
              <a:ext cx="1014298" cy="1146932"/>
            </a:xfrm>
            <a:custGeom>
              <a:avLst/>
              <a:gdLst/>
              <a:ahLst/>
              <a:cxnLst/>
              <a:rect l="l" t="t" r="r" b="b"/>
              <a:pathLst>
                <a:path w="765" h="678">
                  <a:moveTo>
                    <a:pt x="0" y="0"/>
                  </a:moveTo>
                  <a:moveTo>
                    <a:pt x="765" y="630"/>
                  </a:moveTo>
                  <a:lnTo>
                    <a:pt x="765" y="635"/>
                  </a:lnTo>
                  <a:lnTo>
                    <a:pt x="760" y="639"/>
                  </a:lnTo>
                  <a:lnTo>
                    <a:pt x="751" y="642"/>
                  </a:lnTo>
                  <a:lnTo>
                    <a:pt x="742" y="644"/>
                  </a:lnTo>
                  <a:lnTo>
                    <a:pt x="736" y="647"/>
                  </a:lnTo>
                  <a:lnTo>
                    <a:pt x="736" y="651"/>
                  </a:lnTo>
                  <a:lnTo>
                    <a:pt x="739" y="658"/>
                  </a:lnTo>
                  <a:lnTo>
                    <a:pt x="740" y="664"/>
                  </a:lnTo>
                  <a:lnTo>
                    <a:pt x="736" y="669"/>
                  </a:lnTo>
                  <a:lnTo>
                    <a:pt x="730" y="671"/>
                  </a:lnTo>
                  <a:lnTo>
                    <a:pt x="723" y="673"/>
                  </a:lnTo>
                  <a:lnTo>
                    <a:pt x="718" y="675"/>
                  </a:lnTo>
                  <a:lnTo>
                    <a:pt x="712" y="677"/>
                  </a:lnTo>
                  <a:lnTo>
                    <a:pt x="706" y="678"/>
                  </a:lnTo>
                  <a:lnTo>
                    <a:pt x="700" y="677"/>
                  </a:lnTo>
                  <a:lnTo>
                    <a:pt x="695" y="676"/>
                  </a:lnTo>
                  <a:lnTo>
                    <a:pt x="690" y="676"/>
                  </a:lnTo>
                  <a:lnTo>
                    <a:pt x="685" y="678"/>
                  </a:lnTo>
                  <a:lnTo>
                    <a:pt x="680" y="678"/>
                  </a:lnTo>
                  <a:lnTo>
                    <a:pt x="675" y="676"/>
                  </a:lnTo>
                  <a:lnTo>
                    <a:pt x="672" y="672"/>
                  </a:lnTo>
                  <a:lnTo>
                    <a:pt x="669" y="669"/>
                  </a:lnTo>
                  <a:lnTo>
                    <a:pt x="663" y="670"/>
                  </a:lnTo>
                  <a:lnTo>
                    <a:pt x="655" y="672"/>
                  </a:lnTo>
                  <a:lnTo>
                    <a:pt x="647" y="674"/>
                  </a:lnTo>
                  <a:lnTo>
                    <a:pt x="641" y="672"/>
                  </a:lnTo>
                  <a:lnTo>
                    <a:pt x="639" y="666"/>
                  </a:lnTo>
                  <a:lnTo>
                    <a:pt x="640" y="660"/>
                  </a:lnTo>
                  <a:lnTo>
                    <a:pt x="640" y="654"/>
                  </a:lnTo>
                  <a:lnTo>
                    <a:pt x="639" y="650"/>
                  </a:lnTo>
                  <a:lnTo>
                    <a:pt x="638" y="646"/>
                  </a:lnTo>
                  <a:lnTo>
                    <a:pt x="638" y="642"/>
                  </a:lnTo>
                  <a:lnTo>
                    <a:pt x="638" y="638"/>
                  </a:lnTo>
                  <a:lnTo>
                    <a:pt x="635" y="634"/>
                  </a:lnTo>
                  <a:lnTo>
                    <a:pt x="629" y="630"/>
                  </a:lnTo>
                  <a:lnTo>
                    <a:pt x="623" y="625"/>
                  </a:lnTo>
                  <a:lnTo>
                    <a:pt x="620" y="620"/>
                  </a:lnTo>
                  <a:lnTo>
                    <a:pt x="623" y="616"/>
                  </a:lnTo>
                  <a:lnTo>
                    <a:pt x="628" y="613"/>
                  </a:lnTo>
                  <a:lnTo>
                    <a:pt x="631" y="609"/>
                  </a:lnTo>
                  <a:lnTo>
                    <a:pt x="631" y="605"/>
                  </a:lnTo>
                  <a:lnTo>
                    <a:pt x="630" y="599"/>
                  </a:lnTo>
                  <a:lnTo>
                    <a:pt x="632" y="595"/>
                  </a:lnTo>
                  <a:lnTo>
                    <a:pt x="638" y="593"/>
                  </a:lnTo>
                  <a:lnTo>
                    <a:pt x="646" y="593"/>
                  </a:lnTo>
                  <a:lnTo>
                    <a:pt x="653" y="594"/>
                  </a:lnTo>
                  <a:lnTo>
                    <a:pt x="658" y="593"/>
                  </a:lnTo>
                  <a:lnTo>
                    <a:pt x="662" y="590"/>
                  </a:lnTo>
                  <a:lnTo>
                    <a:pt x="666" y="587"/>
                  </a:lnTo>
                  <a:lnTo>
                    <a:pt x="672" y="585"/>
                  </a:lnTo>
                  <a:lnTo>
                    <a:pt x="677" y="582"/>
                  </a:lnTo>
                  <a:lnTo>
                    <a:pt x="684" y="578"/>
                  </a:lnTo>
                  <a:lnTo>
                    <a:pt x="691" y="574"/>
                  </a:lnTo>
                  <a:lnTo>
                    <a:pt x="699" y="573"/>
                  </a:lnTo>
                  <a:lnTo>
                    <a:pt x="706" y="576"/>
                  </a:lnTo>
                  <a:lnTo>
                    <a:pt x="711" y="583"/>
                  </a:lnTo>
                  <a:lnTo>
                    <a:pt x="715" y="589"/>
                  </a:lnTo>
                  <a:lnTo>
                    <a:pt x="719" y="592"/>
                  </a:lnTo>
                  <a:lnTo>
                    <a:pt x="726" y="593"/>
                  </a:lnTo>
                  <a:lnTo>
                    <a:pt x="734" y="593"/>
                  </a:lnTo>
                  <a:lnTo>
                    <a:pt x="740" y="595"/>
                  </a:lnTo>
                  <a:lnTo>
                    <a:pt x="743" y="599"/>
                  </a:lnTo>
                  <a:lnTo>
                    <a:pt x="745" y="603"/>
                  </a:lnTo>
                  <a:lnTo>
                    <a:pt x="749" y="606"/>
                  </a:lnTo>
                  <a:lnTo>
                    <a:pt x="754" y="609"/>
                  </a:lnTo>
                  <a:lnTo>
                    <a:pt x="760" y="612"/>
                  </a:lnTo>
                  <a:lnTo>
                    <a:pt x="762" y="616"/>
                  </a:lnTo>
                  <a:lnTo>
                    <a:pt x="763" y="621"/>
                  </a:lnTo>
                  <a:lnTo>
                    <a:pt x="764" y="625"/>
                  </a:lnTo>
                  <a:close/>
                </a:path>
              </a:pathLst>
            </a:custGeom>
            <a:solidFill>
              <a:srgbClr val="ECB78D">
                <a:alpha val="32000"/>
              </a:srgbClr>
            </a:solidFill>
            <a:ln>
              <a:noFill/>
            </a:ln>
          </p:spPr>
          <p:txBody>
            <a:bodyPr anchor="ctr"/>
            <a:lstStyle/>
            <a:p>
              <a:pPr algn="ctr">
                <a:buNone/>
              </a:pPr>
            </a:p>
          </p:txBody>
        </p:sp>
        <p:sp>
          <p:nvSpPr>
            <p:cNvPr id="757" name="addition:spatial:139"/>
            <p:cNvSpPr>
              <a:spLocks noGrp="1"/>
            </p:cNvSpPr>
            <p:nvPr/>
          </p:nvSpPr>
          <p:spPr>
            <a:xfrm>
              <a:off x="5648325" y="1666875"/>
              <a:ext cx="916183" cy="1160465"/>
            </a:xfrm>
            <a:custGeom>
              <a:avLst/>
              <a:gdLst/>
              <a:ahLst/>
              <a:cxnLst/>
              <a:rect l="l" t="t" r="r" b="b"/>
              <a:pathLst>
                <a:path w="691" h="686">
                  <a:moveTo>
                    <a:pt x="0" y="0"/>
                  </a:moveTo>
                  <a:moveTo>
                    <a:pt x="687" y="635"/>
                  </a:moveTo>
                  <a:lnTo>
                    <a:pt x="690" y="639"/>
                  </a:lnTo>
                  <a:lnTo>
                    <a:pt x="691" y="644"/>
                  </a:lnTo>
                  <a:lnTo>
                    <a:pt x="690" y="648"/>
                  </a:lnTo>
                  <a:lnTo>
                    <a:pt x="688" y="652"/>
                  </a:lnTo>
                  <a:lnTo>
                    <a:pt x="686" y="656"/>
                  </a:lnTo>
                  <a:lnTo>
                    <a:pt x="684" y="661"/>
                  </a:lnTo>
                  <a:lnTo>
                    <a:pt x="680" y="664"/>
                  </a:lnTo>
                  <a:lnTo>
                    <a:pt x="673" y="665"/>
                  </a:lnTo>
                  <a:lnTo>
                    <a:pt x="665" y="664"/>
                  </a:lnTo>
                  <a:lnTo>
                    <a:pt x="659" y="664"/>
                  </a:lnTo>
                  <a:lnTo>
                    <a:pt x="657" y="668"/>
                  </a:lnTo>
                  <a:lnTo>
                    <a:pt x="656" y="675"/>
                  </a:lnTo>
                  <a:lnTo>
                    <a:pt x="653" y="682"/>
                  </a:lnTo>
                  <a:lnTo>
                    <a:pt x="648" y="686"/>
                  </a:lnTo>
                  <a:lnTo>
                    <a:pt x="641" y="686"/>
                  </a:lnTo>
                  <a:lnTo>
                    <a:pt x="634" y="685"/>
                  </a:lnTo>
                  <a:lnTo>
                    <a:pt x="628" y="684"/>
                  </a:lnTo>
                  <a:lnTo>
                    <a:pt x="622" y="684"/>
                  </a:lnTo>
                  <a:lnTo>
                    <a:pt x="616" y="683"/>
                  </a:lnTo>
                  <a:lnTo>
                    <a:pt x="611" y="680"/>
                  </a:lnTo>
                  <a:lnTo>
                    <a:pt x="607" y="677"/>
                  </a:lnTo>
                  <a:lnTo>
                    <a:pt x="602" y="675"/>
                  </a:lnTo>
                  <a:lnTo>
                    <a:pt x="597" y="675"/>
                  </a:lnTo>
                  <a:lnTo>
                    <a:pt x="591" y="674"/>
                  </a:lnTo>
                  <a:lnTo>
                    <a:pt x="587" y="672"/>
                  </a:lnTo>
                  <a:lnTo>
                    <a:pt x="586" y="667"/>
                  </a:lnTo>
                  <a:lnTo>
                    <a:pt x="585" y="663"/>
                  </a:lnTo>
                  <a:lnTo>
                    <a:pt x="581" y="661"/>
                  </a:lnTo>
                  <a:lnTo>
                    <a:pt x="574" y="660"/>
                  </a:lnTo>
                  <a:lnTo>
                    <a:pt x="567" y="658"/>
                  </a:lnTo>
                  <a:lnTo>
                    <a:pt x="563" y="654"/>
                  </a:lnTo>
                  <a:lnTo>
                    <a:pt x="565" y="649"/>
                  </a:lnTo>
                  <a:lnTo>
                    <a:pt x="570" y="643"/>
                  </a:lnTo>
                  <a:lnTo>
                    <a:pt x="575" y="639"/>
                  </a:lnTo>
                  <a:lnTo>
                    <a:pt x="577" y="635"/>
                  </a:lnTo>
                  <a:lnTo>
                    <a:pt x="579" y="631"/>
                  </a:lnTo>
                  <a:lnTo>
                    <a:pt x="580" y="627"/>
                  </a:lnTo>
                  <a:lnTo>
                    <a:pt x="582" y="623"/>
                  </a:lnTo>
                  <a:lnTo>
                    <a:pt x="583" y="619"/>
                  </a:lnTo>
                  <a:lnTo>
                    <a:pt x="581" y="614"/>
                  </a:lnTo>
                  <a:lnTo>
                    <a:pt x="579" y="608"/>
                  </a:lnTo>
                  <a:lnTo>
                    <a:pt x="580" y="603"/>
                  </a:lnTo>
                  <a:lnTo>
                    <a:pt x="584" y="600"/>
                  </a:lnTo>
                  <a:lnTo>
                    <a:pt x="591" y="599"/>
                  </a:lnTo>
                  <a:lnTo>
                    <a:pt x="596" y="598"/>
                  </a:lnTo>
                  <a:lnTo>
                    <a:pt x="599" y="596"/>
                  </a:lnTo>
                  <a:lnTo>
                    <a:pt x="601" y="591"/>
                  </a:lnTo>
                  <a:lnTo>
                    <a:pt x="604" y="587"/>
                  </a:lnTo>
                  <a:lnTo>
                    <a:pt x="609" y="587"/>
                  </a:lnTo>
                  <a:lnTo>
                    <a:pt x="615" y="590"/>
                  </a:lnTo>
                  <a:lnTo>
                    <a:pt x="620" y="593"/>
                  </a:lnTo>
                  <a:lnTo>
                    <a:pt x="623" y="593"/>
                  </a:lnTo>
                  <a:lnTo>
                    <a:pt x="627" y="592"/>
                  </a:lnTo>
                  <a:lnTo>
                    <a:pt x="631" y="590"/>
                  </a:lnTo>
                  <a:lnTo>
                    <a:pt x="636" y="589"/>
                  </a:lnTo>
                  <a:lnTo>
                    <a:pt x="641" y="589"/>
                  </a:lnTo>
                  <a:lnTo>
                    <a:pt x="647" y="588"/>
                  </a:lnTo>
                  <a:lnTo>
                    <a:pt x="654" y="587"/>
                  </a:lnTo>
                  <a:lnTo>
                    <a:pt x="660" y="588"/>
                  </a:lnTo>
                  <a:lnTo>
                    <a:pt x="663" y="593"/>
                  </a:lnTo>
                  <a:lnTo>
                    <a:pt x="664" y="600"/>
                  </a:lnTo>
                  <a:lnTo>
                    <a:pt x="662" y="607"/>
                  </a:lnTo>
                  <a:lnTo>
                    <a:pt x="664" y="611"/>
                  </a:lnTo>
                  <a:lnTo>
                    <a:pt x="668" y="613"/>
                  </a:lnTo>
                  <a:lnTo>
                    <a:pt x="675" y="615"/>
                  </a:lnTo>
                  <a:lnTo>
                    <a:pt x="681" y="618"/>
                  </a:lnTo>
                  <a:lnTo>
                    <a:pt x="683" y="622"/>
                  </a:lnTo>
                  <a:lnTo>
                    <a:pt x="683" y="626"/>
                  </a:lnTo>
                  <a:lnTo>
                    <a:pt x="684" y="631"/>
                  </a:lnTo>
                  <a:close/>
                </a:path>
              </a:pathLst>
            </a:custGeom>
            <a:solidFill>
              <a:srgbClr val="ECB78D">
                <a:alpha val="32000"/>
              </a:srgbClr>
            </a:solidFill>
            <a:ln>
              <a:noFill/>
            </a:ln>
          </p:spPr>
          <p:txBody>
            <a:bodyPr anchor="ctr"/>
            <a:lstStyle/>
            <a:p>
              <a:pPr algn="ctr">
                <a:buNone/>
              </a:pPr>
            </a:p>
          </p:txBody>
        </p:sp>
        <p:sp>
          <p:nvSpPr>
            <p:cNvPr id="758" name="addition:spatial:140"/>
            <p:cNvSpPr>
              <a:spLocks noGrp="1"/>
            </p:cNvSpPr>
            <p:nvPr/>
          </p:nvSpPr>
          <p:spPr>
            <a:xfrm>
              <a:off x="5648325" y="1666875"/>
              <a:ext cx="837956" cy="1116482"/>
            </a:xfrm>
            <a:custGeom>
              <a:avLst/>
              <a:gdLst/>
              <a:ahLst/>
              <a:cxnLst/>
              <a:rect l="l" t="t" r="r" b="b"/>
              <a:pathLst>
                <a:path w="632" h="660">
                  <a:moveTo>
                    <a:pt x="0" y="0"/>
                  </a:moveTo>
                  <a:moveTo>
                    <a:pt x="630" y="617"/>
                  </a:moveTo>
                  <a:lnTo>
                    <a:pt x="631" y="621"/>
                  </a:lnTo>
                  <a:lnTo>
                    <a:pt x="632" y="625"/>
                  </a:lnTo>
                  <a:lnTo>
                    <a:pt x="630" y="629"/>
                  </a:lnTo>
                  <a:lnTo>
                    <a:pt x="625" y="632"/>
                  </a:lnTo>
                  <a:lnTo>
                    <a:pt x="618" y="633"/>
                  </a:lnTo>
                  <a:lnTo>
                    <a:pt x="612" y="634"/>
                  </a:lnTo>
                  <a:lnTo>
                    <a:pt x="610" y="637"/>
                  </a:lnTo>
                  <a:lnTo>
                    <a:pt x="611" y="642"/>
                  </a:lnTo>
                  <a:lnTo>
                    <a:pt x="610" y="647"/>
                  </a:lnTo>
                  <a:lnTo>
                    <a:pt x="608" y="651"/>
                  </a:lnTo>
                  <a:lnTo>
                    <a:pt x="603" y="652"/>
                  </a:lnTo>
                  <a:lnTo>
                    <a:pt x="598" y="653"/>
                  </a:lnTo>
                  <a:lnTo>
                    <a:pt x="594" y="655"/>
                  </a:lnTo>
                  <a:lnTo>
                    <a:pt x="590" y="658"/>
                  </a:lnTo>
                  <a:lnTo>
                    <a:pt x="586" y="660"/>
                  </a:lnTo>
                  <a:lnTo>
                    <a:pt x="581" y="660"/>
                  </a:lnTo>
                  <a:lnTo>
                    <a:pt x="576" y="659"/>
                  </a:lnTo>
                  <a:lnTo>
                    <a:pt x="572" y="658"/>
                  </a:lnTo>
                  <a:lnTo>
                    <a:pt x="568" y="658"/>
                  </a:lnTo>
                  <a:lnTo>
                    <a:pt x="564" y="657"/>
                  </a:lnTo>
                  <a:lnTo>
                    <a:pt x="560" y="655"/>
                  </a:lnTo>
                  <a:lnTo>
                    <a:pt x="558" y="651"/>
                  </a:lnTo>
                  <a:lnTo>
                    <a:pt x="556" y="647"/>
                  </a:lnTo>
                  <a:lnTo>
                    <a:pt x="554" y="646"/>
                  </a:lnTo>
                  <a:lnTo>
                    <a:pt x="548" y="648"/>
                  </a:lnTo>
                  <a:lnTo>
                    <a:pt x="542" y="649"/>
                  </a:lnTo>
                  <a:lnTo>
                    <a:pt x="536" y="649"/>
                  </a:lnTo>
                  <a:lnTo>
                    <a:pt x="534" y="645"/>
                  </a:lnTo>
                  <a:lnTo>
                    <a:pt x="535" y="640"/>
                  </a:lnTo>
                  <a:lnTo>
                    <a:pt x="537" y="635"/>
                  </a:lnTo>
                  <a:lnTo>
                    <a:pt x="537" y="631"/>
                  </a:lnTo>
                  <a:lnTo>
                    <a:pt x="537" y="628"/>
                  </a:lnTo>
                  <a:lnTo>
                    <a:pt x="537" y="624"/>
                  </a:lnTo>
                  <a:lnTo>
                    <a:pt x="538" y="621"/>
                  </a:lnTo>
                  <a:lnTo>
                    <a:pt x="539" y="617"/>
                  </a:lnTo>
                  <a:lnTo>
                    <a:pt x="539" y="614"/>
                  </a:lnTo>
                  <a:lnTo>
                    <a:pt x="537" y="610"/>
                  </a:lnTo>
                  <a:lnTo>
                    <a:pt x="536" y="606"/>
                  </a:lnTo>
                  <a:lnTo>
                    <a:pt x="537" y="603"/>
                  </a:lnTo>
                  <a:lnTo>
                    <a:pt x="540" y="600"/>
                  </a:lnTo>
                  <a:lnTo>
                    <a:pt x="542" y="597"/>
                  </a:lnTo>
                  <a:lnTo>
                    <a:pt x="542" y="593"/>
                  </a:lnTo>
                  <a:lnTo>
                    <a:pt x="541" y="588"/>
                  </a:lnTo>
                  <a:lnTo>
                    <a:pt x="541" y="583"/>
                  </a:lnTo>
                  <a:lnTo>
                    <a:pt x="545" y="581"/>
                  </a:lnTo>
                  <a:lnTo>
                    <a:pt x="551" y="582"/>
                  </a:lnTo>
                  <a:lnTo>
                    <a:pt x="556" y="584"/>
                  </a:lnTo>
                  <a:lnTo>
                    <a:pt x="560" y="585"/>
                  </a:lnTo>
                  <a:lnTo>
                    <a:pt x="563" y="584"/>
                  </a:lnTo>
                  <a:lnTo>
                    <a:pt x="565" y="582"/>
                  </a:lnTo>
                  <a:lnTo>
                    <a:pt x="569" y="580"/>
                  </a:lnTo>
                  <a:lnTo>
                    <a:pt x="572" y="579"/>
                  </a:lnTo>
                  <a:lnTo>
                    <a:pt x="576" y="577"/>
                  </a:lnTo>
                  <a:lnTo>
                    <a:pt x="580" y="574"/>
                  </a:lnTo>
                  <a:lnTo>
                    <a:pt x="585" y="572"/>
                  </a:lnTo>
                  <a:lnTo>
                    <a:pt x="590" y="573"/>
                  </a:lnTo>
                  <a:lnTo>
                    <a:pt x="593" y="577"/>
                  </a:lnTo>
                  <a:lnTo>
                    <a:pt x="596" y="582"/>
                  </a:lnTo>
                  <a:lnTo>
                    <a:pt x="599" y="585"/>
                  </a:lnTo>
                  <a:lnTo>
                    <a:pt x="603" y="586"/>
                  </a:lnTo>
                  <a:lnTo>
                    <a:pt x="609" y="587"/>
                  </a:lnTo>
                  <a:lnTo>
                    <a:pt x="613" y="589"/>
                  </a:lnTo>
                  <a:lnTo>
                    <a:pt x="614" y="594"/>
                  </a:lnTo>
                  <a:lnTo>
                    <a:pt x="614" y="598"/>
                  </a:lnTo>
                  <a:lnTo>
                    <a:pt x="615" y="602"/>
                  </a:lnTo>
                  <a:lnTo>
                    <a:pt x="618" y="604"/>
                  </a:lnTo>
                  <a:lnTo>
                    <a:pt x="623" y="607"/>
                  </a:lnTo>
                  <a:lnTo>
                    <a:pt x="627" y="610"/>
                  </a:lnTo>
                  <a:lnTo>
                    <a:pt x="629" y="613"/>
                  </a:lnTo>
                  <a:close/>
                </a:path>
              </a:pathLst>
            </a:custGeom>
            <a:solidFill>
              <a:srgbClr val="ECB78D">
                <a:alpha val="32000"/>
              </a:srgbClr>
            </a:solidFill>
            <a:ln>
              <a:noFill/>
            </a:ln>
          </p:spPr>
          <p:txBody>
            <a:bodyPr anchor="ctr"/>
            <a:lstStyle/>
            <a:p>
              <a:pPr algn="ctr">
                <a:buNone/>
              </a:pPr>
            </a:p>
          </p:txBody>
        </p:sp>
        <p:sp>
          <p:nvSpPr>
            <p:cNvPr id="759" name="addition:spatial:141"/>
            <p:cNvSpPr>
              <a:spLocks noGrp="1"/>
            </p:cNvSpPr>
            <p:nvPr/>
          </p:nvSpPr>
          <p:spPr>
            <a:xfrm>
              <a:off x="5648325" y="1666875"/>
              <a:ext cx="981151" cy="1130016"/>
            </a:xfrm>
            <a:custGeom>
              <a:avLst/>
              <a:gdLst/>
              <a:ahLst/>
              <a:cxnLst/>
              <a:rect l="l" t="t" r="r" b="b"/>
              <a:pathLst>
                <a:path w="740" h="668">
                  <a:moveTo>
                    <a:pt x="0" y="0"/>
                  </a:moveTo>
                  <a:moveTo>
                    <a:pt x="734" y="610"/>
                  </a:moveTo>
                  <a:lnTo>
                    <a:pt x="737" y="615"/>
                  </a:lnTo>
                  <a:lnTo>
                    <a:pt x="740" y="621"/>
                  </a:lnTo>
                  <a:lnTo>
                    <a:pt x="738" y="626"/>
                  </a:lnTo>
                  <a:lnTo>
                    <a:pt x="732" y="630"/>
                  </a:lnTo>
                  <a:lnTo>
                    <a:pt x="723" y="632"/>
                  </a:lnTo>
                  <a:lnTo>
                    <a:pt x="717" y="634"/>
                  </a:lnTo>
                  <a:lnTo>
                    <a:pt x="715" y="638"/>
                  </a:lnTo>
                  <a:lnTo>
                    <a:pt x="714" y="644"/>
                  </a:lnTo>
                  <a:lnTo>
                    <a:pt x="712" y="649"/>
                  </a:lnTo>
                  <a:lnTo>
                    <a:pt x="706" y="651"/>
                  </a:lnTo>
                  <a:lnTo>
                    <a:pt x="698" y="651"/>
                  </a:lnTo>
                  <a:lnTo>
                    <a:pt x="691" y="652"/>
                  </a:lnTo>
                  <a:lnTo>
                    <a:pt x="685" y="655"/>
                  </a:lnTo>
                  <a:lnTo>
                    <a:pt x="681" y="660"/>
                  </a:lnTo>
                  <a:lnTo>
                    <a:pt x="675" y="665"/>
                  </a:lnTo>
                  <a:lnTo>
                    <a:pt x="668" y="668"/>
                  </a:lnTo>
                  <a:lnTo>
                    <a:pt x="660" y="668"/>
                  </a:lnTo>
                  <a:lnTo>
                    <a:pt x="652" y="667"/>
                  </a:lnTo>
                  <a:lnTo>
                    <a:pt x="645" y="666"/>
                  </a:lnTo>
                  <a:lnTo>
                    <a:pt x="638" y="663"/>
                  </a:lnTo>
                  <a:lnTo>
                    <a:pt x="633" y="659"/>
                  </a:lnTo>
                  <a:lnTo>
                    <a:pt x="630" y="652"/>
                  </a:lnTo>
                  <a:lnTo>
                    <a:pt x="627" y="648"/>
                  </a:lnTo>
                  <a:lnTo>
                    <a:pt x="622" y="647"/>
                  </a:lnTo>
                  <a:lnTo>
                    <a:pt x="614" y="649"/>
                  </a:lnTo>
                  <a:lnTo>
                    <a:pt x="604" y="650"/>
                  </a:lnTo>
                  <a:lnTo>
                    <a:pt x="597" y="649"/>
                  </a:lnTo>
                  <a:lnTo>
                    <a:pt x="594" y="644"/>
                  </a:lnTo>
                  <a:lnTo>
                    <a:pt x="595" y="638"/>
                  </a:lnTo>
                  <a:lnTo>
                    <a:pt x="595" y="633"/>
                  </a:lnTo>
                  <a:lnTo>
                    <a:pt x="592" y="629"/>
                  </a:lnTo>
                  <a:lnTo>
                    <a:pt x="589" y="625"/>
                  </a:lnTo>
                  <a:lnTo>
                    <a:pt x="589" y="620"/>
                  </a:lnTo>
                  <a:lnTo>
                    <a:pt x="592" y="615"/>
                  </a:lnTo>
                  <a:lnTo>
                    <a:pt x="595" y="610"/>
                  </a:lnTo>
                  <a:lnTo>
                    <a:pt x="598" y="606"/>
                  </a:lnTo>
                  <a:lnTo>
                    <a:pt x="598" y="601"/>
                  </a:lnTo>
                  <a:lnTo>
                    <a:pt x="600" y="597"/>
                  </a:lnTo>
                  <a:lnTo>
                    <a:pt x="605" y="593"/>
                  </a:lnTo>
                  <a:lnTo>
                    <a:pt x="609" y="590"/>
                  </a:lnTo>
                  <a:lnTo>
                    <a:pt x="611" y="586"/>
                  </a:lnTo>
                  <a:lnTo>
                    <a:pt x="609" y="580"/>
                  </a:lnTo>
                  <a:lnTo>
                    <a:pt x="606" y="572"/>
                  </a:lnTo>
                  <a:lnTo>
                    <a:pt x="607" y="565"/>
                  </a:lnTo>
                  <a:lnTo>
                    <a:pt x="613" y="562"/>
                  </a:lnTo>
                  <a:lnTo>
                    <a:pt x="622" y="564"/>
                  </a:lnTo>
                  <a:lnTo>
                    <a:pt x="630" y="566"/>
                  </a:lnTo>
                  <a:lnTo>
                    <a:pt x="636" y="566"/>
                  </a:lnTo>
                  <a:lnTo>
                    <a:pt x="640" y="565"/>
                  </a:lnTo>
                  <a:lnTo>
                    <a:pt x="644" y="563"/>
                  </a:lnTo>
                  <a:lnTo>
                    <a:pt x="649" y="562"/>
                  </a:lnTo>
                  <a:lnTo>
                    <a:pt x="654" y="562"/>
                  </a:lnTo>
                  <a:lnTo>
                    <a:pt x="659" y="561"/>
                  </a:lnTo>
                  <a:lnTo>
                    <a:pt x="664" y="558"/>
                  </a:lnTo>
                  <a:lnTo>
                    <a:pt x="670" y="557"/>
                  </a:lnTo>
                  <a:lnTo>
                    <a:pt x="676" y="557"/>
                  </a:lnTo>
                  <a:lnTo>
                    <a:pt x="681" y="561"/>
                  </a:lnTo>
                  <a:lnTo>
                    <a:pt x="686" y="565"/>
                  </a:lnTo>
                  <a:lnTo>
                    <a:pt x="691" y="566"/>
                  </a:lnTo>
                  <a:lnTo>
                    <a:pt x="699" y="567"/>
                  </a:lnTo>
                  <a:lnTo>
                    <a:pt x="707" y="568"/>
                  </a:lnTo>
                  <a:lnTo>
                    <a:pt x="712" y="572"/>
                  </a:lnTo>
                  <a:lnTo>
                    <a:pt x="711" y="579"/>
                  </a:lnTo>
                  <a:lnTo>
                    <a:pt x="708" y="586"/>
                  </a:lnTo>
                  <a:lnTo>
                    <a:pt x="708" y="592"/>
                  </a:lnTo>
                  <a:lnTo>
                    <a:pt x="712" y="595"/>
                  </a:lnTo>
                  <a:lnTo>
                    <a:pt x="720" y="597"/>
                  </a:lnTo>
                  <a:lnTo>
                    <a:pt x="726" y="601"/>
                  </a:lnTo>
                  <a:lnTo>
                    <a:pt x="731" y="605"/>
                  </a:lnTo>
                  <a:close/>
                </a:path>
              </a:pathLst>
            </a:custGeom>
            <a:solidFill>
              <a:srgbClr val="ECB78D">
                <a:alpha val="32000"/>
              </a:srgbClr>
            </a:solidFill>
            <a:ln>
              <a:noFill/>
            </a:ln>
          </p:spPr>
          <p:txBody>
            <a:bodyPr anchor="ctr"/>
            <a:lstStyle/>
            <a:p>
              <a:pPr algn="ctr">
                <a:buNone/>
              </a:pPr>
            </a:p>
          </p:txBody>
        </p:sp>
        <p:sp>
          <p:nvSpPr>
            <p:cNvPr id="760" name="addition:spatial:142"/>
            <p:cNvSpPr>
              <a:spLocks noGrp="1"/>
            </p:cNvSpPr>
            <p:nvPr/>
          </p:nvSpPr>
          <p:spPr>
            <a:xfrm>
              <a:off x="5648325" y="1666875"/>
              <a:ext cx="1027557" cy="1177381"/>
            </a:xfrm>
            <a:custGeom>
              <a:avLst/>
              <a:gdLst/>
              <a:ahLst/>
              <a:cxnLst/>
              <a:rect l="l" t="t" r="r" b="b"/>
              <a:pathLst>
                <a:path w="775" h="696">
                  <a:moveTo>
                    <a:pt x="0" y="0"/>
                  </a:moveTo>
                  <a:moveTo>
                    <a:pt x="774" y="601"/>
                  </a:moveTo>
                  <a:lnTo>
                    <a:pt x="775" y="609"/>
                  </a:lnTo>
                  <a:lnTo>
                    <a:pt x="771" y="617"/>
                  </a:lnTo>
                  <a:lnTo>
                    <a:pt x="762" y="624"/>
                  </a:lnTo>
                  <a:lnTo>
                    <a:pt x="755" y="630"/>
                  </a:lnTo>
                  <a:lnTo>
                    <a:pt x="750" y="637"/>
                  </a:lnTo>
                  <a:lnTo>
                    <a:pt x="744" y="643"/>
                  </a:lnTo>
                  <a:lnTo>
                    <a:pt x="736" y="648"/>
                  </a:lnTo>
                  <a:lnTo>
                    <a:pt x="725" y="652"/>
                  </a:lnTo>
                  <a:lnTo>
                    <a:pt x="716" y="655"/>
                  </a:lnTo>
                  <a:lnTo>
                    <a:pt x="713" y="664"/>
                  </a:lnTo>
                  <a:lnTo>
                    <a:pt x="711" y="677"/>
                  </a:lnTo>
                  <a:lnTo>
                    <a:pt x="708" y="689"/>
                  </a:lnTo>
                  <a:lnTo>
                    <a:pt x="698" y="696"/>
                  </a:lnTo>
                  <a:lnTo>
                    <a:pt x="685" y="694"/>
                  </a:lnTo>
                  <a:lnTo>
                    <a:pt x="672" y="687"/>
                  </a:lnTo>
                  <a:lnTo>
                    <a:pt x="661" y="681"/>
                  </a:lnTo>
                  <a:lnTo>
                    <a:pt x="652" y="680"/>
                  </a:lnTo>
                  <a:lnTo>
                    <a:pt x="644" y="681"/>
                  </a:lnTo>
                  <a:lnTo>
                    <a:pt x="636" y="681"/>
                  </a:lnTo>
                  <a:lnTo>
                    <a:pt x="629" y="679"/>
                  </a:lnTo>
                  <a:lnTo>
                    <a:pt x="621" y="677"/>
                  </a:lnTo>
                  <a:lnTo>
                    <a:pt x="613" y="677"/>
                  </a:lnTo>
                  <a:lnTo>
                    <a:pt x="603" y="678"/>
                  </a:lnTo>
                  <a:lnTo>
                    <a:pt x="594" y="677"/>
                  </a:lnTo>
                  <a:lnTo>
                    <a:pt x="589" y="671"/>
                  </a:lnTo>
                  <a:lnTo>
                    <a:pt x="586" y="663"/>
                  </a:lnTo>
                  <a:lnTo>
                    <a:pt x="582" y="657"/>
                  </a:lnTo>
                  <a:lnTo>
                    <a:pt x="573" y="653"/>
                  </a:lnTo>
                  <a:lnTo>
                    <a:pt x="562" y="650"/>
                  </a:lnTo>
                  <a:lnTo>
                    <a:pt x="555" y="643"/>
                  </a:lnTo>
                  <a:lnTo>
                    <a:pt x="558" y="633"/>
                  </a:lnTo>
                  <a:lnTo>
                    <a:pt x="567" y="623"/>
                  </a:lnTo>
                  <a:lnTo>
                    <a:pt x="576" y="614"/>
                  </a:lnTo>
                  <a:lnTo>
                    <a:pt x="577" y="607"/>
                  </a:lnTo>
                  <a:lnTo>
                    <a:pt x="571" y="601"/>
                  </a:lnTo>
                  <a:lnTo>
                    <a:pt x="563" y="594"/>
                  </a:lnTo>
                  <a:lnTo>
                    <a:pt x="558" y="586"/>
                  </a:lnTo>
                  <a:lnTo>
                    <a:pt x="556" y="577"/>
                  </a:lnTo>
                  <a:lnTo>
                    <a:pt x="554" y="569"/>
                  </a:lnTo>
                  <a:lnTo>
                    <a:pt x="552" y="559"/>
                  </a:lnTo>
                  <a:lnTo>
                    <a:pt x="553" y="551"/>
                  </a:lnTo>
                  <a:lnTo>
                    <a:pt x="561" y="545"/>
                  </a:lnTo>
                  <a:lnTo>
                    <a:pt x="573" y="544"/>
                  </a:lnTo>
                  <a:lnTo>
                    <a:pt x="585" y="544"/>
                  </a:lnTo>
                  <a:lnTo>
                    <a:pt x="591" y="540"/>
                  </a:lnTo>
                  <a:lnTo>
                    <a:pt x="595" y="533"/>
                  </a:lnTo>
                  <a:lnTo>
                    <a:pt x="598" y="525"/>
                  </a:lnTo>
                  <a:lnTo>
                    <a:pt x="606" y="520"/>
                  </a:lnTo>
                  <a:lnTo>
                    <a:pt x="616" y="522"/>
                  </a:lnTo>
                  <a:lnTo>
                    <a:pt x="626" y="525"/>
                  </a:lnTo>
                  <a:lnTo>
                    <a:pt x="635" y="525"/>
                  </a:lnTo>
                  <a:lnTo>
                    <a:pt x="643" y="519"/>
                  </a:lnTo>
                  <a:lnTo>
                    <a:pt x="654" y="512"/>
                  </a:lnTo>
                  <a:lnTo>
                    <a:pt x="665" y="508"/>
                  </a:lnTo>
                  <a:lnTo>
                    <a:pt x="677" y="508"/>
                  </a:lnTo>
                  <a:lnTo>
                    <a:pt x="687" y="512"/>
                  </a:lnTo>
                  <a:lnTo>
                    <a:pt x="698" y="515"/>
                  </a:lnTo>
                  <a:lnTo>
                    <a:pt x="708" y="520"/>
                  </a:lnTo>
                  <a:lnTo>
                    <a:pt x="716" y="528"/>
                  </a:lnTo>
                  <a:lnTo>
                    <a:pt x="719" y="538"/>
                  </a:lnTo>
                  <a:lnTo>
                    <a:pt x="721" y="549"/>
                  </a:lnTo>
                  <a:lnTo>
                    <a:pt x="725" y="555"/>
                  </a:lnTo>
                  <a:lnTo>
                    <a:pt x="736" y="557"/>
                  </a:lnTo>
                  <a:lnTo>
                    <a:pt x="753" y="557"/>
                  </a:lnTo>
                  <a:lnTo>
                    <a:pt x="767" y="560"/>
                  </a:lnTo>
                  <a:lnTo>
                    <a:pt x="774" y="568"/>
                  </a:lnTo>
                  <a:lnTo>
                    <a:pt x="773" y="577"/>
                  </a:lnTo>
                  <a:lnTo>
                    <a:pt x="770" y="585"/>
                  </a:lnTo>
                  <a:lnTo>
                    <a:pt x="771" y="593"/>
                  </a:lnTo>
                  <a:close/>
                </a:path>
              </a:pathLst>
            </a:custGeom>
            <a:solidFill>
              <a:srgbClr val="E18B48">
                <a:alpha val="37000"/>
              </a:srgbClr>
            </a:solidFill>
            <a:ln>
              <a:noFill/>
            </a:ln>
          </p:spPr>
          <p:txBody>
            <a:bodyPr anchor="ctr"/>
            <a:lstStyle/>
            <a:p>
              <a:pPr algn="ctr">
                <a:buNone/>
              </a:pPr>
            </a:p>
          </p:txBody>
        </p:sp>
        <p:sp>
          <p:nvSpPr>
            <p:cNvPr id="761" name="addition:spatial:143"/>
            <p:cNvSpPr>
              <a:spLocks noGrp="1"/>
            </p:cNvSpPr>
            <p:nvPr/>
          </p:nvSpPr>
          <p:spPr>
            <a:xfrm>
              <a:off x="5648325" y="1666875"/>
              <a:ext cx="884362" cy="1048817"/>
            </a:xfrm>
            <a:custGeom>
              <a:avLst/>
              <a:gdLst/>
              <a:ahLst/>
              <a:cxnLst/>
              <a:rect l="l" t="t" r="r" b="b"/>
              <a:pathLst>
                <a:path w="667" h="620">
                  <a:moveTo>
                    <a:pt x="0" y="0"/>
                  </a:moveTo>
                  <a:moveTo>
                    <a:pt x="667" y="580"/>
                  </a:moveTo>
                  <a:lnTo>
                    <a:pt x="667" y="584"/>
                  </a:lnTo>
                  <a:lnTo>
                    <a:pt x="666" y="587"/>
                  </a:lnTo>
                  <a:lnTo>
                    <a:pt x="665" y="591"/>
                  </a:lnTo>
                  <a:lnTo>
                    <a:pt x="663" y="595"/>
                  </a:lnTo>
                  <a:lnTo>
                    <a:pt x="660" y="597"/>
                  </a:lnTo>
                  <a:lnTo>
                    <a:pt x="654" y="598"/>
                  </a:lnTo>
                  <a:lnTo>
                    <a:pt x="648" y="599"/>
                  </a:lnTo>
                  <a:lnTo>
                    <a:pt x="645" y="600"/>
                  </a:lnTo>
                  <a:lnTo>
                    <a:pt x="644" y="605"/>
                  </a:lnTo>
                  <a:lnTo>
                    <a:pt x="645" y="610"/>
                  </a:lnTo>
                  <a:lnTo>
                    <a:pt x="643" y="615"/>
                  </a:lnTo>
                  <a:lnTo>
                    <a:pt x="639" y="618"/>
                  </a:lnTo>
                  <a:lnTo>
                    <a:pt x="634" y="618"/>
                  </a:lnTo>
                  <a:lnTo>
                    <a:pt x="629" y="618"/>
                  </a:lnTo>
                  <a:lnTo>
                    <a:pt x="625" y="618"/>
                  </a:lnTo>
                  <a:lnTo>
                    <a:pt x="620" y="620"/>
                  </a:lnTo>
                  <a:lnTo>
                    <a:pt x="616" y="620"/>
                  </a:lnTo>
                  <a:lnTo>
                    <a:pt x="612" y="619"/>
                  </a:lnTo>
                  <a:lnTo>
                    <a:pt x="608" y="617"/>
                  </a:lnTo>
                  <a:lnTo>
                    <a:pt x="605" y="616"/>
                  </a:lnTo>
                  <a:lnTo>
                    <a:pt x="601" y="615"/>
                  </a:lnTo>
                  <a:lnTo>
                    <a:pt x="598" y="614"/>
                  </a:lnTo>
                  <a:lnTo>
                    <a:pt x="595" y="612"/>
                  </a:lnTo>
                  <a:lnTo>
                    <a:pt x="594" y="609"/>
                  </a:lnTo>
                  <a:lnTo>
                    <a:pt x="592" y="607"/>
                  </a:lnTo>
                  <a:lnTo>
                    <a:pt x="588" y="606"/>
                  </a:lnTo>
                  <a:lnTo>
                    <a:pt x="582" y="607"/>
                  </a:lnTo>
                  <a:lnTo>
                    <a:pt x="577" y="607"/>
                  </a:lnTo>
                  <a:lnTo>
                    <a:pt x="574" y="604"/>
                  </a:lnTo>
                  <a:lnTo>
                    <a:pt x="575" y="599"/>
                  </a:lnTo>
                  <a:lnTo>
                    <a:pt x="579" y="594"/>
                  </a:lnTo>
                  <a:lnTo>
                    <a:pt x="581" y="590"/>
                  </a:lnTo>
                  <a:lnTo>
                    <a:pt x="581" y="586"/>
                  </a:lnTo>
                  <a:lnTo>
                    <a:pt x="581" y="583"/>
                  </a:lnTo>
                  <a:lnTo>
                    <a:pt x="581" y="580"/>
                  </a:lnTo>
                  <a:lnTo>
                    <a:pt x="582" y="577"/>
                  </a:lnTo>
                  <a:lnTo>
                    <a:pt x="582" y="574"/>
                  </a:lnTo>
                  <a:lnTo>
                    <a:pt x="580" y="570"/>
                  </a:lnTo>
                  <a:lnTo>
                    <a:pt x="578" y="566"/>
                  </a:lnTo>
                  <a:lnTo>
                    <a:pt x="578" y="562"/>
                  </a:lnTo>
                  <a:lnTo>
                    <a:pt x="581" y="559"/>
                  </a:lnTo>
                  <a:lnTo>
                    <a:pt x="585" y="558"/>
                  </a:lnTo>
                  <a:lnTo>
                    <a:pt x="587" y="555"/>
                  </a:lnTo>
                  <a:lnTo>
                    <a:pt x="588" y="552"/>
                  </a:lnTo>
                  <a:lnTo>
                    <a:pt x="588" y="547"/>
                  </a:lnTo>
                  <a:lnTo>
                    <a:pt x="591" y="545"/>
                  </a:lnTo>
                  <a:lnTo>
                    <a:pt x="595" y="545"/>
                  </a:lnTo>
                  <a:lnTo>
                    <a:pt x="600" y="547"/>
                  </a:lnTo>
                  <a:lnTo>
                    <a:pt x="604" y="549"/>
                  </a:lnTo>
                  <a:lnTo>
                    <a:pt x="607" y="549"/>
                  </a:lnTo>
                  <a:lnTo>
                    <a:pt x="609" y="546"/>
                  </a:lnTo>
                  <a:lnTo>
                    <a:pt x="612" y="544"/>
                  </a:lnTo>
                  <a:lnTo>
                    <a:pt x="616" y="542"/>
                  </a:lnTo>
                  <a:lnTo>
                    <a:pt x="620" y="541"/>
                  </a:lnTo>
                  <a:lnTo>
                    <a:pt x="624" y="540"/>
                  </a:lnTo>
                  <a:lnTo>
                    <a:pt x="629" y="539"/>
                  </a:lnTo>
                  <a:lnTo>
                    <a:pt x="634" y="539"/>
                  </a:lnTo>
                  <a:lnTo>
                    <a:pt x="637" y="543"/>
                  </a:lnTo>
                  <a:lnTo>
                    <a:pt x="639" y="548"/>
                  </a:lnTo>
                  <a:lnTo>
                    <a:pt x="640" y="553"/>
                  </a:lnTo>
                  <a:lnTo>
                    <a:pt x="642" y="556"/>
                  </a:lnTo>
                  <a:lnTo>
                    <a:pt x="647" y="556"/>
                  </a:lnTo>
                  <a:lnTo>
                    <a:pt x="652" y="558"/>
                  </a:lnTo>
                  <a:lnTo>
                    <a:pt x="656" y="560"/>
                  </a:lnTo>
                  <a:lnTo>
                    <a:pt x="656" y="564"/>
                  </a:lnTo>
                  <a:lnTo>
                    <a:pt x="656" y="568"/>
                  </a:lnTo>
                  <a:lnTo>
                    <a:pt x="658" y="571"/>
                  </a:lnTo>
                  <a:lnTo>
                    <a:pt x="662" y="573"/>
                  </a:lnTo>
                  <a:lnTo>
                    <a:pt x="665" y="577"/>
                  </a:lnTo>
                  <a:close/>
                </a:path>
              </a:pathLst>
            </a:custGeom>
            <a:solidFill>
              <a:srgbClr val="DE8036">
                <a:alpha val="36000"/>
              </a:srgbClr>
            </a:solidFill>
            <a:ln>
              <a:noFill/>
            </a:ln>
          </p:spPr>
          <p:txBody>
            <a:bodyPr anchor="ctr"/>
            <a:lstStyle/>
            <a:p>
              <a:pPr algn="ctr">
                <a:buNone/>
              </a:pPr>
            </a:p>
          </p:txBody>
        </p:sp>
        <p:sp>
          <p:nvSpPr>
            <p:cNvPr id="762" name="addition:spatial:144"/>
            <p:cNvSpPr>
              <a:spLocks noGrp="1"/>
            </p:cNvSpPr>
            <p:nvPr/>
          </p:nvSpPr>
          <p:spPr>
            <a:xfrm>
              <a:off x="5648325" y="1666875"/>
              <a:ext cx="950656" cy="1011601"/>
            </a:xfrm>
            <a:custGeom>
              <a:avLst/>
              <a:gdLst/>
              <a:ahLst/>
              <a:cxnLst/>
              <a:rect l="l" t="t" r="r" b="b"/>
              <a:pathLst>
                <a:path w="717" h="598">
                  <a:moveTo>
                    <a:pt x="0" y="0"/>
                  </a:moveTo>
                  <a:moveTo>
                    <a:pt x="709" y="569"/>
                  </a:moveTo>
                  <a:lnTo>
                    <a:pt x="708" y="571"/>
                  </a:lnTo>
                  <a:lnTo>
                    <a:pt x="707" y="573"/>
                  </a:lnTo>
                  <a:lnTo>
                    <a:pt x="706" y="575"/>
                  </a:lnTo>
                  <a:lnTo>
                    <a:pt x="705" y="578"/>
                  </a:lnTo>
                  <a:lnTo>
                    <a:pt x="706" y="581"/>
                  </a:lnTo>
                  <a:lnTo>
                    <a:pt x="707" y="584"/>
                  </a:lnTo>
                  <a:lnTo>
                    <a:pt x="707" y="588"/>
                  </a:lnTo>
                  <a:lnTo>
                    <a:pt x="706" y="590"/>
                  </a:lnTo>
                  <a:lnTo>
                    <a:pt x="702" y="591"/>
                  </a:lnTo>
                  <a:lnTo>
                    <a:pt x="698" y="591"/>
                  </a:lnTo>
                  <a:lnTo>
                    <a:pt x="695" y="592"/>
                  </a:lnTo>
                  <a:lnTo>
                    <a:pt x="694" y="594"/>
                  </a:lnTo>
                  <a:lnTo>
                    <a:pt x="692" y="596"/>
                  </a:lnTo>
                  <a:lnTo>
                    <a:pt x="690" y="598"/>
                  </a:lnTo>
                  <a:lnTo>
                    <a:pt x="687" y="597"/>
                  </a:lnTo>
                  <a:lnTo>
                    <a:pt x="684" y="595"/>
                  </a:lnTo>
                  <a:lnTo>
                    <a:pt x="681" y="594"/>
                  </a:lnTo>
                  <a:lnTo>
                    <a:pt x="679" y="594"/>
                  </a:lnTo>
                  <a:lnTo>
                    <a:pt x="676" y="596"/>
                  </a:lnTo>
                  <a:lnTo>
                    <a:pt x="674" y="597"/>
                  </a:lnTo>
                  <a:lnTo>
                    <a:pt x="671" y="597"/>
                  </a:lnTo>
                  <a:lnTo>
                    <a:pt x="667" y="597"/>
                  </a:lnTo>
                  <a:lnTo>
                    <a:pt x="664" y="597"/>
                  </a:lnTo>
                  <a:lnTo>
                    <a:pt x="660" y="596"/>
                  </a:lnTo>
                  <a:lnTo>
                    <a:pt x="657" y="595"/>
                  </a:lnTo>
                  <a:lnTo>
                    <a:pt x="656" y="591"/>
                  </a:lnTo>
                  <a:lnTo>
                    <a:pt x="657" y="586"/>
                  </a:lnTo>
                  <a:lnTo>
                    <a:pt x="657" y="583"/>
                  </a:lnTo>
                  <a:lnTo>
                    <a:pt x="656" y="581"/>
                  </a:lnTo>
                  <a:lnTo>
                    <a:pt x="652" y="580"/>
                  </a:lnTo>
                  <a:lnTo>
                    <a:pt x="648" y="579"/>
                  </a:lnTo>
                  <a:lnTo>
                    <a:pt x="645" y="576"/>
                  </a:lnTo>
                  <a:lnTo>
                    <a:pt x="644" y="574"/>
                  </a:lnTo>
                  <a:lnTo>
                    <a:pt x="644" y="571"/>
                  </a:lnTo>
                  <a:lnTo>
                    <a:pt x="643" y="569"/>
                  </a:lnTo>
                  <a:lnTo>
                    <a:pt x="642" y="566"/>
                  </a:lnTo>
                  <a:lnTo>
                    <a:pt x="641" y="563"/>
                  </a:lnTo>
                  <a:lnTo>
                    <a:pt x="641" y="560"/>
                  </a:lnTo>
                  <a:lnTo>
                    <a:pt x="643" y="558"/>
                  </a:lnTo>
                  <a:lnTo>
                    <a:pt x="644" y="556"/>
                  </a:lnTo>
                  <a:lnTo>
                    <a:pt x="646" y="553"/>
                  </a:lnTo>
                  <a:lnTo>
                    <a:pt x="647" y="551"/>
                  </a:lnTo>
                  <a:lnTo>
                    <a:pt x="651" y="550"/>
                  </a:lnTo>
                  <a:lnTo>
                    <a:pt x="655" y="550"/>
                  </a:lnTo>
                  <a:lnTo>
                    <a:pt x="659" y="550"/>
                  </a:lnTo>
                  <a:lnTo>
                    <a:pt x="662" y="549"/>
                  </a:lnTo>
                  <a:lnTo>
                    <a:pt x="663" y="545"/>
                  </a:lnTo>
                  <a:lnTo>
                    <a:pt x="664" y="541"/>
                  </a:lnTo>
                  <a:lnTo>
                    <a:pt x="666" y="537"/>
                  </a:lnTo>
                  <a:lnTo>
                    <a:pt x="670" y="536"/>
                  </a:lnTo>
                  <a:lnTo>
                    <a:pt x="674" y="537"/>
                  </a:lnTo>
                  <a:lnTo>
                    <a:pt x="678" y="538"/>
                  </a:lnTo>
                  <a:lnTo>
                    <a:pt x="682" y="539"/>
                  </a:lnTo>
                  <a:lnTo>
                    <a:pt x="685" y="539"/>
                  </a:lnTo>
                  <a:lnTo>
                    <a:pt x="689" y="541"/>
                  </a:lnTo>
                  <a:lnTo>
                    <a:pt x="691" y="543"/>
                  </a:lnTo>
                  <a:lnTo>
                    <a:pt x="694" y="544"/>
                  </a:lnTo>
                  <a:lnTo>
                    <a:pt x="697" y="545"/>
                  </a:lnTo>
                  <a:lnTo>
                    <a:pt x="700" y="545"/>
                  </a:lnTo>
                  <a:lnTo>
                    <a:pt x="703" y="545"/>
                  </a:lnTo>
                  <a:lnTo>
                    <a:pt x="705" y="548"/>
                  </a:lnTo>
                  <a:lnTo>
                    <a:pt x="706" y="550"/>
                  </a:lnTo>
                  <a:lnTo>
                    <a:pt x="707" y="553"/>
                  </a:lnTo>
                  <a:lnTo>
                    <a:pt x="709" y="554"/>
                  </a:lnTo>
                  <a:lnTo>
                    <a:pt x="714" y="555"/>
                  </a:lnTo>
                  <a:lnTo>
                    <a:pt x="717" y="557"/>
                  </a:lnTo>
                  <a:lnTo>
                    <a:pt x="717" y="560"/>
                  </a:lnTo>
                  <a:lnTo>
                    <a:pt x="715" y="563"/>
                  </a:lnTo>
                  <a:lnTo>
                    <a:pt x="711" y="566"/>
                  </a:lnTo>
                  <a:close/>
                </a:path>
              </a:pathLst>
            </a:custGeom>
            <a:solidFill>
              <a:srgbClr val="DE8036">
                <a:alpha val="36000"/>
              </a:srgbClr>
            </a:solidFill>
            <a:ln>
              <a:noFill/>
            </a:ln>
          </p:spPr>
          <p:txBody>
            <a:bodyPr anchor="ctr"/>
            <a:lstStyle/>
            <a:p>
              <a:pPr algn="ctr">
                <a:buNone/>
              </a:pPr>
            </a:p>
          </p:txBody>
        </p:sp>
        <p:sp>
          <p:nvSpPr>
            <p:cNvPr id="763" name="addition:spatial:145"/>
            <p:cNvSpPr>
              <a:spLocks noGrp="1"/>
            </p:cNvSpPr>
            <p:nvPr/>
          </p:nvSpPr>
          <p:spPr>
            <a:xfrm>
              <a:off x="5648325" y="1666875"/>
              <a:ext cx="1003691" cy="1116482"/>
            </a:xfrm>
            <a:custGeom>
              <a:avLst/>
              <a:gdLst/>
              <a:ahLst/>
              <a:cxnLst/>
              <a:rect l="l" t="t" r="r" b="b"/>
              <a:pathLst>
                <a:path w="757" h="660">
                  <a:moveTo>
                    <a:pt x="0" y="0"/>
                  </a:moveTo>
                  <a:moveTo>
                    <a:pt x="753" y="620"/>
                  </a:moveTo>
                  <a:lnTo>
                    <a:pt x="751" y="623"/>
                  </a:lnTo>
                  <a:lnTo>
                    <a:pt x="748" y="626"/>
                  </a:lnTo>
                  <a:lnTo>
                    <a:pt x="745" y="629"/>
                  </a:lnTo>
                  <a:lnTo>
                    <a:pt x="744" y="632"/>
                  </a:lnTo>
                  <a:lnTo>
                    <a:pt x="743" y="636"/>
                  </a:lnTo>
                  <a:lnTo>
                    <a:pt x="741" y="639"/>
                  </a:lnTo>
                  <a:lnTo>
                    <a:pt x="738" y="641"/>
                  </a:lnTo>
                  <a:lnTo>
                    <a:pt x="735" y="643"/>
                  </a:lnTo>
                  <a:lnTo>
                    <a:pt x="734" y="647"/>
                  </a:lnTo>
                  <a:lnTo>
                    <a:pt x="733" y="652"/>
                  </a:lnTo>
                  <a:lnTo>
                    <a:pt x="732" y="657"/>
                  </a:lnTo>
                  <a:lnTo>
                    <a:pt x="729" y="660"/>
                  </a:lnTo>
                  <a:lnTo>
                    <a:pt x="723" y="658"/>
                  </a:lnTo>
                  <a:lnTo>
                    <a:pt x="717" y="655"/>
                  </a:lnTo>
                  <a:lnTo>
                    <a:pt x="713" y="653"/>
                  </a:lnTo>
                  <a:lnTo>
                    <a:pt x="710" y="652"/>
                  </a:lnTo>
                  <a:lnTo>
                    <a:pt x="707" y="654"/>
                  </a:lnTo>
                  <a:lnTo>
                    <a:pt x="704" y="655"/>
                  </a:lnTo>
                  <a:lnTo>
                    <a:pt x="701" y="656"/>
                  </a:lnTo>
                  <a:lnTo>
                    <a:pt x="698" y="656"/>
                  </a:lnTo>
                  <a:lnTo>
                    <a:pt x="694" y="657"/>
                  </a:lnTo>
                  <a:lnTo>
                    <a:pt x="689" y="657"/>
                  </a:lnTo>
                  <a:lnTo>
                    <a:pt x="685" y="657"/>
                  </a:lnTo>
                  <a:lnTo>
                    <a:pt x="682" y="654"/>
                  </a:lnTo>
                  <a:lnTo>
                    <a:pt x="681" y="650"/>
                  </a:lnTo>
                  <a:lnTo>
                    <a:pt x="679" y="647"/>
                  </a:lnTo>
                  <a:lnTo>
                    <a:pt x="675" y="645"/>
                  </a:lnTo>
                  <a:lnTo>
                    <a:pt x="671" y="643"/>
                  </a:lnTo>
                  <a:lnTo>
                    <a:pt x="667" y="641"/>
                  </a:lnTo>
                  <a:lnTo>
                    <a:pt x="667" y="637"/>
                  </a:lnTo>
                  <a:lnTo>
                    <a:pt x="669" y="632"/>
                  </a:lnTo>
                  <a:lnTo>
                    <a:pt x="671" y="628"/>
                  </a:lnTo>
                  <a:lnTo>
                    <a:pt x="670" y="625"/>
                  </a:lnTo>
                  <a:lnTo>
                    <a:pt x="665" y="623"/>
                  </a:lnTo>
                  <a:lnTo>
                    <a:pt x="661" y="620"/>
                  </a:lnTo>
                  <a:lnTo>
                    <a:pt x="657" y="616"/>
                  </a:lnTo>
                  <a:lnTo>
                    <a:pt x="656" y="612"/>
                  </a:lnTo>
                  <a:lnTo>
                    <a:pt x="656" y="608"/>
                  </a:lnTo>
                  <a:lnTo>
                    <a:pt x="656" y="604"/>
                  </a:lnTo>
                  <a:lnTo>
                    <a:pt x="657" y="601"/>
                  </a:lnTo>
                  <a:lnTo>
                    <a:pt x="661" y="599"/>
                  </a:lnTo>
                  <a:lnTo>
                    <a:pt x="667" y="598"/>
                  </a:lnTo>
                  <a:lnTo>
                    <a:pt x="672" y="598"/>
                  </a:lnTo>
                  <a:lnTo>
                    <a:pt x="675" y="596"/>
                  </a:lnTo>
                  <a:lnTo>
                    <a:pt x="676" y="592"/>
                  </a:lnTo>
                  <a:lnTo>
                    <a:pt x="677" y="588"/>
                  </a:lnTo>
                  <a:lnTo>
                    <a:pt x="680" y="585"/>
                  </a:lnTo>
                  <a:lnTo>
                    <a:pt x="685" y="584"/>
                  </a:lnTo>
                  <a:lnTo>
                    <a:pt x="690" y="585"/>
                  </a:lnTo>
                  <a:lnTo>
                    <a:pt x="695" y="584"/>
                  </a:lnTo>
                  <a:lnTo>
                    <a:pt x="699" y="582"/>
                  </a:lnTo>
                  <a:lnTo>
                    <a:pt x="703" y="579"/>
                  </a:lnTo>
                  <a:lnTo>
                    <a:pt x="708" y="577"/>
                  </a:lnTo>
                  <a:lnTo>
                    <a:pt x="713" y="578"/>
                  </a:lnTo>
                  <a:lnTo>
                    <a:pt x="718" y="580"/>
                  </a:lnTo>
                  <a:lnTo>
                    <a:pt x="723" y="582"/>
                  </a:lnTo>
                  <a:lnTo>
                    <a:pt x="727" y="584"/>
                  </a:lnTo>
                  <a:lnTo>
                    <a:pt x="730" y="587"/>
                  </a:lnTo>
                  <a:lnTo>
                    <a:pt x="732" y="591"/>
                  </a:lnTo>
                  <a:lnTo>
                    <a:pt x="733" y="595"/>
                  </a:lnTo>
                  <a:lnTo>
                    <a:pt x="736" y="597"/>
                  </a:lnTo>
                  <a:lnTo>
                    <a:pt x="741" y="597"/>
                  </a:lnTo>
                  <a:lnTo>
                    <a:pt x="748" y="596"/>
                  </a:lnTo>
                  <a:lnTo>
                    <a:pt x="754" y="597"/>
                  </a:lnTo>
                  <a:lnTo>
                    <a:pt x="757" y="600"/>
                  </a:lnTo>
                  <a:lnTo>
                    <a:pt x="756" y="605"/>
                  </a:lnTo>
                  <a:lnTo>
                    <a:pt x="753" y="609"/>
                  </a:lnTo>
                  <a:lnTo>
                    <a:pt x="752" y="613"/>
                  </a:lnTo>
                  <a:lnTo>
                    <a:pt x="753" y="616"/>
                  </a:lnTo>
                  <a:close/>
                </a:path>
              </a:pathLst>
            </a:custGeom>
            <a:solidFill>
              <a:srgbClr val="DE8036">
                <a:alpha val="36000"/>
              </a:srgbClr>
            </a:solidFill>
            <a:ln>
              <a:noFill/>
            </a:ln>
          </p:spPr>
          <p:txBody>
            <a:bodyPr anchor="ctr"/>
            <a:lstStyle/>
            <a:p>
              <a:pPr algn="ctr">
                <a:buNone/>
              </a:pPr>
            </a:p>
          </p:txBody>
        </p:sp>
        <p:sp>
          <p:nvSpPr>
            <p:cNvPr id="764" name="addition:spatial:146"/>
            <p:cNvSpPr>
              <a:spLocks noGrp="1"/>
            </p:cNvSpPr>
            <p:nvPr/>
          </p:nvSpPr>
          <p:spPr>
            <a:xfrm>
              <a:off x="5648325" y="1666875"/>
              <a:ext cx="902924" cy="1143549"/>
            </a:xfrm>
            <a:custGeom>
              <a:avLst/>
              <a:gdLst/>
              <a:ahLst/>
              <a:cxnLst/>
              <a:rect l="l" t="t" r="r" b="b"/>
              <a:pathLst>
                <a:path w="681" h="676">
                  <a:moveTo>
                    <a:pt x="0" y="0"/>
                  </a:moveTo>
                  <a:moveTo>
                    <a:pt x="680" y="642"/>
                  </a:moveTo>
                  <a:lnTo>
                    <a:pt x="680" y="645"/>
                  </a:lnTo>
                  <a:lnTo>
                    <a:pt x="677" y="647"/>
                  </a:lnTo>
                  <a:lnTo>
                    <a:pt x="673" y="649"/>
                  </a:lnTo>
                  <a:lnTo>
                    <a:pt x="670" y="651"/>
                  </a:lnTo>
                  <a:lnTo>
                    <a:pt x="670" y="654"/>
                  </a:lnTo>
                  <a:lnTo>
                    <a:pt x="673" y="658"/>
                  </a:lnTo>
                  <a:lnTo>
                    <a:pt x="675" y="663"/>
                  </a:lnTo>
                  <a:lnTo>
                    <a:pt x="674" y="666"/>
                  </a:lnTo>
                  <a:lnTo>
                    <a:pt x="671" y="668"/>
                  </a:lnTo>
                  <a:lnTo>
                    <a:pt x="667" y="669"/>
                  </a:lnTo>
                  <a:lnTo>
                    <a:pt x="663" y="670"/>
                  </a:lnTo>
                  <a:lnTo>
                    <a:pt x="660" y="670"/>
                  </a:lnTo>
                  <a:lnTo>
                    <a:pt x="657" y="670"/>
                  </a:lnTo>
                  <a:lnTo>
                    <a:pt x="653" y="670"/>
                  </a:lnTo>
                  <a:lnTo>
                    <a:pt x="650" y="669"/>
                  </a:lnTo>
                  <a:lnTo>
                    <a:pt x="648" y="670"/>
                  </a:lnTo>
                  <a:lnTo>
                    <a:pt x="645" y="673"/>
                  </a:lnTo>
                  <a:lnTo>
                    <a:pt x="642" y="675"/>
                  </a:lnTo>
                  <a:lnTo>
                    <a:pt x="639" y="676"/>
                  </a:lnTo>
                  <a:lnTo>
                    <a:pt x="635" y="674"/>
                  </a:lnTo>
                  <a:lnTo>
                    <a:pt x="633" y="672"/>
                  </a:lnTo>
                  <a:lnTo>
                    <a:pt x="630" y="671"/>
                  </a:lnTo>
                  <a:lnTo>
                    <a:pt x="625" y="671"/>
                  </a:lnTo>
                  <a:lnTo>
                    <a:pt x="620" y="672"/>
                  </a:lnTo>
                  <a:lnTo>
                    <a:pt x="616" y="670"/>
                  </a:lnTo>
                  <a:lnTo>
                    <a:pt x="614" y="667"/>
                  </a:lnTo>
                  <a:lnTo>
                    <a:pt x="614" y="663"/>
                  </a:lnTo>
                  <a:lnTo>
                    <a:pt x="613" y="659"/>
                  </a:lnTo>
                  <a:lnTo>
                    <a:pt x="612" y="657"/>
                  </a:lnTo>
                  <a:lnTo>
                    <a:pt x="610" y="654"/>
                  </a:lnTo>
                  <a:lnTo>
                    <a:pt x="608" y="652"/>
                  </a:lnTo>
                  <a:lnTo>
                    <a:pt x="606" y="649"/>
                  </a:lnTo>
                  <a:lnTo>
                    <a:pt x="604" y="647"/>
                  </a:lnTo>
                  <a:lnTo>
                    <a:pt x="599" y="645"/>
                  </a:lnTo>
                  <a:lnTo>
                    <a:pt x="594" y="642"/>
                  </a:lnTo>
                  <a:lnTo>
                    <a:pt x="592" y="638"/>
                  </a:lnTo>
                  <a:lnTo>
                    <a:pt x="594" y="635"/>
                  </a:lnTo>
                  <a:lnTo>
                    <a:pt x="598" y="633"/>
                  </a:lnTo>
                  <a:lnTo>
                    <a:pt x="603" y="631"/>
                  </a:lnTo>
                  <a:lnTo>
                    <a:pt x="605" y="629"/>
                  </a:lnTo>
                  <a:lnTo>
                    <a:pt x="606" y="626"/>
                  </a:lnTo>
                  <a:lnTo>
                    <a:pt x="606" y="622"/>
                  </a:lnTo>
                  <a:lnTo>
                    <a:pt x="609" y="620"/>
                  </a:lnTo>
                  <a:lnTo>
                    <a:pt x="613" y="619"/>
                  </a:lnTo>
                  <a:lnTo>
                    <a:pt x="617" y="618"/>
                  </a:lnTo>
                  <a:lnTo>
                    <a:pt x="620" y="617"/>
                  </a:lnTo>
                  <a:lnTo>
                    <a:pt x="622" y="614"/>
                  </a:lnTo>
                  <a:lnTo>
                    <a:pt x="625" y="611"/>
                  </a:lnTo>
                  <a:lnTo>
                    <a:pt x="629" y="610"/>
                  </a:lnTo>
                  <a:lnTo>
                    <a:pt x="633" y="609"/>
                  </a:lnTo>
                  <a:lnTo>
                    <a:pt x="637" y="607"/>
                  </a:lnTo>
                  <a:lnTo>
                    <a:pt x="642" y="605"/>
                  </a:lnTo>
                  <a:lnTo>
                    <a:pt x="646" y="604"/>
                  </a:lnTo>
                  <a:lnTo>
                    <a:pt x="650" y="606"/>
                  </a:lnTo>
                  <a:lnTo>
                    <a:pt x="653" y="610"/>
                  </a:lnTo>
                  <a:lnTo>
                    <a:pt x="655" y="615"/>
                  </a:lnTo>
                  <a:lnTo>
                    <a:pt x="658" y="618"/>
                  </a:lnTo>
                  <a:lnTo>
                    <a:pt x="661" y="617"/>
                  </a:lnTo>
                  <a:lnTo>
                    <a:pt x="666" y="616"/>
                  </a:lnTo>
                  <a:lnTo>
                    <a:pt x="670" y="616"/>
                  </a:lnTo>
                  <a:lnTo>
                    <a:pt x="673" y="617"/>
                  </a:lnTo>
                  <a:lnTo>
                    <a:pt x="675" y="619"/>
                  </a:lnTo>
                  <a:lnTo>
                    <a:pt x="677" y="622"/>
                  </a:lnTo>
                  <a:lnTo>
                    <a:pt x="679" y="624"/>
                  </a:lnTo>
                  <a:lnTo>
                    <a:pt x="681" y="626"/>
                  </a:lnTo>
                  <a:lnTo>
                    <a:pt x="681" y="630"/>
                  </a:lnTo>
                  <a:lnTo>
                    <a:pt x="680" y="633"/>
                  </a:lnTo>
                  <a:lnTo>
                    <a:pt x="679" y="636"/>
                  </a:lnTo>
                  <a:lnTo>
                    <a:pt x="679" y="639"/>
                  </a:lnTo>
                  <a:close/>
                </a:path>
              </a:pathLst>
            </a:custGeom>
            <a:solidFill>
              <a:srgbClr val="DE8036">
                <a:alpha val="36000"/>
              </a:srgbClr>
            </a:solidFill>
            <a:ln>
              <a:noFill/>
            </a:ln>
          </p:spPr>
          <p:txBody>
            <a:bodyPr anchor="ctr"/>
            <a:lstStyle/>
            <a:p>
              <a:pPr algn="ctr">
                <a:buNone/>
              </a:pPr>
            </a:p>
          </p:txBody>
        </p:sp>
        <p:sp>
          <p:nvSpPr>
            <p:cNvPr id="765" name="addition:spatial:147"/>
            <p:cNvSpPr>
              <a:spLocks noGrp="1"/>
            </p:cNvSpPr>
            <p:nvPr/>
          </p:nvSpPr>
          <p:spPr>
            <a:xfrm>
              <a:off x="5648325" y="1666875"/>
              <a:ext cx="872429" cy="1040359"/>
            </a:xfrm>
            <a:custGeom>
              <a:avLst/>
              <a:gdLst/>
              <a:ahLst/>
              <a:cxnLst/>
              <a:rect l="l" t="t" r="r" b="b"/>
              <a:pathLst>
                <a:path w="658" h="615">
                  <a:moveTo>
                    <a:pt x="0" y="0"/>
                  </a:moveTo>
                  <a:moveTo>
                    <a:pt x="648" y="584"/>
                  </a:moveTo>
                  <a:lnTo>
                    <a:pt x="651" y="586"/>
                  </a:lnTo>
                  <a:lnTo>
                    <a:pt x="655" y="589"/>
                  </a:lnTo>
                  <a:lnTo>
                    <a:pt x="658" y="593"/>
                  </a:lnTo>
                  <a:lnTo>
                    <a:pt x="658" y="596"/>
                  </a:lnTo>
                  <a:lnTo>
                    <a:pt x="655" y="598"/>
                  </a:lnTo>
                  <a:lnTo>
                    <a:pt x="651" y="599"/>
                  </a:lnTo>
                  <a:lnTo>
                    <a:pt x="648" y="600"/>
                  </a:lnTo>
                  <a:lnTo>
                    <a:pt x="646" y="602"/>
                  </a:lnTo>
                  <a:lnTo>
                    <a:pt x="645" y="603"/>
                  </a:lnTo>
                  <a:lnTo>
                    <a:pt x="642" y="605"/>
                  </a:lnTo>
                  <a:lnTo>
                    <a:pt x="640" y="606"/>
                  </a:lnTo>
                  <a:lnTo>
                    <a:pt x="638" y="607"/>
                  </a:lnTo>
                  <a:lnTo>
                    <a:pt x="636" y="610"/>
                  </a:lnTo>
                  <a:lnTo>
                    <a:pt x="634" y="612"/>
                  </a:lnTo>
                  <a:lnTo>
                    <a:pt x="631" y="614"/>
                  </a:lnTo>
                  <a:lnTo>
                    <a:pt x="627" y="613"/>
                  </a:lnTo>
                  <a:lnTo>
                    <a:pt x="624" y="612"/>
                  </a:lnTo>
                  <a:lnTo>
                    <a:pt x="621" y="612"/>
                  </a:lnTo>
                  <a:lnTo>
                    <a:pt x="617" y="614"/>
                  </a:lnTo>
                  <a:lnTo>
                    <a:pt x="614" y="615"/>
                  </a:lnTo>
                  <a:lnTo>
                    <a:pt x="610" y="615"/>
                  </a:lnTo>
                  <a:lnTo>
                    <a:pt x="607" y="612"/>
                  </a:lnTo>
                  <a:lnTo>
                    <a:pt x="606" y="608"/>
                  </a:lnTo>
                  <a:lnTo>
                    <a:pt x="605" y="604"/>
                  </a:lnTo>
                  <a:lnTo>
                    <a:pt x="603" y="603"/>
                  </a:lnTo>
                  <a:lnTo>
                    <a:pt x="600" y="602"/>
                  </a:lnTo>
                  <a:lnTo>
                    <a:pt x="597" y="601"/>
                  </a:lnTo>
                  <a:lnTo>
                    <a:pt x="594" y="600"/>
                  </a:lnTo>
                  <a:lnTo>
                    <a:pt x="592" y="599"/>
                  </a:lnTo>
                  <a:lnTo>
                    <a:pt x="589" y="597"/>
                  </a:lnTo>
                  <a:lnTo>
                    <a:pt x="586" y="595"/>
                  </a:lnTo>
                  <a:lnTo>
                    <a:pt x="585" y="593"/>
                  </a:lnTo>
                  <a:lnTo>
                    <a:pt x="586" y="589"/>
                  </a:lnTo>
                  <a:lnTo>
                    <a:pt x="589" y="586"/>
                  </a:lnTo>
                  <a:lnTo>
                    <a:pt x="592" y="584"/>
                  </a:lnTo>
                  <a:lnTo>
                    <a:pt x="593" y="581"/>
                  </a:lnTo>
                  <a:lnTo>
                    <a:pt x="592" y="579"/>
                  </a:lnTo>
                  <a:lnTo>
                    <a:pt x="591" y="576"/>
                  </a:lnTo>
                  <a:lnTo>
                    <a:pt x="593" y="573"/>
                  </a:lnTo>
                  <a:lnTo>
                    <a:pt x="596" y="572"/>
                  </a:lnTo>
                  <a:lnTo>
                    <a:pt x="599" y="570"/>
                  </a:lnTo>
                  <a:lnTo>
                    <a:pt x="601" y="568"/>
                  </a:lnTo>
                  <a:lnTo>
                    <a:pt x="601" y="565"/>
                  </a:lnTo>
                  <a:lnTo>
                    <a:pt x="602" y="562"/>
                  </a:lnTo>
                  <a:lnTo>
                    <a:pt x="603" y="559"/>
                  </a:lnTo>
                  <a:lnTo>
                    <a:pt x="605" y="557"/>
                  </a:lnTo>
                  <a:lnTo>
                    <a:pt x="608" y="556"/>
                  </a:lnTo>
                  <a:lnTo>
                    <a:pt x="610" y="554"/>
                  </a:lnTo>
                  <a:lnTo>
                    <a:pt x="613" y="553"/>
                  </a:lnTo>
                  <a:lnTo>
                    <a:pt x="616" y="554"/>
                  </a:lnTo>
                  <a:lnTo>
                    <a:pt x="619" y="557"/>
                  </a:lnTo>
                  <a:lnTo>
                    <a:pt x="622" y="560"/>
                  </a:lnTo>
                  <a:lnTo>
                    <a:pt x="623" y="560"/>
                  </a:lnTo>
                  <a:lnTo>
                    <a:pt x="626" y="558"/>
                  </a:lnTo>
                  <a:lnTo>
                    <a:pt x="628" y="555"/>
                  </a:lnTo>
                  <a:lnTo>
                    <a:pt x="631" y="554"/>
                  </a:lnTo>
                  <a:lnTo>
                    <a:pt x="634" y="555"/>
                  </a:lnTo>
                  <a:lnTo>
                    <a:pt x="636" y="557"/>
                  </a:lnTo>
                  <a:lnTo>
                    <a:pt x="637" y="559"/>
                  </a:lnTo>
                  <a:lnTo>
                    <a:pt x="640" y="560"/>
                  </a:lnTo>
                  <a:lnTo>
                    <a:pt x="642" y="561"/>
                  </a:lnTo>
                  <a:lnTo>
                    <a:pt x="644" y="563"/>
                  </a:lnTo>
                  <a:lnTo>
                    <a:pt x="645" y="566"/>
                  </a:lnTo>
                  <a:lnTo>
                    <a:pt x="646" y="569"/>
                  </a:lnTo>
                  <a:lnTo>
                    <a:pt x="647" y="571"/>
                  </a:lnTo>
                  <a:lnTo>
                    <a:pt x="648" y="574"/>
                  </a:lnTo>
                  <a:lnTo>
                    <a:pt x="649" y="576"/>
                  </a:lnTo>
                  <a:lnTo>
                    <a:pt x="649" y="579"/>
                  </a:lnTo>
                  <a:lnTo>
                    <a:pt x="648" y="581"/>
                  </a:lnTo>
                  <a:close/>
                </a:path>
              </a:pathLst>
            </a:custGeom>
            <a:solidFill>
              <a:srgbClr val="E8A571">
                <a:alpha val="32000"/>
              </a:srgbClr>
            </a:solidFill>
            <a:ln>
              <a:noFill/>
            </a:ln>
          </p:spPr>
          <p:txBody>
            <a:bodyPr anchor="ctr"/>
            <a:lstStyle/>
            <a:p>
              <a:pPr algn="ctr">
                <a:buNone/>
              </a:pPr>
            </a:p>
          </p:txBody>
        </p:sp>
        <p:sp>
          <p:nvSpPr>
            <p:cNvPr id="766" name="addition:spatial:148"/>
            <p:cNvSpPr>
              <a:spLocks noGrp="1"/>
            </p:cNvSpPr>
            <p:nvPr/>
          </p:nvSpPr>
          <p:spPr>
            <a:xfrm>
              <a:off x="5648325" y="1666875"/>
              <a:ext cx="967892" cy="1111407"/>
            </a:xfrm>
            <a:custGeom>
              <a:avLst/>
              <a:gdLst/>
              <a:ahLst/>
              <a:cxnLst/>
              <a:rect l="l" t="t" r="r" b="b"/>
              <a:pathLst>
                <a:path w="730" h="657">
                  <a:moveTo>
                    <a:pt x="0" y="0"/>
                  </a:moveTo>
                  <a:moveTo>
                    <a:pt x="729" y="627"/>
                  </a:moveTo>
                  <a:lnTo>
                    <a:pt x="727" y="629"/>
                  </a:lnTo>
                  <a:lnTo>
                    <a:pt x="726" y="631"/>
                  </a:lnTo>
                  <a:lnTo>
                    <a:pt x="726" y="633"/>
                  </a:lnTo>
                  <a:lnTo>
                    <a:pt x="727" y="636"/>
                  </a:lnTo>
                  <a:lnTo>
                    <a:pt x="726" y="638"/>
                  </a:lnTo>
                  <a:lnTo>
                    <a:pt x="723" y="640"/>
                  </a:lnTo>
                  <a:lnTo>
                    <a:pt x="720" y="641"/>
                  </a:lnTo>
                  <a:lnTo>
                    <a:pt x="717" y="642"/>
                  </a:lnTo>
                  <a:lnTo>
                    <a:pt x="715" y="643"/>
                  </a:lnTo>
                  <a:lnTo>
                    <a:pt x="713" y="645"/>
                  </a:lnTo>
                  <a:lnTo>
                    <a:pt x="710" y="646"/>
                  </a:lnTo>
                  <a:lnTo>
                    <a:pt x="708" y="647"/>
                  </a:lnTo>
                  <a:lnTo>
                    <a:pt x="705" y="649"/>
                  </a:lnTo>
                  <a:lnTo>
                    <a:pt x="703" y="652"/>
                  </a:lnTo>
                  <a:lnTo>
                    <a:pt x="700" y="655"/>
                  </a:lnTo>
                  <a:lnTo>
                    <a:pt x="697" y="657"/>
                  </a:lnTo>
                  <a:lnTo>
                    <a:pt x="693" y="656"/>
                  </a:lnTo>
                  <a:lnTo>
                    <a:pt x="690" y="653"/>
                  </a:lnTo>
                  <a:lnTo>
                    <a:pt x="687" y="650"/>
                  </a:lnTo>
                  <a:lnTo>
                    <a:pt x="685" y="648"/>
                  </a:lnTo>
                  <a:lnTo>
                    <a:pt x="682" y="648"/>
                  </a:lnTo>
                  <a:lnTo>
                    <a:pt x="679" y="649"/>
                  </a:lnTo>
                  <a:lnTo>
                    <a:pt x="676" y="649"/>
                  </a:lnTo>
                  <a:lnTo>
                    <a:pt x="674" y="647"/>
                  </a:lnTo>
                  <a:lnTo>
                    <a:pt x="672" y="646"/>
                  </a:lnTo>
                  <a:lnTo>
                    <a:pt x="670" y="645"/>
                  </a:lnTo>
                  <a:lnTo>
                    <a:pt x="667" y="644"/>
                  </a:lnTo>
                  <a:lnTo>
                    <a:pt x="665" y="642"/>
                  </a:lnTo>
                  <a:lnTo>
                    <a:pt x="664" y="640"/>
                  </a:lnTo>
                  <a:lnTo>
                    <a:pt x="664" y="638"/>
                  </a:lnTo>
                  <a:lnTo>
                    <a:pt x="663" y="636"/>
                  </a:lnTo>
                  <a:lnTo>
                    <a:pt x="661" y="634"/>
                  </a:lnTo>
                  <a:lnTo>
                    <a:pt x="660" y="632"/>
                  </a:lnTo>
                  <a:lnTo>
                    <a:pt x="661" y="629"/>
                  </a:lnTo>
                  <a:lnTo>
                    <a:pt x="665" y="627"/>
                  </a:lnTo>
                  <a:lnTo>
                    <a:pt x="669" y="625"/>
                  </a:lnTo>
                  <a:lnTo>
                    <a:pt x="671" y="623"/>
                  </a:lnTo>
                  <a:lnTo>
                    <a:pt x="670" y="621"/>
                  </a:lnTo>
                  <a:lnTo>
                    <a:pt x="667" y="618"/>
                  </a:lnTo>
                  <a:lnTo>
                    <a:pt x="666" y="615"/>
                  </a:lnTo>
                  <a:lnTo>
                    <a:pt x="666" y="612"/>
                  </a:lnTo>
                  <a:lnTo>
                    <a:pt x="668" y="610"/>
                  </a:lnTo>
                  <a:lnTo>
                    <a:pt x="670" y="608"/>
                  </a:lnTo>
                  <a:lnTo>
                    <a:pt x="671" y="606"/>
                  </a:lnTo>
                  <a:lnTo>
                    <a:pt x="673" y="605"/>
                  </a:lnTo>
                  <a:lnTo>
                    <a:pt x="676" y="605"/>
                  </a:lnTo>
                  <a:lnTo>
                    <a:pt x="679" y="605"/>
                  </a:lnTo>
                  <a:lnTo>
                    <a:pt x="682" y="605"/>
                  </a:lnTo>
                  <a:lnTo>
                    <a:pt x="684" y="604"/>
                  </a:lnTo>
                  <a:lnTo>
                    <a:pt x="685" y="602"/>
                  </a:lnTo>
                  <a:lnTo>
                    <a:pt x="688" y="601"/>
                  </a:lnTo>
                  <a:lnTo>
                    <a:pt x="690" y="601"/>
                  </a:lnTo>
                  <a:lnTo>
                    <a:pt x="693" y="603"/>
                  </a:lnTo>
                  <a:lnTo>
                    <a:pt x="695" y="604"/>
                  </a:lnTo>
                  <a:lnTo>
                    <a:pt x="697" y="603"/>
                  </a:lnTo>
                  <a:lnTo>
                    <a:pt x="701" y="601"/>
                  </a:lnTo>
                  <a:lnTo>
                    <a:pt x="705" y="600"/>
                  </a:lnTo>
                  <a:lnTo>
                    <a:pt x="708" y="600"/>
                  </a:lnTo>
                  <a:lnTo>
                    <a:pt x="710" y="603"/>
                  </a:lnTo>
                  <a:lnTo>
                    <a:pt x="712" y="605"/>
                  </a:lnTo>
                  <a:lnTo>
                    <a:pt x="713" y="608"/>
                  </a:lnTo>
                  <a:lnTo>
                    <a:pt x="715" y="610"/>
                  </a:lnTo>
                  <a:lnTo>
                    <a:pt x="716" y="613"/>
                  </a:lnTo>
                  <a:lnTo>
                    <a:pt x="716" y="615"/>
                  </a:lnTo>
                  <a:lnTo>
                    <a:pt x="717" y="617"/>
                  </a:lnTo>
                  <a:lnTo>
                    <a:pt x="719" y="619"/>
                  </a:lnTo>
                  <a:lnTo>
                    <a:pt x="724" y="620"/>
                  </a:lnTo>
                  <a:lnTo>
                    <a:pt x="728" y="622"/>
                  </a:lnTo>
                  <a:lnTo>
                    <a:pt x="730" y="624"/>
                  </a:lnTo>
                  <a:close/>
                </a:path>
              </a:pathLst>
            </a:custGeom>
            <a:solidFill>
              <a:srgbClr val="E8A571">
                <a:alpha val="32000"/>
              </a:srgbClr>
            </a:solidFill>
            <a:ln>
              <a:noFill/>
            </a:ln>
          </p:spPr>
          <p:txBody>
            <a:bodyPr anchor="ctr"/>
            <a:lstStyle/>
            <a:p>
              <a:pPr algn="ctr">
                <a:buNone/>
              </a:pPr>
            </a:p>
          </p:txBody>
        </p:sp>
        <p:sp>
          <p:nvSpPr>
            <p:cNvPr id="767" name="addition:spatial:149"/>
            <p:cNvSpPr>
              <a:spLocks noGrp="1"/>
            </p:cNvSpPr>
            <p:nvPr/>
          </p:nvSpPr>
          <p:spPr>
            <a:xfrm>
              <a:off x="5648325" y="1666875"/>
              <a:ext cx="1043468" cy="1077575"/>
            </a:xfrm>
            <a:custGeom>
              <a:avLst/>
              <a:gdLst/>
              <a:ahLst/>
              <a:cxnLst/>
              <a:rect l="l" t="t" r="r" b="b"/>
              <a:pathLst>
                <a:path w="787" h="637">
                  <a:moveTo>
                    <a:pt x="0" y="0"/>
                  </a:moveTo>
                  <a:moveTo>
                    <a:pt x="787" y="610"/>
                  </a:moveTo>
                  <a:lnTo>
                    <a:pt x="787" y="612"/>
                  </a:lnTo>
                  <a:lnTo>
                    <a:pt x="786" y="614"/>
                  </a:lnTo>
                  <a:lnTo>
                    <a:pt x="784" y="616"/>
                  </a:lnTo>
                  <a:lnTo>
                    <a:pt x="782" y="618"/>
                  </a:lnTo>
                  <a:lnTo>
                    <a:pt x="781" y="620"/>
                  </a:lnTo>
                  <a:lnTo>
                    <a:pt x="781" y="622"/>
                  </a:lnTo>
                  <a:lnTo>
                    <a:pt x="781" y="625"/>
                  </a:lnTo>
                  <a:lnTo>
                    <a:pt x="779" y="626"/>
                  </a:lnTo>
                  <a:lnTo>
                    <a:pt x="776" y="626"/>
                  </a:lnTo>
                  <a:lnTo>
                    <a:pt x="774" y="626"/>
                  </a:lnTo>
                  <a:lnTo>
                    <a:pt x="772" y="628"/>
                  </a:lnTo>
                  <a:lnTo>
                    <a:pt x="771" y="631"/>
                  </a:lnTo>
                  <a:lnTo>
                    <a:pt x="770" y="633"/>
                  </a:lnTo>
                  <a:lnTo>
                    <a:pt x="768" y="635"/>
                  </a:lnTo>
                  <a:lnTo>
                    <a:pt x="766" y="636"/>
                  </a:lnTo>
                  <a:lnTo>
                    <a:pt x="764" y="636"/>
                  </a:lnTo>
                  <a:lnTo>
                    <a:pt x="761" y="637"/>
                  </a:lnTo>
                  <a:lnTo>
                    <a:pt x="759" y="637"/>
                  </a:lnTo>
                  <a:lnTo>
                    <a:pt x="757" y="635"/>
                  </a:lnTo>
                  <a:lnTo>
                    <a:pt x="755" y="632"/>
                  </a:lnTo>
                  <a:lnTo>
                    <a:pt x="754" y="629"/>
                  </a:lnTo>
                  <a:lnTo>
                    <a:pt x="753" y="628"/>
                  </a:lnTo>
                  <a:lnTo>
                    <a:pt x="751" y="629"/>
                  </a:lnTo>
                  <a:lnTo>
                    <a:pt x="748" y="630"/>
                  </a:lnTo>
                  <a:lnTo>
                    <a:pt x="746" y="630"/>
                  </a:lnTo>
                  <a:lnTo>
                    <a:pt x="745" y="628"/>
                  </a:lnTo>
                  <a:lnTo>
                    <a:pt x="744" y="626"/>
                  </a:lnTo>
                  <a:lnTo>
                    <a:pt x="744" y="624"/>
                  </a:lnTo>
                  <a:lnTo>
                    <a:pt x="742" y="623"/>
                  </a:lnTo>
                  <a:lnTo>
                    <a:pt x="741" y="621"/>
                  </a:lnTo>
                  <a:lnTo>
                    <a:pt x="740" y="619"/>
                  </a:lnTo>
                  <a:lnTo>
                    <a:pt x="741" y="616"/>
                  </a:lnTo>
                  <a:lnTo>
                    <a:pt x="741" y="614"/>
                  </a:lnTo>
                  <a:lnTo>
                    <a:pt x="742" y="612"/>
                  </a:lnTo>
                  <a:lnTo>
                    <a:pt x="742" y="610"/>
                  </a:lnTo>
                  <a:lnTo>
                    <a:pt x="742" y="607"/>
                  </a:lnTo>
                  <a:lnTo>
                    <a:pt x="744" y="606"/>
                  </a:lnTo>
                  <a:lnTo>
                    <a:pt x="746" y="604"/>
                  </a:lnTo>
                  <a:lnTo>
                    <a:pt x="746" y="602"/>
                  </a:lnTo>
                  <a:lnTo>
                    <a:pt x="745" y="599"/>
                  </a:lnTo>
                  <a:lnTo>
                    <a:pt x="743" y="596"/>
                  </a:lnTo>
                  <a:lnTo>
                    <a:pt x="743" y="593"/>
                  </a:lnTo>
                  <a:lnTo>
                    <a:pt x="744" y="591"/>
                  </a:lnTo>
                  <a:lnTo>
                    <a:pt x="746" y="590"/>
                  </a:lnTo>
                  <a:lnTo>
                    <a:pt x="749" y="590"/>
                  </a:lnTo>
                  <a:lnTo>
                    <a:pt x="750" y="590"/>
                  </a:lnTo>
                  <a:lnTo>
                    <a:pt x="752" y="589"/>
                  </a:lnTo>
                  <a:lnTo>
                    <a:pt x="753" y="588"/>
                  </a:lnTo>
                  <a:lnTo>
                    <a:pt x="755" y="588"/>
                  </a:lnTo>
                  <a:lnTo>
                    <a:pt x="756" y="588"/>
                  </a:lnTo>
                  <a:lnTo>
                    <a:pt x="758" y="587"/>
                  </a:lnTo>
                  <a:lnTo>
                    <a:pt x="759" y="586"/>
                  </a:lnTo>
                  <a:lnTo>
                    <a:pt x="761" y="584"/>
                  </a:lnTo>
                  <a:lnTo>
                    <a:pt x="763" y="584"/>
                  </a:lnTo>
                  <a:lnTo>
                    <a:pt x="765" y="586"/>
                  </a:lnTo>
                  <a:lnTo>
                    <a:pt x="766" y="587"/>
                  </a:lnTo>
                  <a:lnTo>
                    <a:pt x="768" y="587"/>
                  </a:lnTo>
                  <a:lnTo>
                    <a:pt x="771" y="586"/>
                  </a:lnTo>
                  <a:lnTo>
                    <a:pt x="774" y="586"/>
                  </a:lnTo>
                  <a:lnTo>
                    <a:pt x="775" y="588"/>
                  </a:lnTo>
                  <a:lnTo>
                    <a:pt x="776" y="591"/>
                  </a:lnTo>
                  <a:lnTo>
                    <a:pt x="776" y="594"/>
                  </a:lnTo>
                  <a:lnTo>
                    <a:pt x="776" y="597"/>
                  </a:lnTo>
                  <a:lnTo>
                    <a:pt x="777" y="599"/>
                  </a:lnTo>
                  <a:lnTo>
                    <a:pt x="779" y="600"/>
                  </a:lnTo>
                  <a:lnTo>
                    <a:pt x="781" y="601"/>
                  </a:lnTo>
                  <a:lnTo>
                    <a:pt x="782" y="603"/>
                  </a:lnTo>
                  <a:lnTo>
                    <a:pt x="784" y="605"/>
                  </a:lnTo>
                  <a:lnTo>
                    <a:pt x="785" y="607"/>
                  </a:lnTo>
                  <a:close/>
                </a:path>
              </a:pathLst>
            </a:custGeom>
            <a:solidFill>
              <a:srgbClr val="ECB78D">
                <a:alpha val="24000"/>
              </a:srgbClr>
            </a:solidFill>
            <a:ln>
              <a:noFill/>
            </a:ln>
          </p:spPr>
          <p:txBody>
            <a:bodyPr anchor="ctr"/>
            <a:lstStyle/>
            <a:p>
              <a:pPr algn="ctr">
                <a:buNone/>
              </a:pPr>
            </a:p>
          </p:txBody>
        </p:sp>
        <p:sp>
          <p:nvSpPr>
            <p:cNvPr id="768" name="addition:spatial:150"/>
            <p:cNvSpPr>
              <a:spLocks noGrp="1"/>
            </p:cNvSpPr>
            <p:nvPr/>
          </p:nvSpPr>
          <p:spPr>
            <a:xfrm>
              <a:off x="5648325" y="1666875"/>
              <a:ext cx="993084" cy="1168923"/>
            </a:xfrm>
            <a:custGeom>
              <a:avLst/>
              <a:gdLst/>
              <a:ahLst/>
              <a:cxnLst/>
              <a:rect l="l" t="t" r="r" b="b"/>
              <a:pathLst>
                <a:path w="749" h="691">
                  <a:moveTo>
                    <a:pt x="0" y="0"/>
                  </a:moveTo>
                  <a:moveTo>
                    <a:pt x="741" y="664"/>
                  </a:moveTo>
                  <a:lnTo>
                    <a:pt x="742" y="666"/>
                  </a:lnTo>
                  <a:lnTo>
                    <a:pt x="745" y="668"/>
                  </a:lnTo>
                  <a:lnTo>
                    <a:pt x="748" y="670"/>
                  </a:lnTo>
                  <a:lnTo>
                    <a:pt x="749" y="673"/>
                  </a:lnTo>
                  <a:lnTo>
                    <a:pt x="748" y="675"/>
                  </a:lnTo>
                  <a:lnTo>
                    <a:pt x="745" y="677"/>
                  </a:lnTo>
                  <a:lnTo>
                    <a:pt x="742" y="678"/>
                  </a:lnTo>
                  <a:lnTo>
                    <a:pt x="741" y="679"/>
                  </a:lnTo>
                  <a:lnTo>
                    <a:pt x="741" y="681"/>
                  </a:lnTo>
                  <a:lnTo>
                    <a:pt x="739" y="683"/>
                  </a:lnTo>
                  <a:lnTo>
                    <a:pt x="737" y="684"/>
                  </a:lnTo>
                  <a:lnTo>
                    <a:pt x="734" y="684"/>
                  </a:lnTo>
                  <a:lnTo>
                    <a:pt x="732" y="684"/>
                  </a:lnTo>
                  <a:lnTo>
                    <a:pt x="730" y="685"/>
                  </a:lnTo>
                  <a:lnTo>
                    <a:pt x="728" y="686"/>
                  </a:lnTo>
                  <a:lnTo>
                    <a:pt x="725" y="686"/>
                  </a:lnTo>
                  <a:lnTo>
                    <a:pt x="723" y="686"/>
                  </a:lnTo>
                  <a:lnTo>
                    <a:pt x="720" y="686"/>
                  </a:lnTo>
                  <a:lnTo>
                    <a:pt x="717" y="688"/>
                  </a:lnTo>
                  <a:lnTo>
                    <a:pt x="714" y="690"/>
                  </a:lnTo>
                  <a:lnTo>
                    <a:pt x="710" y="691"/>
                  </a:lnTo>
                  <a:lnTo>
                    <a:pt x="707" y="689"/>
                  </a:lnTo>
                  <a:lnTo>
                    <a:pt x="705" y="686"/>
                  </a:lnTo>
                  <a:lnTo>
                    <a:pt x="705" y="682"/>
                  </a:lnTo>
                  <a:lnTo>
                    <a:pt x="703" y="680"/>
                  </a:lnTo>
                  <a:lnTo>
                    <a:pt x="701" y="679"/>
                  </a:lnTo>
                  <a:lnTo>
                    <a:pt x="698" y="678"/>
                  </a:lnTo>
                  <a:lnTo>
                    <a:pt x="695" y="677"/>
                  </a:lnTo>
                  <a:lnTo>
                    <a:pt x="694" y="675"/>
                  </a:lnTo>
                  <a:lnTo>
                    <a:pt x="692" y="674"/>
                  </a:lnTo>
                  <a:lnTo>
                    <a:pt x="690" y="672"/>
                  </a:lnTo>
                  <a:lnTo>
                    <a:pt x="687" y="670"/>
                  </a:lnTo>
                  <a:lnTo>
                    <a:pt x="686" y="668"/>
                  </a:lnTo>
                  <a:lnTo>
                    <a:pt x="686" y="666"/>
                  </a:lnTo>
                  <a:lnTo>
                    <a:pt x="687" y="664"/>
                  </a:lnTo>
                  <a:lnTo>
                    <a:pt x="687" y="662"/>
                  </a:lnTo>
                  <a:lnTo>
                    <a:pt x="686" y="659"/>
                  </a:lnTo>
                  <a:lnTo>
                    <a:pt x="686" y="657"/>
                  </a:lnTo>
                  <a:lnTo>
                    <a:pt x="687" y="655"/>
                  </a:lnTo>
                  <a:lnTo>
                    <a:pt x="691" y="653"/>
                  </a:lnTo>
                  <a:lnTo>
                    <a:pt x="696" y="653"/>
                  </a:lnTo>
                  <a:lnTo>
                    <a:pt x="699" y="652"/>
                  </a:lnTo>
                  <a:lnTo>
                    <a:pt x="700" y="651"/>
                  </a:lnTo>
                  <a:lnTo>
                    <a:pt x="700" y="648"/>
                  </a:lnTo>
                  <a:lnTo>
                    <a:pt x="701" y="645"/>
                  </a:lnTo>
                  <a:lnTo>
                    <a:pt x="703" y="642"/>
                  </a:lnTo>
                  <a:lnTo>
                    <a:pt x="705" y="641"/>
                  </a:lnTo>
                  <a:lnTo>
                    <a:pt x="708" y="640"/>
                  </a:lnTo>
                  <a:lnTo>
                    <a:pt x="711" y="639"/>
                  </a:lnTo>
                  <a:lnTo>
                    <a:pt x="714" y="638"/>
                  </a:lnTo>
                  <a:lnTo>
                    <a:pt x="717" y="639"/>
                  </a:lnTo>
                  <a:lnTo>
                    <a:pt x="720" y="641"/>
                  </a:lnTo>
                  <a:lnTo>
                    <a:pt x="723" y="643"/>
                  </a:lnTo>
                  <a:lnTo>
                    <a:pt x="725" y="643"/>
                  </a:lnTo>
                  <a:lnTo>
                    <a:pt x="728" y="641"/>
                  </a:lnTo>
                  <a:lnTo>
                    <a:pt x="730" y="641"/>
                  </a:lnTo>
                  <a:lnTo>
                    <a:pt x="733" y="641"/>
                  </a:lnTo>
                  <a:lnTo>
                    <a:pt x="734" y="644"/>
                  </a:lnTo>
                  <a:lnTo>
                    <a:pt x="735" y="646"/>
                  </a:lnTo>
                  <a:lnTo>
                    <a:pt x="737" y="646"/>
                  </a:lnTo>
                  <a:lnTo>
                    <a:pt x="740" y="646"/>
                  </a:lnTo>
                  <a:lnTo>
                    <a:pt x="743" y="647"/>
                  </a:lnTo>
                  <a:lnTo>
                    <a:pt x="746" y="648"/>
                  </a:lnTo>
                  <a:lnTo>
                    <a:pt x="746" y="650"/>
                  </a:lnTo>
                  <a:lnTo>
                    <a:pt x="746" y="653"/>
                  </a:lnTo>
                  <a:lnTo>
                    <a:pt x="746" y="655"/>
                  </a:lnTo>
                  <a:lnTo>
                    <a:pt x="746" y="657"/>
                  </a:lnTo>
                  <a:lnTo>
                    <a:pt x="745" y="660"/>
                  </a:lnTo>
                  <a:lnTo>
                    <a:pt x="743" y="662"/>
                  </a:lnTo>
                  <a:close/>
                </a:path>
              </a:pathLst>
            </a:custGeom>
            <a:solidFill>
              <a:srgbClr val="ECB78D">
                <a:alpha val="24000"/>
              </a:srgbClr>
            </a:solidFill>
            <a:ln>
              <a:noFill/>
            </a:ln>
          </p:spPr>
          <p:txBody>
            <a:bodyPr anchor="ctr"/>
            <a:lstStyle/>
            <a:p>
              <a:pPr algn="ctr">
                <a:buNone/>
              </a:pPr>
            </a:p>
          </p:txBody>
        </p:sp>
        <p:sp>
          <p:nvSpPr>
            <p:cNvPr id="769" name="addition:spatial:151"/>
            <p:cNvSpPr>
              <a:spLocks noGrp="1"/>
            </p:cNvSpPr>
            <p:nvPr/>
          </p:nvSpPr>
          <p:spPr>
            <a:xfrm>
              <a:off x="5648325" y="1666875"/>
              <a:ext cx="896295" cy="1192606"/>
            </a:xfrm>
            <a:custGeom>
              <a:avLst/>
              <a:gdLst/>
              <a:ahLst/>
              <a:cxnLst/>
              <a:rect l="l" t="t" r="r" b="b"/>
              <a:pathLst>
                <a:path w="676" h="705">
                  <a:moveTo>
                    <a:pt x="0" y="0"/>
                  </a:moveTo>
                  <a:moveTo>
                    <a:pt x="675" y="681"/>
                  </a:moveTo>
                  <a:lnTo>
                    <a:pt x="675" y="683"/>
                  </a:lnTo>
                  <a:lnTo>
                    <a:pt x="674" y="686"/>
                  </a:lnTo>
                  <a:lnTo>
                    <a:pt x="671" y="687"/>
                  </a:lnTo>
                  <a:lnTo>
                    <a:pt x="668" y="689"/>
                  </a:lnTo>
                  <a:lnTo>
                    <a:pt x="665" y="690"/>
                  </a:lnTo>
                  <a:lnTo>
                    <a:pt x="664" y="691"/>
                  </a:lnTo>
                  <a:lnTo>
                    <a:pt x="664" y="694"/>
                  </a:lnTo>
                  <a:lnTo>
                    <a:pt x="665" y="698"/>
                  </a:lnTo>
                  <a:lnTo>
                    <a:pt x="665" y="700"/>
                  </a:lnTo>
                  <a:lnTo>
                    <a:pt x="662" y="702"/>
                  </a:lnTo>
                  <a:lnTo>
                    <a:pt x="659" y="702"/>
                  </a:lnTo>
                  <a:lnTo>
                    <a:pt x="656" y="702"/>
                  </a:lnTo>
                  <a:lnTo>
                    <a:pt x="654" y="704"/>
                  </a:lnTo>
                  <a:lnTo>
                    <a:pt x="652" y="705"/>
                  </a:lnTo>
                  <a:lnTo>
                    <a:pt x="650" y="705"/>
                  </a:lnTo>
                  <a:lnTo>
                    <a:pt x="648" y="705"/>
                  </a:lnTo>
                  <a:lnTo>
                    <a:pt x="646" y="704"/>
                  </a:lnTo>
                  <a:lnTo>
                    <a:pt x="644" y="704"/>
                  </a:lnTo>
                  <a:lnTo>
                    <a:pt x="642" y="704"/>
                  </a:lnTo>
                  <a:lnTo>
                    <a:pt x="640" y="704"/>
                  </a:lnTo>
                  <a:lnTo>
                    <a:pt x="638" y="702"/>
                  </a:lnTo>
                  <a:lnTo>
                    <a:pt x="637" y="701"/>
                  </a:lnTo>
                  <a:lnTo>
                    <a:pt x="635" y="700"/>
                  </a:lnTo>
                  <a:lnTo>
                    <a:pt x="633" y="701"/>
                  </a:lnTo>
                  <a:lnTo>
                    <a:pt x="629" y="702"/>
                  </a:lnTo>
                  <a:lnTo>
                    <a:pt x="626" y="702"/>
                  </a:lnTo>
                  <a:lnTo>
                    <a:pt x="625" y="700"/>
                  </a:lnTo>
                  <a:lnTo>
                    <a:pt x="625" y="696"/>
                  </a:lnTo>
                  <a:lnTo>
                    <a:pt x="626" y="693"/>
                  </a:lnTo>
                  <a:lnTo>
                    <a:pt x="627" y="691"/>
                  </a:lnTo>
                  <a:lnTo>
                    <a:pt x="626" y="689"/>
                  </a:lnTo>
                  <a:lnTo>
                    <a:pt x="625" y="687"/>
                  </a:lnTo>
                  <a:lnTo>
                    <a:pt x="625" y="685"/>
                  </a:lnTo>
                  <a:lnTo>
                    <a:pt x="624" y="683"/>
                  </a:lnTo>
                  <a:lnTo>
                    <a:pt x="623" y="681"/>
                  </a:lnTo>
                  <a:lnTo>
                    <a:pt x="621" y="679"/>
                  </a:lnTo>
                  <a:lnTo>
                    <a:pt x="620" y="677"/>
                  </a:lnTo>
                  <a:lnTo>
                    <a:pt x="620" y="674"/>
                  </a:lnTo>
                  <a:lnTo>
                    <a:pt x="621" y="672"/>
                  </a:lnTo>
                  <a:lnTo>
                    <a:pt x="623" y="671"/>
                  </a:lnTo>
                  <a:lnTo>
                    <a:pt x="624" y="669"/>
                  </a:lnTo>
                  <a:lnTo>
                    <a:pt x="623" y="666"/>
                  </a:lnTo>
                  <a:lnTo>
                    <a:pt x="623" y="664"/>
                  </a:lnTo>
                  <a:lnTo>
                    <a:pt x="625" y="662"/>
                  </a:lnTo>
                  <a:lnTo>
                    <a:pt x="628" y="662"/>
                  </a:lnTo>
                  <a:lnTo>
                    <a:pt x="631" y="663"/>
                  </a:lnTo>
                  <a:lnTo>
                    <a:pt x="634" y="664"/>
                  </a:lnTo>
                  <a:lnTo>
                    <a:pt x="635" y="663"/>
                  </a:lnTo>
                  <a:lnTo>
                    <a:pt x="637" y="660"/>
                  </a:lnTo>
                  <a:lnTo>
                    <a:pt x="639" y="658"/>
                  </a:lnTo>
                  <a:lnTo>
                    <a:pt x="641" y="657"/>
                  </a:lnTo>
                  <a:lnTo>
                    <a:pt x="643" y="656"/>
                  </a:lnTo>
                  <a:lnTo>
                    <a:pt x="646" y="655"/>
                  </a:lnTo>
                  <a:lnTo>
                    <a:pt x="649" y="654"/>
                  </a:lnTo>
                  <a:lnTo>
                    <a:pt x="652" y="655"/>
                  </a:lnTo>
                  <a:lnTo>
                    <a:pt x="654" y="657"/>
                  </a:lnTo>
                  <a:lnTo>
                    <a:pt x="656" y="660"/>
                  </a:lnTo>
                  <a:lnTo>
                    <a:pt x="657" y="663"/>
                  </a:lnTo>
                  <a:lnTo>
                    <a:pt x="660" y="663"/>
                  </a:lnTo>
                  <a:lnTo>
                    <a:pt x="663" y="663"/>
                  </a:lnTo>
                  <a:lnTo>
                    <a:pt x="666" y="664"/>
                  </a:lnTo>
                  <a:lnTo>
                    <a:pt x="667" y="665"/>
                  </a:lnTo>
                  <a:lnTo>
                    <a:pt x="668" y="668"/>
                  </a:lnTo>
                  <a:lnTo>
                    <a:pt x="668" y="670"/>
                  </a:lnTo>
                  <a:lnTo>
                    <a:pt x="670" y="672"/>
                  </a:lnTo>
                  <a:lnTo>
                    <a:pt x="672" y="673"/>
                  </a:lnTo>
                  <a:lnTo>
                    <a:pt x="675" y="674"/>
                  </a:lnTo>
                  <a:lnTo>
                    <a:pt x="676" y="676"/>
                  </a:lnTo>
                  <a:lnTo>
                    <a:pt x="676" y="679"/>
                  </a:lnTo>
                  <a:close/>
                </a:path>
              </a:pathLst>
            </a:custGeom>
            <a:solidFill>
              <a:srgbClr val="ECB78D">
                <a:alpha val="24000"/>
              </a:srgbClr>
            </a:solidFill>
            <a:ln>
              <a:noFill/>
            </a:ln>
          </p:spPr>
          <p:txBody>
            <a:bodyPr anchor="ctr"/>
            <a:lstStyle/>
            <a:p>
              <a:pPr algn="ctr">
                <a:buNone/>
              </a:pPr>
            </a:p>
          </p:txBody>
        </p:sp>
        <p:sp>
          <p:nvSpPr>
            <p:cNvPr id="770" name="addition:spatial:152"/>
            <p:cNvSpPr>
              <a:spLocks noGrp="1"/>
            </p:cNvSpPr>
            <p:nvPr/>
          </p:nvSpPr>
          <p:spPr>
            <a:xfrm>
              <a:off x="5648325" y="1666875"/>
              <a:ext cx="800832" cy="1157082"/>
            </a:xfrm>
            <a:custGeom>
              <a:avLst/>
              <a:gdLst/>
              <a:ahLst/>
              <a:cxnLst/>
              <a:rect l="l" t="t" r="r" b="b"/>
              <a:pathLst>
                <a:path w="604" h="684">
                  <a:moveTo>
                    <a:pt x="0" y="0"/>
                  </a:moveTo>
                  <a:moveTo>
                    <a:pt x="600" y="655"/>
                  </a:moveTo>
                  <a:lnTo>
                    <a:pt x="603" y="658"/>
                  </a:lnTo>
                  <a:lnTo>
                    <a:pt x="603" y="660"/>
                  </a:lnTo>
                  <a:lnTo>
                    <a:pt x="604" y="663"/>
                  </a:lnTo>
                  <a:lnTo>
                    <a:pt x="604" y="665"/>
                  </a:lnTo>
                  <a:lnTo>
                    <a:pt x="604" y="668"/>
                  </a:lnTo>
                  <a:lnTo>
                    <a:pt x="602" y="670"/>
                  </a:lnTo>
                  <a:lnTo>
                    <a:pt x="599" y="671"/>
                  </a:lnTo>
                  <a:lnTo>
                    <a:pt x="596" y="671"/>
                  </a:lnTo>
                  <a:lnTo>
                    <a:pt x="594" y="672"/>
                  </a:lnTo>
                  <a:lnTo>
                    <a:pt x="593" y="674"/>
                  </a:lnTo>
                  <a:lnTo>
                    <a:pt x="592" y="677"/>
                  </a:lnTo>
                  <a:lnTo>
                    <a:pt x="590" y="678"/>
                  </a:lnTo>
                  <a:lnTo>
                    <a:pt x="587" y="678"/>
                  </a:lnTo>
                  <a:lnTo>
                    <a:pt x="584" y="677"/>
                  </a:lnTo>
                  <a:lnTo>
                    <a:pt x="582" y="677"/>
                  </a:lnTo>
                  <a:lnTo>
                    <a:pt x="579" y="679"/>
                  </a:lnTo>
                  <a:lnTo>
                    <a:pt x="577" y="682"/>
                  </a:lnTo>
                  <a:lnTo>
                    <a:pt x="574" y="684"/>
                  </a:lnTo>
                  <a:lnTo>
                    <a:pt x="570" y="684"/>
                  </a:lnTo>
                  <a:lnTo>
                    <a:pt x="567" y="683"/>
                  </a:lnTo>
                  <a:lnTo>
                    <a:pt x="564" y="681"/>
                  </a:lnTo>
                  <a:lnTo>
                    <a:pt x="562" y="680"/>
                  </a:lnTo>
                  <a:lnTo>
                    <a:pt x="559" y="678"/>
                  </a:lnTo>
                  <a:lnTo>
                    <a:pt x="558" y="675"/>
                  </a:lnTo>
                  <a:lnTo>
                    <a:pt x="557" y="672"/>
                  </a:lnTo>
                  <a:lnTo>
                    <a:pt x="556" y="671"/>
                  </a:lnTo>
                  <a:lnTo>
                    <a:pt x="553" y="670"/>
                  </a:lnTo>
                  <a:lnTo>
                    <a:pt x="548" y="670"/>
                  </a:lnTo>
                  <a:lnTo>
                    <a:pt x="545" y="670"/>
                  </a:lnTo>
                  <a:lnTo>
                    <a:pt x="543" y="668"/>
                  </a:lnTo>
                  <a:lnTo>
                    <a:pt x="543" y="665"/>
                  </a:lnTo>
                  <a:lnTo>
                    <a:pt x="544" y="662"/>
                  </a:lnTo>
                  <a:lnTo>
                    <a:pt x="544" y="660"/>
                  </a:lnTo>
                  <a:lnTo>
                    <a:pt x="543" y="658"/>
                  </a:lnTo>
                  <a:lnTo>
                    <a:pt x="542" y="655"/>
                  </a:lnTo>
                  <a:lnTo>
                    <a:pt x="543" y="653"/>
                  </a:lnTo>
                  <a:lnTo>
                    <a:pt x="545" y="651"/>
                  </a:lnTo>
                  <a:lnTo>
                    <a:pt x="547" y="649"/>
                  </a:lnTo>
                  <a:lnTo>
                    <a:pt x="549" y="647"/>
                  </a:lnTo>
                  <a:lnTo>
                    <a:pt x="550" y="645"/>
                  </a:lnTo>
                  <a:lnTo>
                    <a:pt x="552" y="643"/>
                  </a:lnTo>
                  <a:lnTo>
                    <a:pt x="554" y="642"/>
                  </a:lnTo>
                  <a:lnTo>
                    <a:pt x="556" y="640"/>
                  </a:lnTo>
                  <a:lnTo>
                    <a:pt x="557" y="638"/>
                  </a:lnTo>
                  <a:lnTo>
                    <a:pt x="557" y="634"/>
                  </a:lnTo>
                  <a:lnTo>
                    <a:pt x="558" y="631"/>
                  </a:lnTo>
                  <a:lnTo>
                    <a:pt x="560" y="629"/>
                  </a:lnTo>
                  <a:lnTo>
                    <a:pt x="563" y="629"/>
                  </a:lnTo>
                  <a:lnTo>
                    <a:pt x="567" y="631"/>
                  </a:lnTo>
                  <a:lnTo>
                    <a:pt x="570" y="633"/>
                  </a:lnTo>
                  <a:lnTo>
                    <a:pt x="572" y="633"/>
                  </a:lnTo>
                  <a:lnTo>
                    <a:pt x="574" y="632"/>
                  </a:lnTo>
                  <a:lnTo>
                    <a:pt x="576" y="631"/>
                  </a:lnTo>
                  <a:lnTo>
                    <a:pt x="578" y="631"/>
                  </a:lnTo>
                  <a:lnTo>
                    <a:pt x="580" y="632"/>
                  </a:lnTo>
                  <a:lnTo>
                    <a:pt x="582" y="632"/>
                  </a:lnTo>
                  <a:lnTo>
                    <a:pt x="585" y="632"/>
                  </a:lnTo>
                  <a:lnTo>
                    <a:pt x="587" y="632"/>
                  </a:lnTo>
                  <a:lnTo>
                    <a:pt x="589" y="633"/>
                  </a:lnTo>
                  <a:lnTo>
                    <a:pt x="591" y="635"/>
                  </a:lnTo>
                  <a:lnTo>
                    <a:pt x="592" y="637"/>
                  </a:lnTo>
                  <a:lnTo>
                    <a:pt x="594" y="638"/>
                  </a:lnTo>
                  <a:lnTo>
                    <a:pt x="597" y="639"/>
                  </a:lnTo>
                  <a:lnTo>
                    <a:pt x="600" y="641"/>
                  </a:lnTo>
                  <a:lnTo>
                    <a:pt x="599" y="644"/>
                  </a:lnTo>
                  <a:lnTo>
                    <a:pt x="597" y="647"/>
                  </a:lnTo>
                  <a:lnTo>
                    <a:pt x="595" y="650"/>
                  </a:lnTo>
                  <a:lnTo>
                    <a:pt x="595" y="652"/>
                  </a:lnTo>
                  <a:lnTo>
                    <a:pt x="597" y="653"/>
                  </a:lnTo>
                  <a:close/>
                </a:path>
              </a:pathLst>
            </a:custGeom>
            <a:solidFill>
              <a:srgbClr val="ECB78D">
                <a:alpha val="24000"/>
              </a:srgbClr>
            </a:solidFill>
            <a:ln>
              <a:noFill/>
            </a:ln>
          </p:spPr>
          <p:txBody>
            <a:bodyPr anchor="ctr"/>
            <a:lstStyle/>
            <a:p>
              <a:pPr algn="ctr">
                <a:buNone/>
              </a:pPr>
            </a:p>
          </p:txBody>
        </p:sp>
        <p:sp>
          <p:nvSpPr>
            <p:cNvPr id="771" name="addition:spatial:153"/>
            <p:cNvSpPr>
              <a:spLocks noGrp="1"/>
            </p:cNvSpPr>
            <p:nvPr/>
          </p:nvSpPr>
          <p:spPr>
            <a:xfrm>
              <a:off x="5648325" y="1666875"/>
              <a:ext cx="787573" cy="1048817"/>
            </a:xfrm>
            <a:custGeom>
              <a:avLst/>
              <a:gdLst/>
              <a:ahLst/>
              <a:cxnLst/>
              <a:rect l="l" t="t" r="r" b="b"/>
              <a:pathLst>
                <a:path w="594" h="620">
                  <a:moveTo>
                    <a:pt x="0" y="0"/>
                  </a:moveTo>
                  <a:moveTo>
                    <a:pt x="590" y="593"/>
                  </a:moveTo>
                  <a:lnTo>
                    <a:pt x="591" y="596"/>
                  </a:lnTo>
                  <a:lnTo>
                    <a:pt x="592" y="598"/>
                  </a:lnTo>
                  <a:lnTo>
                    <a:pt x="591" y="600"/>
                  </a:lnTo>
                  <a:lnTo>
                    <a:pt x="592" y="602"/>
                  </a:lnTo>
                  <a:lnTo>
                    <a:pt x="593" y="605"/>
                  </a:lnTo>
                  <a:lnTo>
                    <a:pt x="594" y="608"/>
                  </a:lnTo>
                  <a:lnTo>
                    <a:pt x="592" y="610"/>
                  </a:lnTo>
                  <a:lnTo>
                    <a:pt x="589" y="611"/>
                  </a:lnTo>
                  <a:lnTo>
                    <a:pt x="584" y="610"/>
                  </a:lnTo>
                  <a:lnTo>
                    <a:pt x="581" y="610"/>
                  </a:lnTo>
                  <a:lnTo>
                    <a:pt x="579" y="610"/>
                  </a:lnTo>
                  <a:lnTo>
                    <a:pt x="578" y="613"/>
                  </a:lnTo>
                  <a:lnTo>
                    <a:pt x="576" y="615"/>
                  </a:lnTo>
                  <a:lnTo>
                    <a:pt x="574" y="617"/>
                  </a:lnTo>
                  <a:lnTo>
                    <a:pt x="572" y="618"/>
                  </a:lnTo>
                  <a:lnTo>
                    <a:pt x="569" y="619"/>
                  </a:lnTo>
                  <a:lnTo>
                    <a:pt x="566" y="620"/>
                  </a:lnTo>
                  <a:lnTo>
                    <a:pt x="562" y="620"/>
                  </a:lnTo>
                  <a:lnTo>
                    <a:pt x="559" y="620"/>
                  </a:lnTo>
                  <a:lnTo>
                    <a:pt x="556" y="618"/>
                  </a:lnTo>
                  <a:lnTo>
                    <a:pt x="554" y="616"/>
                  </a:lnTo>
                  <a:lnTo>
                    <a:pt x="551" y="615"/>
                  </a:lnTo>
                  <a:lnTo>
                    <a:pt x="547" y="615"/>
                  </a:lnTo>
                  <a:lnTo>
                    <a:pt x="544" y="615"/>
                  </a:lnTo>
                  <a:lnTo>
                    <a:pt x="542" y="613"/>
                  </a:lnTo>
                  <a:lnTo>
                    <a:pt x="542" y="610"/>
                  </a:lnTo>
                  <a:lnTo>
                    <a:pt x="541" y="607"/>
                  </a:lnTo>
                  <a:lnTo>
                    <a:pt x="540" y="606"/>
                  </a:lnTo>
                  <a:lnTo>
                    <a:pt x="536" y="605"/>
                  </a:lnTo>
                  <a:lnTo>
                    <a:pt x="532" y="605"/>
                  </a:lnTo>
                  <a:lnTo>
                    <a:pt x="529" y="603"/>
                  </a:lnTo>
                  <a:lnTo>
                    <a:pt x="528" y="601"/>
                  </a:lnTo>
                  <a:lnTo>
                    <a:pt x="528" y="598"/>
                  </a:lnTo>
                  <a:lnTo>
                    <a:pt x="529" y="596"/>
                  </a:lnTo>
                  <a:lnTo>
                    <a:pt x="530" y="593"/>
                  </a:lnTo>
                  <a:lnTo>
                    <a:pt x="531" y="591"/>
                  </a:lnTo>
                  <a:lnTo>
                    <a:pt x="534" y="589"/>
                  </a:lnTo>
                  <a:lnTo>
                    <a:pt x="538" y="588"/>
                  </a:lnTo>
                  <a:lnTo>
                    <a:pt x="539" y="586"/>
                  </a:lnTo>
                  <a:lnTo>
                    <a:pt x="539" y="584"/>
                  </a:lnTo>
                  <a:lnTo>
                    <a:pt x="538" y="581"/>
                  </a:lnTo>
                  <a:lnTo>
                    <a:pt x="538" y="578"/>
                  </a:lnTo>
                  <a:lnTo>
                    <a:pt x="541" y="576"/>
                  </a:lnTo>
                  <a:lnTo>
                    <a:pt x="544" y="576"/>
                  </a:lnTo>
                  <a:lnTo>
                    <a:pt x="547" y="575"/>
                  </a:lnTo>
                  <a:lnTo>
                    <a:pt x="549" y="573"/>
                  </a:lnTo>
                  <a:lnTo>
                    <a:pt x="550" y="570"/>
                  </a:lnTo>
                  <a:lnTo>
                    <a:pt x="552" y="568"/>
                  </a:lnTo>
                  <a:lnTo>
                    <a:pt x="555" y="568"/>
                  </a:lnTo>
                  <a:lnTo>
                    <a:pt x="558" y="568"/>
                  </a:lnTo>
                  <a:lnTo>
                    <a:pt x="561" y="570"/>
                  </a:lnTo>
                  <a:lnTo>
                    <a:pt x="563" y="570"/>
                  </a:lnTo>
                  <a:lnTo>
                    <a:pt x="565" y="571"/>
                  </a:lnTo>
                  <a:lnTo>
                    <a:pt x="567" y="571"/>
                  </a:lnTo>
                  <a:lnTo>
                    <a:pt x="569" y="573"/>
                  </a:lnTo>
                  <a:lnTo>
                    <a:pt x="571" y="573"/>
                  </a:lnTo>
                  <a:lnTo>
                    <a:pt x="573" y="572"/>
                  </a:lnTo>
                  <a:lnTo>
                    <a:pt x="577" y="570"/>
                  </a:lnTo>
                  <a:lnTo>
                    <a:pt x="581" y="569"/>
                  </a:lnTo>
                  <a:lnTo>
                    <a:pt x="583" y="571"/>
                  </a:lnTo>
                  <a:lnTo>
                    <a:pt x="584" y="574"/>
                  </a:lnTo>
                  <a:lnTo>
                    <a:pt x="583" y="577"/>
                  </a:lnTo>
                  <a:lnTo>
                    <a:pt x="583" y="580"/>
                  </a:lnTo>
                  <a:lnTo>
                    <a:pt x="585" y="581"/>
                  </a:lnTo>
                  <a:lnTo>
                    <a:pt x="587" y="583"/>
                  </a:lnTo>
                  <a:lnTo>
                    <a:pt x="588" y="585"/>
                  </a:lnTo>
                  <a:lnTo>
                    <a:pt x="588" y="587"/>
                  </a:lnTo>
                  <a:lnTo>
                    <a:pt x="588" y="589"/>
                  </a:lnTo>
                  <a:lnTo>
                    <a:pt x="589" y="591"/>
                  </a:lnTo>
                  <a:close/>
                </a:path>
              </a:pathLst>
            </a:custGeom>
            <a:solidFill>
              <a:srgbClr val="ECB78D">
                <a:alpha val="24000"/>
              </a:srgbClr>
            </a:solidFill>
            <a:ln>
              <a:noFill/>
            </a:ln>
          </p:spPr>
          <p:txBody>
            <a:bodyPr anchor="ctr"/>
            <a:lstStyle/>
            <a:p>
              <a:pPr algn="ctr">
                <a:buNone/>
              </a:pPr>
            </a:p>
          </p:txBody>
        </p:sp>
        <p:sp>
          <p:nvSpPr>
            <p:cNvPr id="772" name="addition:spatial:154"/>
            <p:cNvSpPr>
              <a:spLocks noGrp="1"/>
            </p:cNvSpPr>
            <p:nvPr/>
          </p:nvSpPr>
          <p:spPr>
            <a:xfrm>
              <a:off x="5648325" y="1666875"/>
              <a:ext cx="823371" cy="954085"/>
            </a:xfrm>
            <a:custGeom>
              <a:avLst/>
              <a:gdLst/>
              <a:ahLst/>
              <a:cxnLst/>
              <a:rect l="l" t="t" r="r" b="b"/>
              <a:pathLst>
                <a:path w="621" h="564">
                  <a:moveTo>
                    <a:pt x="0" y="0"/>
                  </a:moveTo>
                  <a:moveTo>
                    <a:pt x="618" y="537"/>
                  </a:moveTo>
                  <a:lnTo>
                    <a:pt x="618" y="539"/>
                  </a:lnTo>
                  <a:lnTo>
                    <a:pt x="617" y="542"/>
                  </a:lnTo>
                  <a:lnTo>
                    <a:pt x="615" y="544"/>
                  </a:lnTo>
                  <a:lnTo>
                    <a:pt x="614" y="545"/>
                  </a:lnTo>
                  <a:lnTo>
                    <a:pt x="612" y="547"/>
                  </a:lnTo>
                  <a:lnTo>
                    <a:pt x="612" y="549"/>
                  </a:lnTo>
                  <a:lnTo>
                    <a:pt x="610" y="551"/>
                  </a:lnTo>
                  <a:lnTo>
                    <a:pt x="608" y="553"/>
                  </a:lnTo>
                  <a:lnTo>
                    <a:pt x="607" y="554"/>
                  </a:lnTo>
                  <a:lnTo>
                    <a:pt x="605" y="556"/>
                  </a:lnTo>
                  <a:lnTo>
                    <a:pt x="605" y="559"/>
                  </a:lnTo>
                  <a:lnTo>
                    <a:pt x="604" y="563"/>
                  </a:lnTo>
                  <a:lnTo>
                    <a:pt x="602" y="564"/>
                  </a:lnTo>
                  <a:lnTo>
                    <a:pt x="599" y="563"/>
                  </a:lnTo>
                  <a:lnTo>
                    <a:pt x="596" y="560"/>
                  </a:lnTo>
                  <a:lnTo>
                    <a:pt x="593" y="559"/>
                  </a:lnTo>
                  <a:lnTo>
                    <a:pt x="592" y="558"/>
                  </a:lnTo>
                  <a:lnTo>
                    <a:pt x="590" y="559"/>
                  </a:lnTo>
                  <a:lnTo>
                    <a:pt x="588" y="560"/>
                  </a:lnTo>
                  <a:lnTo>
                    <a:pt x="586" y="560"/>
                  </a:lnTo>
                  <a:lnTo>
                    <a:pt x="584" y="560"/>
                  </a:lnTo>
                  <a:lnTo>
                    <a:pt x="582" y="560"/>
                  </a:lnTo>
                  <a:lnTo>
                    <a:pt x="580" y="560"/>
                  </a:lnTo>
                  <a:lnTo>
                    <a:pt x="578" y="560"/>
                  </a:lnTo>
                  <a:lnTo>
                    <a:pt x="576" y="558"/>
                  </a:lnTo>
                  <a:lnTo>
                    <a:pt x="575" y="555"/>
                  </a:lnTo>
                  <a:lnTo>
                    <a:pt x="575" y="553"/>
                  </a:lnTo>
                  <a:lnTo>
                    <a:pt x="573" y="552"/>
                  </a:lnTo>
                  <a:lnTo>
                    <a:pt x="571" y="550"/>
                  </a:lnTo>
                  <a:lnTo>
                    <a:pt x="569" y="549"/>
                  </a:lnTo>
                  <a:lnTo>
                    <a:pt x="569" y="546"/>
                  </a:lnTo>
                  <a:lnTo>
                    <a:pt x="571" y="543"/>
                  </a:lnTo>
                  <a:lnTo>
                    <a:pt x="572" y="541"/>
                  </a:lnTo>
                  <a:lnTo>
                    <a:pt x="572" y="539"/>
                  </a:lnTo>
                  <a:lnTo>
                    <a:pt x="570" y="537"/>
                  </a:lnTo>
                  <a:lnTo>
                    <a:pt x="567" y="535"/>
                  </a:lnTo>
                  <a:lnTo>
                    <a:pt x="565" y="533"/>
                  </a:lnTo>
                  <a:lnTo>
                    <a:pt x="565" y="530"/>
                  </a:lnTo>
                  <a:lnTo>
                    <a:pt x="565" y="528"/>
                  </a:lnTo>
                  <a:lnTo>
                    <a:pt x="566" y="525"/>
                  </a:lnTo>
                  <a:lnTo>
                    <a:pt x="566" y="523"/>
                  </a:lnTo>
                  <a:lnTo>
                    <a:pt x="569" y="522"/>
                  </a:lnTo>
                  <a:lnTo>
                    <a:pt x="572" y="522"/>
                  </a:lnTo>
                  <a:lnTo>
                    <a:pt x="574" y="522"/>
                  </a:lnTo>
                  <a:lnTo>
                    <a:pt x="576" y="521"/>
                  </a:lnTo>
                  <a:lnTo>
                    <a:pt x="577" y="519"/>
                  </a:lnTo>
                  <a:lnTo>
                    <a:pt x="578" y="516"/>
                  </a:lnTo>
                  <a:lnTo>
                    <a:pt x="579" y="514"/>
                  </a:lnTo>
                  <a:lnTo>
                    <a:pt x="582" y="514"/>
                  </a:lnTo>
                  <a:lnTo>
                    <a:pt x="585" y="515"/>
                  </a:lnTo>
                  <a:lnTo>
                    <a:pt x="587" y="515"/>
                  </a:lnTo>
                  <a:lnTo>
                    <a:pt x="589" y="513"/>
                  </a:lnTo>
                  <a:lnTo>
                    <a:pt x="592" y="511"/>
                  </a:lnTo>
                  <a:lnTo>
                    <a:pt x="595" y="510"/>
                  </a:lnTo>
                  <a:lnTo>
                    <a:pt x="598" y="511"/>
                  </a:lnTo>
                  <a:lnTo>
                    <a:pt x="600" y="512"/>
                  </a:lnTo>
                  <a:lnTo>
                    <a:pt x="603" y="514"/>
                  </a:lnTo>
                  <a:lnTo>
                    <a:pt x="605" y="516"/>
                  </a:lnTo>
                  <a:lnTo>
                    <a:pt x="606" y="518"/>
                  </a:lnTo>
                  <a:lnTo>
                    <a:pt x="608" y="520"/>
                  </a:lnTo>
                  <a:lnTo>
                    <a:pt x="608" y="522"/>
                  </a:lnTo>
                  <a:lnTo>
                    <a:pt x="610" y="524"/>
                  </a:lnTo>
                  <a:lnTo>
                    <a:pt x="612" y="524"/>
                  </a:lnTo>
                  <a:lnTo>
                    <a:pt x="616" y="524"/>
                  </a:lnTo>
                  <a:lnTo>
                    <a:pt x="620" y="525"/>
                  </a:lnTo>
                  <a:lnTo>
                    <a:pt x="621" y="527"/>
                  </a:lnTo>
                  <a:lnTo>
                    <a:pt x="620" y="530"/>
                  </a:lnTo>
                  <a:lnTo>
                    <a:pt x="619" y="533"/>
                  </a:lnTo>
                  <a:lnTo>
                    <a:pt x="618" y="535"/>
                  </a:lnTo>
                  <a:close/>
                </a:path>
              </a:pathLst>
            </a:custGeom>
            <a:solidFill>
              <a:srgbClr val="ECB78D">
                <a:alpha val="24000"/>
              </a:srgbClr>
            </a:solidFill>
            <a:ln>
              <a:noFill/>
            </a:ln>
          </p:spPr>
          <p:txBody>
            <a:bodyPr anchor="ctr"/>
            <a:lstStyle/>
            <a:p>
              <a:pPr algn="ctr">
                <a:buNone/>
              </a:pPr>
            </a:p>
          </p:txBody>
        </p:sp>
        <p:sp>
          <p:nvSpPr>
            <p:cNvPr id="773" name="addition:spatial:155"/>
            <p:cNvSpPr>
              <a:spLocks noGrp="1"/>
            </p:cNvSpPr>
            <p:nvPr/>
          </p:nvSpPr>
          <p:spPr>
            <a:xfrm>
              <a:off x="5648325" y="1666875"/>
              <a:ext cx="920161" cy="915177"/>
            </a:xfrm>
            <a:custGeom>
              <a:avLst/>
              <a:gdLst/>
              <a:ahLst/>
              <a:cxnLst/>
              <a:rect l="l" t="t" r="r" b="b"/>
              <a:pathLst>
                <a:path w="694" h="541">
                  <a:moveTo>
                    <a:pt x="0" y="0"/>
                  </a:moveTo>
                  <a:moveTo>
                    <a:pt x="691" y="515"/>
                  </a:moveTo>
                  <a:lnTo>
                    <a:pt x="691" y="517"/>
                  </a:lnTo>
                  <a:lnTo>
                    <a:pt x="691" y="519"/>
                  </a:lnTo>
                  <a:lnTo>
                    <a:pt x="690" y="521"/>
                  </a:lnTo>
                  <a:lnTo>
                    <a:pt x="688" y="523"/>
                  </a:lnTo>
                  <a:lnTo>
                    <a:pt x="686" y="524"/>
                  </a:lnTo>
                  <a:lnTo>
                    <a:pt x="685" y="526"/>
                  </a:lnTo>
                  <a:lnTo>
                    <a:pt x="684" y="528"/>
                  </a:lnTo>
                  <a:lnTo>
                    <a:pt x="683" y="530"/>
                  </a:lnTo>
                  <a:lnTo>
                    <a:pt x="681" y="531"/>
                  </a:lnTo>
                  <a:lnTo>
                    <a:pt x="679" y="532"/>
                  </a:lnTo>
                  <a:lnTo>
                    <a:pt x="677" y="534"/>
                  </a:lnTo>
                  <a:lnTo>
                    <a:pt x="677" y="537"/>
                  </a:lnTo>
                  <a:lnTo>
                    <a:pt x="675" y="540"/>
                  </a:lnTo>
                  <a:lnTo>
                    <a:pt x="673" y="541"/>
                  </a:lnTo>
                  <a:lnTo>
                    <a:pt x="670" y="540"/>
                  </a:lnTo>
                  <a:lnTo>
                    <a:pt x="668" y="538"/>
                  </a:lnTo>
                  <a:lnTo>
                    <a:pt x="666" y="536"/>
                  </a:lnTo>
                  <a:lnTo>
                    <a:pt x="664" y="535"/>
                  </a:lnTo>
                  <a:lnTo>
                    <a:pt x="662" y="536"/>
                  </a:lnTo>
                  <a:lnTo>
                    <a:pt x="661" y="536"/>
                  </a:lnTo>
                  <a:lnTo>
                    <a:pt x="659" y="536"/>
                  </a:lnTo>
                  <a:lnTo>
                    <a:pt x="657" y="535"/>
                  </a:lnTo>
                  <a:lnTo>
                    <a:pt x="656" y="535"/>
                  </a:lnTo>
                  <a:lnTo>
                    <a:pt x="653" y="535"/>
                  </a:lnTo>
                  <a:lnTo>
                    <a:pt x="651" y="535"/>
                  </a:lnTo>
                  <a:lnTo>
                    <a:pt x="650" y="533"/>
                  </a:lnTo>
                  <a:lnTo>
                    <a:pt x="650" y="530"/>
                  </a:lnTo>
                  <a:lnTo>
                    <a:pt x="650" y="528"/>
                  </a:lnTo>
                  <a:lnTo>
                    <a:pt x="648" y="527"/>
                  </a:lnTo>
                  <a:lnTo>
                    <a:pt x="646" y="526"/>
                  </a:lnTo>
                  <a:lnTo>
                    <a:pt x="645" y="524"/>
                  </a:lnTo>
                  <a:lnTo>
                    <a:pt x="646" y="522"/>
                  </a:lnTo>
                  <a:lnTo>
                    <a:pt x="648" y="519"/>
                  </a:lnTo>
                  <a:lnTo>
                    <a:pt x="649" y="517"/>
                  </a:lnTo>
                  <a:lnTo>
                    <a:pt x="649" y="515"/>
                  </a:lnTo>
                  <a:lnTo>
                    <a:pt x="648" y="513"/>
                  </a:lnTo>
                  <a:lnTo>
                    <a:pt x="646" y="511"/>
                  </a:lnTo>
                  <a:lnTo>
                    <a:pt x="645" y="509"/>
                  </a:lnTo>
                  <a:lnTo>
                    <a:pt x="645" y="507"/>
                  </a:lnTo>
                  <a:lnTo>
                    <a:pt x="645" y="504"/>
                  </a:lnTo>
                  <a:lnTo>
                    <a:pt x="645" y="502"/>
                  </a:lnTo>
                  <a:lnTo>
                    <a:pt x="646" y="500"/>
                  </a:lnTo>
                  <a:lnTo>
                    <a:pt x="648" y="499"/>
                  </a:lnTo>
                  <a:lnTo>
                    <a:pt x="650" y="499"/>
                  </a:lnTo>
                  <a:lnTo>
                    <a:pt x="653" y="499"/>
                  </a:lnTo>
                  <a:lnTo>
                    <a:pt x="654" y="499"/>
                  </a:lnTo>
                  <a:lnTo>
                    <a:pt x="655" y="497"/>
                  </a:lnTo>
                  <a:lnTo>
                    <a:pt x="656" y="494"/>
                  </a:lnTo>
                  <a:lnTo>
                    <a:pt x="658" y="493"/>
                  </a:lnTo>
                  <a:lnTo>
                    <a:pt x="660" y="493"/>
                  </a:lnTo>
                  <a:lnTo>
                    <a:pt x="662" y="494"/>
                  </a:lnTo>
                  <a:lnTo>
                    <a:pt x="664" y="494"/>
                  </a:lnTo>
                  <a:lnTo>
                    <a:pt x="666" y="493"/>
                  </a:lnTo>
                  <a:lnTo>
                    <a:pt x="668" y="491"/>
                  </a:lnTo>
                  <a:lnTo>
                    <a:pt x="671" y="491"/>
                  </a:lnTo>
                  <a:lnTo>
                    <a:pt x="673" y="491"/>
                  </a:lnTo>
                  <a:lnTo>
                    <a:pt x="676" y="493"/>
                  </a:lnTo>
                  <a:lnTo>
                    <a:pt x="678" y="494"/>
                  </a:lnTo>
                  <a:lnTo>
                    <a:pt x="679" y="496"/>
                  </a:lnTo>
                  <a:lnTo>
                    <a:pt x="681" y="498"/>
                  </a:lnTo>
                  <a:lnTo>
                    <a:pt x="682" y="500"/>
                  </a:lnTo>
                  <a:lnTo>
                    <a:pt x="682" y="503"/>
                  </a:lnTo>
                  <a:lnTo>
                    <a:pt x="683" y="504"/>
                  </a:lnTo>
                  <a:lnTo>
                    <a:pt x="685" y="505"/>
                  </a:lnTo>
                  <a:lnTo>
                    <a:pt x="689" y="505"/>
                  </a:lnTo>
                  <a:lnTo>
                    <a:pt x="692" y="506"/>
                  </a:lnTo>
                  <a:lnTo>
                    <a:pt x="694" y="508"/>
                  </a:lnTo>
                  <a:lnTo>
                    <a:pt x="693" y="511"/>
                  </a:lnTo>
                  <a:lnTo>
                    <a:pt x="692" y="513"/>
                  </a:lnTo>
                  <a:close/>
                </a:path>
              </a:pathLst>
            </a:custGeom>
            <a:solidFill>
              <a:srgbClr val="ECB78D">
                <a:alpha val="24000"/>
              </a:srgbClr>
            </a:solidFill>
            <a:ln>
              <a:noFill/>
            </a:ln>
          </p:spPr>
          <p:txBody>
            <a:bodyPr anchor="ctr"/>
            <a:lstStyle/>
            <a:p>
              <a:pPr algn="ctr">
                <a:buNone/>
              </a:pPr>
            </a:p>
          </p:txBody>
        </p:sp>
        <p:sp>
          <p:nvSpPr>
            <p:cNvPr id="774" name="addition:spatial:156"/>
            <p:cNvSpPr>
              <a:spLocks noGrp="1"/>
            </p:cNvSpPr>
            <p:nvPr/>
          </p:nvSpPr>
          <p:spPr>
            <a:xfrm>
              <a:off x="5648325" y="1666875"/>
              <a:ext cx="1012972" cy="971001"/>
            </a:xfrm>
            <a:custGeom>
              <a:avLst/>
              <a:gdLst/>
              <a:ahLst/>
              <a:cxnLst/>
              <a:rect l="l" t="t" r="r" b="b"/>
              <a:pathLst>
                <a:path w="764" h="574">
                  <a:moveTo>
                    <a:pt x="0" y="0"/>
                  </a:moveTo>
                  <a:moveTo>
                    <a:pt x="764" y="546"/>
                  </a:moveTo>
                  <a:lnTo>
                    <a:pt x="764" y="548"/>
                  </a:lnTo>
                  <a:lnTo>
                    <a:pt x="763" y="550"/>
                  </a:lnTo>
                  <a:lnTo>
                    <a:pt x="763" y="552"/>
                  </a:lnTo>
                  <a:lnTo>
                    <a:pt x="763" y="555"/>
                  </a:lnTo>
                  <a:lnTo>
                    <a:pt x="762" y="557"/>
                  </a:lnTo>
                  <a:lnTo>
                    <a:pt x="760" y="558"/>
                  </a:lnTo>
                  <a:lnTo>
                    <a:pt x="759" y="559"/>
                  </a:lnTo>
                  <a:lnTo>
                    <a:pt x="757" y="561"/>
                  </a:lnTo>
                  <a:lnTo>
                    <a:pt x="756" y="563"/>
                  </a:lnTo>
                  <a:lnTo>
                    <a:pt x="755" y="564"/>
                  </a:lnTo>
                  <a:lnTo>
                    <a:pt x="752" y="565"/>
                  </a:lnTo>
                  <a:lnTo>
                    <a:pt x="750" y="564"/>
                  </a:lnTo>
                  <a:lnTo>
                    <a:pt x="748" y="564"/>
                  </a:lnTo>
                  <a:lnTo>
                    <a:pt x="746" y="566"/>
                  </a:lnTo>
                  <a:lnTo>
                    <a:pt x="745" y="570"/>
                  </a:lnTo>
                  <a:lnTo>
                    <a:pt x="743" y="573"/>
                  </a:lnTo>
                  <a:lnTo>
                    <a:pt x="740" y="574"/>
                  </a:lnTo>
                  <a:lnTo>
                    <a:pt x="737" y="572"/>
                  </a:lnTo>
                  <a:lnTo>
                    <a:pt x="735" y="570"/>
                  </a:lnTo>
                  <a:lnTo>
                    <a:pt x="733" y="568"/>
                  </a:lnTo>
                  <a:lnTo>
                    <a:pt x="731" y="567"/>
                  </a:lnTo>
                  <a:lnTo>
                    <a:pt x="729" y="566"/>
                  </a:lnTo>
                  <a:lnTo>
                    <a:pt x="728" y="565"/>
                  </a:lnTo>
                  <a:lnTo>
                    <a:pt x="726" y="563"/>
                  </a:lnTo>
                  <a:lnTo>
                    <a:pt x="724" y="562"/>
                  </a:lnTo>
                  <a:lnTo>
                    <a:pt x="722" y="562"/>
                  </a:lnTo>
                  <a:lnTo>
                    <a:pt x="719" y="562"/>
                  </a:lnTo>
                  <a:lnTo>
                    <a:pt x="718" y="561"/>
                  </a:lnTo>
                  <a:lnTo>
                    <a:pt x="717" y="558"/>
                  </a:lnTo>
                  <a:lnTo>
                    <a:pt x="718" y="556"/>
                  </a:lnTo>
                  <a:lnTo>
                    <a:pt x="717" y="554"/>
                  </a:lnTo>
                  <a:lnTo>
                    <a:pt x="716" y="552"/>
                  </a:lnTo>
                  <a:lnTo>
                    <a:pt x="714" y="551"/>
                  </a:lnTo>
                  <a:lnTo>
                    <a:pt x="714" y="548"/>
                  </a:lnTo>
                  <a:lnTo>
                    <a:pt x="715" y="546"/>
                  </a:lnTo>
                  <a:lnTo>
                    <a:pt x="718" y="544"/>
                  </a:lnTo>
                  <a:lnTo>
                    <a:pt x="720" y="542"/>
                  </a:lnTo>
                  <a:lnTo>
                    <a:pt x="721" y="541"/>
                  </a:lnTo>
                  <a:lnTo>
                    <a:pt x="722" y="539"/>
                  </a:lnTo>
                  <a:lnTo>
                    <a:pt x="722" y="537"/>
                  </a:lnTo>
                  <a:lnTo>
                    <a:pt x="722" y="535"/>
                  </a:lnTo>
                  <a:lnTo>
                    <a:pt x="723" y="532"/>
                  </a:lnTo>
                  <a:lnTo>
                    <a:pt x="723" y="530"/>
                  </a:lnTo>
                  <a:lnTo>
                    <a:pt x="723" y="527"/>
                  </a:lnTo>
                  <a:lnTo>
                    <a:pt x="724" y="525"/>
                  </a:lnTo>
                  <a:lnTo>
                    <a:pt x="727" y="524"/>
                  </a:lnTo>
                  <a:lnTo>
                    <a:pt x="730" y="525"/>
                  </a:lnTo>
                  <a:lnTo>
                    <a:pt x="732" y="526"/>
                  </a:lnTo>
                  <a:lnTo>
                    <a:pt x="734" y="526"/>
                  </a:lnTo>
                  <a:lnTo>
                    <a:pt x="735" y="524"/>
                  </a:lnTo>
                  <a:lnTo>
                    <a:pt x="736" y="523"/>
                  </a:lnTo>
                  <a:lnTo>
                    <a:pt x="738" y="522"/>
                  </a:lnTo>
                  <a:lnTo>
                    <a:pt x="740" y="523"/>
                  </a:lnTo>
                  <a:lnTo>
                    <a:pt x="741" y="525"/>
                  </a:lnTo>
                  <a:lnTo>
                    <a:pt x="743" y="525"/>
                  </a:lnTo>
                  <a:lnTo>
                    <a:pt x="745" y="524"/>
                  </a:lnTo>
                  <a:lnTo>
                    <a:pt x="747" y="524"/>
                  </a:lnTo>
                  <a:lnTo>
                    <a:pt x="749" y="524"/>
                  </a:lnTo>
                  <a:lnTo>
                    <a:pt x="751" y="525"/>
                  </a:lnTo>
                  <a:lnTo>
                    <a:pt x="752" y="526"/>
                  </a:lnTo>
                  <a:lnTo>
                    <a:pt x="754" y="527"/>
                  </a:lnTo>
                  <a:lnTo>
                    <a:pt x="756" y="529"/>
                  </a:lnTo>
                  <a:lnTo>
                    <a:pt x="757" y="531"/>
                  </a:lnTo>
                  <a:lnTo>
                    <a:pt x="756" y="535"/>
                  </a:lnTo>
                  <a:lnTo>
                    <a:pt x="755" y="537"/>
                  </a:lnTo>
                  <a:lnTo>
                    <a:pt x="755" y="539"/>
                  </a:lnTo>
                  <a:lnTo>
                    <a:pt x="757" y="541"/>
                  </a:lnTo>
                  <a:lnTo>
                    <a:pt x="760" y="542"/>
                  </a:lnTo>
                  <a:lnTo>
                    <a:pt x="763" y="544"/>
                  </a:lnTo>
                  <a:close/>
                </a:path>
              </a:pathLst>
            </a:custGeom>
            <a:solidFill>
              <a:srgbClr val="ECB78D">
                <a:alpha val="24000"/>
              </a:srgbClr>
            </a:solidFill>
            <a:ln>
              <a:noFill/>
            </a:ln>
          </p:spPr>
          <p:txBody>
            <a:bodyPr anchor="ctr"/>
            <a:lstStyle/>
            <a:p>
              <a:pPr algn="ctr">
                <a:buNone/>
              </a:pPr>
            </a:p>
          </p:txBody>
        </p:sp>
        <p:sp>
          <p:nvSpPr>
            <p:cNvPr id="775" name="addition:spatial:157"/>
            <p:cNvSpPr>
              <a:spLocks noGrp="1"/>
            </p:cNvSpPr>
            <p:nvPr/>
          </p:nvSpPr>
          <p:spPr>
            <a:xfrm>
              <a:off x="5648325" y="1666875"/>
              <a:ext cx="1341791" cy="752780"/>
            </a:xfrm>
            <a:custGeom>
              <a:avLst/>
              <a:gdLst/>
              <a:ahLst/>
              <a:cxnLst/>
              <a:rect l="l" t="t" r="r" b="b"/>
              <a:pathLst>
                <a:path w="1012" h="445">
                  <a:moveTo>
                    <a:pt x="0" y="0"/>
                  </a:moveTo>
                  <a:moveTo>
                    <a:pt x="1007" y="309"/>
                  </a:moveTo>
                  <a:lnTo>
                    <a:pt x="1001" y="322"/>
                  </a:lnTo>
                  <a:lnTo>
                    <a:pt x="987" y="333"/>
                  </a:lnTo>
                  <a:lnTo>
                    <a:pt x="966" y="342"/>
                  </a:lnTo>
                  <a:lnTo>
                    <a:pt x="947" y="349"/>
                  </a:lnTo>
                  <a:lnTo>
                    <a:pt x="940" y="358"/>
                  </a:lnTo>
                  <a:lnTo>
                    <a:pt x="945" y="373"/>
                  </a:lnTo>
                  <a:lnTo>
                    <a:pt x="954" y="393"/>
                  </a:lnTo>
                  <a:lnTo>
                    <a:pt x="953" y="411"/>
                  </a:lnTo>
                  <a:lnTo>
                    <a:pt x="940" y="421"/>
                  </a:lnTo>
                  <a:lnTo>
                    <a:pt x="921" y="424"/>
                  </a:lnTo>
                  <a:lnTo>
                    <a:pt x="904" y="427"/>
                  </a:lnTo>
                  <a:lnTo>
                    <a:pt x="891" y="433"/>
                  </a:lnTo>
                  <a:lnTo>
                    <a:pt x="879" y="441"/>
                  </a:lnTo>
                  <a:lnTo>
                    <a:pt x="866" y="445"/>
                  </a:lnTo>
                  <a:lnTo>
                    <a:pt x="851" y="444"/>
                  </a:lnTo>
                  <a:lnTo>
                    <a:pt x="837" y="440"/>
                  </a:lnTo>
                  <a:lnTo>
                    <a:pt x="824" y="439"/>
                  </a:lnTo>
                  <a:lnTo>
                    <a:pt x="812" y="442"/>
                  </a:lnTo>
                  <a:lnTo>
                    <a:pt x="800" y="442"/>
                  </a:lnTo>
                  <a:lnTo>
                    <a:pt x="789" y="436"/>
                  </a:lnTo>
                  <a:lnTo>
                    <a:pt x="780" y="428"/>
                  </a:lnTo>
                  <a:lnTo>
                    <a:pt x="769" y="424"/>
                  </a:lnTo>
                  <a:lnTo>
                    <a:pt x="753" y="428"/>
                  </a:lnTo>
                  <a:lnTo>
                    <a:pt x="731" y="436"/>
                  </a:lnTo>
                  <a:lnTo>
                    <a:pt x="710" y="437"/>
                  </a:lnTo>
                  <a:lnTo>
                    <a:pt x="697" y="427"/>
                  </a:lnTo>
                  <a:lnTo>
                    <a:pt x="697" y="409"/>
                  </a:lnTo>
                  <a:lnTo>
                    <a:pt x="702" y="389"/>
                  </a:lnTo>
                  <a:lnTo>
                    <a:pt x="704" y="374"/>
                  </a:lnTo>
                  <a:lnTo>
                    <a:pt x="699" y="363"/>
                  </a:lnTo>
                  <a:lnTo>
                    <a:pt x="690" y="354"/>
                  </a:lnTo>
                  <a:lnTo>
                    <a:pt x="684" y="343"/>
                  </a:lnTo>
                  <a:lnTo>
                    <a:pt x="679" y="332"/>
                  </a:lnTo>
                  <a:lnTo>
                    <a:pt x="671" y="321"/>
                  </a:lnTo>
                  <a:lnTo>
                    <a:pt x="658" y="309"/>
                  </a:lnTo>
                  <a:lnTo>
                    <a:pt x="646" y="296"/>
                  </a:lnTo>
                  <a:lnTo>
                    <a:pt x="643" y="282"/>
                  </a:lnTo>
                  <a:lnTo>
                    <a:pt x="650" y="270"/>
                  </a:lnTo>
                  <a:lnTo>
                    <a:pt x="661" y="261"/>
                  </a:lnTo>
                  <a:lnTo>
                    <a:pt x="666" y="250"/>
                  </a:lnTo>
                  <a:lnTo>
                    <a:pt x="664" y="236"/>
                  </a:lnTo>
                  <a:lnTo>
                    <a:pt x="663" y="220"/>
                  </a:lnTo>
                  <a:lnTo>
                    <a:pt x="671" y="209"/>
                  </a:lnTo>
                  <a:lnTo>
                    <a:pt x="691" y="207"/>
                  </a:lnTo>
                  <a:lnTo>
                    <a:pt x="714" y="210"/>
                  </a:lnTo>
                  <a:lnTo>
                    <a:pt x="732" y="212"/>
                  </a:lnTo>
                  <a:lnTo>
                    <a:pt x="742" y="206"/>
                  </a:lnTo>
                  <a:lnTo>
                    <a:pt x="751" y="193"/>
                  </a:lnTo>
                  <a:lnTo>
                    <a:pt x="761" y="181"/>
                  </a:lnTo>
                  <a:lnTo>
                    <a:pt x="775" y="172"/>
                  </a:lnTo>
                  <a:lnTo>
                    <a:pt x="792" y="165"/>
                  </a:lnTo>
                  <a:lnTo>
                    <a:pt x="809" y="158"/>
                  </a:lnTo>
                  <a:lnTo>
                    <a:pt x="828" y="152"/>
                  </a:lnTo>
                  <a:lnTo>
                    <a:pt x="848" y="153"/>
                  </a:lnTo>
                  <a:lnTo>
                    <a:pt x="865" y="164"/>
                  </a:lnTo>
                  <a:lnTo>
                    <a:pt x="877" y="182"/>
                  </a:lnTo>
                  <a:lnTo>
                    <a:pt x="887" y="197"/>
                  </a:lnTo>
                  <a:lnTo>
                    <a:pt x="901" y="202"/>
                  </a:lnTo>
                  <a:lnTo>
                    <a:pt x="921" y="200"/>
                  </a:lnTo>
                  <a:lnTo>
                    <a:pt x="940" y="200"/>
                  </a:lnTo>
                  <a:lnTo>
                    <a:pt x="954" y="208"/>
                  </a:lnTo>
                  <a:lnTo>
                    <a:pt x="959" y="221"/>
                  </a:lnTo>
                  <a:lnTo>
                    <a:pt x="962" y="234"/>
                  </a:lnTo>
                  <a:lnTo>
                    <a:pt x="971" y="243"/>
                  </a:lnTo>
                  <a:lnTo>
                    <a:pt x="987" y="249"/>
                  </a:lnTo>
                  <a:lnTo>
                    <a:pt x="1003" y="257"/>
                  </a:lnTo>
                  <a:lnTo>
                    <a:pt x="1012" y="269"/>
                  </a:lnTo>
                  <a:lnTo>
                    <a:pt x="1012" y="282"/>
                  </a:lnTo>
                  <a:lnTo>
                    <a:pt x="1010" y="296"/>
                  </a:lnTo>
                  <a:close/>
                </a:path>
              </a:pathLst>
            </a:custGeom>
            <a:solidFill>
              <a:srgbClr val="C5E9DF">
                <a:alpha val="43000"/>
              </a:srgbClr>
            </a:solidFill>
            <a:ln>
              <a:noFill/>
            </a:ln>
          </p:spPr>
          <p:txBody>
            <a:bodyPr anchor="ctr"/>
            <a:lstStyle/>
            <a:p>
              <a:pPr algn="ctr">
                <a:buNone/>
              </a:pPr>
            </a:p>
          </p:txBody>
        </p:sp>
        <p:sp>
          <p:nvSpPr>
            <p:cNvPr id="776" name="addition:spatial:158"/>
            <p:cNvSpPr>
              <a:spLocks noGrp="1"/>
            </p:cNvSpPr>
            <p:nvPr/>
          </p:nvSpPr>
          <p:spPr>
            <a:xfrm>
              <a:off x="5648325" y="1666875"/>
              <a:ext cx="1300688" cy="764621"/>
            </a:xfrm>
            <a:custGeom>
              <a:avLst/>
              <a:gdLst/>
              <a:ahLst/>
              <a:cxnLst/>
              <a:rect l="l" t="t" r="r" b="b"/>
              <a:pathLst>
                <a:path w="981" h="452">
                  <a:moveTo>
                    <a:pt x="0" y="0"/>
                  </a:moveTo>
                  <a:moveTo>
                    <a:pt x="981" y="314"/>
                  </a:moveTo>
                  <a:lnTo>
                    <a:pt x="976" y="325"/>
                  </a:lnTo>
                  <a:lnTo>
                    <a:pt x="966" y="335"/>
                  </a:lnTo>
                  <a:lnTo>
                    <a:pt x="960" y="345"/>
                  </a:lnTo>
                  <a:lnTo>
                    <a:pt x="962" y="356"/>
                  </a:lnTo>
                  <a:lnTo>
                    <a:pt x="966" y="369"/>
                  </a:lnTo>
                  <a:lnTo>
                    <a:pt x="962" y="380"/>
                  </a:lnTo>
                  <a:lnTo>
                    <a:pt x="948" y="386"/>
                  </a:lnTo>
                  <a:lnTo>
                    <a:pt x="930" y="388"/>
                  </a:lnTo>
                  <a:lnTo>
                    <a:pt x="913" y="389"/>
                  </a:lnTo>
                  <a:lnTo>
                    <a:pt x="903" y="394"/>
                  </a:lnTo>
                  <a:lnTo>
                    <a:pt x="895" y="403"/>
                  </a:lnTo>
                  <a:lnTo>
                    <a:pt x="886" y="412"/>
                  </a:lnTo>
                  <a:lnTo>
                    <a:pt x="875" y="420"/>
                  </a:lnTo>
                  <a:lnTo>
                    <a:pt x="863" y="428"/>
                  </a:lnTo>
                  <a:lnTo>
                    <a:pt x="850" y="438"/>
                  </a:lnTo>
                  <a:lnTo>
                    <a:pt x="836" y="448"/>
                  </a:lnTo>
                  <a:lnTo>
                    <a:pt x="820" y="452"/>
                  </a:lnTo>
                  <a:lnTo>
                    <a:pt x="803" y="446"/>
                  </a:lnTo>
                  <a:lnTo>
                    <a:pt x="789" y="431"/>
                  </a:lnTo>
                  <a:lnTo>
                    <a:pt x="779" y="416"/>
                  </a:lnTo>
                  <a:lnTo>
                    <a:pt x="768" y="411"/>
                  </a:lnTo>
                  <a:lnTo>
                    <a:pt x="753" y="413"/>
                  </a:lnTo>
                  <a:lnTo>
                    <a:pt x="738" y="416"/>
                  </a:lnTo>
                  <a:lnTo>
                    <a:pt x="725" y="413"/>
                  </a:lnTo>
                  <a:lnTo>
                    <a:pt x="717" y="404"/>
                  </a:lnTo>
                  <a:lnTo>
                    <a:pt x="711" y="395"/>
                  </a:lnTo>
                  <a:lnTo>
                    <a:pt x="703" y="388"/>
                  </a:lnTo>
                  <a:lnTo>
                    <a:pt x="691" y="384"/>
                  </a:lnTo>
                  <a:lnTo>
                    <a:pt x="679" y="378"/>
                  </a:lnTo>
                  <a:lnTo>
                    <a:pt x="673" y="369"/>
                  </a:lnTo>
                  <a:lnTo>
                    <a:pt x="670" y="358"/>
                  </a:lnTo>
                  <a:lnTo>
                    <a:pt x="669" y="347"/>
                  </a:lnTo>
                  <a:lnTo>
                    <a:pt x="665" y="337"/>
                  </a:lnTo>
                  <a:lnTo>
                    <a:pt x="664" y="325"/>
                  </a:lnTo>
                  <a:lnTo>
                    <a:pt x="672" y="314"/>
                  </a:lnTo>
                  <a:lnTo>
                    <a:pt x="689" y="304"/>
                  </a:lnTo>
                  <a:lnTo>
                    <a:pt x="707" y="297"/>
                  </a:lnTo>
                  <a:lnTo>
                    <a:pt x="715" y="289"/>
                  </a:lnTo>
                  <a:lnTo>
                    <a:pt x="710" y="278"/>
                  </a:lnTo>
                  <a:lnTo>
                    <a:pt x="699" y="263"/>
                  </a:lnTo>
                  <a:lnTo>
                    <a:pt x="693" y="248"/>
                  </a:lnTo>
                  <a:lnTo>
                    <a:pt x="697" y="236"/>
                  </a:lnTo>
                  <a:lnTo>
                    <a:pt x="709" y="230"/>
                  </a:lnTo>
                  <a:lnTo>
                    <a:pt x="722" y="224"/>
                  </a:lnTo>
                  <a:lnTo>
                    <a:pt x="731" y="218"/>
                  </a:lnTo>
                  <a:lnTo>
                    <a:pt x="741" y="211"/>
                  </a:lnTo>
                  <a:lnTo>
                    <a:pt x="752" y="208"/>
                  </a:lnTo>
                  <a:lnTo>
                    <a:pt x="765" y="208"/>
                  </a:lnTo>
                  <a:lnTo>
                    <a:pt x="777" y="209"/>
                  </a:lnTo>
                  <a:lnTo>
                    <a:pt x="786" y="206"/>
                  </a:lnTo>
                  <a:lnTo>
                    <a:pt x="795" y="200"/>
                  </a:lnTo>
                  <a:lnTo>
                    <a:pt x="806" y="196"/>
                  </a:lnTo>
                  <a:lnTo>
                    <a:pt x="816" y="199"/>
                  </a:lnTo>
                  <a:lnTo>
                    <a:pt x="826" y="207"/>
                  </a:lnTo>
                  <a:lnTo>
                    <a:pt x="836" y="212"/>
                  </a:lnTo>
                  <a:lnTo>
                    <a:pt x="848" y="209"/>
                  </a:lnTo>
                  <a:lnTo>
                    <a:pt x="865" y="200"/>
                  </a:lnTo>
                  <a:lnTo>
                    <a:pt x="883" y="194"/>
                  </a:lnTo>
                  <a:lnTo>
                    <a:pt x="898" y="198"/>
                  </a:lnTo>
                  <a:lnTo>
                    <a:pt x="905" y="211"/>
                  </a:lnTo>
                  <a:lnTo>
                    <a:pt x="907" y="226"/>
                  </a:lnTo>
                  <a:lnTo>
                    <a:pt x="910" y="240"/>
                  </a:lnTo>
                  <a:lnTo>
                    <a:pt x="915" y="250"/>
                  </a:lnTo>
                  <a:lnTo>
                    <a:pt x="922" y="259"/>
                  </a:lnTo>
                  <a:lnTo>
                    <a:pt x="927" y="268"/>
                  </a:lnTo>
                  <a:lnTo>
                    <a:pt x="932" y="277"/>
                  </a:lnTo>
                  <a:lnTo>
                    <a:pt x="942" y="285"/>
                  </a:lnTo>
                  <a:lnTo>
                    <a:pt x="957" y="293"/>
                  </a:lnTo>
                  <a:lnTo>
                    <a:pt x="974" y="303"/>
                  </a:lnTo>
                  <a:close/>
                </a:path>
              </a:pathLst>
            </a:custGeom>
            <a:solidFill>
              <a:srgbClr val="86D1BC">
                <a:alpha val="43000"/>
              </a:srgbClr>
            </a:solidFill>
            <a:ln>
              <a:noFill/>
            </a:ln>
          </p:spPr>
          <p:txBody>
            <a:bodyPr anchor="ctr"/>
            <a:lstStyle/>
            <a:p>
              <a:pPr algn="ctr">
                <a:buNone/>
              </a:pPr>
            </a:p>
          </p:txBody>
        </p:sp>
        <p:sp>
          <p:nvSpPr>
            <p:cNvPr id="777" name="addition:spatial:159"/>
            <p:cNvSpPr>
              <a:spLocks noGrp="1"/>
            </p:cNvSpPr>
            <p:nvPr/>
          </p:nvSpPr>
          <p:spPr>
            <a:xfrm>
              <a:off x="5648325" y="1666875"/>
              <a:ext cx="1237046" cy="730788"/>
            </a:xfrm>
            <a:custGeom>
              <a:avLst/>
              <a:gdLst/>
              <a:ahLst/>
              <a:cxnLst/>
              <a:rect l="l" t="t" r="r" b="b"/>
              <a:pathLst>
                <a:path w="933" h="432">
                  <a:moveTo>
                    <a:pt x="0" y="0"/>
                  </a:moveTo>
                  <a:moveTo>
                    <a:pt x="924" y="319"/>
                  </a:moveTo>
                  <a:lnTo>
                    <a:pt x="925" y="328"/>
                  </a:lnTo>
                  <a:lnTo>
                    <a:pt x="919" y="337"/>
                  </a:lnTo>
                  <a:lnTo>
                    <a:pt x="910" y="344"/>
                  </a:lnTo>
                  <a:lnTo>
                    <a:pt x="907" y="352"/>
                  </a:lnTo>
                  <a:lnTo>
                    <a:pt x="910" y="362"/>
                  </a:lnTo>
                  <a:lnTo>
                    <a:pt x="913" y="374"/>
                  </a:lnTo>
                  <a:lnTo>
                    <a:pt x="911" y="384"/>
                  </a:lnTo>
                  <a:lnTo>
                    <a:pt x="905" y="392"/>
                  </a:lnTo>
                  <a:lnTo>
                    <a:pt x="898" y="399"/>
                  </a:lnTo>
                  <a:lnTo>
                    <a:pt x="891" y="406"/>
                  </a:lnTo>
                  <a:lnTo>
                    <a:pt x="883" y="412"/>
                  </a:lnTo>
                  <a:lnTo>
                    <a:pt x="872" y="413"/>
                  </a:lnTo>
                  <a:lnTo>
                    <a:pt x="858" y="407"/>
                  </a:lnTo>
                  <a:lnTo>
                    <a:pt x="846" y="400"/>
                  </a:lnTo>
                  <a:lnTo>
                    <a:pt x="838" y="399"/>
                  </a:lnTo>
                  <a:lnTo>
                    <a:pt x="831" y="407"/>
                  </a:lnTo>
                  <a:lnTo>
                    <a:pt x="823" y="420"/>
                  </a:lnTo>
                  <a:lnTo>
                    <a:pt x="812" y="430"/>
                  </a:lnTo>
                  <a:lnTo>
                    <a:pt x="800" y="432"/>
                  </a:lnTo>
                  <a:lnTo>
                    <a:pt x="789" y="426"/>
                  </a:lnTo>
                  <a:lnTo>
                    <a:pt x="779" y="420"/>
                  </a:lnTo>
                  <a:lnTo>
                    <a:pt x="768" y="416"/>
                  </a:lnTo>
                  <a:lnTo>
                    <a:pt x="755" y="413"/>
                  </a:lnTo>
                  <a:lnTo>
                    <a:pt x="744" y="408"/>
                  </a:lnTo>
                  <a:lnTo>
                    <a:pt x="736" y="400"/>
                  </a:lnTo>
                  <a:lnTo>
                    <a:pt x="730" y="391"/>
                  </a:lnTo>
                  <a:lnTo>
                    <a:pt x="722" y="383"/>
                  </a:lnTo>
                  <a:lnTo>
                    <a:pt x="712" y="377"/>
                  </a:lnTo>
                  <a:lnTo>
                    <a:pt x="703" y="371"/>
                  </a:lnTo>
                  <a:lnTo>
                    <a:pt x="699" y="361"/>
                  </a:lnTo>
                  <a:lnTo>
                    <a:pt x="699" y="351"/>
                  </a:lnTo>
                  <a:lnTo>
                    <a:pt x="698" y="343"/>
                  </a:lnTo>
                  <a:lnTo>
                    <a:pt x="688" y="336"/>
                  </a:lnTo>
                  <a:lnTo>
                    <a:pt x="670" y="329"/>
                  </a:lnTo>
                  <a:lnTo>
                    <a:pt x="655" y="319"/>
                  </a:lnTo>
                  <a:lnTo>
                    <a:pt x="651" y="308"/>
                  </a:lnTo>
                  <a:lnTo>
                    <a:pt x="660" y="298"/>
                  </a:lnTo>
                  <a:lnTo>
                    <a:pt x="675" y="291"/>
                  </a:lnTo>
                  <a:lnTo>
                    <a:pt x="688" y="285"/>
                  </a:lnTo>
                  <a:lnTo>
                    <a:pt x="696" y="278"/>
                  </a:lnTo>
                  <a:lnTo>
                    <a:pt x="702" y="270"/>
                  </a:lnTo>
                  <a:lnTo>
                    <a:pt x="710" y="264"/>
                  </a:lnTo>
                  <a:lnTo>
                    <a:pt x="719" y="258"/>
                  </a:lnTo>
                  <a:lnTo>
                    <a:pt x="726" y="251"/>
                  </a:lnTo>
                  <a:lnTo>
                    <a:pt x="731" y="241"/>
                  </a:lnTo>
                  <a:lnTo>
                    <a:pt x="737" y="229"/>
                  </a:lnTo>
                  <a:lnTo>
                    <a:pt x="747" y="221"/>
                  </a:lnTo>
                  <a:lnTo>
                    <a:pt x="761" y="220"/>
                  </a:lnTo>
                  <a:lnTo>
                    <a:pt x="775" y="222"/>
                  </a:lnTo>
                  <a:lnTo>
                    <a:pt x="788" y="221"/>
                  </a:lnTo>
                  <a:lnTo>
                    <a:pt x="800" y="215"/>
                  </a:lnTo>
                  <a:lnTo>
                    <a:pt x="812" y="207"/>
                  </a:lnTo>
                  <a:lnTo>
                    <a:pt x="825" y="204"/>
                  </a:lnTo>
                  <a:lnTo>
                    <a:pt x="837" y="211"/>
                  </a:lnTo>
                  <a:lnTo>
                    <a:pt x="846" y="223"/>
                  </a:lnTo>
                  <a:lnTo>
                    <a:pt x="852" y="234"/>
                  </a:lnTo>
                  <a:lnTo>
                    <a:pt x="860" y="239"/>
                  </a:lnTo>
                  <a:lnTo>
                    <a:pt x="870" y="239"/>
                  </a:lnTo>
                  <a:lnTo>
                    <a:pt x="881" y="239"/>
                  </a:lnTo>
                  <a:lnTo>
                    <a:pt x="891" y="241"/>
                  </a:lnTo>
                  <a:lnTo>
                    <a:pt x="901" y="244"/>
                  </a:lnTo>
                  <a:lnTo>
                    <a:pt x="912" y="247"/>
                  </a:lnTo>
                  <a:lnTo>
                    <a:pt x="924" y="251"/>
                  </a:lnTo>
                  <a:lnTo>
                    <a:pt x="933" y="258"/>
                  </a:lnTo>
                  <a:lnTo>
                    <a:pt x="932" y="269"/>
                  </a:lnTo>
                  <a:lnTo>
                    <a:pt x="923" y="283"/>
                  </a:lnTo>
                  <a:lnTo>
                    <a:pt x="913" y="294"/>
                  </a:lnTo>
                  <a:lnTo>
                    <a:pt x="910" y="303"/>
                  </a:lnTo>
                  <a:lnTo>
                    <a:pt x="917" y="310"/>
                  </a:lnTo>
                  <a:close/>
                </a:path>
              </a:pathLst>
            </a:custGeom>
            <a:solidFill>
              <a:srgbClr val="56BFA2">
                <a:alpha val="35000"/>
              </a:srgbClr>
            </a:solidFill>
            <a:ln>
              <a:noFill/>
            </a:ln>
          </p:spPr>
          <p:txBody>
            <a:bodyPr anchor="ctr"/>
            <a:lstStyle/>
            <a:p>
              <a:pPr algn="ctr">
                <a:buNone/>
              </a:pPr>
            </a:p>
          </p:txBody>
        </p:sp>
        <p:sp>
          <p:nvSpPr>
            <p:cNvPr id="778" name="addition:spatial:160"/>
            <p:cNvSpPr>
              <a:spLocks noGrp="1"/>
            </p:cNvSpPr>
            <p:nvPr/>
          </p:nvSpPr>
          <p:spPr>
            <a:xfrm>
              <a:off x="5648325" y="1666875"/>
              <a:ext cx="1073963" cy="570083"/>
            </a:xfrm>
            <a:custGeom>
              <a:avLst/>
              <a:gdLst/>
              <a:ahLst/>
              <a:cxnLst/>
              <a:rect l="l" t="t" r="r" b="b"/>
              <a:pathLst>
                <a:path w="810" h="337">
                  <a:moveTo>
                    <a:pt x="0" y="0"/>
                  </a:moveTo>
                  <a:moveTo>
                    <a:pt x="802" y="289"/>
                  </a:moveTo>
                  <a:lnTo>
                    <a:pt x="800" y="292"/>
                  </a:lnTo>
                  <a:lnTo>
                    <a:pt x="803" y="296"/>
                  </a:lnTo>
                  <a:lnTo>
                    <a:pt x="807" y="301"/>
                  </a:lnTo>
                  <a:lnTo>
                    <a:pt x="810" y="306"/>
                  </a:lnTo>
                  <a:lnTo>
                    <a:pt x="810" y="310"/>
                  </a:lnTo>
                  <a:lnTo>
                    <a:pt x="807" y="313"/>
                  </a:lnTo>
                  <a:lnTo>
                    <a:pt x="803" y="316"/>
                  </a:lnTo>
                  <a:lnTo>
                    <a:pt x="799" y="318"/>
                  </a:lnTo>
                  <a:lnTo>
                    <a:pt x="795" y="320"/>
                  </a:lnTo>
                  <a:lnTo>
                    <a:pt x="790" y="320"/>
                  </a:lnTo>
                  <a:lnTo>
                    <a:pt x="784" y="320"/>
                  </a:lnTo>
                  <a:lnTo>
                    <a:pt x="780" y="320"/>
                  </a:lnTo>
                  <a:lnTo>
                    <a:pt x="777" y="323"/>
                  </a:lnTo>
                  <a:lnTo>
                    <a:pt x="775" y="329"/>
                  </a:lnTo>
                  <a:lnTo>
                    <a:pt x="771" y="335"/>
                  </a:lnTo>
                  <a:lnTo>
                    <a:pt x="766" y="337"/>
                  </a:lnTo>
                  <a:lnTo>
                    <a:pt x="760" y="336"/>
                  </a:lnTo>
                  <a:lnTo>
                    <a:pt x="755" y="333"/>
                  </a:lnTo>
                  <a:lnTo>
                    <a:pt x="749" y="331"/>
                  </a:lnTo>
                  <a:lnTo>
                    <a:pt x="744" y="331"/>
                  </a:lnTo>
                  <a:lnTo>
                    <a:pt x="738" y="332"/>
                  </a:lnTo>
                  <a:lnTo>
                    <a:pt x="732" y="331"/>
                  </a:lnTo>
                  <a:lnTo>
                    <a:pt x="728" y="327"/>
                  </a:lnTo>
                  <a:lnTo>
                    <a:pt x="725" y="323"/>
                  </a:lnTo>
                  <a:lnTo>
                    <a:pt x="722" y="320"/>
                  </a:lnTo>
                  <a:lnTo>
                    <a:pt x="718" y="318"/>
                  </a:lnTo>
                  <a:lnTo>
                    <a:pt x="714" y="316"/>
                  </a:lnTo>
                  <a:lnTo>
                    <a:pt x="712" y="312"/>
                  </a:lnTo>
                  <a:lnTo>
                    <a:pt x="710" y="309"/>
                  </a:lnTo>
                  <a:lnTo>
                    <a:pt x="706" y="307"/>
                  </a:lnTo>
                  <a:lnTo>
                    <a:pt x="700" y="305"/>
                  </a:lnTo>
                  <a:lnTo>
                    <a:pt x="693" y="302"/>
                  </a:lnTo>
                  <a:lnTo>
                    <a:pt x="690" y="298"/>
                  </a:lnTo>
                  <a:lnTo>
                    <a:pt x="692" y="293"/>
                  </a:lnTo>
                  <a:lnTo>
                    <a:pt x="699" y="289"/>
                  </a:lnTo>
                  <a:lnTo>
                    <a:pt x="706" y="285"/>
                  </a:lnTo>
                  <a:lnTo>
                    <a:pt x="709" y="282"/>
                  </a:lnTo>
                  <a:lnTo>
                    <a:pt x="710" y="279"/>
                  </a:lnTo>
                  <a:lnTo>
                    <a:pt x="710" y="275"/>
                  </a:lnTo>
                  <a:lnTo>
                    <a:pt x="711" y="271"/>
                  </a:lnTo>
                  <a:lnTo>
                    <a:pt x="714" y="268"/>
                  </a:lnTo>
                  <a:lnTo>
                    <a:pt x="717" y="265"/>
                  </a:lnTo>
                  <a:lnTo>
                    <a:pt x="719" y="261"/>
                  </a:lnTo>
                  <a:lnTo>
                    <a:pt x="721" y="256"/>
                  </a:lnTo>
                  <a:lnTo>
                    <a:pt x="724" y="253"/>
                  </a:lnTo>
                  <a:lnTo>
                    <a:pt x="729" y="252"/>
                  </a:lnTo>
                  <a:lnTo>
                    <a:pt x="734" y="251"/>
                  </a:lnTo>
                  <a:lnTo>
                    <a:pt x="738" y="249"/>
                  </a:lnTo>
                  <a:lnTo>
                    <a:pt x="742" y="245"/>
                  </a:lnTo>
                  <a:lnTo>
                    <a:pt x="746" y="243"/>
                  </a:lnTo>
                  <a:lnTo>
                    <a:pt x="751" y="243"/>
                  </a:lnTo>
                  <a:lnTo>
                    <a:pt x="755" y="248"/>
                  </a:lnTo>
                  <a:lnTo>
                    <a:pt x="759" y="252"/>
                  </a:lnTo>
                  <a:lnTo>
                    <a:pt x="762" y="255"/>
                  </a:lnTo>
                  <a:lnTo>
                    <a:pt x="765" y="253"/>
                  </a:lnTo>
                  <a:lnTo>
                    <a:pt x="770" y="250"/>
                  </a:lnTo>
                  <a:lnTo>
                    <a:pt x="775" y="248"/>
                  </a:lnTo>
                  <a:lnTo>
                    <a:pt x="780" y="249"/>
                  </a:lnTo>
                  <a:lnTo>
                    <a:pt x="784" y="250"/>
                  </a:lnTo>
                  <a:lnTo>
                    <a:pt x="788" y="252"/>
                  </a:lnTo>
                  <a:lnTo>
                    <a:pt x="792" y="255"/>
                  </a:lnTo>
                  <a:lnTo>
                    <a:pt x="794" y="258"/>
                  </a:lnTo>
                  <a:lnTo>
                    <a:pt x="794" y="263"/>
                  </a:lnTo>
                  <a:lnTo>
                    <a:pt x="793" y="268"/>
                  </a:lnTo>
                  <a:lnTo>
                    <a:pt x="793" y="272"/>
                  </a:lnTo>
                  <a:lnTo>
                    <a:pt x="796" y="275"/>
                  </a:lnTo>
                  <a:lnTo>
                    <a:pt x="801" y="278"/>
                  </a:lnTo>
                  <a:lnTo>
                    <a:pt x="804" y="281"/>
                  </a:lnTo>
                  <a:lnTo>
                    <a:pt x="804" y="285"/>
                  </a:lnTo>
                  <a:close/>
                </a:path>
              </a:pathLst>
            </a:custGeom>
            <a:solidFill>
              <a:srgbClr val="86D1BC">
                <a:alpha val="32000"/>
              </a:srgbClr>
            </a:solidFill>
            <a:ln>
              <a:noFill/>
            </a:ln>
          </p:spPr>
          <p:txBody>
            <a:bodyPr anchor="ctr"/>
            <a:lstStyle/>
            <a:p>
              <a:pPr algn="ctr">
                <a:buNone/>
              </a:pPr>
            </a:p>
          </p:txBody>
        </p:sp>
        <p:sp>
          <p:nvSpPr>
            <p:cNvPr id="779" name="addition:spatial:161"/>
            <p:cNvSpPr>
              <a:spLocks noGrp="1"/>
            </p:cNvSpPr>
            <p:nvPr/>
          </p:nvSpPr>
          <p:spPr>
            <a:xfrm>
              <a:off x="5648325" y="1666875"/>
              <a:ext cx="1125672" cy="502417"/>
            </a:xfrm>
            <a:custGeom>
              <a:avLst/>
              <a:gdLst/>
              <a:ahLst/>
              <a:cxnLst/>
              <a:rect l="l" t="t" r="r" b="b"/>
              <a:pathLst>
                <a:path w="849" h="297">
                  <a:moveTo>
                    <a:pt x="0" y="0"/>
                  </a:moveTo>
                  <a:moveTo>
                    <a:pt x="849" y="254"/>
                  </a:moveTo>
                  <a:lnTo>
                    <a:pt x="845" y="258"/>
                  </a:lnTo>
                  <a:lnTo>
                    <a:pt x="840" y="261"/>
                  </a:lnTo>
                  <a:lnTo>
                    <a:pt x="836" y="264"/>
                  </a:lnTo>
                  <a:lnTo>
                    <a:pt x="834" y="267"/>
                  </a:lnTo>
                  <a:lnTo>
                    <a:pt x="835" y="271"/>
                  </a:lnTo>
                  <a:lnTo>
                    <a:pt x="834" y="275"/>
                  </a:lnTo>
                  <a:lnTo>
                    <a:pt x="833" y="279"/>
                  </a:lnTo>
                  <a:lnTo>
                    <a:pt x="832" y="283"/>
                  </a:lnTo>
                  <a:lnTo>
                    <a:pt x="831" y="287"/>
                  </a:lnTo>
                  <a:lnTo>
                    <a:pt x="829" y="292"/>
                  </a:lnTo>
                  <a:lnTo>
                    <a:pt x="826" y="295"/>
                  </a:lnTo>
                  <a:lnTo>
                    <a:pt x="820" y="295"/>
                  </a:lnTo>
                  <a:lnTo>
                    <a:pt x="814" y="292"/>
                  </a:lnTo>
                  <a:lnTo>
                    <a:pt x="809" y="289"/>
                  </a:lnTo>
                  <a:lnTo>
                    <a:pt x="806" y="289"/>
                  </a:lnTo>
                  <a:lnTo>
                    <a:pt x="803" y="292"/>
                  </a:lnTo>
                  <a:lnTo>
                    <a:pt x="800" y="295"/>
                  </a:lnTo>
                  <a:lnTo>
                    <a:pt x="796" y="297"/>
                  </a:lnTo>
                  <a:lnTo>
                    <a:pt x="793" y="296"/>
                  </a:lnTo>
                  <a:lnTo>
                    <a:pt x="789" y="294"/>
                  </a:lnTo>
                  <a:lnTo>
                    <a:pt x="785" y="293"/>
                  </a:lnTo>
                  <a:lnTo>
                    <a:pt x="781" y="294"/>
                  </a:lnTo>
                  <a:lnTo>
                    <a:pt x="776" y="294"/>
                  </a:lnTo>
                  <a:lnTo>
                    <a:pt x="772" y="292"/>
                  </a:lnTo>
                  <a:lnTo>
                    <a:pt x="769" y="289"/>
                  </a:lnTo>
                  <a:lnTo>
                    <a:pt x="766" y="286"/>
                  </a:lnTo>
                  <a:lnTo>
                    <a:pt x="762" y="283"/>
                  </a:lnTo>
                  <a:lnTo>
                    <a:pt x="758" y="280"/>
                  </a:lnTo>
                  <a:lnTo>
                    <a:pt x="757" y="276"/>
                  </a:lnTo>
                  <a:lnTo>
                    <a:pt x="759" y="271"/>
                  </a:lnTo>
                  <a:lnTo>
                    <a:pt x="761" y="267"/>
                  </a:lnTo>
                  <a:lnTo>
                    <a:pt x="760" y="263"/>
                  </a:lnTo>
                  <a:lnTo>
                    <a:pt x="754" y="261"/>
                  </a:lnTo>
                  <a:lnTo>
                    <a:pt x="747" y="258"/>
                  </a:lnTo>
                  <a:lnTo>
                    <a:pt x="741" y="254"/>
                  </a:lnTo>
                  <a:lnTo>
                    <a:pt x="739" y="250"/>
                  </a:lnTo>
                  <a:lnTo>
                    <a:pt x="741" y="246"/>
                  </a:lnTo>
                  <a:lnTo>
                    <a:pt x="744" y="243"/>
                  </a:lnTo>
                  <a:lnTo>
                    <a:pt x="746" y="239"/>
                  </a:lnTo>
                  <a:lnTo>
                    <a:pt x="748" y="236"/>
                  </a:lnTo>
                  <a:lnTo>
                    <a:pt x="751" y="233"/>
                  </a:lnTo>
                  <a:lnTo>
                    <a:pt x="755" y="231"/>
                  </a:lnTo>
                  <a:lnTo>
                    <a:pt x="759" y="229"/>
                  </a:lnTo>
                  <a:lnTo>
                    <a:pt x="762" y="227"/>
                  </a:lnTo>
                  <a:lnTo>
                    <a:pt x="764" y="223"/>
                  </a:lnTo>
                  <a:lnTo>
                    <a:pt x="767" y="219"/>
                  </a:lnTo>
                  <a:lnTo>
                    <a:pt x="771" y="218"/>
                  </a:lnTo>
                  <a:lnTo>
                    <a:pt x="777" y="218"/>
                  </a:lnTo>
                  <a:lnTo>
                    <a:pt x="782" y="218"/>
                  </a:lnTo>
                  <a:lnTo>
                    <a:pt x="786" y="215"/>
                  </a:lnTo>
                  <a:lnTo>
                    <a:pt x="790" y="210"/>
                  </a:lnTo>
                  <a:lnTo>
                    <a:pt x="795" y="206"/>
                  </a:lnTo>
                  <a:lnTo>
                    <a:pt x="801" y="206"/>
                  </a:lnTo>
                  <a:lnTo>
                    <a:pt x="807" y="209"/>
                  </a:lnTo>
                  <a:lnTo>
                    <a:pt x="811" y="214"/>
                  </a:lnTo>
                  <a:lnTo>
                    <a:pt x="814" y="218"/>
                  </a:lnTo>
                  <a:lnTo>
                    <a:pt x="818" y="220"/>
                  </a:lnTo>
                  <a:lnTo>
                    <a:pt x="822" y="221"/>
                  </a:lnTo>
                  <a:lnTo>
                    <a:pt x="825" y="223"/>
                  </a:lnTo>
                  <a:lnTo>
                    <a:pt x="829" y="225"/>
                  </a:lnTo>
                  <a:lnTo>
                    <a:pt x="833" y="226"/>
                  </a:lnTo>
                  <a:lnTo>
                    <a:pt x="839" y="226"/>
                  </a:lnTo>
                  <a:lnTo>
                    <a:pt x="845" y="227"/>
                  </a:lnTo>
                  <a:lnTo>
                    <a:pt x="848" y="230"/>
                  </a:lnTo>
                  <a:lnTo>
                    <a:pt x="848" y="235"/>
                  </a:lnTo>
                  <a:lnTo>
                    <a:pt x="845" y="240"/>
                  </a:lnTo>
                  <a:lnTo>
                    <a:pt x="844" y="244"/>
                  </a:lnTo>
                  <a:lnTo>
                    <a:pt x="846" y="247"/>
                  </a:lnTo>
                  <a:lnTo>
                    <a:pt x="848" y="251"/>
                  </a:lnTo>
                  <a:close/>
                </a:path>
              </a:pathLst>
            </a:custGeom>
            <a:solidFill>
              <a:srgbClr val="86D1BC">
                <a:alpha val="32000"/>
              </a:srgbClr>
            </a:solidFill>
            <a:ln>
              <a:noFill/>
            </a:ln>
          </p:spPr>
          <p:txBody>
            <a:bodyPr anchor="ctr"/>
            <a:lstStyle/>
            <a:p>
              <a:pPr algn="ctr">
                <a:buNone/>
              </a:pPr>
            </a:p>
          </p:txBody>
        </p:sp>
        <p:sp>
          <p:nvSpPr>
            <p:cNvPr id="780" name="addition:spatial:162"/>
            <p:cNvSpPr>
              <a:spLocks noGrp="1"/>
            </p:cNvSpPr>
            <p:nvPr/>
          </p:nvSpPr>
          <p:spPr>
            <a:xfrm>
              <a:off x="5648325" y="1666875"/>
              <a:ext cx="1187988" cy="526100"/>
            </a:xfrm>
            <a:custGeom>
              <a:avLst/>
              <a:gdLst/>
              <a:ahLst/>
              <a:cxnLst/>
              <a:rect l="l" t="t" r="r" b="b"/>
              <a:pathLst>
                <a:path w="896" h="311">
                  <a:moveTo>
                    <a:pt x="0" y="0"/>
                  </a:moveTo>
                  <a:moveTo>
                    <a:pt x="890" y="264"/>
                  </a:moveTo>
                  <a:lnTo>
                    <a:pt x="890" y="268"/>
                  </a:lnTo>
                  <a:lnTo>
                    <a:pt x="890" y="271"/>
                  </a:lnTo>
                  <a:lnTo>
                    <a:pt x="890" y="275"/>
                  </a:lnTo>
                  <a:lnTo>
                    <a:pt x="891" y="279"/>
                  </a:lnTo>
                  <a:lnTo>
                    <a:pt x="894" y="285"/>
                  </a:lnTo>
                  <a:lnTo>
                    <a:pt x="896" y="291"/>
                  </a:lnTo>
                  <a:lnTo>
                    <a:pt x="896" y="296"/>
                  </a:lnTo>
                  <a:lnTo>
                    <a:pt x="891" y="298"/>
                  </a:lnTo>
                  <a:lnTo>
                    <a:pt x="884" y="297"/>
                  </a:lnTo>
                  <a:lnTo>
                    <a:pt x="878" y="296"/>
                  </a:lnTo>
                  <a:lnTo>
                    <a:pt x="874" y="297"/>
                  </a:lnTo>
                  <a:lnTo>
                    <a:pt x="872" y="300"/>
                  </a:lnTo>
                  <a:lnTo>
                    <a:pt x="870" y="304"/>
                  </a:lnTo>
                  <a:lnTo>
                    <a:pt x="867" y="306"/>
                  </a:lnTo>
                  <a:lnTo>
                    <a:pt x="863" y="307"/>
                  </a:lnTo>
                  <a:lnTo>
                    <a:pt x="858" y="307"/>
                  </a:lnTo>
                  <a:lnTo>
                    <a:pt x="854" y="308"/>
                  </a:lnTo>
                  <a:lnTo>
                    <a:pt x="850" y="310"/>
                  </a:lnTo>
                  <a:lnTo>
                    <a:pt x="845" y="311"/>
                  </a:lnTo>
                  <a:lnTo>
                    <a:pt x="840" y="310"/>
                  </a:lnTo>
                  <a:lnTo>
                    <a:pt x="835" y="308"/>
                  </a:lnTo>
                  <a:lnTo>
                    <a:pt x="830" y="307"/>
                  </a:lnTo>
                  <a:lnTo>
                    <a:pt x="824" y="307"/>
                  </a:lnTo>
                  <a:lnTo>
                    <a:pt x="818" y="306"/>
                  </a:lnTo>
                  <a:lnTo>
                    <a:pt x="815" y="302"/>
                  </a:lnTo>
                  <a:lnTo>
                    <a:pt x="814" y="295"/>
                  </a:lnTo>
                  <a:lnTo>
                    <a:pt x="815" y="289"/>
                  </a:lnTo>
                  <a:lnTo>
                    <a:pt x="814" y="285"/>
                  </a:lnTo>
                  <a:lnTo>
                    <a:pt x="809" y="284"/>
                  </a:lnTo>
                  <a:lnTo>
                    <a:pt x="801" y="283"/>
                  </a:lnTo>
                  <a:lnTo>
                    <a:pt x="795" y="281"/>
                  </a:lnTo>
                  <a:lnTo>
                    <a:pt x="791" y="277"/>
                  </a:lnTo>
                  <a:lnTo>
                    <a:pt x="790" y="273"/>
                  </a:lnTo>
                  <a:lnTo>
                    <a:pt x="789" y="268"/>
                  </a:lnTo>
                  <a:lnTo>
                    <a:pt x="789" y="264"/>
                  </a:lnTo>
                  <a:lnTo>
                    <a:pt x="790" y="260"/>
                  </a:lnTo>
                  <a:lnTo>
                    <a:pt x="793" y="256"/>
                  </a:lnTo>
                  <a:lnTo>
                    <a:pt x="798" y="252"/>
                  </a:lnTo>
                  <a:lnTo>
                    <a:pt x="801" y="249"/>
                  </a:lnTo>
                  <a:lnTo>
                    <a:pt x="803" y="246"/>
                  </a:lnTo>
                  <a:lnTo>
                    <a:pt x="803" y="241"/>
                  </a:lnTo>
                  <a:lnTo>
                    <a:pt x="805" y="237"/>
                  </a:lnTo>
                  <a:lnTo>
                    <a:pt x="810" y="235"/>
                  </a:lnTo>
                  <a:lnTo>
                    <a:pt x="816" y="234"/>
                  </a:lnTo>
                  <a:lnTo>
                    <a:pt x="821" y="233"/>
                  </a:lnTo>
                  <a:lnTo>
                    <a:pt x="824" y="229"/>
                  </a:lnTo>
                  <a:lnTo>
                    <a:pt x="825" y="223"/>
                  </a:lnTo>
                  <a:lnTo>
                    <a:pt x="828" y="217"/>
                  </a:lnTo>
                  <a:lnTo>
                    <a:pt x="833" y="214"/>
                  </a:lnTo>
                  <a:lnTo>
                    <a:pt x="839" y="215"/>
                  </a:lnTo>
                  <a:lnTo>
                    <a:pt x="845" y="217"/>
                  </a:lnTo>
                  <a:lnTo>
                    <a:pt x="850" y="219"/>
                  </a:lnTo>
                  <a:lnTo>
                    <a:pt x="854" y="220"/>
                  </a:lnTo>
                  <a:lnTo>
                    <a:pt x="858" y="222"/>
                  </a:lnTo>
                  <a:lnTo>
                    <a:pt x="861" y="225"/>
                  </a:lnTo>
                  <a:lnTo>
                    <a:pt x="864" y="228"/>
                  </a:lnTo>
                  <a:lnTo>
                    <a:pt x="868" y="227"/>
                  </a:lnTo>
                  <a:lnTo>
                    <a:pt x="874" y="225"/>
                  </a:lnTo>
                  <a:lnTo>
                    <a:pt x="880" y="223"/>
                  </a:lnTo>
                  <a:lnTo>
                    <a:pt x="884" y="224"/>
                  </a:lnTo>
                  <a:lnTo>
                    <a:pt x="886" y="229"/>
                  </a:lnTo>
                  <a:lnTo>
                    <a:pt x="886" y="234"/>
                  </a:lnTo>
                  <a:lnTo>
                    <a:pt x="887" y="238"/>
                  </a:lnTo>
                  <a:lnTo>
                    <a:pt x="890" y="241"/>
                  </a:lnTo>
                  <a:lnTo>
                    <a:pt x="894" y="243"/>
                  </a:lnTo>
                  <a:lnTo>
                    <a:pt x="896" y="247"/>
                  </a:lnTo>
                  <a:lnTo>
                    <a:pt x="895" y="252"/>
                  </a:lnTo>
                  <a:lnTo>
                    <a:pt x="892" y="256"/>
                  </a:lnTo>
                  <a:lnTo>
                    <a:pt x="890" y="260"/>
                  </a:lnTo>
                  <a:close/>
                </a:path>
              </a:pathLst>
            </a:custGeom>
            <a:solidFill>
              <a:srgbClr val="86D1BC">
                <a:alpha val="32000"/>
              </a:srgbClr>
            </a:solidFill>
            <a:ln>
              <a:noFill/>
            </a:ln>
          </p:spPr>
          <p:txBody>
            <a:bodyPr anchor="ctr"/>
            <a:lstStyle/>
            <a:p>
              <a:pPr algn="ctr">
                <a:buNone/>
              </a:pPr>
            </a:p>
          </p:txBody>
        </p:sp>
        <p:sp>
          <p:nvSpPr>
            <p:cNvPr id="781" name="addition:spatial:163"/>
            <p:cNvSpPr>
              <a:spLocks noGrp="1"/>
            </p:cNvSpPr>
            <p:nvPr/>
          </p:nvSpPr>
          <p:spPr>
            <a:xfrm>
              <a:off x="5648325" y="1666875"/>
              <a:ext cx="1259586" cy="595457"/>
            </a:xfrm>
            <a:custGeom>
              <a:avLst/>
              <a:gdLst/>
              <a:ahLst/>
              <a:cxnLst/>
              <a:rect l="l" t="t" r="r" b="b"/>
              <a:pathLst>
                <a:path w="950" h="352">
                  <a:moveTo>
                    <a:pt x="0" y="0"/>
                  </a:moveTo>
                  <a:moveTo>
                    <a:pt x="949" y="302"/>
                  </a:moveTo>
                  <a:lnTo>
                    <a:pt x="946" y="307"/>
                  </a:lnTo>
                  <a:lnTo>
                    <a:pt x="943" y="311"/>
                  </a:lnTo>
                  <a:lnTo>
                    <a:pt x="941" y="315"/>
                  </a:lnTo>
                  <a:lnTo>
                    <a:pt x="939" y="319"/>
                  </a:lnTo>
                  <a:lnTo>
                    <a:pt x="935" y="323"/>
                  </a:lnTo>
                  <a:lnTo>
                    <a:pt x="929" y="325"/>
                  </a:lnTo>
                  <a:lnTo>
                    <a:pt x="923" y="326"/>
                  </a:lnTo>
                  <a:lnTo>
                    <a:pt x="920" y="330"/>
                  </a:lnTo>
                  <a:lnTo>
                    <a:pt x="921" y="336"/>
                  </a:lnTo>
                  <a:lnTo>
                    <a:pt x="921" y="344"/>
                  </a:lnTo>
                  <a:lnTo>
                    <a:pt x="919" y="350"/>
                  </a:lnTo>
                  <a:lnTo>
                    <a:pt x="913" y="352"/>
                  </a:lnTo>
                  <a:lnTo>
                    <a:pt x="906" y="351"/>
                  </a:lnTo>
                  <a:lnTo>
                    <a:pt x="900" y="349"/>
                  </a:lnTo>
                  <a:lnTo>
                    <a:pt x="895" y="349"/>
                  </a:lnTo>
                  <a:lnTo>
                    <a:pt x="890" y="349"/>
                  </a:lnTo>
                  <a:lnTo>
                    <a:pt x="886" y="348"/>
                  </a:lnTo>
                  <a:lnTo>
                    <a:pt x="882" y="347"/>
                  </a:lnTo>
                  <a:lnTo>
                    <a:pt x="878" y="346"/>
                  </a:lnTo>
                  <a:lnTo>
                    <a:pt x="874" y="346"/>
                  </a:lnTo>
                  <a:lnTo>
                    <a:pt x="869" y="348"/>
                  </a:lnTo>
                  <a:lnTo>
                    <a:pt x="864" y="349"/>
                  </a:lnTo>
                  <a:lnTo>
                    <a:pt x="861" y="347"/>
                  </a:lnTo>
                  <a:lnTo>
                    <a:pt x="859" y="342"/>
                  </a:lnTo>
                  <a:lnTo>
                    <a:pt x="856" y="339"/>
                  </a:lnTo>
                  <a:lnTo>
                    <a:pt x="852" y="338"/>
                  </a:lnTo>
                  <a:lnTo>
                    <a:pt x="845" y="337"/>
                  </a:lnTo>
                  <a:lnTo>
                    <a:pt x="840" y="335"/>
                  </a:lnTo>
                  <a:lnTo>
                    <a:pt x="838" y="330"/>
                  </a:lnTo>
                  <a:lnTo>
                    <a:pt x="840" y="324"/>
                  </a:lnTo>
                  <a:lnTo>
                    <a:pt x="844" y="318"/>
                  </a:lnTo>
                  <a:lnTo>
                    <a:pt x="845" y="313"/>
                  </a:lnTo>
                  <a:lnTo>
                    <a:pt x="844" y="310"/>
                  </a:lnTo>
                  <a:lnTo>
                    <a:pt x="841" y="306"/>
                  </a:lnTo>
                  <a:lnTo>
                    <a:pt x="839" y="302"/>
                  </a:lnTo>
                  <a:lnTo>
                    <a:pt x="837" y="298"/>
                  </a:lnTo>
                  <a:lnTo>
                    <a:pt x="834" y="293"/>
                  </a:lnTo>
                  <a:lnTo>
                    <a:pt x="831" y="288"/>
                  </a:lnTo>
                  <a:lnTo>
                    <a:pt x="828" y="282"/>
                  </a:lnTo>
                  <a:lnTo>
                    <a:pt x="830" y="278"/>
                  </a:lnTo>
                  <a:lnTo>
                    <a:pt x="835" y="275"/>
                  </a:lnTo>
                  <a:lnTo>
                    <a:pt x="842" y="274"/>
                  </a:lnTo>
                  <a:lnTo>
                    <a:pt x="846" y="272"/>
                  </a:lnTo>
                  <a:lnTo>
                    <a:pt x="848" y="269"/>
                  </a:lnTo>
                  <a:lnTo>
                    <a:pt x="849" y="264"/>
                  </a:lnTo>
                  <a:lnTo>
                    <a:pt x="852" y="260"/>
                  </a:lnTo>
                  <a:lnTo>
                    <a:pt x="857" y="260"/>
                  </a:lnTo>
                  <a:lnTo>
                    <a:pt x="863" y="261"/>
                  </a:lnTo>
                  <a:lnTo>
                    <a:pt x="868" y="261"/>
                  </a:lnTo>
                  <a:lnTo>
                    <a:pt x="872" y="259"/>
                  </a:lnTo>
                  <a:lnTo>
                    <a:pt x="876" y="255"/>
                  </a:lnTo>
                  <a:lnTo>
                    <a:pt x="881" y="251"/>
                  </a:lnTo>
                  <a:lnTo>
                    <a:pt x="887" y="250"/>
                  </a:lnTo>
                  <a:lnTo>
                    <a:pt x="893" y="250"/>
                  </a:lnTo>
                  <a:lnTo>
                    <a:pt x="899" y="250"/>
                  </a:lnTo>
                  <a:lnTo>
                    <a:pt x="905" y="250"/>
                  </a:lnTo>
                  <a:lnTo>
                    <a:pt x="911" y="252"/>
                  </a:lnTo>
                  <a:lnTo>
                    <a:pt x="914" y="258"/>
                  </a:lnTo>
                  <a:lnTo>
                    <a:pt x="916" y="266"/>
                  </a:lnTo>
                  <a:lnTo>
                    <a:pt x="917" y="271"/>
                  </a:lnTo>
                  <a:lnTo>
                    <a:pt x="921" y="273"/>
                  </a:lnTo>
                  <a:lnTo>
                    <a:pt x="929" y="273"/>
                  </a:lnTo>
                  <a:lnTo>
                    <a:pt x="936" y="273"/>
                  </a:lnTo>
                  <a:lnTo>
                    <a:pt x="942" y="275"/>
                  </a:lnTo>
                  <a:lnTo>
                    <a:pt x="944" y="280"/>
                  </a:lnTo>
                  <a:lnTo>
                    <a:pt x="944" y="285"/>
                  </a:lnTo>
                  <a:lnTo>
                    <a:pt x="945" y="289"/>
                  </a:lnTo>
                  <a:lnTo>
                    <a:pt x="948" y="293"/>
                  </a:lnTo>
                  <a:lnTo>
                    <a:pt x="950" y="297"/>
                  </a:lnTo>
                  <a:close/>
                </a:path>
              </a:pathLst>
            </a:custGeom>
            <a:solidFill>
              <a:srgbClr val="86D1BC">
                <a:alpha val="32000"/>
              </a:srgbClr>
            </a:solidFill>
            <a:ln>
              <a:noFill/>
            </a:ln>
          </p:spPr>
          <p:txBody>
            <a:bodyPr anchor="ctr"/>
            <a:lstStyle/>
            <a:p>
              <a:pPr algn="ctr">
                <a:buNone/>
              </a:pPr>
            </a:p>
          </p:txBody>
        </p:sp>
        <p:sp>
          <p:nvSpPr>
            <p:cNvPr id="782" name="addition:spatial:164"/>
            <p:cNvSpPr>
              <a:spLocks noGrp="1"/>
            </p:cNvSpPr>
            <p:nvPr/>
          </p:nvSpPr>
          <p:spPr>
            <a:xfrm>
              <a:off x="5648325" y="1666875"/>
              <a:ext cx="1227765" cy="669889"/>
            </a:xfrm>
            <a:custGeom>
              <a:avLst/>
              <a:gdLst/>
              <a:ahLst/>
              <a:cxnLst/>
              <a:rect l="l" t="t" r="r" b="b"/>
              <a:pathLst>
                <a:path w="926" h="396">
                  <a:moveTo>
                    <a:pt x="0" y="0"/>
                  </a:moveTo>
                  <a:moveTo>
                    <a:pt x="926" y="344"/>
                  </a:moveTo>
                  <a:lnTo>
                    <a:pt x="925" y="348"/>
                  </a:lnTo>
                  <a:lnTo>
                    <a:pt x="925" y="353"/>
                  </a:lnTo>
                  <a:lnTo>
                    <a:pt x="925" y="358"/>
                  </a:lnTo>
                  <a:lnTo>
                    <a:pt x="924" y="363"/>
                  </a:lnTo>
                  <a:lnTo>
                    <a:pt x="919" y="367"/>
                  </a:lnTo>
                  <a:lnTo>
                    <a:pt x="910" y="369"/>
                  </a:lnTo>
                  <a:lnTo>
                    <a:pt x="900" y="369"/>
                  </a:lnTo>
                  <a:lnTo>
                    <a:pt x="893" y="370"/>
                  </a:lnTo>
                  <a:lnTo>
                    <a:pt x="891" y="374"/>
                  </a:lnTo>
                  <a:lnTo>
                    <a:pt x="891" y="381"/>
                  </a:lnTo>
                  <a:lnTo>
                    <a:pt x="890" y="388"/>
                  </a:lnTo>
                  <a:lnTo>
                    <a:pt x="885" y="393"/>
                  </a:lnTo>
                  <a:lnTo>
                    <a:pt x="877" y="394"/>
                  </a:lnTo>
                  <a:lnTo>
                    <a:pt x="870" y="395"/>
                  </a:lnTo>
                  <a:lnTo>
                    <a:pt x="863" y="396"/>
                  </a:lnTo>
                  <a:lnTo>
                    <a:pt x="856" y="396"/>
                  </a:lnTo>
                  <a:lnTo>
                    <a:pt x="849" y="395"/>
                  </a:lnTo>
                  <a:lnTo>
                    <a:pt x="843" y="392"/>
                  </a:lnTo>
                  <a:lnTo>
                    <a:pt x="837" y="390"/>
                  </a:lnTo>
                  <a:lnTo>
                    <a:pt x="832" y="389"/>
                  </a:lnTo>
                  <a:lnTo>
                    <a:pt x="826" y="390"/>
                  </a:lnTo>
                  <a:lnTo>
                    <a:pt x="820" y="390"/>
                  </a:lnTo>
                  <a:lnTo>
                    <a:pt x="815" y="388"/>
                  </a:lnTo>
                  <a:lnTo>
                    <a:pt x="813" y="383"/>
                  </a:lnTo>
                  <a:lnTo>
                    <a:pt x="811" y="379"/>
                  </a:lnTo>
                  <a:lnTo>
                    <a:pt x="806" y="377"/>
                  </a:lnTo>
                  <a:lnTo>
                    <a:pt x="798" y="377"/>
                  </a:lnTo>
                  <a:lnTo>
                    <a:pt x="790" y="377"/>
                  </a:lnTo>
                  <a:lnTo>
                    <a:pt x="784" y="374"/>
                  </a:lnTo>
                  <a:lnTo>
                    <a:pt x="784" y="368"/>
                  </a:lnTo>
                  <a:lnTo>
                    <a:pt x="787" y="362"/>
                  </a:lnTo>
                  <a:lnTo>
                    <a:pt x="791" y="357"/>
                  </a:lnTo>
                  <a:lnTo>
                    <a:pt x="793" y="352"/>
                  </a:lnTo>
                  <a:lnTo>
                    <a:pt x="794" y="348"/>
                  </a:lnTo>
                  <a:lnTo>
                    <a:pt x="796" y="344"/>
                  </a:lnTo>
                  <a:lnTo>
                    <a:pt x="799" y="340"/>
                  </a:lnTo>
                  <a:lnTo>
                    <a:pt x="798" y="336"/>
                  </a:lnTo>
                  <a:lnTo>
                    <a:pt x="794" y="331"/>
                  </a:lnTo>
                  <a:lnTo>
                    <a:pt x="789" y="325"/>
                  </a:lnTo>
                  <a:lnTo>
                    <a:pt x="788" y="319"/>
                  </a:lnTo>
                  <a:lnTo>
                    <a:pt x="792" y="316"/>
                  </a:lnTo>
                  <a:lnTo>
                    <a:pt x="799" y="314"/>
                  </a:lnTo>
                  <a:lnTo>
                    <a:pt x="804" y="312"/>
                  </a:lnTo>
                  <a:lnTo>
                    <a:pt x="807" y="308"/>
                  </a:lnTo>
                  <a:lnTo>
                    <a:pt x="808" y="303"/>
                  </a:lnTo>
                  <a:lnTo>
                    <a:pt x="811" y="298"/>
                  </a:lnTo>
                  <a:lnTo>
                    <a:pt x="816" y="297"/>
                  </a:lnTo>
                  <a:lnTo>
                    <a:pt x="823" y="299"/>
                  </a:lnTo>
                  <a:lnTo>
                    <a:pt x="829" y="301"/>
                  </a:lnTo>
                  <a:lnTo>
                    <a:pt x="834" y="301"/>
                  </a:lnTo>
                  <a:lnTo>
                    <a:pt x="838" y="299"/>
                  </a:lnTo>
                  <a:lnTo>
                    <a:pt x="843" y="297"/>
                  </a:lnTo>
                  <a:lnTo>
                    <a:pt x="848" y="296"/>
                  </a:lnTo>
                  <a:lnTo>
                    <a:pt x="854" y="295"/>
                  </a:lnTo>
                  <a:lnTo>
                    <a:pt x="861" y="293"/>
                  </a:lnTo>
                  <a:lnTo>
                    <a:pt x="869" y="290"/>
                  </a:lnTo>
                  <a:lnTo>
                    <a:pt x="877" y="289"/>
                  </a:lnTo>
                  <a:lnTo>
                    <a:pt x="883" y="293"/>
                  </a:lnTo>
                  <a:lnTo>
                    <a:pt x="885" y="301"/>
                  </a:lnTo>
                  <a:lnTo>
                    <a:pt x="886" y="308"/>
                  </a:lnTo>
                  <a:lnTo>
                    <a:pt x="889" y="313"/>
                  </a:lnTo>
                  <a:lnTo>
                    <a:pt x="895" y="314"/>
                  </a:lnTo>
                  <a:lnTo>
                    <a:pt x="903" y="315"/>
                  </a:lnTo>
                  <a:lnTo>
                    <a:pt x="909" y="318"/>
                  </a:lnTo>
                  <a:lnTo>
                    <a:pt x="912" y="322"/>
                  </a:lnTo>
                  <a:lnTo>
                    <a:pt x="913" y="327"/>
                  </a:lnTo>
                  <a:lnTo>
                    <a:pt x="916" y="331"/>
                  </a:lnTo>
                  <a:lnTo>
                    <a:pt x="921" y="335"/>
                  </a:lnTo>
                  <a:lnTo>
                    <a:pt x="925" y="339"/>
                  </a:lnTo>
                  <a:close/>
                </a:path>
              </a:pathLst>
            </a:custGeom>
            <a:solidFill>
              <a:srgbClr val="86D1BC">
                <a:alpha val="32000"/>
              </a:srgbClr>
            </a:solidFill>
            <a:ln>
              <a:noFill/>
            </a:ln>
          </p:spPr>
          <p:txBody>
            <a:bodyPr anchor="ctr"/>
            <a:lstStyle/>
            <a:p>
              <a:pPr algn="ctr">
                <a:buNone/>
              </a:pPr>
            </a:p>
          </p:txBody>
        </p:sp>
        <p:sp>
          <p:nvSpPr>
            <p:cNvPr id="783" name="addition:spatial:165"/>
            <p:cNvSpPr>
              <a:spLocks noGrp="1"/>
            </p:cNvSpPr>
            <p:nvPr/>
          </p:nvSpPr>
          <p:spPr>
            <a:xfrm>
              <a:off x="5648325" y="1666875"/>
              <a:ext cx="1130976" cy="674964"/>
            </a:xfrm>
            <a:custGeom>
              <a:avLst/>
              <a:gdLst/>
              <a:ahLst/>
              <a:cxnLst/>
              <a:rect l="l" t="t" r="r" b="b"/>
              <a:pathLst>
                <a:path w="853" h="399">
                  <a:moveTo>
                    <a:pt x="0" y="0"/>
                  </a:moveTo>
                  <a:moveTo>
                    <a:pt x="852" y="349"/>
                  </a:moveTo>
                  <a:lnTo>
                    <a:pt x="848" y="353"/>
                  </a:lnTo>
                  <a:lnTo>
                    <a:pt x="845" y="357"/>
                  </a:lnTo>
                  <a:lnTo>
                    <a:pt x="844" y="361"/>
                  </a:lnTo>
                  <a:lnTo>
                    <a:pt x="842" y="366"/>
                  </a:lnTo>
                  <a:lnTo>
                    <a:pt x="839" y="370"/>
                  </a:lnTo>
                  <a:lnTo>
                    <a:pt x="833" y="372"/>
                  </a:lnTo>
                  <a:lnTo>
                    <a:pt x="826" y="373"/>
                  </a:lnTo>
                  <a:lnTo>
                    <a:pt x="822" y="376"/>
                  </a:lnTo>
                  <a:lnTo>
                    <a:pt x="821" y="381"/>
                  </a:lnTo>
                  <a:lnTo>
                    <a:pt x="821" y="389"/>
                  </a:lnTo>
                  <a:lnTo>
                    <a:pt x="820" y="396"/>
                  </a:lnTo>
                  <a:lnTo>
                    <a:pt x="815" y="399"/>
                  </a:lnTo>
                  <a:lnTo>
                    <a:pt x="808" y="399"/>
                  </a:lnTo>
                  <a:lnTo>
                    <a:pt x="801" y="397"/>
                  </a:lnTo>
                  <a:lnTo>
                    <a:pt x="795" y="396"/>
                  </a:lnTo>
                  <a:lnTo>
                    <a:pt x="790" y="396"/>
                  </a:lnTo>
                  <a:lnTo>
                    <a:pt x="786" y="395"/>
                  </a:lnTo>
                  <a:lnTo>
                    <a:pt x="781" y="393"/>
                  </a:lnTo>
                  <a:lnTo>
                    <a:pt x="777" y="391"/>
                  </a:lnTo>
                  <a:lnTo>
                    <a:pt x="773" y="392"/>
                  </a:lnTo>
                  <a:lnTo>
                    <a:pt x="768" y="394"/>
                  </a:lnTo>
                  <a:lnTo>
                    <a:pt x="763" y="396"/>
                  </a:lnTo>
                  <a:lnTo>
                    <a:pt x="758" y="394"/>
                  </a:lnTo>
                  <a:lnTo>
                    <a:pt x="756" y="390"/>
                  </a:lnTo>
                  <a:lnTo>
                    <a:pt x="754" y="386"/>
                  </a:lnTo>
                  <a:lnTo>
                    <a:pt x="750" y="383"/>
                  </a:lnTo>
                  <a:lnTo>
                    <a:pt x="745" y="382"/>
                  </a:lnTo>
                  <a:lnTo>
                    <a:pt x="738" y="381"/>
                  </a:lnTo>
                  <a:lnTo>
                    <a:pt x="735" y="377"/>
                  </a:lnTo>
                  <a:lnTo>
                    <a:pt x="736" y="371"/>
                  </a:lnTo>
                  <a:lnTo>
                    <a:pt x="739" y="365"/>
                  </a:lnTo>
                  <a:lnTo>
                    <a:pt x="742" y="360"/>
                  </a:lnTo>
                  <a:lnTo>
                    <a:pt x="741" y="356"/>
                  </a:lnTo>
                  <a:lnTo>
                    <a:pt x="739" y="352"/>
                  </a:lnTo>
                  <a:lnTo>
                    <a:pt x="738" y="349"/>
                  </a:lnTo>
                  <a:lnTo>
                    <a:pt x="736" y="344"/>
                  </a:lnTo>
                  <a:lnTo>
                    <a:pt x="734" y="340"/>
                  </a:lnTo>
                  <a:lnTo>
                    <a:pt x="729" y="335"/>
                  </a:lnTo>
                  <a:lnTo>
                    <a:pt x="726" y="329"/>
                  </a:lnTo>
                  <a:lnTo>
                    <a:pt x="726" y="324"/>
                  </a:lnTo>
                  <a:lnTo>
                    <a:pt x="731" y="321"/>
                  </a:lnTo>
                  <a:lnTo>
                    <a:pt x="738" y="320"/>
                  </a:lnTo>
                  <a:lnTo>
                    <a:pt x="744" y="319"/>
                  </a:lnTo>
                  <a:lnTo>
                    <a:pt x="747" y="316"/>
                  </a:lnTo>
                  <a:lnTo>
                    <a:pt x="748" y="311"/>
                  </a:lnTo>
                  <a:lnTo>
                    <a:pt x="751" y="307"/>
                  </a:lnTo>
                  <a:lnTo>
                    <a:pt x="755" y="305"/>
                  </a:lnTo>
                  <a:lnTo>
                    <a:pt x="761" y="306"/>
                  </a:lnTo>
                  <a:lnTo>
                    <a:pt x="766" y="306"/>
                  </a:lnTo>
                  <a:lnTo>
                    <a:pt x="771" y="305"/>
                  </a:lnTo>
                  <a:lnTo>
                    <a:pt x="775" y="301"/>
                  </a:lnTo>
                  <a:lnTo>
                    <a:pt x="780" y="299"/>
                  </a:lnTo>
                  <a:lnTo>
                    <a:pt x="786" y="297"/>
                  </a:lnTo>
                  <a:lnTo>
                    <a:pt x="792" y="297"/>
                  </a:lnTo>
                  <a:lnTo>
                    <a:pt x="799" y="297"/>
                  </a:lnTo>
                  <a:lnTo>
                    <a:pt x="806" y="297"/>
                  </a:lnTo>
                  <a:lnTo>
                    <a:pt x="812" y="298"/>
                  </a:lnTo>
                  <a:lnTo>
                    <a:pt x="817" y="303"/>
                  </a:lnTo>
                  <a:lnTo>
                    <a:pt x="818" y="310"/>
                  </a:lnTo>
                  <a:lnTo>
                    <a:pt x="819" y="317"/>
                  </a:lnTo>
                  <a:lnTo>
                    <a:pt x="822" y="320"/>
                  </a:lnTo>
                  <a:lnTo>
                    <a:pt x="829" y="320"/>
                  </a:lnTo>
                  <a:lnTo>
                    <a:pt x="837" y="320"/>
                  </a:lnTo>
                  <a:lnTo>
                    <a:pt x="844" y="322"/>
                  </a:lnTo>
                  <a:lnTo>
                    <a:pt x="847" y="326"/>
                  </a:lnTo>
                  <a:lnTo>
                    <a:pt x="848" y="331"/>
                  </a:lnTo>
                  <a:lnTo>
                    <a:pt x="849" y="335"/>
                  </a:lnTo>
                  <a:lnTo>
                    <a:pt x="851" y="339"/>
                  </a:lnTo>
                  <a:lnTo>
                    <a:pt x="853" y="344"/>
                  </a:lnTo>
                  <a:close/>
                </a:path>
              </a:pathLst>
            </a:custGeom>
            <a:solidFill>
              <a:srgbClr val="86D1BC">
                <a:alpha val="32000"/>
              </a:srgbClr>
            </a:solidFill>
            <a:ln>
              <a:noFill/>
            </a:ln>
          </p:spPr>
          <p:txBody>
            <a:bodyPr anchor="ctr"/>
            <a:lstStyle/>
            <a:p>
              <a:pPr algn="ctr">
                <a:buNone/>
              </a:pPr>
            </a:p>
          </p:txBody>
        </p:sp>
        <p:sp>
          <p:nvSpPr>
            <p:cNvPr id="784" name="addition:spatial:166"/>
            <p:cNvSpPr>
              <a:spLocks noGrp="1"/>
            </p:cNvSpPr>
            <p:nvPr/>
          </p:nvSpPr>
          <p:spPr>
            <a:xfrm>
              <a:off x="5648325" y="1666875"/>
              <a:ext cx="1050097" cy="632673"/>
            </a:xfrm>
            <a:custGeom>
              <a:avLst/>
              <a:gdLst/>
              <a:ahLst/>
              <a:cxnLst/>
              <a:rect l="l" t="t" r="r" b="b"/>
              <a:pathLst>
                <a:path w="792" h="374">
                  <a:moveTo>
                    <a:pt x="0" y="0"/>
                  </a:moveTo>
                  <a:moveTo>
                    <a:pt x="792" y="331"/>
                  </a:moveTo>
                  <a:lnTo>
                    <a:pt x="789" y="335"/>
                  </a:lnTo>
                  <a:lnTo>
                    <a:pt x="783" y="338"/>
                  </a:lnTo>
                  <a:lnTo>
                    <a:pt x="776" y="340"/>
                  </a:lnTo>
                  <a:lnTo>
                    <a:pt x="772" y="343"/>
                  </a:lnTo>
                  <a:lnTo>
                    <a:pt x="771" y="346"/>
                  </a:lnTo>
                  <a:lnTo>
                    <a:pt x="771" y="350"/>
                  </a:lnTo>
                  <a:lnTo>
                    <a:pt x="771" y="355"/>
                  </a:lnTo>
                  <a:lnTo>
                    <a:pt x="769" y="358"/>
                  </a:lnTo>
                  <a:lnTo>
                    <a:pt x="766" y="362"/>
                  </a:lnTo>
                  <a:lnTo>
                    <a:pt x="764" y="366"/>
                  </a:lnTo>
                  <a:lnTo>
                    <a:pt x="761" y="370"/>
                  </a:lnTo>
                  <a:lnTo>
                    <a:pt x="757" y="371"/>
                  </a:lnTo>
                  <a:lnTo>
                    <a:pt x="752" y="371"/>
                  </a:lnTo>
                  <a:lnTo>
                    <a:pt x="747" y="369"/>
                  </a:lnTo>
                  <a:lnTo>
                    <a:pt x="743" y="368"/>
                  </a:lnTo>
                  <a:lnTo>
                    <a:pt x="739" y="370"/>
                  </a:lnTo>
                  <a:lnTo>
                    <a:pt x="736" y="373"/>
                  </a:lnTo>
                  <a:lnTo>
                    <a:pt x="732" y="374"/>
                  </a:lnTo>
                  <a:lnTo>
                    <a:pt x="729" y="371"/>
                  </a:lnTo>
                  <a:lnTo>
                    <a:pt x="726" y="367"/>
                  </a:lnTo>
                  <a:lnTo>
                    <a:pt x="724" y="365"/>
                  </a:lnTo>
                  <a:lnTo>
                    <a:pt x="720" y="365"/>
                  </a:lnTo>
                  <a:lnTo>
                    <a:pt x="716" y="367"/>
                  </a:lnTo>
                  <a:lnTo>
                    <a:pt x="710" y="368"/>
                  </a:lnTo>
                  <a:lnTo>
                    <a:pt x="706" y="367"/>
                  </a:lnTo>
                  <a:lnTo>
                    <a:pt x="704" y="364"/>
                  </a:lnTo>
                  <a:lnTo>
                    <a:pt x="701" y="361"/>
                  </a:lnTo>
                  <a:lnTo>
                    <a:pt x="699" y="357"/>
                  </a:lnTo>
                  <a:lnTo>
                    <a:pt x="698" y="353"/>
                  </a:lnTo>
                  <a:lnTo>
                    <a:pt x="699" y="348"/>
                  </a:lnTo>
                  <a:lnTo>
                    <a:pt x="702" y="343"/>
                  </a:lnTo>
                  <a:lnTo>
                    <a:pt x="703" y="340"/>
                  </a:lnTo>
                  <a:lnTo>
                    <a:pt x="700" y="337"/>
                  </a:lnTo>
                  <a:lnTo>
                    <a:pt x="695" y="334"/>
                  </a:lnTo>
                  <a:lnTo>
                    <a:pt x="689" y="331"/>
                  </a:lnTo>
                  <a:lnTo>
                    <a:pt x="688" y="327"/>
                  </a:lnTo>
                  <a:lnTo>
                    <a:pt x="689" y="323"/>
                  </a:lnTo>
                  <a:lnTo>
                    <a:pt x="692" y="320"/>
                  </a:lnTo>
                  <a:lnTo>
                    <a:pt x="693" y="316"/>
                  </a:lnTo>
                  <a:lnTo>
                    <a:pt x="692" y="312"/>
                  </a:lnTo>
                  <a:lnTo>
                    <a:pt x="691" y="308"/>
                  </a:lnTo>
                  <a:lnTo>
                    <a:pt x="693" y="304"/>
                  </a:lnTo>
                  <a:lnTo>
                    <a:pt x="697" y="302"/>
                  </a:lnTo>
                  <a:lnTo>
                    <a:pt x="701" y="301"/>
                  </a:lnTo>
                  <a:lnTo>
                    <a:pt x="705" y="299"/>
                  </a:lnTo>
                  <a:lnTo>
                    <a:pt x="708" y="298"/>
                  </a:lnTo>
                  <a:lnTo>
                    <a:pt x="712" y="296"/>
                  </a:lnTo>
                  <a:lnTo>
                    <a:pt x="716" y="297"/>
                  </a:lnTo>
                  <a:lnTo>
                    <a:pt x="720" y="296"/>
                  </a:lnTo>
                  <a:lnTo>
                    <a:pt x="724" y="294"/>
                  </a:lnTo>
                  <a:lnTo>
                    <a:pt x="727" y="289"/>
                  </a:lnTo>
                  <a:lnTo>
                    <a:pt x="732" y="283"/>
                  </a:lnTo>
                  <a:lnTo>
                    <a:pt x="737" y="281"/>
                  </a:lnTo>
                  <a:lnTo>
                    <a:pt x="742" y="283"/>
                  </a:lnTo>
                  <a:lnTo>
                    <a:pt x="747" y="288"/>
                  </a:lnTo>
                  <a:lnTo>
                    <a:pt x="750" y="292"/>
                  </a:lnTo>
                  <a:lnTo>
                    <a:pt x="754" y="295"/>
                  </a:lnTo>
                  <a:lnTo>
                    <a:pt x="759" y="296"/>
                  </a:lnTo>
                  <a:lnTo>
                    <a:pt x="763" y="297"/>
                  </a:lnTo>
                  <a:lnTo>
                    <a:pt x="766" y="300"/>
                  </a:lnTo>
                  <a:lnTo>
                    <a:pt x="769" y="303"/>
                  </a:lnTo>
                  <a:lnTo>
                    <a:pt x="772" y="305"/>
                  </a:lnTo>
                  <a:lnTo>
                    <a:pt x="777" y="307"/>
                  </a:lnTo>
                  <a:lnTo>
                    <a:pt x="781" y="309"/>
                  </a:lnTo>
                  <a:lnTo>
                    <a:pt x="783" y="312"/>
                  </a:lnTo>
                  <a:lnTo>
                    <a:pt x="783" y="316"/>
                  </a:lnTo>
                  <a:lnTo>
                    <a:pt x="784" y="320"/>
                  </a:lnTo>
                  <a:lnTo>
                    <a:pt x="787" y="323"/>
                  </a:lnTo>
                  <a:lnTo>
                    <a:pt x="790" y="327"/>
                  </a:lnTo>
                  <a:close/>
                </a:path>
              </a:pathLst>
            </a:custGeom>
            <a:solidFill>
              <a:srgbClr val="86D1BC">
                <a:alpha val="32000"/>
              </a:srgbClr>
            </a:solidFill>
            <a:ln>
              <a:noFill/>
            </a:ln>
          </p:spPr>
          <p:txBody>
            <a:bodyPr anchor="ctr"/>
            <a:lstStyle/>
            <a:p>
              <a:pPr algn="ctr">
                <a:buNone/>
              </a:pPr>
            </a:p>
          </p:txBody>
        </p:sp>
        <p:sp>
          <p:nvSpPr>
            <p:cNvPr id="785" name="addition:spatial:167"/>
            <p:cNvSpPr>
              <a:spLocks noGrp="1"/>
            </p:cNvSpPr>
            <p:nvPr/>
          </p:nvSpPr>
          <p:spPr>
            <a:xfrm>
              <a:off x="5648325" y="1666875"/>
              <a:ext cx="1189314" cy="651281"/>
            </a:xfrm>
            <a:custGeom>
              <a:avLst/>
              <a:gdLst/>
              <a:ahLst/>
              <a:cxnLst/>
              <a:rect l="l" t="t" r="r" b="b"/>
              <a:pathLst>
                <a:path w="897" h="385">
                  <a:moveTo>
                    <a:pt x="0" y="0"/>
                  </a:moveTo>
                  <a:moveTo>
                    <a:pt x="896" y="324"/>
                  </a:moveTo>
                  <a:lnTo>
                    <a:pt x="896" y="329"/>
                  </a:lnTo>
                  <a:lnTo>
                    <a:pt x="897" y="334"/>
                  </a:lnTo>
                  <a:lnTo>
                    <a:pt x="895" y="339"/>
                  </a:lnTo>
                  <a:lnTo>
                    <a:pt x="891" y="343"/>
                  </a:lnTo>
                  <a:lnTo>
                    <a:pt x="885" y="346"/>
                  </a:lnTo>
                  <a:lnTo>
                    <a:pt x="881" y="350"/>
                  </a:lnTo>
                  <a:lnTo>
                    <a:pt x="879" y="355"/>
                  </a:lnTo>
                  <a:lnTo>
                    <a:pt x="875" y="359"/>
                  </a:lnTo>
                  <a:lnTo>
                    <a:pt x="869" y="361"/>
                  </a:lnTo>
                  <a:lnTo>
                    <a:pt x="860" y="361"/>
                  </a:lnTo>
                  <a:lnTo>
                    <a:pt x="853" y="362"/>
                  </a:lnTo>
                  <a:lnTo>
                    <a:pt x="849" y="366"/>
                  </a:lnTo>
                  <a:lnTo>
                    <a:pt x="846" y="374"/>
                  </a:lnTo>
                  <a:lnTo>
                    <a:pt x="842" y="381"/>
                  </a:lnTo>
                  <a:lnTo>
                    <a:pt x="835" y="385"/>
                  </a:lnTo>
                  <a:lnTo>
                    <a:pt x="826" y="384"/>
                  </a:lnTo>
                  <a:lnTo>
                    <a:pt x="818" y="380"/>
                  </a:lnTo>
                  <a:lnTo>
                    <a:pt x="811" y="377"/>
                  </a:lnTo>
                  <a:lnTo>
                    <a:pt x="805" y="375"/>
                  </a:lnTo>
                  <a:lnTo>
                    <a:pt x="799" y="373"/>
                  </a:lnTo>
                  <a:lnTo>
                    <a:pt x="794" y="370"/>
                  </a:lnTo>
                  <a:lnTo>
                    <a:pt x="789" y="367"/>
                  </a:lnTo>
                  <a:lnTo>
                    <a:pt x="784" y="366"/>
                  </a:lnTo>
                  <a:lnTo>
                    <a:pt x="777" y="366"/>
                  </a:lnTo>
                  <a:lnTo>
                    <a:pt x="769" y="367"/>
                  </a:lnTo>
                  <a:lnTo>
                    <a:pt x="763" y="365"/>
                  </a:lnTo>
                  <a:lnTo>
                    <a:pt x="761" y="361"/>
                  </a:lnTo>
                  <a:lnTo>
                    <a:pt x="761" y="355"/>
                  </a:lnTo>
                  <a:lnTo>
                    <a:pt x="760" y="350"/>
                  </a:lnTo>
                  <a:lnTo>
                    <a:pt x="755" y="347"/>
                  </a:lnTo>
                  <a:lnTo>
                    <a:pt x="749" y="344"/>
                  </a:lnTo>
                  <a:lnTo>
                    <a:pt x="745" y="340"/>
                  </a:lnTo>
                  <a:lnTo>
                    <a:pt x="748" y="334"/>
                  </a:lnTo>
                  <a:lnTo>
                    <a:pt x="754" y="328"/>
                  </a:lnTo>
                  <a:lnTo>
                    <a:pt x="761" y="324"/>
                  </a:lnTo>
                  <a:lnTo>
                    <a:pt x="764" y="319"/>
                  </a:lnTo>
                  <a:lnTo>
                    <a:pt x="764" y="315"/>
                  </a:lnTo>
                  <a:lnTo>
                    <a:pt x="763" y="310"/>
                  </a:lnTo>
                  <a:lnTo>
                    <a:pt x="763" y="306"/>
                  </a:lnTo>
                  <a:lnTo>
                    <a:pt x="763" y="301"/>
                  </a:lnTo>
                  <a:lnTo>
                    <a:pt x="762" y="295"/>
                  </a:lnTo>
                  <a:lnTo>
                    <a:pt x="760" y="288"/>
                  </a:lnTo>
                  <a:lnTo>
                    <a:pt x="761" y="282"/>
                  </a:lnTo>
                  <a:lnTo>
                    <a:pt x="767" y="279"/>
                  </a:lnTo>
                  <a:lnTo>
                    <a:pt x="776" y="280"/>
                  </a:lnTo>
                  <a:lnTo>
                    <a:pt x="785" y="282"/>
                  </a:lnTo>
                  <a:lnTo>
                    <a:pt x="790" y="281"/>
                  </a:lnTo>
                  <a:lnTo>
                    <a:pt x="793" y="277"/>
                  </a:lnTo>
                  <a:lnTo>
                    <a:pt x="796" y="273"/>
                  </a:lnTo>
                  <a:lnTo>
                    <a:pt x="801" y="271"/>
                  </a:lnTo>
                  <a:lnTo>
                    <a:pt x="806" y="272"/>
                  </a:lnTo>
                  <a:lnTo>
                    <a:pt x="812" y="274"/>
                  </a:lnTo>
                  <a:lnTo>
                    <a:pt x="817" y="274"/>
                  </a:lnTo>
                  <a:lnTo>
                    <a:pt x="823" y="272"/>
                  </a:lnTo>
                  <a:lnTo>
                    <a:pt x="829" y="270"/>
                  </a:lnTo>
                  <a:lnTo>
                    <a:pt x="836" y="270"/>
                  </a:lnTo>
                  <a:lnTo>
                    <a:pt x="842" y="271"/>
                  </a:lnTo>
                  <a:lnTo>
                    <a:pt x="849" y="273"/>
                  </a:lnTo>
                  <a:lnTo>
                    <a:pt x="856" y="274"/>
                  </a:lnTo>
                  <a:lnTo>
                    <a:pt x="863" y="277"/>
                  </a:lnTo>
                  <a:lnTo>
                    <a:pt x="867" y="282"/>
                  </a:lnTo>
                  <a:lnTo>
                    <a:pt x="867" y="289"/>
                  </a:lnTo>
                  <a:lnTo>
                    <a:pt x="865" y="297"/>
                  </a:lnTo>
                  <a:lnTo>
                    <a:pt x="866" y="302"/>
                  </a:lnTo>
                  <a:lnTo>
                    <a:pt x="872" y="304"/>
                  </a:lnTo>
                  <a:lnTo>
                    <a:pt x="882" y="306"/>
                  </a:lnTo>
                  <a:lnTo>
                    <a:pt x="892" y="308"/>
                  </a:lnTo>
                  <a:lnTo>
                    <a:pt x="896" y="313"/>
                  </a:lnTo>
                  <a:lnTo>
                    <a:pt x="897" y="318"/>
                  </a:lnTo>
                  <a:close/>
                </a:path>
              </a:pathLst>
            </a:custGeom>
            <a:solidFill>
              <a:srgbClr val="86D1BC">
                <a:alpha val="32000"/>
              </a:srgbClr>
            </a:solidFill>
            <a:ln>
              <a:noFill/>
            </a:ln>
          </p:spPr>
          <p:txBody>
            <a:bodyPr anchor="ctr"/>
            <a:lstStyle/>
            <a:p>
              <a:pPr algn="ctr">
                <a:buNone/>
              </a:pPr>
            </a:p>
          </p:txBody>
        </p:sp>
        <p:sp>
          <p:nvSpPr>
            <p:cNvPr id="786" name="addition:spatial:168"/>
            <p:cNvSpPr>
              <a:spLocks noGrp="1"/>
            </p:cNvSpPr>
            <p:nvPr/>
          </p:nvSpPr>
          <p:spPr>
            <a:xfrm>
              <a:off x="5648325" y="1666875"/>
              <a:ext cx="1217158" cy="698647"/>
            </a:xfrm>
            <a:custGeom>
              <a:avLst/>
              <a:gdLst/>
              <a:ahLst/>
              <a:cxnLst/>
              <a:rect l="l" t="t" r="r" b="b"/>
              <a:pathLst>
                <a:path w="918" h="413">
                  <a:moveTo>
                    <a:pt x="0" y="0"/>
                  </a:moveTo>
                  <a:moveTo>
                    <a:pt x="914" y="314"/>
                  </a:moveTo>
                  <a:lnTo>
                    <a:pt x="915" y="322"/>
                  </a:lnTo>
                  <a:lnTo>
                    <a:pt x="912" y="329"/>
                  </a:lnTo>
                  <a:lnTo>
                    <a:pt x="909" y="337"/>
                  </a:lnTo>
                  <a:lnTo>
                    <a:pt x="910" y="345"/>
                  </a:lnTo>
                  <a:lnTo>
                    <a:pt x="913" y="354"/>
                  </a:lnTo>
                  <a:lnTo>
                    <a:pt x="912" y="362"/>
                  </a:lnTo>
                  <a:lnTo>
                    <a:pt x="906" y="369"/>
                  </a:lnTo>
                  <a:lnTo>
                    <a:pt x="900" y="374"/>
                  </a:lnTo>
                  <a:lnTo>
                    <a:pt x="895" y="381"/>
                  </a:lnTo>
                  <a:lnTo>
                    <a:pt x="890" y="387"/>
                  </a:lnTo>
                  <a:lnTo>
                    <a:pt x="883" y="392"/>
                  </a:lnTo>
                  <a:lnTo>
                    <a:pt x="872" y="391"/>
                  </a:lnTo>
                  <a:lnTo>
                    <a:pt x="860" y="386"/>
                  </a:lnTo>
                  <a:lnTo>
                    <a:pt x="850" y="382"/>
                  </a:lnTo>
                  <a:lnTo>
                    <a:pt x="844" y="385"/>
                  </a:lnTo>
                  <a:lnTo>
                    <a:pt x="838" y="395"/>
                  </a:lnTo>
                  <a:lnTo>
                    <a:pt x="830" y="407"/>
                  </a:lnTo>
                  <a:lnTo>
                    <a:pt x="819" y="413"/>
                  </a:lnTo>
                  <a:lnTo>
                    <a:pt x="808" y="412"/>
                  </a:lnTo>
                  <a:lnTo>
                    <a:pt x="797" y="407"/>
                  </a:lnTo>
                  <a:lnTo>
                    <a:pt x="787" y="402"/>
                  </a:lnTo>
                  <a:lnTo>
                    <a:pt x="777" y="399"/>
                  </a:lnTo>
                  <a:lnTo>
                    <a:pt x="767" y="394"/>
                  </a:lnTo>
                  <a:lnTo>
                    <a:pt x="760" y="387"/>
                  </a:lnTo>
                  <a:lnTo>
                    <a:pt x="754" y="378"/>
                  </a:lnTo>
                  <a:lnTo>
                    <a:pt x="748" y="372"/>
                  </a:lnTo>
                  <a:lnTo>
                    <a:pt x="738" y="369"/>
                  </a:lnTo>
                  <a:lnTo>
                    <a:pt x="726" y="365"/>
                  </a:lnTo>
                  <a:lnTo>
                    <a:pt x="718" y="360"/>
                  </a:lnTo>
                  <a:lnTo>
                    <a:pt x="716" y="351"/>
                  </a:lnTo>
                  <a:lnTo>
                    <a:pt x="717" y="342"/>
                  </a:lnTo>
                  <a:lnTo>
                    <a:pt x="713" y="335"/>
                  </a:lnTo>
                  <a:lnTo>
                    <a:pt x="703" y="330"/>
                  </a:lnTo>
                  <a:lnTo>
                    <a:pt x="689" y="323"/>
                  </a:lnTo>
                  <a:lnTo>
                    <a:pt x="681" y="314"/>
                  </a:lnTo>
                  <a:lnTo>
                    <a:pt x="684" y="305"/>
                  </a:lnTo>
                  <a:lnTo>
                    <a:pt x="695" y="297"/>
                  </a:lnTo>
                  <a:lnTo>
                    <a:pt x="708" y="291"/>
                  </a:lnTo>
                  <a:lnTo>
                    <a:pt x="717" y="285"/>
                  </a:lnTo>
                  <a:lnTo>
                    <a:pt x="723" y="279"/>
                  </a:lnTo>
                  <a:lnTo>
                    <a:pt x="730" y="273"/>
                  </a:lnTo>
                  <a:lnTo>
                    <a:pt x="738" y="268"/>
                  </a:lnTo>
                  <a:lnTo>
                    <a:pt x="744" y="262"/>
                  </a:lnTo>
                  <a:lnTo>
                    <a:pt x="747" y="253"/>
                  </a:lnTo>
                  <a:lnTo>
                    <a:pt x="749" y="242"/>
                  </a:lnTo>
                  <a:lnTo>
                    <a:pt x="754" y="231"/>
                  </a:lnTo>
                  <a:lnTo>
                    <a:pt x="765" y="227"/>
                  </a:lnTo>
                  <a:lnTo>
                    <a:pt x="778" y="229"/>
                  </a:lnTo>
                  <a:lnTo>
                    <a:pt x="791" y="232"/>
                  </a:lnTo>
                  <a:lnTo>
                    <a:pt x="801" y="231"/>
                  </a:lnTo>
                  <a:lnTo>
                    <a:pt x="810" y="225"/>
                  </a:lnTo>
                  <a:lnTo>
                    <a:pt x="819" y="220"/>
                  </a:lnTo>
                  <a:lnTo>
                    <a:pt x="829" y="221"/>
                  </a:lnTo>
                  <a:lnTo>
                    <a:pt x="838" y="227"/>
                  </a:lnTo>
                  <a:lnTo>
                    <a:pt x="845" y="236"/>
                  </a:lnTo>
                  <a:lnTo>
                    <a:pt x="851" y="241"/>
                  </a:lnTo>
                  <a:lnTo>
                    <a:pt x="859" y="241"/>
                  </a:lnTo>
                  <a:lnTo>
                    <a:pt x="867" y="241"/>
                  </a:lnTo>
                  <a:lnTo>
                    <a:pt x="876" y="243"/>
                  </a:lnTo>
                  <a:lnTo>
                    <a:pt x="883" y="245"/>
                  </a:lnTo>
                  <a:lnTo>
                    <a:pt x="892" y="248"/>
                  </a:lnTo>
                  <a:lnTo>
                    <a:pt x="904" y="249"/>
                  </a:lnTo>
                  <a:lnTo>
                    <a:pt x="914" y="253"/>
                  </a:lnTo>
                  <a:lnTo>
                    <a:pt x="918" y="262"/>
                  </a:lnTo>
                  <a:lnTo>
                    <a:pt x="913" y="273"/>
                  </a:lnTo>
                  <a:lnTo>
                    <a:pt x="903" y="285"/>
                  </a:lnTo>
                  <a:lnTo>
                    <a:pt x="896" y="294"/>
                  </a:lnTo>
                  <a:lnTo>
                    <a:pt x="899" y="300"/>
                  </a:lnTo>
                  <a:lnTo>
                    <a:pt x="907" y="307"/>
                  </a:lnTo>
                  <a:close/>
                </a:path>
              </a:pathLst>
            </a:custGeom>
            <a:solidFill>
              <a:srgbClr val="56BFA2">
                <a:alpha val="37000"/>
              </a:srgbClr>
            </a:solidFill>
            <a:ln>
              <a:noFill/>
            </a:ln>
          </p:spPr>
          <p:txBody>
            <a:bodyPr anchor="ctr"/>
            <a:lstStyle/>
            <a:p>
              <a:pPr algn="ctr">
                <a:buNone/>
              </a:pPr>
            </a:p>
          </p:txBody>
        </p:sp>
        <p:sp>
          <p:nvSpPr>
            <p:cNvPr id="787" name="addition:spatial:169"/>
            <p:cNvSpPr>
              <a:spLocks noGrp="1"/>
            </p:cNvSpPr>
            <p:nvPr/>
          </p:nvSpPr>
          <p:spPr>
            <a:xfrm>
              <a:off x="5648325" y="1666875"/>
              <a:ext cx="1096503" cy="561624"/>
            </a:xfrm>
            <a:custGeom>
              <a:avLst/>
              <a:gdLst/>
              <a:ahLst/>
              <a:cxnLst/>
              <a:rect l="l" t="t" r="r" b="b"/>
              <a:pathLst>
                <a:path w="827" h="332">
                  <a:moveTo>
                    <a:pt x="0" y="0"/>
                  </a:moveTo>
                  <a:moveTo>
                    <a:pt x="818" y="293"/>
                  </a:moveTo>
                  <a:lnTo>
                    <a:pt x="813" y="296"/>
                  </a:lnTo>
                  <a:lnTo>
                    <a:pt x="811" y="298"/>
                  </a:lnTo>
                  <a:lnTo>
                    <a:pt x="811" y="302"/>
                  </a:lnTo>
                  <a:lnTo>
                    <a:pt x="812" y="306"/>
                  </a:lnTo>
                  <a:lnTo>
                    <a:pt x="812" y="309"/>
                  </a:lnTo>
                  <a:lnTo>
                    <a:pt x="811" y="313"/>
                  </a:lnTo>
                  <a:lnTo>
                    <a:pt x="810" y="317"/>
                  </a:lnTo>
                  <a:lnTo>
                    <a:pt x="809" y="321"/>
                  </a:lnTo>
                  <a:lnTo>
                    <a:pt x="807" y="324"/>
                  </a:lnTo>
                  <a:lnTo>
                    <a:pt x="804" y="326"/>
                  </a:lnTo>
                  <a:lnTo>
                    <a:pt x="799" y="326"/>
                  </a:lnTo>
                  <a:lnTo>
                    <a:pt x="794" y="326"/>
                  </a:lnTo>
                  <a:lnTo>
                    <a:pt x="791" y="327"/>
                  </a:lnTo>
                  <a:lnTo>
                    <a:pt x="789" y="330"/>
                  </a:lnTo>
                  <a:lnTo>
                    <a:pt x="786" y="332"/>
                  </a:lnTo>
                  <a:lnTo>
                    <a:pt x="783" y="332"/>
                  </a:lnTo>
                  <a:lnTo>
                    <a:pt x="779" y="330"/>
                  </a:lnTo>
                  <a:lnTo>
                    <a:pt x="776" y="327"/>
                  </a:lnTo>
                  <a:lnTo>
                    <a:pt x="774" y="326"/>
                  </a:lnTo>
                  <a:lnTo>
                    <a:pt x="770" y="328"/>
                  </a:lnTo>
                  <a:lnTo>
                    <a:pt x="766" y="331"/>
                  </a:lnTo>
                  <a:lnTo>
                    <a:pt x="761" y="332"/>
                  </a:lnTo>
                  <a:lnTo>
                    <a:pt x="757" y="331"/>
                  </a:lnTo>
                  <a:lnTo>
                    <a:pt x="754" y="329"/>
                  </a:lnTo>
                  <a:lnTo>
                    <a:pt x="750" y="326"/>
                  </a:lnTo>
                  <a:lnTo>
                    <a:pt x="747" y="324"/>
                  </a:lnTo>
                  <a:lnTo>
                    <a:pt x="746" y="320"/>
                  </a:lnTo>
                  <a:lnTo>
                    <a:pt x="746" y="315"/>
                  </a:lnTo>
                  <a:lnTo>
                    <a:pt x="747" y="310"/>
                  </a:lnTo>
                  <a:lnTo>
                    <a:pt x="747" y="307"/>
                  </a:lnTo>
                  <a:lnTo>
                    <a:pt x="743" y="305"/>
                  </a:lnTo>
                  <a:lnTo>
                    <a:pt x="737" y="303"/>
                  </a:lnTo>
                  <a:lnTo>
                    <a:pt x="732" y="300"/>
                  </a:lnTo>
                  <a:lnTo>
                    <a:pt x="730" y="296"/>
                  </a:lnTo>
                  <a:lnTo>
                    <a:pt x="732" y="293"/>
                  </a:lnTo>
                  <a:lnTo>
                    <a:pt x="733" y="289"/>
                  </a:lnTo>
                  <a:lnTo>
                    <a:pt x="732" y="286"/>
                  </a:lnTo>
                  <a:lnTo>
                    <a:pt x="730" y="282"/>
                  </a:lnTo>
                  <a:lnTo>
                    <a:pt x="729" y="277"/>
                  </a:lnTo>
                  <a:lnTo>
                    <a:pt x="731" y="274"/>
                  </a:lnTo>
                  <a:lnTo>
                    <a:pt x="735" y="272"/>
                  </a:lnTo>
                  <a:lnTo>
                    <a:pt x="738" y="270"/>
                  </a:lnTo>
                  <a:lnTo>
                    <a:pt x="741" y="267"/>
                  </a:lnTo>
                  <a:lnTo>
                    <a:pt x="745" y="265"/>
                  </a:lnTo>
                  <a:lnTo>
                    <a:pt x="749" y="264"/>
                  </a:lnTo>
                  <a:lnTo>
                    <a:pt x="753" y="264"/>
                  </a:lnTo>
                  <a:lnTo>
                    <a:pt x="757" y="263"/>
                  </a:lnTo>
                  <a:lnTo>
                    <a:pt x="759" y="260"/>
                  </a:lnTo>
                  <a:lnTo>
                    <a:pt x="762" y="254"/>
                  </a:lnTo>
                  <a:lnTo>
                    <a:pt x="765" y="248"/>
                  </a:lnTo>
                  <a:lnTo>
                    <a:pt x="770" y="246"/>
                  </a:lnTo>
                  <a:lnTo>
                    <a:pt x="775" y="248"/>
                  </a:lnTo>
                  <a:lnTo>
                    <a:pt x="780" y="252"/>
                  </a:lnTo>
                  <a:lnTo>
                    <a:pt x="784" y="255"/>
                  </a:lnTo>
                  <a:lnTo>
                    <a:pt x="788" y="256"/>
                  </a:lnTo>
                  <a:lnTo>
                    <a:pt x="793" y="256"/>
                  </a:lnTo>
                  <a:lnTo>
                    <a:pt x="796" y="258"/>
                  </a:lnTo>
                  <a:lnTo>
                    <a:pt x="800" y="260"/>
                  </a:lnTo>
                  <a:lnTo>
                    <a:pt x="802" y="262"/>
                  </a:lnTo>
                  <a:lnTo>
                    <a:pt x="806" y="264"/>
                  </a:lnTo>
                  <a:lnTo>
                    <a:pt x="810" y="265"/>
                  </a:lnTo>
                  <a:lnTo>
                    <a:pt x="813" y="266"/>
                  </a:lnTo>
                  <a:lnTo>
                    <a:pt x="815" y="269"/>
                  </a:lnTo>
                  <a:lnTo>
                    <a:pt x="816" y="273"/>
                  </a:lnTo>
                  <a:lnTo>
                    <a:pt x="818" y="276"/>
                  </a:lnTo>
                  <a:lnTo>
                    <a:pt x="822" y="278"/>
                  </a:lnTo>
                  <a:lnTo>
                    <a:pt x="826" y="281"/>
                  </a:lnTo>
                  <a:lnTo>
                    <a:pt x="827" y="284"/>
                  </a:lnTo>
                  <a:lnTo>
                    <a:pt x="824" y="289"/>
                  </a:lnTo>
                  <a:close/>
                </a:path>
              </a:pathLst>
            </a:custGeom>
            <a:solidFill>
              <a:srgbClr val="41B796">
                <a:alpha val="36000"/>
              </a:srgbClr>
            </a:solidFill>
            <a:ln>
              <a:noFill/>
            </a:ln>
          </p:spPr>
          <p:txBody>
            <a:bodyPr anchor="ctr"/>
            <a:lstStyle/>
            <a:p>
              <a:pPr algn="ctr">
                <a:buNone/>
              </a:pPr>
            </a:p>
          </p:txBody>
        </p:sp>
        <p:sp>
          <p:nvSpPr>
            <p:cNvPr id="788" name="addition:spatial:170"/>
            <p:cNvSpPr>
              <a:spLocks noGrp="1"/>
            </p:cNvSpPr>
            <p:nvPr/>
          </p:nvSpPr>
          <p:spPr>
            <a:xfrm>
              <a:off x="5648325" y="1666875"/>
              <a:ext cx="1168100" cy="531175"/>
            </a:xfrm>
            <a:custGeom>
              <a:avLst/>
              <a:gdLst/>
              <a:ahLst/>
              <a:cxnLst/>
              <a:rect l="l" t="t" r="r" b="b"/>
              <a:pathLst>
                <a:path w="881" h="314">
                  <a:moveTo>
                    <a:pt x="0" y="0"/>
                  </a:moveTo>
                  <a:moveTo>
                    <a:pt x="879" y="281"/>
                  </a:moveTo>
                  <a:lnTo>
                    <a:pt x="881" y="284"/>
                  </a:lnTo>
                  <a:lnTo>
                    <a:pt x="880" y="287"/>
                  </a:lnTo>
                  <a:lnTo>
                    <a:pt x="877" y="289"/>
                  </a:lnTo>
                  <a:lnTo>
                    <a:pt x="873" y="291"/>
                  </a:lnTo>
                  <a:lnTo>
                    <a:pt x="871" y="293"/>
                  </a:lnTo>
                  <a:lnTo>
                    <a:pt x="871" y="296"/>
                  </a:lnTo>
                  <a:lnTo>
                    <a:pt x="871" y="299"/>
                  </a:lnTo>
                  <a:lnTo>
                    <a:pt x="869" y="301"/>
                  </a:lnTo>
                  <a:lnTo>
                    <a:pt x="865" y="302"/>
                  </a:lnTo>
                  <a:lnTo>
                    <a:pt x="861" y="302"/>
                  </a:lnTo>
                  <a:lnTo>
                    <a:pt x="857" y="302"/>
                  </a:lnTo>
                  <a:lnTo>
                    <a:pt x="855" y="305"/>
                  </a:lnTo>
                  <a:lnTo>
                    <a:pt x="853" y="308"/>
                  </a:lnTo>
                  <a:lnTo>
                    <a:pt x="851" y="311"/>
                  </a:lnTo>
                  <a:lnTo>
                    <a:pt x="847" y="312"/>
                  </a:lnTo>
                  <a:lnTo>
                    <a:pt x="843" y="313"/>
                  </a:lnTo>
                  <a:lnTo>
                    <a:pt x="840" y="314"/>
                  </a:lnTo>
                  <a:lnTo>
                    <a:pt x="836" y="314"/>
                  </a:lnTo>
                  <a:lnTo>
                    <a:pt x="832" y="313"/>
                  </a:lnTo>
                  <a:lnTo>
                    <a:pt x="829" y="309"/>
                  </a:lnTo>
                  <a:lnTo>
                    <a:pt x="827" y="305"/>
                  </a:lnTo>
                  <a:lnTo>
                    <a:pt x="825" y="303"/>
                  </a:lnTo>
                  <a:lnTo>
                    <a:pt x="822" y="303"/>
                  </a:lnTo>
                  <a:lnTo>
                    <a:pt x="818" y="304"/>
                  </a:lnTo>
                  <a:lnTo>
                    <a:pt x="814" y="305"/>
                  </a:lnTo>
                  <a:lnTo>
                    <a:pt x="811" y="304"/>
                  </a:lnTo>
                  <a:lnTo>
                    <a:pt x="810" y="301"/>
                  </a:lnTo>
                  <a:lnTo>
                    <a:pt x="809" y="298"/>
                  </a:lnTo>
                  <a:lnTo>
                    <a:pt x="808" y="296"/>
                  </a:lnTo>
                  <a:lnTo>
                    <a:pt x="805" y="294"/>
                  </a:lnTo>
                  <a:lnTo>
                    <a:pt x="804" y="292"/>
                  </a:lnTo>
                  <a:lnTo>
                    <a:pt x="804" y="289"/>
                  </a:lnTo>
                  <a:lnTo>
                    <a:pt x="805" y="286"/>
                  </a:lnTo>
                  <a:lnTo>
                    <a:pt x="806" y="283"/>
                  </a:lnTo>
                  <a:lnTo>
                    <a:pt x="806" y="281"/>
                  </a:lnTo>
                  <a:lnTo>
                    <a:pt x="807" y="278"/>
                  </a:lnTo>
                  <a:lnTo>
                    <a:pt x="809" y="276"/>
                  </a:lnTo>
                  <a:lnTo>
                    <a:pt x="812" y="274"/>
                  </a:lnTo>
                  <a:lnTo>
                    <a:pt x="815" y="272"/>
                  </a:lnTo>
                  <a:lnTo>
                    <a:pt x="814" y="269"/>
                  </a:lnTo>
                  <a:lnTo>
                    <a:pt x="812" y="265"/>
                  </a:lnTo>
                  <a:lnTo>
                    <a:pt x="810" y="261"/>
                  </a:lnTo>
                  <a:lnTo>
                    <a:pt x="811" y="257"/>
                  </a:lnTo>
                  <a:lnTo>
                    <a:pt x="814" y="256"/>
                  </a:lnTo>
                  <a:lnTo>
                    <a:pt x="818" y="256"/>
                  </a:lnTo>
                  <a:lnTo>
                    <a:pt x="822" y="256"/>
                  </a:lnTo>
                  <a:lnTo>
                    <a:pt x="824" y="255"/>
                  </a:lnTo>
                  <a:lnTo>
                    <a:pt x="827" y="254"/>
                  </a:lnTo>
                  <a:lnTo>
                    <a:pt x="829" y="254"/>
                  </a:lnTo>
                  <a:lnTo>
                    <a:pt x="832" y="254"/>
                  </a:lnTo>
                  <a:lnTo>
                    <a:pt x="834" y="254"/>
                  </a:lnTo>
                  <a:lnTo>
                    <a:pt x="836" y="253"/>
                  </a:lnTo>
                  <a:lnTo>
                    <a:pt x="839" y="251"/>
                  </a:lnTo>
                  <a:lnTo>
                    <a:pt x="842" y="250"/>
                  </a:lnTo>
                  <a:lnTo>
                    <a:pt x="845" y="251"/>
                  </a:lnTo>
                  <a:lnTo>
                    <a:pt x="847" y="253"/>
                  </a:lnTo>
                  <a:lnTo>
                    <a:pt x="850" y="254"/>
                  </a:lnTo>
                  <a:lnTo>
                    <a:pt x="853" y="254"/>
                  </a:lnTo>
                  <a:lnTo>
                    <a:pt x="858" y="253"/>
                  </a:lnTo>
                  <a:lnTo>
                    <a:pt x="862" y="254"/>
                  </a:lnTo>
                  <a:lnTo>
                    <a:pt x="864" y="257"/>
                  </a:lnTo>
                  <a:lnTo>
                    <a:pt x="864" y="261"/>
                  </a:lnTo>
                  <a:lnTo>
                    <a:pt x="863" y="265"/>
                  </a:lnTo>
                  <a:lnTo>
                    <a:pt x="863" y="268"/>
                  </a:lnTo>
                  <a:lnTo>
                    <a:pt x="866" y="269"/>
                  </a:lnTo>
                  <a:lnTo>
                    <a:pt x="869" y="271"/>
                  </a:lnTo>
                  <a:lnTo>
                    <a:pt x="871" y="273"/>
                  </a:lnTo>
                  <a:lnTo>
                    <a:pt x="873" y="276"/>
                  </a:lnTo>
                  <a:lnTo>
                    <a:pt x="876" y="278"/>
                  </a:lnTo>
                  <a:close/>
                </a:path>
              </a:pathLst>
            </a:custGeom>
            <a:solidFill>
              <a:srgbClr val="41B796">
                <a:alpha val="36000"/>
              </a:srgbClr>
            </a:solidFill>
            <a:ln>
              <a:noFill/>
            </a:ln>
          </p:spPr>
          <p:txBody>
            <a:bodyPr anchor="ctr"/>
            <a:lstStyle/>
            <a:p>
              <a:pPr algn="ctr">
                <a:buNone/>
              </a:pPr>
            </a:p>
          </p:txBody>
        </p:sp>
        <p:sp>
          <p:nvSpPr>
            <p:cNvPr id="789" name="addition:spatial:171"/>
            <p:cNvSpPr>
              <a:spLocks noGrp="1"/>
            </p:cNvSpPr>
            <p:nvPr/>
          </p:nvSpPr>
          <p:spPr>
            <a:xfrm>
              <a:off x="5648325" y="1666875"/>
              <a:ext cx="1223787" cy="639440"/>
            </a:xfrm>
            <a:custGeom>
              <a:avLst/>
              <a:gdLst/>
              <a:ahLst/>
              <a:cxnLst/>
              <a:rect l="l" t="t" r="r" b="b"/>
              <a:pathLst>
                <a:path w="923" h="378">
                  <a:moveTo>
                    <a:pt x="0" y="0"/>
                  </a:moveTo>
                  <a:moveTo>
                    <a:pt x="912" y="333"/>
                  </a:moveTo>
                  <a:lnTo>
                    <a:pt x="918" y="337"/>
                  </a:lnTo>
                  <a:lnTo>
                    <a:pt x="923" y="341"/>
                  </a:lnTo>
                  <a:lnTo>
                    <a:pt x="922" y="345"/>
                  </a:lnTo>
                  <a:lnTo>
                    <a:pt x="917" y="348"/>
                  </a:lnTo>
                  <a:lnTo>
                    <a:pt x="912" y="350"/>
                  </a:lnTo>
                  <a:lnTo>
                    <a:pt x="908" y="352"/>
                  </a:lnTo>
                  <a:lnTo>
                    <a:pt x="906" y="355"/>
                  </a:lnTo>
                  <a:lnTo>
                    <a:pt x="904" y="358"/>
                  </a:lnTo>
                  <a:lnTo>
                    <a:pt x="901" y="360"/>
                  </a:lnTo>
                  <a:lnTo>
                    <a:pt x="897" y="361"/>
                  </a:lnTo>
                  <a:lnTo>
                    <a:pt x="894" y="363"/>
                  </a:lnTo>
                  <a:lnTo>
                    <a:pt x="891" y="367"/>
                  </a:lnTo>
                  <a:lnTo>
                    <a:pt x="888" y="370"/>
                  </a:lnTo>
                  <a:lnTo>
                    <a:pt x="883" y="372"/>
                  </a:lnTo>
                  <a:lnTo>
                    <a:pt x="878" y="371"/>
                  </a:lnTo>
                  <a:lnTo>
                    <a:pt x="873" y="371"/>
                  </a:lnTo>
                  <a:lnTo>
                    <a:pt x="869" y="372"/>
                  </a:lnTo>
                  <a:lnTo>
                    <a:pt x="864" y="376"/>
                  </a:lnTo>
                  <a:lnTo>
                    <a:pt x="858" y="378"/>
                  </a:lnTo>
                  <a:lnTo>
                    <a:pt x="853" y="377"/>
                  </a:lnTo>
                  <a:lnTo>
                    <a:pt x="849" y="372"/>
                  </a:lnTo>
                  <a:lnTo>
                    <a:pt x="847" y="366"/>
                  </a:lnTo>
                  <a:lnTo>
                    <a:pt x="845" y="362"/>
                  </a:lnTo>
                  <a:lnTo>
                    <a:pt x="841" y="361"/>
                  </a:lnTo>
                  <a:lnTo>
                    <a:pt x="837" y="361"/>
                  </a:lnTo>
                  <a:lnTo>
                    <a:pt x="833" y="360"/>
                  </a:lnTo>
                  <a:lnTo>
                    <a:pt x="829" y="358"/>
                  </a:lnTo>
                  <a:lnTo>
                    <a:pt x="825" y="357"/>
                  </a:lnTo>
                  <a:lnTo>
                    <a:pt x="821" y="355"/>
                  </a:lnTo>
                  <a:lnTo>
                    <a:pt x="817" y="352"/>
                  </a:lnTo>
                  <a:lnTo>
                    <a:pt x="815" y="349"/>
                  </a:lnTo>
                  <a:lnTo>
                    <a:pt x="817" y="344"/>
                  </a:lnTo>
                  <a:lnTo>
                    <a:pt x="821" y="340"/>
                  </a:lnTo>
                  <a:lnTo>
                    <a:pt x="824" y="336"/>
                  </a:lnTo>
                  <a:lnTo>
                    <a:pt x="823" y="333"/>
                  </a:lnTo>
                  <a:lnTo>
                    <a:pt x="821" y="330"/>
                  </a:lnTo>
                  <a:lnTo>
                    <a:pt x="821" y="326"/>
                  </a:lnTo>
                  <a:lnTo>
                    <a:pt x="824" y="323"/>
                  </a:lnTo>
                  <a:lnTo>
                    <a:pt x="829" y="320"/>
                  </a:lnTo>
                  <a:lnTo>
                    <a:pt x="833" y="318"/>
                  </a:lnTo>
                  <a:lnTo>
                    <a:pt x="835" y="315"/>
                  </a:lnTo>
                  <a:lnTo>
                    <a:pt x="834" y="311"/>
                  </a:lnTo>
                  <a:lnTo>
                    <a:pt x="834" y="306"/>
                  </a:lnTo>
                  <a:lnTo>
                    <a:pt x="835" y="302"/>
                  </a:lnTo>
                  <a:lnTo>
                    <a:pt x="838" y="299"/>
                  </a:lnTo>
                  <a:lnTo>
                    <a:pt x="842" y="297"/>
                  </a:lnTo>
                  <a:lnTo>
                    <a:pt x="845" y="295"/>
                  </a:lnTo>
                  <a:lnTo>
                    <a:pt x="849" y="294"/>
                  </a:lnTo>
                  <a:lnTo>
                    <a:pt x="854" y="295"/>
                  </a:lnTo>
                  <a:lnTo>
                    <a:pt x="859" y="298"/>
                  </a:lnTo>
                  <a:lnTo>
                    <a:pt x="862" y="301"/>
                  </a:lnTo>
                  <a:lnTo>
                    <a:pt x="865" y="301"/>
                  </a:lnTo>
                  <a:lnTo>
                    <a:pt x="868" y="297"/>
                  </a:lnTo>
                  <a:lnTo>
                    <a:pt x="872" y="293"/>
                  </a:lnTo>
                  <a:lnTo>
                    <a:pt x="876" y="292"/>
                  </a:lnTo>
                  <a:lnTo>
                    <a:pt x="879" y="293"/>
                  </a:lnTo>
                  <a:lnTo>
                    <a:pt x="882" y="296"/>
                  </a:lnTo>
                  <a:lnTo>
                    <a:pt x="885" y="299"/>
                  </a:lnTo>
                  <a:lnTo>
                    <a:pt x="890" y="299"/>
                  </a:lnTo>
                  <a:lnTo>
                    <a:pt x="894" y="300"/>
                  </a:lnTo>
                  <a:lnTo>
                    <a:pt x="898" y="302"/>
                  </a:lnTo>
                  <a:lnTo>
                    <a:pt x="900" y="306"/>
                  </a:lnTo>
                  <a:lnTo>
                    <a:pt x="901" y="310"/>
                  </a:lnTo>
                  <a:lnTo>
                    <a:pt x="903" y="313"/>
                  </a:lnTo>
                  <a:lnTo>
                    <a:pt x="905" y="316"/>
                  </a:lnTo>
                  <a:lnTo>
                    <a:pt x="906" y="320"/>
                  </a:lnTo>
                  <a:lnTo>
                    <a:pt x="906" y="324"/>
                  </a:lnTo>
                  <a:lnTo>
                    <a:pt x="905" y="327"/>
                  </a:lnTo>
                  <a:lnTo>
                    <a:pt x="907" y="330"/>
                  </a:lnTo>
                  <a:close/>
                </a:path>
              </a:pathLst>
            </a:custGeom>
            <a:solidFill>
              <a:srgbClr val="41B796">
                <a:alpha val="36000"/>
              </a:srgbClr>
            </a:solidFill>
            <a:ln>
              <a:noFill/>
            </a:ln>
          </p:spPr>
          <p:txBody>
            <a:bodyPr anchor="ctr"/>
            <a:lstStyle/>
            <a:p>
              <a:pPr algn="ctr">
                <a:buNone/>
              </a:pPr>
            </a:p>
          </p:txBody>
        </p:sp>
        <p:sp>
          <p:nvSpPr>
            <p:cNvPr id="790" name="addition:spatial:172"/>
            <p:cNvSpPr>
              <a:spLocks noGrp="1"/>
            </p:cNvSpPr>
            <p:nvPr/>
          </p:nvSpPr>
          <p:spPr>
            <a:xfrm>
              <a:off x="5648325" y="1666875"/>
              <a:ext cx="1125672" cy="666506"/>
            </a:xfrm>
            <a:custGeom>
              <a:avLst/>
              <a:gdLst/>
              <a:ahLst/>
              <a:cxnLst/>
              <a:rect l="l" t="t" r="r" b="b"/>
              <a:pathLst>
                <a:path w="849" h="394">
                  <a:moveTo>
                    <a:pt x="0" y="0"/>
                  </a:moveTo>
                  <a:moveTo>
                    <a:pt x="848" y="356"/>
                  </a:moveTo>
                  <a:lnTo>
                    <a:pt x="845" y="359"/>
                  </a:lnTo>
                  <a:lnTo>
                    <a:pt x="844" y="361"/>
                  </a:lnTo>
                  <a:lnTo>
                    <a:pt x="845" y="365"/>
                  </a:lnTo>
                  <a:lnTo>
                    <a:pt x="846" y="368"/>
                  </a:lnTo>
                  <a:lnTo>
                    <a:pt x="844" y="371"/>
                  </a:lnTo>
                  <a:lnTo>
                    <a:pt x="840" y="373"/>
                  </a:lnTo>
                  <a:lnTo>
                    <a:pt x="834" y="374"/>
                  </a:lnTo>
                  <a:lnTo>
                    <a:pt x="829" y="374"/>
                  </a:lnTo>
                  <a:lnTo>
                    <a:pt x="827" y="376"/>
                  </a:lnTo>
                  <a:lnTo>
                    <a:pt x="825" y="380"/>
                  </a:lnTo>
                  <a:lnTo>
                    <a:pt x="823" y="383"/>
                  </a:lnTo>
                  <a:lnTo>
                    <a:pt x="821" y="385"/>
                  </a:lnTo>
                  <a:lnTo>
                    <a:pt x="817" y="388"/>
                  </a:lnTo>
                  <a:lnTo>
                    <a:pt x="814" y="390"/>
                  </a:lnTo>
                  <a:lnTo>
                    <a:pt x="810" y="393"/>
                  </a:lnTo>
                  <a:lnTo>
                    <a:pt x="805" y="394"/>
                  </a:lnTo>
                  <a:lnTo>
                    <a:pt x="801" y="392"/>
                  </a:lnTo>
                  <a:lnTo>
                    <a:pt x="797" y="388"/>
                  </a:lnTo>
                  <a:lnTo>
                    <a:pt x="794" y="384"/>
                  </a:lnTo>
                  <a:lnTo>
                    <a:pt x="790" y="384"/>
                  </a:lnTo>
                  <a:lnTo>
                    <a:pt x="787" y="385"/>
                  </a:lnTo>
                  <a:lnTo>
                    <a:pt x="782" y="386"/>
                  </a:lnTo>
                  <a:lnTo>
                    <a:pt x="779" y="386"/>
                  </a:lnTo>
                  <a:lnTo>
                    <a:pt x="777" y="383"/>
                  </a:lnTo>
                  <a:lnTo>
                    <a:pt x="775" y="380"/>
                  </a:lnTo>
                  <a:lnTo>
                    <a:pt x="773" y="379"/>
                  </a:lnTo>
                  <a:lnTo>
                    <a:pt x="770" y="378"/>
                  </a:lnTo>
                  <a:lnTo>
                    <a:pt x="766" y="377"/>
                  </a:lnTo>
                  <a:lnTo>
                    <a:pt x="764" y="374"/>
                  </a:lnTo>
                  <a:lnTo>
                    <a:pt x="763" y="371"/>
                  </a:lnTo>
                  <a:lnTo>
                    <a:pt x="763" y="368"/>
                  </a:lnTo>
                  <a:lnTo>
                    <a:pt x="762" y="365"/>
                  </a:lnTo>
                  <a:lnTo>
                    <a:pt x="762" y="362"/>
                  </a:lnTo>
                  <a:lnTo>
                    <a:pt x="764" y="359"/>
                  </a:lnTo>
                  <a:lnTo>
                    <a:pt x="768" y="356"/>
                  </a:lnTo>
                  <a:lnTo>
                    <a:pt x="772" y="353"/>
                  </a:lnTo>
                  <a:lnTo>
                    <a:pt x="772" y="351"/>
                  </a:lnTo>
                  <a:lnTo>
                    <a:pt x="769" y="348"/>
                  </a:lnTo>
                  <a:lnTo>
                    <a:pt x="765" y="344"/>
                  </a:lnTo>
                  <a:lnTo>
                    <a:pt x="763" y="339"/>
                  </a:lnTo>
                  <a:lnTo>
                    <a:pt x="765" y="336"/>
                  </a:lnTo>
                  <a:lnTo>
                    <a:pt x="768" y="334"/>
                  </a:lnTo>
                  <a:lnTo>
                    <a:pt x="772" y="333"/>
                  </a:lnTo>
                  <a:lnTo>
                    <a:pt x="774" y="331"/>
                  </a:lnTo>
                  <a:lnTo>
                    <a:pt x="776" y="329"/>
                  </a:lnTo>
                  <a:lnTo>
                    <a:pt x="779" y="327"/>
                  </a:lnTo>
                  <a:lnTo>
                    <a:pt x="782" y="327"/>
                  </a:lnTo>
                  <a:lnTo>
                    <a:pt x="786" y="327"/>
                  </a:lnTo>
                  <a:lnTo>
                    <a:pt x="788" y="326"/>
                  </a:lnTo>
                  <a:lnTo>
                    <a:pt x="791" y="324"/>
                  </a:lnTo>
                  <a:lnTo>
                    <a:pt x="794" y="323"/>
                  </a:lnTo>
                  <a:lnTo>
                    <a:pt x="797" y="323"/>
                  </a:lnTo>
                  <a:lnTo>
                    <a:pt x="800" y="325"/>
                  </a:lnTo>
                  <a:lnTo>
                    <a:pt x="803" y="326"/>
                  </a:lnTo>
                  <a:lnTo>
                    <a:pt x="807" y="324"/>
                  </a:lnTo>
                  <a:lnTo>
                    <a:pt x="812" y="321"/>
                  </a:lnTo>
                  <a:lnTo>
                    <a:pt x="817" y="319"/>
                  </a:lnTo>
                  <a:lnTo>
                    <a:pt x="821" y="321"/>
                  </a:lnTo>
                  <a:lnTo>
                    <a:pt x="824" y="325"/>
                  </a:lnTo>
                  <a:lnTo>
                    <a:pt x="824" y="330"/>
                  </a:lnTo>
                  <a:lnTo>
                    <a:pt x="826" y="334"/>
                  </a:lnTo>
                  <a:lnTo>
                    <a:pt x="828" y="336"/>
                  </a:lnTo>
                  <a:lnTo>
                    <a:pt x="831" y="338"/>
                  </a:lnTo>
                  <a:lnTo>
                    <a:pt x="833" y="340"/>
                  </a:lnTo>
                  <a:lnTo>
                    <a:pt x="836" y="342"/>
                  </a:lnTo>
                  <a:lnTo>
                    <a:pt x="839" y="345"/>
                  </a:lnTo>
                  <a:lnTo>
                    <a:pt x="843" y="347"/>
                  </a:lnTo>
                  <a:lnTo>
                    <a:pt x="847" y="349"/>
                  </a:lnTo>
                  <a:lnTo>
                    <a:pt x="849" y="352"/>
                  </a:lnTo>
                  <a:close/>
                </a:path>
              </a:pathLst>
            </a:custGeom>
            <a:solidFill>
              <a:srgbClr val="41B796">
                <a:alpha val="36000"/>
              </a:srgbClr>
            </a:solidFill>
            <a:ln>
              <a:noFill/>
            </a:ln>
          </p:spPr>
          <p:txBody>
            <a:bodyPr anchor="ctr"/>
            <a:lstStyle/>
            <a:p>
              <a:pPr algn="ctr">
                <a:buNone/>
              </a:pPr>
            </a:p>
          </p:txBody>
        </p:sp>
        <p:sp>
          <p:nvSpPr>
            <p:cNvPr id="791" name="addition:spatial:173"/>
            <p:cNvSpPr>
              <a:spLocks noGrp="1"/>
            </p:cNvSpPr>
            <p:nvPr/>
          </p:nvSpPr>
          <p:spPr>
            <a:xfrm>
              <a:off x="5648325" y="1666875"/>
              <a:ext cx="1083244" cy="549783"/>
            </a:xfrm>
            <a:custGeom>
              <a:avLst/>
              <a:gdLst/>
              <a:ahLst/>
              <a:cxnLst/>
              <a:rect l="l" t="t" r="r" b="b"/>
              <a:pathLst>
                <a:path w="817" h="325">
                  <a:moveTo>
                    <a:pt x="0" y="0"/>
                  </a:moveTo>
                  <a:moveTo>
                    <a:pt x="812" y="296"/>
                  </a:moveTo>
                  <a:lnTo>
                    <a:pt x="811" y="299"/>
                  </a:lnTo>
                  <a:lnTo>
                    <a:pt x="809" y="301"/>
                  </a:lnTo>
                  <a:lnTo>
                    <a:pt x="806" y="303"/>
                  </a:lnTo>
                  <a:lnTo>
                    <a:pt x="804" y="305"/>
                  </a:lnTo>
                  <a:lnTo>
                    <a:pt x="804" y="307"/>
                  </a:lnTo>
                  <a:lnTo>
                    <a:pt x="805" y="311"/>
                  </a:lnTo>
                  <a:lnTo>
                    <a:pt x="807" y="315"/>
                  </a:lnTo>
                  <a:lnTo>
                    <a:pt x="807" y="319"/>
                  </a:lnTo>
                  <a:lnTo>
                    <a:pt x="804" y="321"/>
                  </a:lnTo>
                  <a:lnTo>
                    <a:pt x="800" y="321"/>
                  </a:lnTo>
                  <a:lnTo>
                    <a:pt x="796" y="320"/>
                  </a:lnTo>
                  <a:lnTo>
                    <a:pt x="794" y="321"/>
                  </a:lnTo>
                  <a:lnTo>
                    <a:pt x="792" y="323"/>
                  </a:lnTo>
                  <a:lnTo>
                    <a:pt x="790" y="325"/>
                  </a:lnTo>
                  <a:lnTo>
                    <a:pt x="788" y="325"/>
                  </a:lnTo>
                  <a:lnTo>
                    <a:pt x="785" y="324"/>
                  </a:lnTo>
                  <a:lnTo>
                    <a:pt x="783" y="323"/>
                  </a:lnTo>
                  <a:lnTo>
                    <a:pt x="781" y="324"/>
                  </a:lnTo>
                  <a:lnTo>
                    <a:pt x="778" y="324"/>
                  </a:lnTo>
                  <a:lnTo>
                    <a:pt x="776" y="324"/>
                  </a:lnTo>
                  <a:lnTo>
                    <a:pt x="774" y="324"/>
                  </a:lnTo>
                  <a:lnTo>
                    <a:pt x="771" y="323"/>
                  </a:lnTo>
                  <a:lnTo>
                    <a:pt x="768" y="323"/>
                  </a:lnTo>
                  <a:lnTo>
                    <a:pt x="764" y="324"/>
                  </a:lnTo>
                  <a:lnTo>
                    <a:pt x="760" y="324"/>
                  </a:lnTo>
                  <a:lnTo>
                    <a:pt x="758" y="321"/>
                  </a:lnTo>
                  <a:lnTo>
                    <a:pt x="759" y="316"/>
                  </a:lnTo>
                  <a:lnTo>
                    <a:pt x="760" y="312"/>
                  </a:lnTo>
                  <a:lnTo>
                    <a:pt x="760" y="309"/>
                  </a:lnTo>
                  <a:lnTo>
                    <a:pt x="758" y="307"/>
                  </a:lnTo>
                  <a:lnTo>
                    <a:pt x="755" y="306"/>
                  </a:lnTo>
                  <a:lnTo>
                    <a:pt x="752" y="304"/>
                  </a:lnTo>
                  <a:lnTo>
                    <a:pt x="750" y="301"/>
                  </a:lnTo>
                  <a:lnTo>
                    <a:pt x="749" y="299"/>
                  </a:lnTo>
                  <a:lnTo>
                    <a:pt x="748" y="296"/>
                  </a:lnTo>
                  <a:lnTo>
                    <a:pt x="746" y="293"/>
                  </a:lnTo>
                  <a:lnTo>
                    <a:pt x="746" y="290"/>
                  </a:lnTo>
                  <a:lnTo>
                    <a:pt x="747" y="288"/>
                  </a:lnTo>
                  <a:lnTo>
                    <a:pt x="749" y="286"/>
                  </a:lnTo>
                  <a:lnTo>
                    <a:pt x="751" y="283"/>
                  </a:lnTo>
                  <a:lnTo>
                    <a:pt x="751" y="281"/>
                  </a:lnTo>
                  <a:lnTo>
                    <a:pt x="751" y="278"/>
                  </a:lnTo>
                  <a:lnTo>
                    <a:pt x="753" y="276"/>
                  </a:lnTo>
                  <a:lnTo>
                    <a:pt x="757" y="275"/>
                  </a:lnTo>
                  <a:lnTo>
                    <a:pt x="761" y="276"/>
                  </a:lnTo>
                  <a:lnTo>
                    <a:pt x="765" y="276"/>
                  </a:lnTo>
                  <a:lnTo>
                    <a:pt x="767" y="274"/>
                  </a:lnTo>
                  <a:lnTo>
                    <a:pt x="768" y="270"/>
                  </a:lnTo>
                  <a:lnTo>
                    <a:pt x="770" y="266"/>
                  </a:lnTo>
                  <a:lnTo>
                    <a:pt x="773" y="264"/>
                  </a:lnTo>
                  <a:lnTo>
                    <a:pt x="776" y="263"/>
                  </a:lnTo>
                  <a:lnTo>
                    <a:pt x="780" y="263"/>
                  </a:lnTo>
                  <a:lnTo>
                    <a:pt x="784" y="264"/>
                  </a:lnTo>
                  <a:lnTo>
                    <a:pt x="787" y="265"/>
                  </a:lnTo>
                  <a:lnTo>
                    <a:pt x="790" y="267"/>
                  </a:lnTo>
                  <a:lnTo>
                    <a:pt x="792" y="270"/>
                  </a:lnTo>
                  <a:lnTo>
                    <a:pt x="794" y="272"/>
                  </a:lnTo>
                  <a:lnTo>
                    <a:pt x="797" y="273"/>
                  </a:lnTo>
                  <a:lnTo>
                    <a:pt x="800" y="273"/>
                  </a:lnTo>
                  <a:lnTo>
                    <a:pt x="804" y="272"/>
                  </a:lnTo>
                  <a:lnTo>
                    <a:pt x="807" y="274"/>
                  </a:lnTo>
                  <a:lnTo>
                    <a:pt x="808" y="277"/>
                  </a:lnTo>
                  <a:lnTo>
                    <a:pt x="808" y="280"/>
                  </a:lnTo>
                  <a:lnTo>
                    <a:pt x="809" y="282"/>
                  </a:lnTo>
                  <a:lnTo>
                    <a:pt x="812" y="283"/>
                  </a:lnTo>
                  <a:lnTo>
                    <a:pt x="815" y="285"/>
                  </a:lnTo>
                  <a:lnTo>
                    <a:pt x="817" y="287"/>
                  </a:lnTo>
                  <a:lnTo>
                    <a:pt x="816" y="290"/>
                  </a:lnTo>
                  <a:lnTo>
                    <a:pt x="814" y="293"/>
                  </a:lnTo>
                  <a:close/>
                </a:path>
              </a:pathLst>
            </a:custGeom>
            <a:solidFill>
              <a:srgbClr val="69C6AD">
                <a:alpha val="32000"/>
              </a:srgbClr>
            </a:solidFill>
            <a:ln>
              <a:noFill/>
            </a:ln>
          </p:spPr>
          <p:txBody>
            <a:bodyPr anchor="ctr"/>
            <a:lstStyle/>
            <a:p>
              <a:pPr algn="ctr">
                <a:buNone/>
              </a:pPr>
            </a:p>
          </p:txBody>
        </p:sp>
        <p:sp>
          <p:nvSpPr>
            <p:cNvPr id="792" name="addition:spatial:174"/>
            <p:cNvSpPr>
              <a:spLocks noGrp="1"/>
            </p:cNvSpPr>
            <p:nvPr/>
          </p:nvSpPr>
          <p:spPr>
            <a:xfrm>
              <a:off x="5648325" y="1666875"/>
              <a:ext cx="1182685" cy="620832"/>
            </a:xfrm>
            <a:custGeom>
              <a:avLst/>
              <a:gdLst/>
              <a:ahLst/>
              <a:cxnLst/>
              <a:rect l="l" t="t" r="r" b="b"/>
              <a:pathLst>
                <a:path w="892" h="367">
                  <a:moveTo>
                    <a:pt x="0" y="0"/>
                  </a:moveTo>
                  <a:moveTo>
                    <a:pt x="890" y="340"/>
                  </a:moveTo>
                  <a:lnTo>
                    <a:pt x="888" y="343"/>
                  </a:lnTo>
                  <a:lnTo>
                    <a:pt x="886" y="345"/>
                  </a:lnTo>
                  <a:lnTo>
                    <a:pt x="884" y="347"/>
                  </a:lnTo>
                  <a:lnTo>
                    <a:pt x="881" y="348"/>
                  </a:lnTo>
                  <a:lnTo>
                    <a:pt x="878" y="350"/>
                  </a:lnTo>
                  <a:lnTo>
                    <a:pt x="876" y="352"/>
                  </a:lnTo>
                  <a:lnTo>
                    <a:pt x="876" y="354"/>
                  </a:lnTo>
                  <a:lnTo>
                    <a:pt x="877" y="358"/>
                  </a:lnTo>
                  <a:lnTo>
                    <a:pt x="877" y="361"/>
                  </a:lnTo>
                  <a:lnTo>
                    <a:pt x="874" y="363"/>
                  </a:lnTo>
                  <a:lnTo>
                    <a:pt x="870" y="363"/>
                  </a:lnTo>
                  <a:lnTo>
                    <a:pt x="866" y="363"/>
                  </a:lnTo>
                  <a:lnTo>
                    <a:pt x="864" y="364"/>
                  </a:lnTo>
                  <a:lnTo>
                    <a:pt x="861" y="366"/>
                  </a:lnTo>
                  <a:lnTo>
                    <a:pt x="859" y="367"/>
                  </a:lnTo>
                  <a:lnTo>
                    <a:pt x="856" y="367"/>
                  </a:lnTo>
                  <a:lnTo>
                    <a:pt x="853" y="366"/>
                  </a:lnTo>
                  <a:lnTo>
                    <a:pt x="851" y="365"/>
                  </a:lnTo>
                  <a:lnTo>
                    <a:pt x="849" y="364"/>
                  </a:lnTo>
                  <a:lnTo>
                    <a:pt x="846" y="364"/>
                  </a:lnTo>
                  <a:lnTo>
                    <a:pt x="844" y="363"/>
                  </a:lnTo>
                  <a:lnTo>
                    <a:pt x="842" y="362"/>
                  </a:lnTo>
                  <a:lnTo>
                    <a:pt x="840" y="362"/>
                  </a:lnTo>
                  <a:lnTo>
                    <a:pt x="837" y="362"/>
                  </a:lnTo>
                  <a:lnTo>
                    <a:pt x="833" y="363"/>
                  </a:lnTo>
                  <a:lnTo>
                    <a:pt x="829" y="363"/>
                  </a:lnTo>
                  <a:lnTo>
                    <a:pt x="827" y="361"/>
                  </a:lnTo>
                  <a:lnTo>
                    <a:pt x="828" y="357"/>
                  </a:lnTo>
                  <a:lnTo>
                    <a:pt x="830" y="353"/>
                  </a:lnTo>
                  <a:lnTo>
                    <a:pt x="831" y="350"/>
                  </a:lnTo>
                  <a:lnTo>
                    <a:pt x="830" y="348"/>
                  </a:lnTo>
                  <a:lnTo>
                    <a:pt x="828" y="347"/>
                  </a:lnTo>
                  <a:lnTo>
                    <a:pt x="826" y="345"/>
                  </a:lnTo>
                  <a:lnTo>
                    <a:pt x="825" y="342"/>
                  </a:lnTo>
                  <a:lnTo>
                    <a:pt x="825" y="340"/>
                  </a:lnTo>
                  <a:lnTo>
                    <a:pt x="824" y="338"/>
                  </a:lnTo>
                  <a:lnTo>
                    <a:pt x="823" y="335"/>
                  </a:lnTo>
                  <a:lnTo>
                    <a:pt x="822" y="333"/>
                  </a:lnTo>
                  <a:lnTo>
                    <a:pt x="822" y="330"/>
                  </a:lnTo>
                  <a:lnTo>
                    <a:pt x="824" y="329"/>
                  </a:lnTo>
                  <a:lnTo>
                    <a:pt x="825" y="327"/>
                  </a:lnTo>
                  <a:lnTo>
                    <a:pt x="826" y="324"/>
                  </a:lnTo>
                  <a:lnTo>
                    <a:pt x="826" y="321"/>
                  </a:lnTo>
                  <a:lnTo>
                    <a:pt x="828" y="319"/>
                  </a:lnTo>
                  <a:lnTo>
                    <a:pt x="831" y="319"/>
                  </a:lnTo>
                  <a:lnTo>
                    <a:pt x="835" y="320"/>
                  </a:lnTo>
                  <a:lnTo>
                    <a:pt x="839" y="321"/>
                  </a:lnTo>
                  <a:lnTo>
                    <a:pt x="841" y="320"/>
                  </a:lnTo>
                  <a:lnTo>
                    <a:pt x="842" y="318"/>
                  </a:lnTo>
                  <a:lnTo>
                    <a:pt x="844" y="315"/>
                  </a:lnTo>
                  <a:lnTo>
                    <a:pt x="847" y="312"/>
                  </a:lnTo>
                  <a:lnTo>
                    <a:pt x="850" y="312"/>
                  </a:lnTo>
                  <a:lnTo>
                    <a:pt x="854" y="312"/>
                  </a:lnTo>
                  <a:lnTo>
                    <a:pt x="857" y="312"/>
                  </a:lnTo>
                  <a:lnTo>
                    <a:pt x="861" y="312"/>
                  </a:lnTo>
                  <a:lnTo>
                    <a:pt x="864" y="314"/>
                  </a:lnTo>
                  <a:lnTo>
                    <a:pt x="866" y="316"/>
                  </a:lnTo>
                  <a:lnTo>
                    <a:pt x="868" y="319"/>
                  </a:lnTo>
                  <a:lnTo>
                    <a:pt x="870" y="321"/>
                  </a:lnTo>
                  <a:lnTo>
                    <a:pt x="874" y="321"/>
                  </a:lnTo>
                  <a:lnTo>
                    <a:pt x="878" y="321"/>
                  </a:lnTo>
                  <a:lnTo>
                    <a:pt x="880" y="323"/>
                  </a:lnTo>
                  <a:lnTo>
                    <a:pt x="881" y="325"/>
                  </a:lnTo>
                  <a:lnTo>
                    <a:pt x="881" y="328"/>
                  </a:lnTo>
                  <a:lnTo>
                    <a:pt x="882" y="330"/>
                  </a:lnTo>
                  <a:lnTo>
                    <a:pt x="885" y="331"/>
                  </a:lnTo>
                  <a:lnTo>
                    <a:pt x="889" y="333"/>
                  </a:lnTo>
                  <a:lnTo>
                    <a:pt x="892" y="335"/>
                  </a:lnTo>
                  <a:lnTo>
                    <a:pt x="892" y="338"/>
                  </a:lnTo>
                  <a:close/>
                </a:path>
              </a:pathLst>
            </a:custGeom>
            <a:solidFill>
              <a:srgbClr val="69C6AD">
                <a:alpha val="32000"/>
              </a:srgbClr>
            </a:solidFill>
            <a:ln>
              <a:noFill/>
            </a:ln>
          </p:spPr>
          <p:txBody>
            <a:bodyPr anchor="ctr"/>
            <a:lstStyle/>
            <a:p>
              <a:pPr algn="ctr">
                <a:buNone/>
              </a:pPr>
            </a:p>
          </p:txBody>
        </p:sp>
        <p:sp>
          <p:nvSpPr>
            <p:cNvPr id="793" name="addition:spatial:175"/>
            <p:cNvSpPr>
              <a:spLocks noGrp="1"/>
            </p:cNvSpPr>
            <p:nvPr/>
          </p:nvSpPr>
          <p:spPr>
            <a:xfrm>
              <a:off x="5648325" y="1666875"/>
              <a:ext cx="1243675" cy="593766"/>
            </a:xfrm>
            <a:custGeom>
              <a:avLst/>
              <a:gdLst/>
              <a:ahLst/>
              <a:cxnLst/>
              <a:rect l="l" t="t" r="r" b="b"/>
              <a:pathLst>
                <a:path w="938" h="351">
                  <a:moveTo>
                    <a:pt x="0" y="0"/>
                  </a:moveTo>
                  <a:moveTo>
                    <a:pt x="937" y="322"/>
                  </a:moveTo>
                  <a:lnTo>
                    <a:pt x="936" y="324"/>
                  </a:lnTo>
                  <a:lnTo>
                    <a:pt x="936" y="327"/>
                  </a:lnTo>
                  <a:lnTo>
                    <a:pt x="937" y="329"/>
                  </a:lnTo>
                  <a:lnTo>
                    <a:pt x="937" y="332"/>
                  </a:lnTo>
                  <a:lnTo>
                    <a:pt x="936" y="334"/>
                  </a:lnTo>
                  <a:lnTo>
                    <a:pt x="935" y="336"/>
                  </a:lnTo>
                  <a:lnTo>
                    <a:pt x="934" y="338"/>
                  </a:lnTo>
                  <a:lnTo>
                    <a:pt x="935" y="341"/>
                  </a:lnTo>
                  <a:lnTo>
                    <a:pt x="934" y="345"/>
                  </a:lnTo>
                  <a:lnTo>
                    <a:pt x="933" y="346"/>
                  </a:lnTo>
                  <a:lnTo>
                    <a:pt x="930" y="346"/>
                  </a:lnTo>
                  <a:lnTo>
                    <a:pt x="927" y="344"/>
                  </a:lnTo>
                  <a:lnTo>
                    <a:pt x="925" y="343"/>
                  </a:lnTo>
                  <a:lnTo>
                    <a:pt x="923" y="343"/>
                  </a:lnTo>
                  <a:lnTo>
                    <a:pt x="922" y="346"/>
                  </a:lnTo>
                  <a:lnTo>
                    <a:pt x="921" y="348"/>
                  </a:lnTo>
                  <a:lnTo>
                    <a:pt x="919" y="350"/>
                  </a:lnTo>
                  <a:lnTo>
                    <a:pt x="917" y="350"/>
                  </a:lnTo>
                  <a:lnTo>
                    <a:pt x="915" y="350"/>
                  </a:lnTo>
                  <a:lnTo>
                    <a:pt x="912" y="351"/>
                  </a:lnTo>
                  <a:lnTo>
                    <a:pt x="910" y="351"/>
                  </a:lnTo>
                  <a:lnTo>
                    <a:pt x="908" y="349"/>
                  </a:lnTo>
                  <a:lnTo>
                    <a:pt x="906" y="346"/>
                  </a:lnTo>
                  <a:lnTo>
                    <a:pt x="905" y="344"/>
                  </a:lnTo>
                  <a:lnTo>
                    <a:pt x="903" y="342"/>
                  </a:lnTo>
                  <a:lnTo>
                    <a:pt x="901" y="342"/>
                  </a:lnTo>
                  <a:lnTo>
                    <a:pt x="898" y="341"/>
                  </a:lnTo>
                  <a:lnTo>
                    <a:pt x="897" y="338"/>
                  </a:lnTo>
                  <a:lnTo>
                    <a:pt x="897" y="335"/>
                  </a:lnTo>
                  <a:lnTo>
                    <a:pt x="897" y="332"/>
                  </a:lnTo>
                  <a:lnTo>
                    <a:pt x="896" y="330"/>
                  </a:lnTo>
                  <a:lnTo>
                    <a:pt x="893" y="329"/>
                  </a:lnTo>
                  <a:lnTo>
                    <a:pt x="890" y="327"/>
                  </a:lnTo>
                  <a:lnTo>
                    <a:pt x="888" y="325"/>
                  </a:lnTo>
                  <a:lnTo>
                    <a:pt x="888" y="322"/>
                  </a:lnTo>
                  <a:lnTo>
                    <a:pt x="889" y="320"/>
                  </a:lnTo>
                  <a:lnTo>
                    <a:pt x="890" y="317"/>
                  </a:lnTo>
                  <a:lnTo>
                    <a:pt x="891" y="315"/>
                  </a:lnTo>
                  <a:lnTo>
                    <a:pt x="893" y="313"/>
                  </a:lnTo>
                  <a:lnTo>
                    <a:pt x="895" y="311"/>
                  </a:lnTo>
                  <a:lnTo>
                    <a:pt x="898" y="311"/>
                  </a:lnTo>
                  <a:lnTo>
                    <a:pt x="900" y="309"/>
                  </a:lnTo>
                  <a:lnTo>
                    <a:pt x="900" y="306"/>
                  </a:lnTo>
                  <a:lnTo>
                    <a:pt x="900" y="303"/>
                  </a:lnTo>
                  <a:lnTo>
                    <a:pt x="901" y="299"/>
                  </a:lnTo>
                  <a:lnTo>
                    <a:pt x="903" y="298"/>
                  </a:lnTo>
                  <a:lnTo>
                    <a:pt x="906" y="298"/>
                  </a:lnTo>
                  <a:lnTo>
                    <a:pt x="908" y="298"/>
                  </a:lnTo>
                  <a:lnTo>
                    <a:pt x="910" y="297"/>
                  </a:lnTo>
                  <a:lnTo>
                    <a:pt x="912" y="294"/>
                  </a:lnTo>
                  <a:lnTo>
                    <a:pt x="914" y="293"/>
                  </a:lnTo>
                  <a:lnTo>
                    <a:pt x="917" y="293"/>
                  </a:lnTo>
                  <a:lnTo>
                    <a:pt x="919" y="295"/>
                  </a:lnTo>
                  <a:lnTo>
                    <a:pt x="921" y="296"/>
                  </a:lnTo>
                  <a:lnTo>
                    <a:pt x="923" y="297"/>
                  </a:lnTo>
                  <a:lnTo>
                    <a:pt x="925" y="298"/>
                  </a:lnTo>
                  <a:lnTo>
                    <a:pt x="926" y="300"/>
                  </a:lnTo>
                  <a:lnTo>
                    <a:pt x="927" y="301"/>
                  </a:lnTo>
                  <a:lnTo>
                    <a:pt x="929" y="302"/>
                  </a:lnTo>
                  <a:lnTo>
                    <a:pt x="931" y="302"/>
                  </a:lnTo>
                  <a:lnTo>
                    <a:pt x="934" y="301"/>
                  </a:lnTo>
                  <a:lnTo>
                    <a:pt x="937" y="301"/>
                  </a:lnTo>
                  <a:lnTo>
                    <a:pt x="938" y="303"/>
                  </a:lnTo>
                  <a:lnTo>
                    <a:pt x="938" y="307"/>
                  </a:lnTo>
                  <a:lnTo>
                    <a:pt x="936" y="311"/>
                  </a:lnTo>
                  <a:lnTo>
                    <a:pt x="935" y="313"/>
                  </a:lnTo>
                  <a:lnTo>
                    <a:pt x="936" y="316"/>
                  </a:lnTo>
                  <a:lnTo>
                    <a:pt x="937" y="318"/>
                  </a:lnTo>
                  <a:lnTo>
                    <a:pt x="937" y="320"/>
                  </a:lnTo>
                  <a:close/>
                </a:path>
              </a:pathLst>
            </a:custGeom>
            <a:solidFill>
              <a:srgbClr val="86D1BC">
                <a:alpha val="24000"/>
              </a:srgbClr>
            </a:solidFill>
            <a:ln>
              <a:noFill/>
            </a:ln>
          </p:spPr>
          <p:txBody>
            <a:bodyPr anchor="ctr"/>
            <a:lstStyle/>
            <a:p>
              <a:pPr algn="ctr">
                <a:buNone/>
              </a:pPr>
            </a:p>
          </p:txBody>
        </p:sp>
        <p:sp>
          <p:nvSpPr>
            <p:cNvPr id="794" name="addition:spatial:176"/>
            <p:cNvSpPr>
              <a:spLocks noGrp="1"/>
            </p:cNvSpPr>
            <p:nvPr/>
          </p:nvSpPr>
          <p:spPr>
            <a:xfrm>
              <a:off x="5648325" y="1666875"/>
              <a:ext cx="1199921" cy="691881"/>
            </a:xfrm>
            <a:custGeom>
              <a:avLst/>
              <a:gdLst/>
              <a:ahLst/>
              <a:cxnLst/>
              <a:rect l="l" t="t" r="r" b="b"/>
              <a:pathLst>
                <a:path w="905" h="409">
                  <a:moveTo>
                    <a:pt x="0" y="0"/>
                  </a:moveTo>
                  <a:moveTo>
                    <a:pt x="904" y="378"/>
                  </a:moveTo>
                  <a:lnTo>
                    <a:pt x="905" y="381"/>
                  </a:lnTo>
                  <a:lnTo>
                    <a:pt x="904" y="383"/>
                  </a:lnTo>
                  <a:lnTo>
                    <a:pt x="902" y="385"/>
                  </a:lnTo>
                  <a:lnTo>
                    <a:pt x="901" y="387"/>
                  </a:lnTo>
                  <a:lnTo>
                    <a:pt x="901" y="390"/>
                  </a:lnTo>
                  <a:lnTo>
                    <a:pt x="901" y="392"/>
                  </a:lnTo>
                  <a:lnTo>
                    <a:pt x="900" y="395"/>
                  </a:lnTo>
                  <a:lnTo>
                    <a:pt x="898" y="396"/>
                  </a:lnTo>
                  <a:lnTo>
                    <a:pt x="896" y="396"/>
                  </a:lnTo>
                  <a:lnTo>
                    <a:pt x="893" y="397"/>
                  </a:lnTo>
                  <a:lnTo>
                    <a:pt x="892" y="398"/>
                  </a:lnTo>
                  <a:lnTo>
                    <a:pt x="891" y="400"/>
                  </a:lnTo>
                  <a:lnTo>
                    <a:pt x="889" y="401"/>
                  </a:lnTo>
                  <a:lnTo>
                    <a:pt x="887" y="403"/>
                  </a:lnTo>
                  <a:lnTo>
                    <a:pt x="885" y="404"/>
                  </a:lnTo>
                  <a:lnTo>
                    <a:pt x="883" y="406"/>
                  </a:lnTo>
                  <a:lnTo>
                    <a:pt x="881" y="409"/>
                  </a:lnTo>
                  <a:lnTo>
                    <a:pt x="878" y="409"/>
                  </a:lnTo>
                  <a:lnTo>
                    <a:pt x="876" y="407"/>
                  </a:lnTo>
                  <a:lnTo>
                    <a:pt x="874" y="404"/>
                  </a:lnTo>
                  <a:lnTo>
                    <a:pt x="873" y="400"/>
                  </a:lnTo>
                  <a:lnTo>
                    <a:pt x="872" y="399"/>
                  </a:lnTo>
                  <a:lnTo>
                    <a:pt x="870" y="399"/>
                  </a:lnTo>
                  <a:lnTo>
                    <a:pt x="867" y="399"/>
                  </a:lnTo>
                  <a:lnTo>
                    <a:pt x="865" y="399"/>
                  </a:lnTo>
                  <a:lnTo>
                    <a:pt x="864" y="397"/>
                  </a:lnTo>
                  <a:lnTo>
                    <a:pt x="863" y="395"/>
                  </a:lnTo>
                  <a:lnTo>
                    <a:pt x="862" y="394"/>
                  </a:lnTo>
                  <a:lnTo>
                    <a:pt x="860" y="392"/>
                  </a:lnTo>
                  <a:lnTo>
                    <a:pt x="859" y="390"/>
                  </a:lnTo>
                  <a:lnTo>
                    <a:pt x="858" y="388"/>
                  </a:lnTo>
                  <a:lnTo>
                    <a:pt x="859" y="386"/>
                  </a:lnTo>
                  <a:lnTo>
                    <a:pt x="858" y="383"/>
                  </a:lnTo>
                  <a:lnTo>
                    <a:pt x="858" y="381"/>
                  </a:lnTo>
                  <a:lnTo>
                    <a:pt x="858" y="378"/>
                  </a:lnTo>
                  <a:lnTo>
                    <a:pt x="859" y="376"/>
                  </a:lnTo>
                  <a:lnTo>
                    <a:pt x="862" y="374"/>
                  </a:lnTo>
                  <a:lnTo>
                    <a:pt x="864" y="373"/>
                  </a:lnTo>
                  <a:lnTo>
                    <a:pt x="865" y="371"/>
                  </a:lnTo>
                  <a:lnTo>
                    <a:pt x="865" y="368"/>
                  </a:lnTo>
                  <a:lnTo>
                    <a:pt x="864" y="365"/>
                  </a:lnTo>
                  <a:lnTo>
                    <a:pt x="863" y="361"/>
                  </a:lnTo>
                  <a:lnTo>
                    <a:pt x="864" y="359"/>
                  </a:lnTo>
                  <a:lnTo>
                    <a:pt x="866" y="357"/>
                  </a:lnTo>
                  <a:lnTo>
                    <a:pt x="867" y="356"/>
                  </a:lnTo>
                  <a:lnTo>
                    <a:pt x="869" y="355"/>
                  </a:lnTo>
                  <a:lnTo>
                    <a:pt x="871" y="354"/>
                  </a:lnTo>
                  <a:lnTo>
                    <a:pt x="873" y="354"/>
                  </a:lnTo>
                  <a:lnTo>
                    <a:pt x="875" y="355"/>
                  </a:lnTo>
                  <a:lnTo>
                    <a:pt x="876" y="355"/>
                  </a:lnTo>
                  <a:lnTo>
                    <a:pt x="878" y="355"/>
                  </a:lnTo>
                  <a:lnTo>
                    <a:pt x="879" y="353"/>
                  </a:lnTo>
                  <a:lnTo>
                    <a:pt x="881" y="352"/>
                  </a:lnTo>
                  <a:lnTo>
                    <a:pt x="882" y="352"/>
                  </a:lnTo>
                  <a:lnTo>
                    <a:pt x="884" y="354"/>
                  </a:lnTo>
                  <a:lnTo>
                    <a:pt x="885" y="356"/>
                  </a:lnTo>
                  <a:lnTo>
                    <a:pt x="887" y="355"/>
                  </a:lnTo>
                  <a:lnTo>
                    <a:pt x="889" y="354"/>
                  </a:lnTo>
                  <a:lnTo>
                    <a:pt x="892" y="353"/>
                  </a:lnTo>
                  <a:lnTo>
                    <a:pt x="894" y="355"/>
                  </a:lnTo>
                  <a:lnTo>
                    <a:pt x="895" y="357"/>
                  </a:lnTo>
                  <a:lnTo>
                    <a:pt x="895" y="361"/>
                  </a:lnTo>
                  <a:lnTo>
                    <a:pt x="895" y="364"/>
                  </a:lnTo>
                  <a:lnTo>
                    <a:pt x="896" y="366"/>
                  </a:lnTo>
                  <a:lnTo>
                    <a:pt x="896" y="368"/>
                  </a:lnTo>
                  <a:lnTo>
                    <a:pt x="897" y="370"/>
                  </a:lnTo>
                  <a:lnTo>
                    <a:pt x="897" y="372"/>
                  </a:lnTo>
                  <a:lnTo>
                    <a:pt x="899" y="374"/>
                  </a:lnTo>
                  <a:lnTo>
                    <a:pt x="902" y="376"/>
                  </a:lnTo>
                  <a:close/>
                </a:path>
              </a:pathLst>
            </a:custGeom>
            <a:solidFill>
              <a:srgbClr val="86D1BC">
                <a:alpha val="24000"/>
              </a:srgbClr>
            </a:solidFill>
            <a:ln>
              <a:noFill/>
            </a:ln>
          </p:spPr>
          <p:txBody>
            <a:bodyPr anchor="ctr"/>
            <a:lstStyle/>
            <a:p>
              <a:pPr algn="ctr">
                <a:buNone/>
              </a:pPr>
            </a:p>
          </p:txBody>
        </p:sp>
        <p:sp>
          <p:nvSpPr>
            <p:cNvPr id="795" name="addition:spatial:177"/>
            <p:cNvSpPr>
              <a:spLocks noGrp="1"/>
            </p:cNvSpPr>
            <p:nvPr/>
          </p:nvSpPr>
          <p:spPr>
            <a:xfrm>
              <a:off x="5648325" y="1666875"/>
              <a:ext cx="1101806" cy="702031"/>
            </a:xfrm>
            <a:custGeom>
              <a:avLst/>
              <a:gdLst/>
              <a:ahLst/>
              <a:cxnLst/>
              <a:rect l="l" t="t" r="r" b="b"/>
              <a:pathLst>
                <a:path w="831" h="415">
                  <a:moveTo>
                    <a:pt x="0" y="0"/>
                  </a:moveTo>
                  <a:moveTo>
                    <a:pt x="827" y="392"/>
                  </a:moveTo>
                  <a:lnTo>
                    <a:pt x="825" y="394"/>
                  </a:lnTo>
                  <a:lnTo>
                    <a:pt x="824" y="395"/>
                  </a:lnTo>
                  <a:lnTo>
                    <a:pt x="824" y="397"/>
                  </a:lnTo>
                  <a:lnTo>
                    <a:pt x="824" y="399"/>
                  </a:lnTo>
                  <a:lnTo>
                    <a:pt x="824" y="401"/>
                  </a:lnTo>
                  <a:lnTo>
                    <a:pt x="824" y="404"/>
                  </a:lnTo>
                  <a:lnTo>
                    <a:pt x="824" y="406"/>
                  </a:lnTo>
                  <a:lnTo>
                    <a:pt x="824" y="409"/>
                  </a:lnTo>
                  <a:lnTo>
                    <a:pt x="823" y="411"/>
                  </a:lnTo>
                  <a:lnTo>
                    <a:pt x="821" y="412"/>
                  </a:lnTo>
                  <a:lnTo>
                    <a:pt x="818" y="411"/>
                  </a:lnTo>
                  <a:lnTo>
                    <a:pt x="816" y="411"/>
                  </a:lnTo>
                  <a:lnTo>
                    <a:pt x="814" y="411"/>
                  </a:lnTo>
                  <a:lnTo>
                    <a:pt x="813" y="413"/>
                  </a:lnTo>
                  <a:lnTo>
                    <a:pt x="812" y="414"/>
                  </a:lnTo>
                  <a:lnTo>
                    <a:pt x="810" y="415"/>
                  </a:lnTo>
                  <a:lnTo>
                    <a:pt x="808" y="414"/>
                  </a:lnTo>
                  <a:lnTo>
                    <a:pt x="807" y="413"/>
                  </a:lnTo>
                  <a:lnTo>
                    <a:pt x="805" y="412"/>
                  </a:lnTo>
                  <a:lnTo>
                    <a:pt x="803" y="413"/>
                  </a:lnTo>
                  <a:lnTo>
                    <a:pt x="801" y="414"/>
                  </a:lnTo>
                  <a:lnTo>
                    <a:pt x="799" y="415"/>
                  </a:lnTo>
                  <a:lnTo>
                    <a:pt x="797" y="414"/>
                  </a:lnTo>
                  <a:lnTo>
                    <a:pt x="795" y="413"/>
                  </a:lnTo>
                  <a:lnTo>
                    <a:pt x="793" y="412"/>
                  </a:lnTo>
                  <a:lnTo>
                    <a:pt x="791" y="410"/>
                  </a:lnTo>
                  <a:lnTo>
                    <a:pt x="790" y="408"/>
                  </a:lnTo>
                  <a:lnTo>
                    <a:pt x="790" y="405"/>
                  </a:lnTo>
                  <a:lnTo>
                    <a:pt x="791" y="402"/>
                  </a:lnTo>
                  <a:lnTo>
                    <a:pt x="791" y="400"/>
                  </a:lnTo>
                  <a:lnTo>
                    <a:pt x="789" y="399"/>
                  </a:lnTo>
                  <a:lnTo>
                    <a:pt x="786" y="398"/>
                  </a:lnTo>
                  <a:lnTo>
                    <a:pt x="783" y="396"/>
                  </a:lnTo>
                  <a:lnTo>
                    <a:pt x="782" y="394"/>
                  </a:lnTo>
                  <a:lnTo>
                    <a:pt x="782" y="392"/>
                  </a:lnTo>
                  <a:lnTo>
                    <a:pt x="783" y="390"/>
                  </a:lnTo>
                  <a:lnTo>
                    <a:pt x="783" y="388"/>
                  </a:lnTo>
                  <a:lnTo>
                    <a:pt x="782" y="385"/>
                  </a:lnTo>
                  <a:lnTo>
                    <a:pt x="783" y="383"/>
                  </a:lnTo>
                  <a:lnTo>
                    <a:pt x="784" y="382"/>
                  </a:lnTo>
                  <a:lnTo>
                    <a:pt x="786" y="380"/>
                  </a:lnTo>
                  <a:lnTo>
                    <a:pt x="787" y="379"/>
                  </a:lnTo>
                  <a:lnTo>
                    <a:pt x="788" y="377"/>
                  </a:lnTo>
                  <a:lnTo>
                    <a:pt x="790" y="376"/>
                  </a:lnTo>
                  <a:lnTo>
                    <a:pt x="792" y="375"/>
                  </a:lnTo>
                  <a:lnTo>
                    <a:pt x="794" y="375"/>
                  </a:lnTo>
                  <a:lnTo>
                    <a:pt x="797" y="374"/>
                  </a:lnTo>
                  <a:lnTo>
                    <a:pt x="798" y="373"/>
                  </a:lnTo>
                  <a:lnTo>
                    <a:pt x="799" y="369"/>
                  </a:lnTo>
                  <a:lnTo>
                    <a:pt x="801" y="366"/>
                  </a:lnTo>
                  <a:lnTo>
                    <a:pt x="803" y="365"/>
                  </a:lnTo>
                  <a:lnTo>
                    <a:pt x="806" y="366"/>
                  </a:lnTo>
                  <a:lnTo>
                    <a:pt x="809" y="368"/>
                  </a:lnTo>
                  <a:lnTo>
                    <a:pt x="811" y="370"/>
                  </a:lnTo>
                  <a:lnTo>
                    <a:pt x="813" y="371"/>
                  </a:lnTo>
                  <a:lnTo>
                    <a:pt x="815" y="371"/>
                  </a:lnTo>
                  <a:lnTo>
                    <a:pt x="816" y="372"/>
                  </a:lnTo>
                  <a:lnTo>
                    <a:pt x="818" y="373"/>
                  </a:lnTo>
                  <a:lnTo>
                    <a:pt x="820" y="374"/>
                  </a:lnTo>
                  <a:lnTo>
                    <a:pt x="822" y="375"/>
                  </a:lnTo>
                  <a:lnTo>
                    <a:pt x="824" y="375"/>
                  </a:lnTo>
                  <a:lnTo>
                    <a:pt x="826" y="376"/>
                  </a:lnTo>
                  <a:lnTo>
                    <a:pt x="827" y="378"/>
                  </a:lnTo>
                  <a:lnTo>
                    <a:pt x="827" y="380"/>
                  </a:lnTo>
                  <a:lnTo>
                    <a:pt x="827" y="382"/>
                  </a:lnTo>
                  <a:lnTo>
                    <a:pt x="828" y="384"/>
                  </a:lnTo>
                  <a:lnTo>
                    <a:pt x="830" y="385"/>
                  </a:lnTo>
                  <a:lnTo>
                    <a:pt x="831" y="387"/>
                  </a:lnTo>
                  <a:lnTo>
                    <a:pt x="830" y="390"/>
                  </a:lnTo>
                  <a:close/>
                </a:path>
              </a:pathLst>
            </a:custGeom>
            <a:solidFill>
              <a:srgbClr val="86D1BC">
                <a:alpha val="24000"/>
              </a:srgbClr>
            </a:solidFill>
            <a:ln>
              <a:noFill/>
            </a:ln>
          </p:spPr>
          <p:txBody>
            <a:bodyPr anchor="ctr"/>
            <a:lstStyle/>
            <a:p>
              <a:pPr algn="ctr">
                <a:buNone/>
              </a:pPr>
            </a:p>
          </p:txBody>
        </p:sp>
        <p:sp>
          <p:nvSpPr>
            <p:cNvPr id="796" name="addition:spatial:178"/>
            <p:cNvSpPr>
              <a:spLocks noGrp="1"/>
            </p:cNvSpPr>
            <p:nvPr/>
          </p:nvSpPr>
          <p:spPr>
            <a:xfrm>
              <a:off x="5648325" y="1666875"/>
              <a:ext cx="1016950" cy="664815"/>
            </a:xfrm>
            <a:custGeom>
              <a:avLst/>
              <a:gdLst/>
              <a:ahLst/>
              <a:cxnLst/>
              <a:rect l="l" t="t" r="r" b="b"/>
              <a:pathLst>
                <a:path w="767" h="393">
                  <a:moveTo>
                    <a:pt x="0" y="0"/>
                  </a:moveTo>
                  <a:moveTo>
                    <a:pt x="767" y="368"/>
                  </a:moveTo>
                  <a:lnTo>
                    <a:pt x="766" y="370"/>
                  </a:lnTo>
                  <a:lnTo>
                    <a:pt x="762" y="372"/>
                  </a:lnTo>
                  <a:lnTo>
                    <a:pt x="758" y="373"/>
                  </a:lnTo>
                  <a:lnTo>
                    <a:pt x="756" y="375"/>
                  </a:lnTo>
                  <a:lnTo>
                    <a:pt x="757" y="377"/>
                  </a:lnTo>
                  <a:lnTo>
                    <a:pt x="758" y="381"/>
                  </a:lnTo>
                  <a:lnTo>
                    <a:pt x="759" y="384"/>
                  </a:lnTo>
                  <a:lnTo>
                    <a:pt x="758" y="386"/>
                  </a:lnTo>
                  <a:lnTo>
                    <a:pt x="755" y="388"/>
                  </a:lnTo>
                  <a:lnTo>
                    <a:pt x="753" y="389"/>
                  </a:lnTo>
                  <a:lnTo>
                    <a:pt x="750" y="390"/>
                  </a:lnTo>
                  <a:lnTo>
                    <a:pt x="748" y="391"/>
                  </a:lnTo>
                  <a:lnTo>
                    <a:pt x="746" y="392"/>
                  </a:lnTo>
                  <a:lnTo>
                    <a:pt x="743" y="392"/>
                  </a:lnTo>
                  <a:lnTo>
                    <a:pt x="741" y="391"/>
                  </a:lnTo>
                  <a:lnTo>
                    <a:pt x="739" y="391"/>
                  </a:lnTo>
                  <a:lnTo>
                    <a:pt x="737" y="393"/>
                  </a:lnTo>
                  <a:lnTo>
                    <a:pt x="735" y="393"/>
                  </a:lnTo>
                  <a:lnTo>
                    <a:pt x="733" y="392"/>
                  </a:lnTo>
                  <a:lnTo>
                    <a:pt x="731" y="391"/>
                  </a:lnTo>
                  <a:lnTo>
                    <a:pt x="729" y="389"/>
                  </a:lnTo>
                  <a:lnTo>
                    <a:pt x="727" y="390"/>
                  </a:lnTo>
                  <a:lnTo>
                    <a:pt x="723" y="391"/>
                  </a:lnTo>
                  <a:lnTo>
                    <a:pt x="720" y="392"/>
                  </a:lnTo>
                  <a:lnTo>
                    <a:pt x="717" y="391"/>
                  </a:lnTo>
                  <a:lnTo>
                    <a:pt x="716" y="388"/>
                  </a:lnTo>
                  <a:lnTo>
                    <a:pt x="716" y="385"/>
                  </a:lnTo>
                  <a:lnTo>
                    <a:pt x="716" y="382"/>
                  </a:lnTo>
                  <a:lnTo>
                    <a:pt x="715" y="380"/>
                  </a:lnTo>
                  <a:lnTo>
                    <a:pt x="714" y="378"/>
                  </a:lnTo>
                  <a:lnTo>
                    <a:pt x="713" y="376"/>
                  </a:lnTo>
                  <a:lnTo>
                    <a:pt x="713" y="374"/>
                  </a:lnTo>
                  <a:lnTo>
                    <a:pt x="711" y="372"/>
                  </a:lnTo>
                  <a:lnTo>
                    <a:pt x="708" y="370"/>
                  </a:lnTo>
                  <a:lnTo>
                    <a:pt x="705" y="368"/>
                  </a:lnTo>
                  <a:lnTo>
                    <a:pt x="704" y="365"/>
                  </a:lnTo>
                  <a:lnTo>
                    <a:pt x="705" y="363"/>
                  </a:lnTo>
                  <a:lnTo>
                    <a:pt x="707" y="361"/>
                  </a:lnTo>
                  <a:lnTo>
                    <a:pt x="708" y="359"/>
                  </a:lnTo>
                  <a:lnTo>
                    <a:pt x="708" y="357"/>
                  </a:lnTo>
                  <a:lnTo>
                    <a:pt x="707" y="354"/>
                  </a:lnTo>
                  <a:lnTo>
                    <a:pt x="708" y="351"/>
                  </a:lnTo>
                  <a:lnTo>
                    <a:pt x="711" y="350"/>
                  </a:lnTo>
                  <a:lnTo>
                    <a:pt x="715" y="350"/>
                  </a:lnTo>
                  <a:lnTo>
                    <a:pt x="718" y="350"/>
                  </a:lnTo>
                  <a:lnTo>
                    <a:pt x="720" y="349"/>
                  </a:lnTo>
                  <a:lnTo>
                    <a:pt x="722" y="347"/>
                  </a:lnTo>
                  <a:lnTo>
                    <a:pt x="724" y="346"/>
                  </a:lnTo>
                  <a:lnTo>
                    <a:pt x="726" y="344"/>
                  </a:lnTo>
                  <a:lnTo>
                    <a:pt x="728" y="343"/>
                  </a:lnTo>
                  <a:lnTo>
                    <a:pt x="731" y="341"/>
                  </a:lnTo>
                  <a:lnTo>
                    <a:pt x="734" y="338"/>
                  </a:lnTo>
                  <a:lnTo>
                    <a:pt x="738" y="338"/>
                  </a:lnTo>
                  <a:lnTo>
                    <a:pt x="741" y="339"/>
                  </a:lnTo>
                  <a:lnTo>
                    <a:pt x="743" y="343"/>
                  </a:lnTo>
                  <a:lnTo>
                    <a:pt x="745" y="346"/>
                  </a:lnTo>
                  <a:lnTo>
                    <a:pt x="747" y="347"/>
                  </a:lnTo>
                  <a:lnTo>
                    <a:pt x="750" y="347"/>
                  </a:lnTo>
                  <a:lnTo>
                    <a:pt x="754" y="347"/>
                  </a:lnTo>
                  <a:lnTo>
                    <a:pt x="756" y="348"/>
                  </a:lnTo>
                  <a:lnTo>
                    <a:pt x="758" y="350"/>
                  </a:lnTo>
                  <a:lnTo>
                    <a:pt x="759" y="352"/>
                  </a:lnTo>
                  <a:lnTo>
                    <a:pt x="760" y="353"/>
                  </a:lnTo>
                  <a:lnTo>
                    <a:pt x="763" y="355"/>
                  </a:lnTo>
                  <a:lnTo>
                    <a:pt x="765" y="356"/>
                  </a:lnTo>
                  <a:lnTo>
                    <a:pt x="766" y="358"/>
                  </a:lnTo>
                  <a:lnTo>
                    <a:pt x="767" y="360"/>
                  </a:lnTo>
                  <a:lnTo>
                    <a:pt x="767" y="363"/>
                  </a:lnTo>
                  <a:lnTo>
                    <a:pt x="767" y="365"/>
                  </a:lnTo>
                  <a:close/>
                </a:path>
              </a:pathLst>
            </a:custGeom>
            <a:solidFill>
              <a:srgbClr val="86D1BC">
                <a:alpha val="24000"/>
              </a:srgbClr>
            </a:solidFill>
            <a:ln>
              <a:noFill/>
            </a:ln>
          </p:spPr>
          <p:txBody>
            <a:bodyPr anchor="ctr"/>
            <a:lstStyle/>
            <a:p>
              <a:pPr algn="ctr">
                <a:buNone/>
              </a:pPr>
            </a:p>
          </p:txBody>
        </p:sp>
        <p:sp>
          <p:nvSpPr>
            <p:cNvPr id="797" name="addition:spatial:179"/>
            <p:cNvSpPr>
              <a:spLocks noGrp="1"/>
            </p:cNvSpPr>
            <p:nvPr/>
          </p:nvSpPr>
          <p:spPr>
            <a:xfrm>
              <a:off x="5648325" y="1666875"/>
              <a:ext cx="993084" cy="563316"/>
            </a:xfrm>
            <a:custGeom>
              <a:avLst/>
              <a:gdLst/>
              <a:ahLst/>
              <a:cxnLst/>
              <a:rect l="l" t="t" r="r" b="b"/>
              <a:pathLst>
                <a:path w="749" h="333">
                  <a:moveTo>
                    <a:pt x="0" y="0"/>
                  </a:moveTo>
                  <a:moveTo>
                    <a:pt x="749" y="306"/>
                  </a:moveTo>
                  <a:lnTo>
                    <a:pt x="747" y="308"/>
                  </a:lnTo>
                  <a:lnTo>
                    <a:pt x="743" y="310"/>
                  </a:lnTo>
                  <a:lnTo>
                    <a:pt x="740" y="312"/>
                  </a:lnTo>
                  <a:lnTo>
                    <a:pt x="739" y="314"/>
                  </a:lnTo>
                  <a:lnTo>
                    <a:pt x="740" y="316"/>
                  </a:lnTo>
                  <a:lnTo>
                    <a:pt x="742" y="320"/>
                  </a:lnTo>
                  <a:lnTo>
                    <a:pt x="743" y="324"/>
                  </a:lnTo>
                  <a:lnTo>
                    <a:pt x="741" y="326"/>
                  </a:lnTo>
                  <a:lnTo>
                    <a:pt x="739" y="327"/>
                  </a:lnTo>
                  <a:lnTo>
                    <a:pt x="736" y="328"/>
                  </a:lnTo>
                  <a:lnTo>
                    <a:pt x="734" y="329"/>
                  </a:lnTo>
                  <a:lnTo>
                    <a:pt x="732" y="330"/>
                  </a:lnTo>
                  <a:lnTo>
                    <a:pt x="729" y="330"/>
                  </a:lnTo>
                  <a:lnTo>
                    <a:pt x="727" y="330"/>
                  </a:lnTo>
                  <a:lnTo>
                    <a:pt x="725" y="329"/>
                  </a:lnTo>
                  <a:lnTo>
                    <a:pt x="723" y="331"/>
                  </a:lnTo>
                  <a:lnTo>
                    <a:pt x="721" y="332"/>
                  </a:lnTo>
                  <a:lnTo>
                    <a:pt x="719" y="333"/>
                  </a:lnTo>
                  <a:lnTo>
                    <a:pt x="717" y="332"/>
                  </a:lnTo>
                  <a:lnTo>
                    <a:pt x="715" y="330"/>
                  </a:lnTo>
                  <a:lnTo>
                    <a:pt x="713" y="329"/>
                  </a:lnTo>
                  <a:lnTo>
                    <a:pt x="710" y="330"/>
                  </a:lnTo>
                  <a:lnTo>
                    <a:pt x="706" y="331"/>
                  </a:lnTo>
                  <a:lnTo>
                    <a:pt x="703" y="332"/>
                  </a:lnTo>
                  <a:lnTo>
                    <a:pt x="700" y="330"/>
                  </a:lnTo>
                  <a:lnTo>
                    <a:pt x="700" y="327"/>
                  </a:lnTo>
                  <a:lnTo>
                    <a:pt x="699" y="324"/>
                  </a:lnTo>
                  <a:lnTo>
                    <a:pt x="699" y="321"/>
                  </a:lnTo>
                  <a:lnTo>
                    <a:pt x="698" y="319"/>
                  </a:lnTo>
                  <a:lnTo>
                    <a:pt x="697" y="316"/>
                  </a:lnTo>
                  <a:lnTo>
                    <a:pt x="696" y="314"/>
                  </a:lnTo>
                  <a:lnTo>
                    <a:pt x="695" y="312"/>
                  </a:lnTo>
                  <a:lnTo>
                    <a:pt x="692" y="310"/>
                  </a:lnTo>
                  <a:lnTo>
                    <a:pt x="689" y="309"/>
                  </a:lnTo>
                  <a:lnTo>
                    <a:pt x="686" y="306"/>
                  </a:lnTo>
                  <a:lnTo>
                    <a:pt x="685" y="303"/>
                  </a:lnTo>
                  <a:lnTo>
                    <a:pt x="687" y="301"/>
                  </a:lnTo>
                  <a:lnTo>
                    <a:pt x="689" y="299"/>
                  </a:lnTo>
                  <a:lnTo>
                    <a:pt x="691" y="297"/>
                  </a:lnTo>
                  <a:lnTo>
                    <a:pt x="691" y="294"/>
                  </a:lnTo>
                  <a:lnTo>
                    <a:pt x="691" y="292"/>
                  </a:lnTo>
                  <a:lnTo>
                    <a:pt x="692" y="289"/>
                  </a:lnTo>
                  <a:lnTo>
                    <a:pt x="695" y="288"/>
                  </a:lnTo>
                  <a:lnTo>
                    <a:pt x="698" y="288"/>
                  </a:lnTo>
                  <a:lnTo>
                    <a:pt x="701" y="287"/>
                  </a:lnTo>
                  <a:lnTo>
                    <a:pt x="703" y="286"/>
                  </a:lnTo>
                  <a:lnTo>
                    <a:pt x="705" y="284"/>
                  </a:lnTo>
                  <a:lnTo>
                    <a:pt x="707" y="282"/>
                  </a:lnTo>
                  <a:lnTo>
                    <a:pt x="710" y="281"/>
                  </a:lnTo>
                  <a:lnTo>
                    <a:pt x="712" y="279"/>
                  </a:lnTo>
                  <a:lnTo>
                    <a:pt x="715" y="277"/>
                  </a:lnTo>
                  <a:lnTo>
                    <a:pt x="718" y="275"/>
                  </a:lnTo>
                  <a:lnTo>
                    <a:pt x="722" y="275"/>
                  </a:lnTo>
                  <a:lnTo>
                    <a:pt x="725" y="277"/>
                  </a:lnTo>
                  <a:lnTo>
                    <a:pt x="727" y="281"/>
                  </a:lnTo>
                  <a:lnTo>
                    <a:pt x="729" y="284"/>
                  </a:lnTo>
                  <a:lnTo>
                    <a:pt x="731" y="285"/>
                  </a:lnTo>
                  <a:lnTo>
                    <a:pt x="734" y="285"/>
                  </a:lnTo>
                  <a:lnTo>
                    <a:pt x="737" y="284"/>
                  </a:lnTo>
                  <a:lnTo>
                    <a:pt x="739" y="285"/>
                  </a:lnTo>
                  <a:lnTo>
                    <a:pt x="741" y="287"/>
                  </a:lnTo>
                  <a:lnTo>
                    <a:pt x="742" y="289"/>
                  </a:lnTo>
                  <a:lnTo>
                    <a:pt x="744" y="290"/>
                  </a:lnTo>
                  <a:lnTo>
                    <a:pt x="746" y="292"/>
                  </a:lnTo>
                  <a:lnTo>
                    <a:pt x="748" y="294"/>
                  </a:lnTo>
                  <a:lnTo>
                    <a:pt x="748" y="296"/>
                  </a:lnTo>
                  <a:lnTo>
                    <a:pt x="748" y="299"/>
                  </a:lnTo>
                  <a:lnTo>
                    <a:pt x="748" y="301"/>
                  </a:lnTo>
                  <a:lnTo>
                    <a:pt x="749" y="303"/>
                  </a:lnTo>
                  <a:close/>
                </a:path>
              </a:pathLst>
            </a:custGeom>
            <a:solidFill>
              <a:srgbClr val="86D1BC">
                <a:alpha val="24000"/>
              </a:srgbClr>
            </a:solidFill>
            <a:ln>
              <a:noFill/>
            </a:ln>
          </p:spPr>
          <p:txBody>
            <a:bodyPr anchor="ctr"/>
            <a:lstStyle/>
            <a:p>
              <a:pPr algn="ctr">
                <a:buNone/>
              </a:pPr>
            </a:p>
          </p:txBody>
        </p:sp>
        <p:sp>
          <p:nvSpPr>
            <p:cNvPr id="798" name="addition:spatial:180"/>
            <p:cNvSpPr>
              <a:spLocks noGrp="1"/>
            </p:cNvSpPr>
            <p:nvPr/>
          </p:nvSpPr>
          <p:spPr>
            <a:xfrm>
              <a:off x="5648325" y="1666875"/>
              <a:ext cx="1030209" cy="475351"/>
            </a:xfrm>
            <a:custGeom>
              <a:avLst/>
              <a:gdLst/>
              <a:ahLst/>
              <a:cxnLst/>
              <a:rect l="l" t="t" r="r" b="b"/>
              <a:pathLst>
                <a:path w="777" h="281">
                  <a:moveTo>
                    <a:pt x="0" y="0"/>
                  </a:moveTo>
                  <a:moveTo>
                    <a:pt x="776" y="251"/>
                  </a:moveTo>
                  <a:lnTo>
                    <a:pt x="776" y="253"/>
                  </a:lnTo>
                  <a:lnTo>
                    <a:pt x="776" y="256"/>
                  </a:lnTo>
                  <a:lnTo>
                    <a:pt x="776" y="258"/>
                  </a:lnTo>
                  <a:lnTo>
                    <a:pt x="777" y="261"/>
                  </a:lnTo>
                  <a:lnTo>
                    <a:pt x="777" y="263"/>
                  </a:lnTo>
                  <a:lnTo>
                    <a:pt x="775" y="265"/>
                  </a:lnTo>
                  <a:lnTo>
                    <a:pt x="774" y="267"/>
                  </a:lnTo>
                  <a:lnTo>
                    <a:pt x="773" y="268"/>
                  </a:lnTo>
                  <a:lnTo>
                    <a:pt x="771" y="270"/>
                  </a:lnTo>
                  <a:lnTo>
                    <a:pt x="770" y="271"/>
                  </a:lnTo>
                  <a:lnTo>
                    <a:pt x="767" y="271"/>
                  </a:lnTo>
                  <a:lnTo>
                    <a:pt x="764" y="270"/>
                  </a:lnTo>
                  <a:lnTo>
                    <a:pt x="762" y="271"/>
                  </a:lnTo>
                  <a:lnTo>
                    <a:pt x="761" y="273"/>
                  </a:lnTo>
                  <a:lnTo>
                    <a:pt x="760" y="277"/>
                  </a:lnTo>
                  <a:lnTo>
                    <a:pt x="758" y="280"/>
                  </a:lnTo>
                  <a:lnTo>
                    <a:pt x="755" y="281"/>
                  </a:lnTo>
                  <a:lnTo>
                    <a:pt x="753" y="280"/>
                  </a:lnTo>
                  <a:lnTo>
                    <a:pt x="750" y="278"/>
                  </a:lnTo>
                  <a:lnTo>
                    <a:pt x="748" y="277"/>
                  </a:lnTo>
                  <a:lnTo>
                    <a:pt x="746" y="276"/>
                  </a:lnTo>
                  <a:lnTo>
                    <a:pt x="744" y="274"/>
                  </a:lnTo>
                  <a:lnTo>
                    <a:pt x="742" y="273"/>
                  </a:lnTo>
                  <a:lnTo>
                    <a:pt x="741" y="271"/>
                  </a:lnTo>
                  <a:lnTo>
                    <a:pt x="739" y="270"/>
                  </a:lnTo>
                  <a:lnTo>
                    <a:pt x="736" y="269"/>
                  </a:lnTo>
                  <a:lnTo>
                    <a:pt x="734" y="268"/>
                  </a:lnTo>
                  <a:lnTo>
                    <a:pt x="732" y="267"/>
                  </a:lnTo>
                  <a:lnTo>
                    <a:pt x="732" y="264"/>
                  </a:lnTo>
                  <a:lnTo>
                    <a:pt x="732" y="262"/>
                  </a:lnTo>
                  <a:lnTo>
                    <a:pt x="731" y="260"/>
                  </a:lnTo>
                  <a:lnTo>
                    <a:pt x="728" y="258"/>
                  </a:lnTo>
                  <a:lnTo>
                    <a:pt x="726" y="256"/>
                  </a:lnTo>
                  <a:lnTo>
                    <a:pt x="725" y="254"/>
                  </a:lnTo>
                  <a:lnTo>
                    <a:pt x="727" y="251"/>
                  </a:lnTo>
                  <a:lnTo>
                    <a:pt x="730" y="249"/>
                  </a:lnTo>
                  <a:lnTo>
                    <a:pt x="733" y="247"/>
                  </a:lnTo>
                  <a:lnTo>
                    <a:pt x="734" y="245"/>
                  </a:lnTo>
                  <a:lnTo>
                    <a:pt x="735" y="243"/>
                  </a:lnTo>
                  <a:lnTo>
                    <a:pt x="735" y="241"/>
                  </a:lnTo>
                  <a:lnTo>
                    <a:pt x="736" y="239"/>
                  </a:lnTo>
                  <a:lnTo>
                    <a:pt x="737" y="237"/>
                  </a:lnTo>
                  <a:lnTo>
                    <a:pt x="737" y="234"/>
                  </a:lnTo>
                  <a:lnTo>
                    <a:pt x="737" y="230"/>
                  </a:lnTo>
                  <a:lnTo>
                    <a:pt x="739" y="228"/>
                  </a:lnTo>
                  <a:lnTo>
                    <a:pt x="741" y="227"/>
                  </a:lnTo>
                  <a:lnTo>
                    <a:pt x="744" y="228"/>
                  </a:lnTo>
                  <a:lnTo>
                    <a:pt x="746" y="228"/>
                  </a:lnTo>
                  <a:lnTo>
                    <a:pt x="748" y="228"/>
                  </a:lnTo>
                  <a:lnTo>
                    <a:pt x="750" y="226"/>
                  </a:lnTo>
                  <a:lnTo>
                    <a:pt x="751" y="224"/>
                  </a:lnTo>
                  <a:lnTo>
                    <a:pt x="753" y="225"/>
                  </a:lnTo>
                  <a:lnTo>
                    <a:pt x="755" y="227"/>
                  </a:lnTo>
                  <a:lnTo>
                    <a:pt x="756" y="229"/>
                  </a:lnTo>
                  <a:lnTo>
                    <a:pt x="758" y="229"/>
                  </a:lnTo>
                  <a:lnTo>
                    <a:pt x="760" y="228"/>
                  </a:lnTo>
                  <a:lnTo>
                    <a:pt x="762" y="228"/>
                  </a:lnTo>
                  <a:lnTo>
                    <a:pt x="764" y="228"/>
                  </a:lnTo>
                  <a:lnTo>
                    <a:pt x="765" y="228"/>
                  </a:lnTo>
                  <a:lnTo>
                    <a:pt x="768" y="229"/>
                  </a:lnTo>
                  <a:lnTo>
                    <a:pt x="770" y="230"/>
                  </a:lnTo>
                  <a:lnTo>
                    <a:pt x="772" y="232"/>
                  </a:lnTo>
                  <a:lnTo>
                    <a:pt x="772" y="235"/>
                  </a:lnTo>
                  <a:lnTo>
                    <a:pt x="771" y="238"/>
                  </a:lnTo>
                  <a:lnTo>
                    <a:pt x="769" y="241"/>
                  </a:lnTo>
                  <a:lnTo>
                    <a:pt x="769" y="244"/>
                  </a:lnTo>
                  <a:lnTo>
                    <a:pt x="771" y="245"/>
                  </a:lnTo>
                  <a:lnTo>
                    <a:pt x="774" y="247"/>
                  </a:lnTo>
                  <a:lnTo>
                    <a:pt x="776" y="249"/>
                  </a:lnTo>
                  <a:close/>
                </a:path>
              </a:pathLst>
            </a:custGeom>
            <a:solidFill>
              <a:srgbClr val="86D1BC">
                <a:alpha val="24000"/>
              </a:srgbClr>
            </a:solidFill>
            <a:ln>
              <a:noFill/>
            </a:ln>
          </p:spPr>
          <p:txBody>
            <a:bodyPr anchor="ctr"/>
            <a:lstStyle/>
            <a:p>
              <a:pPr algn="ctr">
                <a:buNone/>
              </a:pPr>
            </a:p>
          </p:txBody>
        </p:sp>
        <p:sp>
          <p:nvSpPr>
            <p:cNvPr id="799" name="addition:spatial:181"/>
            <p:cNvSpPr>
              <a:spLocks noGrp="1"/>
            </p:cNvSpPr>
            <p:nvPr/>
          </p:nvSpPr>
          <p:spPr>
            <a:xfrm>
              <a:off x="5648325" y="1666875"/>
              <a:ext cx="1134953" cy="431368"/>
            </a:xfrm>
            <a:custGeom>
              <a:avLst/>
              <a:gdLst/>
              <a:ahLst/>
              <a:cxnLst/>
              <a:rect l="l" t="t" r="r" b="b"/>
              <a:pathLst>
                <a:path w="856" h="255">
                  <a:moveTo>
                    <a:pt x="0" y="0"/>
                  </a:moveTo>
                  <a:moveTo>
                    <a:pt x="853" y="226"/>
                  </a:moveTo>
                  <a:lnTo>
                    <a:pt x="853" y="228"/>
                  </a:lnTo>
                  <a:lnTo>
                    <a:pt x="855" y="230"/>
                  </a:lnTo>
                  <a:lnTo>
                    <a:pt x="856" y="233"/>
                  </a:lnTo>
                  <a:lnTo>
                    <a:pt x="855" y="235"/>
                  </a:lnTo>
                  <a:lnTo>
                    <a:pt x="854" y="237"/>
                  </a:lnTo>
                  <a:lnTo>
                    <a:pt x="853" y="240"/>
                  </a:lnTo>
                  <a:lnTo>
                    <a:pt x="853" y="242"/>
                  </a:lnTo>
                  <a:lnTo>
                    <a:pt x="853" y="245"/>
                  </a:lnTo>
                  <a:lnTo>
                    <a:pt x="851" y="247"/>
                  </a:lnTo>
                  <a:lnTo>
                    <a:pt x="848" y="247"/>
                  </a:lnTo>
                  <a:lnTo>
                    <a:pt x="843" y="246"/>
                  </a:lnTo>
                  <a:lnTo>
                    <a:pt x="840" y="245"/>
                  </a:lnTo>
                  <a:lnTo>
                    <a:pt x="839" y="246"/>
                  </a:lnTo>
                  <a:lnTo>
                    <a:pt x="837" y="249"/>
                  </a:lnTo>
                  <a:lnTo>
                    <a:pt x="836" y="252"/>
                  </a:lnTo>
                  <a:lnTo>
                    <a:pt x="833" y="254"/>
                  </a:lnTo>
                  <a:lnTo>
                    <a:pt x="830" y="254"/>
                  </a:lnTo>
                  <a:lnTo>
                    <a:pt x="827" y="254"/>
                  </a:lnTo>
                  <a:lnTo>
                    <a:pt x="824" y="255"/>
                  </a:lnTo>
                  <a:lnTo>
                    <a:pt x="821" y="254"/>
                  </a:lnTo>
                  <a:lnTo>
                    <a:pt x="818" y="253"/>
                  </a:lnTo>
                  <a:lnTo>
                    <a:pt x="816" y="250"/>
                  </a:lnTo>
                  <a:lnTo>
                    <a:pt x="814" y="247"/>
                  </a:lnTo>
                  <a:lnTo>
                    <a:pt x="811" y="246"/>
                  </a:lnTo>
                  <a:lnTo>
                    <a:pt x="808" y="246"/>
                  </a:lnTo>
                  <a:lnTo>
                    <a:pt x="805" y="245"/>
                  </a:lnTo>
                  <a:lnTo>
                    <a:pt x="803" y="243"/>
                  </a:lnTo>
                  <a:lnTo>
                    <a:pt x="802" y="240"/>
                  </a:lnTo>
                  <a:lnTo>
                    <a:pt x="802" y="238"/>
                  </a:lnTo>
                  <a:lnTo>
                    <a:pt x="801" y="236"/>
                  </a:lnTo>
                  <a:lnTo>
                    <a:pt x="797" y="235"/>
                  </a:lnTo>
                  <a:lnTo>
                    <a:pt x="794" y="233"/>
                  </a:lnTo>
                  <a:lnTo>
                    <a:pt x="791" y="231"/>
                  </a:lnTo>
                  <a:lnTo>
                    <a:pt x="791" y="228"/>
                  </a:lnTo>
                  <a:lnTo>
                    <a:pt x="793" y="226"/>
                  </a:lnTo>
                  <a:lnTo>
                    <a:pt x="794" y="223"/>
                  </a:lnTo>
                  <a:lnTo>
                    <a:pt x="796" y="221"/>
                  </a:lnTo>
                  <a:lnTo>
                    <a:pt x="798" y="219"/>
                  </a:lnTo>
                  <a:lnTo>
                    <a:pt x="801" y="217"/>
                  </a:lnTo>
                  <a:lnTo>
                    <a:pt x="804" y="216"/>
                  </a:lnTo>
                  <a:lnTo>
                    <a:pt x="806" y="214"/>
                  </a:lnTo>
                  <a:lnTo>
                    <a:pt x="805" y="211"/>
                  </a:lnTo>
                  <a:lnTo>
                    <a:pt x="805" y="207"/>
                  </a:lnTo>
                  <a:lnTo>
                    <a:pt x="806" y="204"/>
                  </a:lnTo>
                  <a:lnTo>
                    <a:pt x="808" y="203"/>
                  </a:lnTo>
                  <a:lnTo>
                    <a:pt x="812" y="202"/>
                  </a:lnTo>
                  <a:lnTo>
                    <a:pt x="815" y="202"/>
                  </a:lnTo>
                  <a:lnTo>
                    <a:pt x="818" y="201"/>
                  </a:lnTo>
                  <a:lnTo>
                    <a:pt x="820" y="199"/>
                  </a:lnTo>
                  <a:lnTo>
                    <a:pt x="822" y="197"/>
                  </a:lnTo>
                  <a:lnTo>
                    <a:pt x="825" y="197"/>
                  </a:lnTo>
                  <a:lnTo>
                    <a:pt x="828" y="199"/>
                  </a:lnTo>
                  <a:lnTo>
                    <a:pt x="830" y="200"/>
                  </a:lnTo>
                  <a:lnTo>
                    <a:pt x="832" y="201"/>
                  </a:lnTo>
                  <a:lnTo>
                    <a:pt x="834" y="201"/>
                  </a:lnTo>
                  <a:lnTo>
                    <a:pt x="836" y="202"/>
                  </a:lnTo>
                  <a:lnTo>
                    <a:pt x="838" y="203"/>
                  </a:lnTo>
                  <a:lnTo>
                    <a:pt x="840" y="204"/>
                  </a:lnTo>
                  <a:lnTo>
                    <a:pt x="842" y="203"/>
                  </a:lnTo>
                  <a:lnTo>
                    <a:pt x="846" y="202"/>
                  </a:lnTo>
                  <a:lnTo>
                    <a:pt x="850" y="202"/>
                  </a:lnTo>
                  <a:lnTo>
                    <a:pt x="852" y="205"/>
                  </a:lnTo>
                  <a:lnTo>
                    <a:pt x="851" y="208"/>
                  </a:lnTo>
                  <a:lnTo>
                    <a:pt x="849" y="212"/>
                  </a:lnTo>
                  <a:lnTo>
                    <a:pt x="848" y="215"/>
                  </a:lnTo>
                  <a:lnTo>
                    <a:pt x="850" y="217"/>
                  </a:lnTo>
                  <a:lnTo>
                    <a:pt x="852" y="219"/>
                  </a:lnTo>
                  <a:lnTo>
                    <a:pt x="853" y="221"/>
                  </a:lnTo>
                  <a:lnTo>
                    <a:pt x="853" y="223"/>
                  </a:lnTo>
                  <a:close/>
                </a:path>
              </a:pathLst>
            </a:custGeom>
            <a:solidFill>
              <a:srgbClr val="86D1BC">
                <a:alpha val="24000"/>
              </a:srgbClr>
            </a:solidFill>
            <a:ln>
              <a:noFill/>
            </a:ln>
          </p:spPr>
          <p:txBody>
            <a:bodyPr anchor="ctr"/>
            <a:lstStyle/>
            <a:p>
              <a:pPr algn="ctr">
                <a:buNone/>
              </a:pPr>
            </a:p>
          </p:txBody>
        </p:sp>
        <p:sp>
          <p:nvSpPr>
            <p:cNvPr id="800" name="addition:spatial:182"/>
            <p:cNvSpPr>
              <a:spLocks noGrp="1"/>
            </p:cNvSpPr>
            <p:nvPr/>
          </p:nvSpPr>
          <p:spPr>
            <a:xfrm>
              <a:off x="5648325" y="1666875"/>
              <a:ext cx="1222461" cy="483809"/>
            </a:xfrm>
            <a:custGeom>
              <a:avLst/>
              <a:gdLst/>
              <a:ahLst/>
              <a:cxnLst/>
              <a:rect l="l" t="t" r="r" b="b"/>
              <a:pathLst>
                <a:path w="922" h="286">
                  <a:moveTo>
                    <a:pt x="0" y="0"/>
                  </a:moveTo>
                  <a:moveTo>
                    <a:pt x="920" y="260"/>
                  </a:moveTo>
                  <a:lnTo>
                    <a:pt x="917" y="262"/>
                  </a:lnTo>
                  <a:lnTo>
                    <a:pt x="915" y="264"/>
                  </a:lnTo>
                  <a:lnTo>
                    <a:pt x="914" y="265"/>
                  </a:lnTo>
                  <a:lnTo>
                    <a:pt x="915" y="268"/>
                  </a:lnTo>
                  <a:lnTo>
                    <a:pt x="915" y="270"/>
                  </a:lnTo>
                  <a:lnTo>
                    <a:pt x="914" y="273"/>
                  </a:lnTo>
                  <a:lnTo>
                    <a:pt x="914" y="275"/>
                  </a:lnTo>
                  <a:lnTo>
                    <a:pt x="914" y="278"/>
                  </a:lnTo>
                  <a:lnTo>
                    <a:pt x="913" y="281"/>
                  </a:lnTo>
                  <a:lnTo>
                    <a:pt x="912" y="283"/>
                  </a:lnTo>
                  <a:lnTo>
                    <a:pt x="909" y="283"/>
                  </a:lnTo>
                  <a:lnTo>
                    <a:pt x="906" y="282"/>
                  </a:lnTo>
                  <a:lnTo>
                    <a:pt x="904" y="281"/>
                  </a:lnTo>
                  <a:lnTo>
                    <a:pt x="903" y="282"/>
                  </a:lnTo>
                  <a:lnTo>
                    <a:pt x="902" y="284"/>
                  </a:lnTo>
                  <a:lnTo>
                    <a:pt x="900" y="286"/>
                  </a:lnTo>
                  <a:lnTo>
                    <a:pt x="898" y="285"/>
                  </a:lnTo>
                  <a:lnTo>
                    <a:pt x="897" y="284"/>
                  </a:lnTo>
                  <a:lnTo>
                    <a:pt x="895" y="282"/>
                  </a:lnTo>
                  <a:lnTo>
                    <a:pt x="894" y="282"/>
                  </a:lnTo>
                  <a:lnTo>
                    <a:pt x="892" y="284"/>
                  </a:lnTo>
                  <a:lnTo>
                    <a:pt x="889" y="284"/>
                  </a:lnTo>
                  <a:lnTo>
                    <a:pt x="887" y="284"/>
                  </a:lnTo>
                  <a:lnTo>
                    <a:pt x="885" y="283"/>
                  </a:lnTo>
                  <a:lnTo>
                    <a:pt x="883" y="281"/>
                  </a:lnTo>
                  <a:lnTo>
                    <a:pt x="882" y="280"/>
                  </a:lnTo>
                  <a:lnTo>
                    <a:pt x="880" y="278"/>
                  </a:lnTo>
                  <a:lnTo>
                    <a:pt x="880" y="275"/>
                  </a:lnTo>
                  <a:lnTo>
                    <a:pt x="881" y="271"/>
                  </a:lnTo>
                  <a:lnTo>
                    <a:pt x="881" y="269"/>
                  </a:lnTo>
                  <a:lnTo>
                    <a:pt x="880" y="267"/>
                  </a:lnTo>
                  <a:lnTo>
                    <a:pt x="878" y="266"/>
                  </a:lnTo>
                  <a:lnTo>
                    <a:pt x="874" y="264"/>
                  </a:lnTo>
                  <a:lnTo>
                    <a:pt x="872" y="262"/>
                  </a:lnTo>
                  <a:lnTo>
                    <a:pt x="872" y="260"/>
                  </a:lnTo>
                  <a:lnTo>
                    <a:pt x="873" y="257"/>
                  </a:lnTo>
                  <a:lnTo>
                    <a:pt x="873" y="255"/>
                  </a:lnTo>
                  <a:lnTo>
                    <a:pt x="873" y="253"/>
                  </a:lnTo>
                  <a:lnTo>
                    <a:pt x="873" y="250"/>
                  </a:lnTo>
                  <a:lnTo>
                    <a:pt x="874" y="248"/>
                  </a:lnTo>
                  <a:lnTo>
                    <a:pt x="875" y="246"/>
                  </a:lnTo>
                  <a:lnTo>
                    <a:pt x="877" y="245"/>
                  </a:lnTo>
                  <a:lnTo>
                    <a:pt x="879" y="243"/>
                  </a:lnTo>
                  <a:lnTo>
                    <a:pt x="880" y="242"/>
                  </a:lnTo>
                  <a:lnTo>
                    <a:pt x="882" y="240"/>
                  </a:lnTo>
                  <a:lnTo>
                    <a:pt x="884" y="240"/>
                  </a:lnTo>
                  <a:lnTo>
                    <a:pt x="886" y="240"/>
                  </a:lnTo>
                  <a:lnTo>
                    <a:pt x="888" y="239"/>
                  </a:lnTo>
                  <a:lnTo>
                    <a:pt x="890" y="236"/>
                  </a:lnTo>
                  <a:lnTo>
                    <a:pt x="891" y="232"/>
                  </a:lnTo>
                  <a:lnTo>
                    <a:pt x="893" y="230"/>
                  </a:lnTo>
                  <a:lnTo>
                    <a:pt x="896" y="230"/>
                  </a:lnTo>
                  <a:lnTo>
                    <a:pt x="899" y="232"/>
                  </a:lnTo>
                  <a:lnTo>
                    <a:pt x="901" y="234"/>
                  </a:lnTo>
                  <a:lnTo>
                    <a:pt x="903" y="236"/>
                  </a:lnTo>
                  <a:lnTo>
                    <a:pt x="905" y="237"/>
                  </a:lnTo>
                  <a:lnTo>
                    <a:pt x="907" y="238"/>
                  </a:lnTo>
                  <a:lnTo>
                    <a:pt x="909" y="239"/>
                  </a:lnTo>
                  <a:lnTo>
                    <a:pt x="910" y="240"/>
                  </a:lnTo>
                  <a:lnTo>
                    <a:pt x="912" y="241"/>
                  </a:lnTo>
                  <a:lnTo>
                    <a:pt x="914" y="241"/>
                  </a:lnTo>
                  <a:lnTo>
                    <a:pt x="917" y="242"/>
                  </a:lnTo>
                  <a:lnTo>
                    <a:pt x="918" y="244"/>
                  </a:lnTo>
                  <a:lnTo>
                    <a:pt x="918" y="246"/>
                  </a:lnTo>
                  <a:lnTo>
                    <a:pt x="918" y="249"/>
                  </a:lnTo>
                  <a:lnTo>
                    <a:pt x="919" y="251"/>
                  </a:lnTo>
                  <a:lnTo>
                    <a:pt x="921" y="252"/>
                  </a:lnTo>
                  <a:lnTo>
                    <a:pt x="922" y="254"/>
                  </a:lnTo>
                  <a:lnTo>
                    <a:pt x="922" y="257"/>
                  </a:lnTo>
                  <a:close/>
                </a:path>
              </a:pathLst>
            </a:custGeom>
            <a:solidFill>
              <a:srgbClr val="86D1BC">
                <a:alpha val="24000"/>
              </a:srgbClr>
            </a:solidFill>
            <a:ln>
              <a:noFill/>
            </a:ln>
          </p:spPr>
          <p:txBody>
            <a:bodyPr anchor="ctr"/>
            <a:lstStyle/>
            <a:p>
              <a:pPr algn="ctr">
                <a:buNone/>
              </a:pPr>
            </a:p>
          </p:txBody>
        </p:sp>
        <p:sp>
          <p:nvSpPr>
            <p:cNvPr id="801" name="addition:spatial:183"/>
            <p:cNvSpPr>
              <a:spLocks noGrp="1"/>
            </p:cNvSpPr>
            <p:nvPr/>
          </p:nvSpPr>
          <p:spPr>
            <a:xfrm>
              <a:off x="5648325" y="1666875"/>
              <a:ext cx="1689171" cy="833979"/>
            </a:xfrm>
            <a:custGeom>
              <a:avLst/>
              <a:gdLst/>
              <a:ahLst/>
              <a:cxnLst/>
              <a:rect l="l" t="t" r="r" b="b"/>
              <a:pathLst>
                <a:path w="1274" h="493">
                  <a:moveTo>
                    <a:pt x="0" y="0"/>
                  </a:moveTo>
                  <a:moveTo>
                    <a:pt x="1267" y="354"/>
                  </a:moveTo>
                  <a:lnTo>
                    <a:pt x="1255" y="367"/>
                  </a:lnTo>
                  <a:lnTo>
                    <a:pt x="1237" y="377"/>
                  </a:lnTo>
                  <a:lnTo>
                    <a:pt x="1218" y="385"/>
                  </a:lnTo>
                  <a:lnTo>
                    <a:pt x="1208" y="394"/>
                  </a:lnTo>
                  <a:lnTo>
                    <a:pt x="1212" y="407"/>
                  </a:lnTo>
                  <a:lnTo>
                    <a:pt x="1220" y="425"/>
                  </a:lnTo>
                  <a:lnTo>
                    <a:pt x="1221" y="442"/>
                  </a:lnTo>
                  <a:lnTo>
                    <a:pt x="1210" y="453"/>
                  </a:lnTo>
                  <a:lnTo>
                    <a:pt x="1193" y="458"/>
                  </a:lnTo>
                  <a:lnTo>
                    <a:pt x="1176" y="462"/>
                  </a:lnTo>
                  <a:lnTo>
                    <a:pt x="1165" y="470"/>
                  </a:lnTo>
                  <a:lnTo>
                    <a:pt x="1156" y="482"/>
                  </a:lnTo>
                  <a:lnTo>
                    <a:pt x="1145" y="491"/>
                  </a:lnTo>
                  <a:lnTo>
                    <a:pt x="1130" y="493"/>
                  </a:lnTo>
                  <a:lnTo>
                    <a:pt x="1115" y="490"/>
                  </a:lnTo>
                  <a:lnTo>
                    <a:pt x="1101" y="486"/>
                  </a:lnTo>
                  <a:lnTo>
                    <a:pt x="1089" y="485"/>
                  </a:lnTo>
                  <a:lnTo>
                    <a:pt x="1077" y="485"/>
                  </a:lnTo>
                  <a:lnTo>
                    <a:pt x="1066" y="480"/>
                  </a:lnTo>
                  <a:lnTo>
                    <a:pt x="1056" y="473"/>
                  </a:lnTo>
                  <a:lnTo>
                    <a:pt x="1046" y="469"/>
                  </a:lnTo>
                  <a:lnTo>
                    <a:pt x="1032" y="474"/>
                  </a:lnTo>
                  <a:lnTo>
                    <a:pt x="1012" y="484"/>
                  </a:lnTo>
                  <a:lnTo>
                    <a:pt x="990" y="490"/>
                  </a:lnTo>
                  <a:lnTo>
                    <a:pt x="975" y="483"/>
                  </a:lnTo>
                  <a:lnTo>
                    <a:pt x="972" y="466"/>
                  </a:lnTo>
                  <a:lnTo>
                    <a:pt x="975" y="446"/>
                  </a:lnTo>
                  <a:lnTo>
                    <a:pt x="975" y="430"/>
                  </a:lnTo>
                  <a:lnTo>
                    <a:pt x="969" y="420"/>
                  </a:lnTo>
                  <a:lnTo>
                    <a:pt x="959" y="411"/>
                  </a:lnTo>
                  <a:lnTo>
                    <a:pt x="951" y="400"/>
                  </a:lnTo>
                  <a:lnTo>
                    <a:pt x="948" y="388"/>
                  </a:lnTo>
                  <a:lnTo>
                    <a:pt x="944" y="377"/>
                  </a:lnTo>
                  <a:lnTo>
                    <a:pt x="936" y="366"/>
                  </a:lnTo>
                  <a:lnTo>
                    <a:pt x="925" y="354"/>
                  </a:lnTo>
                  <a:lnTo>
                    <a:pt x="918" y="341"/>
                  </a:lnTo>
                  <a:lnTo>
                    <a:pt x="920" y="329"/>
                  </a:lnTo>
                  <a:lnTo>
                    <a:pt x="926" y="317"/>
                  </a:lnTo>
                  <a:lnTo>
                    <a:pt x="928" y="305"/>
                  </a:lnTo>
                  <a:lnTo>
                    <a:pt x="923" y="291"/>
                  </a:lnTo>
                  <a:lnTo>
                    <a:pt x="918" y="274"/>
                  </a:lnTo>
                  <a:lnTo>
                    <a:pt x="924" y="261"/>
                  </a:lnTo>
                  <a:lnTo>
                    <a:pt x="943" y="257"/>
                  </a:lnTo>
                  <a:lnTo>
                    <a:pt x="967" y="260"/>
                  </a:lnTo>
                  <a:lnTo>
                    <a:pt x="987" y="263"/>
                  </a:lnTo>
                  <a:lnTo>
                    <a:pt x="999" y="259"/>
                  </a:lnTo>
                  <a:lnTo>
                    <a:pt x="1005" y="247"/>
                  </a:lnTo>
                  <a:lnTo>
                    <a:pt x="1013" y="232"/>
                  </a:lnTo>
                  <a:lnTo>
                    <a:pt x="1025" y="222"/>
                  </a:lnTo>
                  <a:lnTo>
                    <a:pt x="1040" y="215"/>
                  </a:lnTo>
                  <a:lnTo>
                    <a:pt x="1056" y="208"/>
                  </a:lnTo>
                  <a:lnTo>
                    <a:pt x="1074" y="201"/>
                  </a:lnTo>
                  <a:lnTo>
                    <a:pt x="1092" y="198"/>
                  </a:lnTo>
                  <a:lnTo>
                    <a:pt x="1111" y="205"/>
                  </a:lnTo>
                  <a:lnTo>
                    <a:pt x="1126" y="218"/>
                  </a:lnTo>
                  <a:lnTo>
                    <a:pt x="1139" y="232"/>
                  </a:lnTo>
                  <a:lnTo>
                    <a:pt x="1153" y="237"/>
                  </a:lnTo>
                  <a:lnTo>
                    <a:pt x="1171" y="236"/>
                  </a:lnTo>
                  <a:lnTo>
                    <a:pt x="1190" y="236"/>
                  </a:lnTo>
                  <a:lnTo>
                    <a:pt x="1203" y="244"/>
                  </a:lnTo>
                  <a:lnTo>
                    <a:pt x="1208" y="259"/>
                  </a:lnTo>
                  <a:lnTo>
                    <a:pt x="1210" y="274"/>
                  </a:lnTo>
                  <a:lnTo>
                    <a:pt x="1218" y="282"/>
                  </a:lnTo>
                  <a:lnTo>
                    <a:pt x="1235" y="287"/>
                  </a:lnTo>
                  <a:lnTo>
                    <a:pt x="1255" y="291"/>
                  </a:lnTo>
                  <a:lnTo>
                    <a:pt x="1269" y="300"/>
                  </a:lnTo>
                  <a:lnTo>
                    <a:pt x="1274" y="313"/>
                  </a:lnTo>
                  <a:lnTo>
                    <a:pt x="1273" y="327"/>
                  </a:lnTo>
                  <a:lnTo>
                    <a:pt x="1271" y="341"/>
                  </a:lnTo>
                  <a:close/>
                </a:path>
              </a:pathLst>
            </a:custGeom>
            <a:solidFill>
              <a:srgbClr val="EFD4E3">
                <a:alpha val="43000"/>
              </a:srgbClr>
            </a:solidFill>
            <a:ln>
              <a:noFill/>
            </a:ln>
          </p:spPr>
          <p:txBody>
            <a:bodyPr anchor="ctr"/>
            <a:lstStyle/>
            <a:p>
              <a:pPr algn="ctr">
                <a:buNone/>
              </a:pPr>
            </a:p>
          </p:txBody>
        </p:sp>
        <p:sp>
          <p:nvSpPr>
            <p:cNvPr id="802" name="addition:spatial:184"/>
            <p:cNvSpPr>
              <a:spLocks noGrp="1"/>
            </p:cNvSpPr>
            <p:nvPr/>
          </p:nvSpPr>
          <p:spPr>
            <a:xfrm>
              <a:off x="5648325" y="1666875"/>
              <a:ext cx="1620225" cy="842437"/>
            </a:xfrm>
            <a:custGeom>
              <a:avLst/>
              <a:gdLst/>
              <a:ahLst/>
              <a:cxnLst/>
              <a:rect l="l" t="t" r="r" b="b"/>
              <a:pathLst>
                <a:path w="1222" h="498">
                  <a:moveTo>
                    <a:pt x="0" y="0"/>
                  </a:moveTo>
                  <a:moveTo>
                    <a:pt x="1201" y="359"/>
                  </a:moveTo>
                  <a:lnTo>
                    <a:pt x="1215" y="370"/>
                  </a:lnTo>
                  <a:lnTo>
                    <a:pt x="1222" y="382"/>
                  </a:lnTo>
                  <a:lnTo>
                    <a:pt x="1217" y="392"/>
                  </a:lnTo>
                  <a:lnTo>
                    <a:pt x="1207" y="400"/>
                  </a:lnTo>
                  <a:lnTo>
                    <a:pt x="1200" y="409"/>
                  </a:lnTo>
                  <a:lnTo>
                    <a:pt x="1201" y="420"/>
                  </a:lnTo>
                  <a:lnTo>
                    <a:pt x="1204" y="434"/>
                  </a:lnTo>
                  <a:lnTo>
                    <a:pt x="1201" y="445"/>
                  </a:lnTo>
                  <a:lnTo>
                    <a:pt x="1190" y="451"/>
                  </a:lnTo>
                  <a:lnTo>
                    <a:pt x="1175" y="452"/>
                  </a:lnTo>
                  <a:lnTo>
                    <a:pt x="1162" y="453"/>
                  </a:lnTo>
                  <a:lnTo>
                    <a:pt x="1151" y="455"/>
                  </a:lnTo>
                  <a:lnTo>
                    <a:pt x="1141" y="459"/>
                  </a:lnTo>
                  <a:lnTo>
                    <a:pt x="1130" y="460"/>
                  </a:lnTo>
                  <a:lnTo>
                    <a:pt x="1119" y="460"/>
                  </a:lnTo>
                  <a:lnTo>
                    <a:pt x="1108" y="464"/>
                  </a:lnTo>
                  <a:lnTo>
                    <a:pt x="1097" y="475"/>
                  </a:lnTo>
                  <a:lnTo>
                    <a:pt x="1083" y="490"/>
                  </a:lnTo>
                  <a:lnTo>
                    <a:pt x="1066" y="498"/>
                  </a:lnTo>
                  <a:lnTo>
                    <a:pt x="1051" y="494"/>
                  </a:lnTo>
                  <a:lnTo>
                    <a:pt x="1039" y="480"/>
                  </a:lnTo>
                  <a:lnTo>
                    <a:pt x="1030" y="464"/>
                  </a:lnTo>
                  <a:lnTo>
                    <a:pt x="1021" y="455"/>
                  </a:lnTo>
                  <a:lnTo>
                    <a:pt x="1007" y="451"/>
                  </a:lnTo>
                  <a:lnTo>
                    <a:pt x="992" y="449"/>
                  </a:lnTo>
                  <a:lnTo>
                    <a:pt x="981" y="443"/>
                  </a:lnTo>
                  <a:lnTo>
                    <a:pt x="973" y="433"/>
                  </a:lnTo>
                  <a:lnTo>
                    <a:pt x="967" y="423"/>
                  </a:lnTo>
                  <a:lnTo>
                    <a:pt x="957" y="416"/>
                  </a:lnTo>
                  <a:lnTo>
                    <a:pt x="945" y="409"/>
                  </a:lnTo>
                  <a:lnTo>
                    <a:pt x="936" y="401"/>
                  </a:lnTo>
                  <a:lnTo>
                    <a:pt x="931" y="391"/>
                  </a:lnTo>
                  <a:lnTo>
                    <a:pt x="930" y="380"/>
                  </a:lnTo>
                  <a:lnTo>
                    <a:pt x="924" y="370"/>
                  </a:lnTo>
                  <a:lnTo>
                    <a:pt x="915" y="359"/>
                  </a:lnTo>
                  <a:lnTo>
                    <a:pt x="910" y="347"/>
                  </a:lnTo>
                  <a:lnTo>
                    <a:pt x="915" y="335"/>
                  </a:lnTo>
                  <a:lnTo>
                    <a:pt x="934" y="327"/>
                  </a:lnTo>
                  <a:lnTo>
                    <a:pt x="957" y="322"/>
                  </a:lnTo>
                  <a:lnTo>
                    <a:pt x="974" y="317"/>
                  </a:lnTo>
                  <a:lnTo>
                    <a:pt x="979" y="309"/>
                  </a:lnTo>
                  <a:lnTo>
                    <a:pt x="977" y="296"/>
                  </a:lnTo>
                  <a:lnTo>
                    <a:pt x="978" y="282"/>
                  </a:lnTo>
                  <a:lnTo>
                    <a:pt x="985" y="271"/>
                  </a:lnTo>
                  <a:lnTo>
                    <a:pt x="995" y="263"/>
                  </a:lnTo>
                  <a:lnTo>
                    <a:pt x="1006" y="255"/>
                  </a:lnTo>
                  <a:lnTo>
                    <a:pt x="1017" y="246"/>
                  </a:lnTo>
                  <a:lnTo>
                    <a:pt x="1030" y="240"/>
                  </a:lnTo>
                  <a:lnTo>
                    <a:pt x="1045" y="240"/>
                  </a:lnTo>
                  <a:lnTo>
                    <a:pt x="1060" y="244"/>
                  </a:lnTo>
                  <a:lnTo>
                    <a:pt x="1073" y="248"/>
                  </a:lnTo>
                  <a:lnTo>
                    <a:pt x="1085" y="246"/>
                  </a:lnTo>
                  <a:lnTo>
                    <a:pt x="1096" y="241"/>
                  </a:lnTo>
                  <a:lnTo>
                    <a:pt x="1108" y="239"/>
                  </a:lnTo>
                  <a:lnTo>
                    <a:pt x="1118" y="245"/>
                  </a:lnTo>
                  <a:lnTo>
                    <a:pt x="1125" y="257"/>
                  </a:lnTo>
                  <a:lnTo>
                    <a:pt x="1131" y="267"/>
                  </a:lnTo>
                  <a:lnTo>
                    <a:pt x="1140" y="268"/>
                  </a:lnTo>
                  <a:lnTo>
                    <a:pt x="1155" y="263"/>
                  </a:lnTo>
                  <a:lnTo>
                    <a:pt x="1173" y="259"/>
                  </a:lnTo>
                  <a:lnTo>
                    <a:pt x="1187" y="262"/>
                  </a:lnTo>
                  <a:lnTo>
                    <a:pt x="1194" y="271"/>
                  </a:lnTo>
                  <a:lnTo>
                    <a:pt x="1197" y="283"/>
                  </a:lnTo>
                  <a:lnTo>
                    <a:pt x="1200" y="295"/>
                  </a:lnTo>
                  <a:lnTo>
                    <a:pt x="1201" y="306"/>
                  </a:lnTo>
                  <a:lnTo>
                    <a:pt x="1199" y="318"/>
                  </a:lnTo>
                  <a:lnTo>
                    <a:pt x="1192" y="331"/>
                  </a:lnTo>
                  <a:lnTo>
                    <a:pt x="1186" y="341"/>
                  </a:lnTo>
                  <a:lnTo>
                    <a:pt x="1188" y="350"/>
                  </a:lnTo>
                  <a:close/>
                </a:path>
              </a:pathLst>
            </a:custGeom>
            <a:solidFill>
              <a:srgbClr val="DA9FC0">
                <a:alpha val="43000"/>
              </a:srgbClr>
            </a:solidFill>
            <a:ln>
              <a:noFill/>
            </a:ln>
          </p:spPr>
          <p:txBody>
            <a:bodyPr anchor="ctr"/>
            <a:lstStyle/>
            <a:p>
              <a:pPr algn="ctr">
                <a:buNone/>
              </a:pPr>
            </a:p>
          </p:txBody>
        </p:sp>
        <p:sp>
          <p:nvSpPr>
            <p:cNvPr id="803" name="addition:spatial:185"/>
            <p:cNvSpPr>
              <a:spLocks noGrp="1"/>
            </p:cNvSpPr>
            <p:nvPr/>
          </p:nvSpPr>
          <p:spPr>
            <a:xfrm>
              <a:off x="5648325" y="1666875"/>
              <a:ext cx="1614922" cy="793379"/>
            </a:xfrm>
            <a:custGeom>
              <a:avLst/>
              <a:gdLst/>
              <a:ahLst/>
              <a:cxnLst/>
              <a:rect l="l" t="t" r="r" b="b"/>
              <a:pathLst>
                <a:path w="1218" h="469">
                  <a:moveTo>
                    <a:pt x="0" y="0"/>
                  </a:moveTo>
                  <a:moveTo>
                    <a:pt x="1194" y="364"/>
                  </a:moveTo>
                  <a:lnTo>
                    <a:pt x="1178" y="372"/>
                  </a:lnTo>
                  <a:lnTo>
                    <a:pt x="1170" y="379"/>
                  </a:lnTo>
                  <a:lnTo>
                    <a:pt x="1170" y="388"/>
                  </a:lnTo>
                  <a:lnTo>
                    <a:pt x="1172" y="397"/>
                  </a:lnTo>
                  <a:lnTo>
                    <a:pt x="1172" y="407"/>
                  </a:lnTo>
                  <a:lnTo>
                    <a:pt x="1168" y="416"/>
                  </a:lnTo>
                  <a:lnTo>
                    <a:pt x="1164" y="425"/>
                  </a:lnTo>
                  <a:lnTo>
                    <a:pt x="1162" y="436"/>
                  </a:lnTo>
                  <a:lnTo>
                    <a:pt x="1157" y="446"/>
                  </a:lnTo>
                  <a:lnTo>
                    <a:pt x="1147" y="452"/>
                  </a:lnTo>
                  <a:lnTo>
                    <a:pt x="1134" y="453"/>
                  </a:lnTo>
                  <a:lnTo>
                    <a:pt x="1122" y="452"/>
                  </a:lnTo>
                  <a:lnTo>
                    <a:pt x="1112" y="455"/>
                  </a:lnTo>
                  <a:lnTo>
                    <a:pt x="1105" y="462"/>
                  </a:lnTo>
                  <a:lnTo>
                    <a:pt x="1098" y="469"/>
                  </a:lnTo>
                  <a:lnTo>
                    <a:pt x="1088" y="469"/>
                  </a:lnTo>
                  <a:lnTo>
                    <a:pt x="1078" y="462"/>
                  </a:lnTo>
                  <a:lnTo>
                    <a:pt x="1069" y="453"/>
                  </a:lnTo>
                  <a:lnTo>
                    <a:pt x="1062" y="449"/>
                  </a:lnTo>
                  <a:lnTo>
                    <a:pt x="1053" y="453"/>
                  </a:lnTo>
                  <a:lnTo>
                    <a:pt x="1042" y="461"/>
                  </a:lnTo>
                  <a:lnTo>
                    <a:pt x="1029" y="465"/>
                  </a:lnTo>
                  <a:lnTo>
                    <a:pt x="1017" y="464"/>
                  </a:lnTo>
                  <a:lnTo>
                    <a:pt x="1008" y="458"/>
                  </a:lnTo>
                  <a:lnTo>
                    <a:pt x="998" y="452"/>
                  </a:lnTo>
                  <a:lnTo>
                    <a:pt x="990" y="446"/>
                  </a:lnTo>
                  <a:lnTo>
                    <a:pt x="985" y="436"/>
                  </a:lnTo>
                  <a:lnTo>
                    <a:pt x="985" y="423"/>
                  </a:lnTo>
                  <a:lnTo>
                    <a:pt x="989" y="410"/>
                  </a:lnTo>
                  <a:lnTo>
                    <a:pt x="988" y="401"/>
                  </a:lnTo>
                  <a:lnTo>
                    <a:pt x="979" y="395"/>
                  </a:lnTo>
                  <a:lnTo>
                    <a:pt x="964" y="390"/>
                  </a:lnTo>
                  <a:lnTo>
                    <a:pt x="951" y="383"/>
                  </a:lnTo>
                  <a:lnTo>
                    <a:pt x="946" y="374"/>
                  </a:lnTo>
                  <a:lnTo>
                    <a:pt x="950" y="364"/>
                  </a:lnTo>
                  <a:lnTo>
                    <a:pt x="953" y="355"/>
                  </a:lnTo>
                  <a:lnTo>
                    <a:pt x="951" y="346"/>
                  </a:lnTo>
                  <a:lnTo>
                    <a:pt x="944" y="335"/>
                  </a:lnTo>
                  <a:lnTo>
                    <a:pt x="940" y="324"/>
                  </a:lnTo>
                  <a:lnTo>
                    <a:pt x="944" y="315"/>
                  </a:lnTo>
                  <a:lnTo>
                    <a:pt x="953" y="308"/>
                  </a:lnTo>
                  <a:lnTo>
                    <a:pt x="964" y="303"/>
                  </a:lnTo>
                  <a:lnTo>
                    <a:pt x="973" y="298"/>
                  </a:lnTo>
                  <a:lnTo>
                    <a:pt x="982" y="293"/>
                  </a:lnTo>
                  <a:lnTo>
                    <a:pt x="993" y="290"/>
                  </a:lnTo>
                  <a:lnTo>
                    <a:pt x="1006" y="290"/>
                  </a:lnTo>
                  <a:lnTo>
                    <a:pt x="1016" y="288"/>
                  </a:lnTo>
                  <a:lnTo>
                    <a:pt x="1023" y="280"/>
                  </a:lnTo>
                  <a:lnTo>
                    <a:pt x="1029" y="266"/>
                  </a:lnTo>
                  <a:lnTo>
                    <a:pt x="1038" y="251"/>
                  </a:lnTo>
                  <a:lnTo>
                    <a:pt x="1051" y="244"/>
                  </a:lnTo>
                  <a:lnTo>
                    <a:pt x="1066" y="248"/>
                  </a:lnTo>
                  <a:lnTo>
                    <a:pt x="1080" y="257"/>
                  </a:lnTo>
                  <a:lnTo>
                    <a:pt x="1092" y="265"/>
                  </a:lnTo>
                  <a:lnTo>
                    <a:pt x="1104" y="268"/>
                  </a:lnTo>
                  <a:lnTo>
                    <a:pt x="1116" y="268"/>
                  </a:lnTo>
                  <a:lnTo>
                    <a:pt x="1128" y="271"/>
                  </a:lnTo>
                  <a:lnTo>
                    <a:pt x="1137" y="278"/>
                  </a:lnTo>
                  <a:lnTo>
                    <a:pt x="1145" y="285"/>
                  </a:lnTo>
                  <a:lnTo>
                    <a:pt x="1154" y="289"/>
                  </a:lnTo>
                  <a:lnTo>
                    <a:pt x="1164" y="293"/>
                  </a:lnTo>
                  <a:lnTo>
                    <a:pt x="1174" y="297"/>
                  </a:lnTo>
                  <a:lnTo>
                    <a:pt x="1180" y="305"/>
                  </a:lnTo>
                  <a:lnTo>
                    <a:pt x="1183" y="313"/>
                  </a:lnTo>
                  <a:lnTo>
                    <a:pt x="1188" y="320"/>
                  </a:lnTo>
                  <a:lnTo>
                    <a:pt x="1199" y="326"/>
                  </a:lnTo>
                  <a:lnTo>
                    <a:pt x="1212" y="333"/>
                  </a:lnTo>
                  <a:lnTo>
                    <a:pt x="1218" y="342"/>
                  </a:lnTo>
                  <a:lnTo>
                    <a:pt x="1211" y="354"/>
                  </a:lnTo>
                  <a:close/>
                </a:path>
              </a:pathLst>
            </a:custGeom>
            <a:solidFill>
              <a:srgbClr val="CC79A7">
                <a:alpha val="35000"/>
              </a:srgbClr>
            </a:solidFill>
            <a:ln>
              <a:noFill/>
            </a:ln>
          </p:spPr>
          <p:txBody>
            <a:bodyPr anchor="ctr"/>
            <a:lstStyle/>
            <a:p>
              <a:pPr algn="ctr">
                <a:buNone/>
              </a:pPr>
            </a:p>
          </p:txBody>
        </p:sp>
        <p:sp>
          <p:nvSpPr>
            <p:cNvPr id="804" name="addition:spatial:186"/>
            <p:cNvSpPr>
              <a:spLocks noGrp="1"/>
            </p:cNvSpPr>
            <p:nvPr/>
          </p:nvSpPr>
          <p:spPr>
            <a:xfrm>
              <a:off x="5648325" y="1666875"/>
              <a:ext cx="1418692" cy="644515"/>
            </a:xfrm>
            <a:custGeom>
              <a:avLst/>
              <a:gdLst/>
              <a:ahLst/>
              <a:cxnLst/>
              <a:rect l="l" t="t" r="r" b="b"/>
              <a:pathLst>
                <a:path w="1070" h="381">
                  <a:moveTo>
                    <a:pt x="0" y="0"/>
                  </a:moveTo>
                  <a:moveTo>
                    <a:pt x="1066" y="334"/>
                  </a:moveTo>
                  <a:lnTo>
                    <a:pt x="1068" y="338"/>
                  </a:lnTo>
                  <a:lnTo>
                    <a:pt x="1070" y="342"/>
                  </a:lnTo>
                  <a:lnTo>
                    <a:pt x="1070" y="346"/>
                  </a:lnTo>
                  <a:lnTo>
                    <a:pt x="1069" y="349"/>
                  </a:lnTo>
                  <a:lnTo>
                    <a:pt x="1068" y="353"/>
                  </a:lnTo>
                  <a:lnTo>
                    <a:pt x="1068" y="357"/>
                  </a:lnTo>
                  <a:lnTo>
                    <a:pt x="1068" y="362"/>
                  </a:lnTo>
                  <a:lnTo>
                    <a:pt x="1067" y="366"/>
                  </a:lnTo>
                  <a:lnTo>
                    <a:pt x="1061" y="367"/>
                  </a:lnTo>
                  <a:lnTo>
                    <a:pt x="1054" y="366"/>
                  </a:lnTo>
                  <a:lnTo>
                    <a:pt x="1048" y="364"/>
                  </a:lnTo>
                  <a:lnTo>
                    <a:pt x="1044" y="364"/>
                  </a:lnTo>
                  <a:lnTo>
                    <a:pt x="1042" y="368"/>
                  </a:lnTo>
                  <a:lnTo>
                    <a:pt x="1040" y="373"/>
                  </a:lnTo>
                  <a:lnTo>
                    <a:pt x="1036" y="377"/>
                  </a:lnTo>
                  <a:lnTo>
                    <a:pt x="1031" y="379"/>
                  </a:lnTo>
                  <a:lnTo>
                    <a:pt x="1026" y="380"/>
                  </a:lnTo>
                  <a:lnTo>
                    <a:pt x="1020" y="380"/>
                  </a:lnTo>
                  <a:lnTo>
                    <a:pt x="1015" y="381"/>
                  </a:lnTo>
                  <a:lnTo>
                    <a:pt x="1009" y="379"/>
                  </a:lnTo>
                  <a:lnTo>
                    <a:pt x="1005" y="376"/>
                  </a:lnTo>
                  <a:lnTo>
                    <a:pt x="1001" y="372"/>
                  </a:lnTo>
                  <a:lnTo>
                    <a:pt x="997" y="369"/>
                  </a:lnTo>
                  <a:lnTo>
                    <a:pt x="992" y="368"/>
                  </a:lnTo>
                  <a:lnTo>
                    <a:pt x="986" y="368"/>
                  </a:lnTo>
                  <a:lnTo>
                    <a:pt x="982" y="366"/>
                  </a:lnTo>
                  <a:lnTo>
                    <a:pt x="980" y="361"/>
                  </a:lnTo>
                  <a:lnTo>
                    <a:pt x="980" y="356"/>
                  </a:lnTo>
                  <a:lnTo>
                    <a:pt x="978" y="353"/>
                  </a:lnTo>
                  <a:lnTo>
                    <a:pt x="974" y="351"/>
                  </a:lnTo>
                  <a:lnTo>
                    <a:pt x="967" y="350"/>
                  </a:lnTo>
                  <a:lnTo>
                    <a:pt x="961" y="347"/>
                  </a:lnTo>
                  <a:lnTo>
                    <a:pt x="959" y="343"/>
                  </a:lnTo>
                  <a:lnTo>
                    <a:pt x="960" y="338"/>
                  </a:lnTo>
                  <a:lnTo>
                    <a:pt x="963" y="334"/>
                  </a:lnTo>
                  <a:lnTo>
                    <a:pt x="966" y="330"/>
                  </a:lnTo>
                  <a:lnTo>
                    <a:pt x="969" y="326"/>
                  </a:lnTo>
                  <a:lnTo>
                    <a:pt x="973" y="323"/>
                  </a:lnTo>
                  <a:lnTo>
                    <a:pt x="979" y="321"/>
                  </a:lnTo>
                  <a:lnTo>
                    <a:pt x="982" y="318"/>
                  </a:lnTo>
                  <a:lnTo>
                    <a:pt x="983" y="315"/>
                  </a:lnTo>
                  <a:lnTo>
                    <a:pt x="981" y="309"/>
                  </a:lnTo>
                  <a:lnTo>
                    <a:pt x="981" y="304"/>
                  </a:lnTo>
                  <a:lnTo>
                    <a:pt x="985" y="300"/>
                  </a:lnTo>
                  <a:lnTo>
                    <a:pt x="990" y="299"/>
                  </a:lnTo>
                  <a:lnTo>
                    <a:pt x="996" y="299"/>
                  </a:lnTo>
                  <a:lnTo>
                    <a:pt x="1001" y="297"/>
                  </a:lnTo>
                  <a:lnTo>
                    <a:pt x="1004" y="293"/>
                  </a:lnTo>
                  <a:lnTo>
                    <a:pt x="1007" y="290"/>
                  </a:lnTo>
                  <a:lnTo>
                    <a:pt x="1012" y="288"/>
                  </a:lnTo>
                  <a:lnTo>
                    <a:pt x="1017" y="290"/>
                  </a:lnTo>
                  <a:lnTo>
                    <a:pt x="1021" y="293"/>
                  </a:lnTo>
                  <a:lnTo>
                    <a:pt x="1025" y="294"/>
                  </a:lnTo>
                  <a:lnTo>
                    <a:pt x="1029" y="295"/>
                  </a:lnTo>
                  <a:lnTo>
                    <a:pt x="1032" y="296"/>
                  </a:lnTo>
                  <a:lnTo>
                    <a:pt x="1035" y="297"/>
                  </a:lnTo>
                  <a:lnTo>
                    <a:pt x="1038" y="298"/>
                  </a:lnTo>
                  <a:lnTo>
                    <a:pt x="1043" y="298"/>
                  </a:lnTo>
                  <a:lnTo>
                    <a:pt x="1049" y="296"/>
                  </a:lnTo>
                  <a:lnTo>
                    <a:pt x="1055" y="295"/>
                  </a:lnTo>
                  <a:lnTo>
                    <a:pt x="1060" y="297"/>
                  </a:lnTo>
                  <a:lnTo>
                    <a:pt x="1061" y="302"/>
                  </a:lnTo>
                  <a:lnTo>
                    <a:pt x="1059" y="308"/>
                  </a:lnTo>
                  <a:lnTo>
                    <a:pt x="1057" y="314"/>
                  </a:lnTo>
                  <a:lnTo>
                    <a:pt x="1058" y="317"/>
                  </a:lnTo>
                  <a:lnTo>
                    <a:pt x="1061" y="320"/>
                  </a:lnTo>
                  <a:lnTo>
                    <a:pt x="1064" y="323"/>
                  </a:lnTo>
                  <a:lnTo>
                    <a:pt x="1066" y="327"/>
                  </a:lnTo>
                  <a:lnTo>
                    <a:pt x="1065" y="330"/>
                  </a:lnTo>
                  <a:close/>
                </a:path>
              </a:pathLst>
            </a:custGeom>
            <a:solidFill>
              <a:srgbClr val="DA9FC0">
                <a:alpha val="32000"/>
              </a:srgbClr>
            </a:solidFill>
            <a:ln>
              <a:noFill/>
            </a:ln>
          </p:spPr>
          <p:txBody>
            <a:bodyPr anchor="ctr"/>
            <a:lstStyle/>
            <a:p>
              <a:pPr algn="ctr">
                <a:buNone/>
              </a:pPr>
            </a:p>
          </p:txBody>
        </p:sp>
        <p:sp>
          <p:nvSpPr>
            <p:cNvPr id="805" name="addition:spatial:187"/>
            <p:cNvSpPr>
              <a:spLocks noGrp="1"/>
            </p:cNvSpPr>
            <p:nvPr/>
          </p:nvSpPr>
          <p:spPr>
            <a:xfrm>
              <a:off x="5648325" y="1666875"/>
              <a:ext cx="1473053" cy="585307"/>
            </a:xfrm>
            <a:custGeom>
              <a:avLst/>
              <a:gdLst/>
              <a:ahLst/>
              <a:cxnLst/>
              <a:rect l="l" t="t" r="r" b="b"/>
              <a:pathLst>
                <a:path w="1111" h="346">
                  <a:moveTo>
                    <a:pt x="0" y="0"/>
                  </a:moveTo>
                  <a:moveTo>
                    <a:pt x="1100" y="300"/>
                  </a:moveTo>
                  <a:lnTo>
                    <a:pt x="1104" y="303"/>
                  </a:lnTo>
                  <a:lnTo>
                    <a:pt x="1106" y="307"/>
                  </a:lnTo>
                  <a:lnTo>
                    <a:pt x="1105" y="311"/>
                  </a:lnTo>
                  <a:lnTo>
                    <a:pt x="1103" y="314"/>
                  </a:lnTo>
                  <a:lnTo>
                    <a:pt x="1103" y="318"/>
                  </a:lnTo>
                  <a:lnTo>
                    <a:pt x="1102" y="322"/>
                  </a:lnTo>
                  <a:lnTo>
                    <a:pt x="1101" y="326"/>
                  </a:lnTo>
                  <a:lnTo>
                    <a:pt x="1099" y="329"/>
                  </a:lnTo>
                  <a:lnTo>
                    <a:pt x="1095" y="330"/>
                  </a:lnTo>
                  <a:lnTo>
                    <a:pt x="1092" y="332"/>
                  </a:lnTo>
                  <a:lnTo>
                    <a:pt x="1089" y="335"/>
                  </a:lnTo>
                  <a:lnTo>
                    <a:pt x="1087" y="338"/>
                  </a:lnTo>
                  <a:lnTo>
                    <a:pt x="1083" y="339"/>
                  </a:lnTo>
                  <a:lnTo>
                    <a:pt x="1078" y="337"/>
                  </a:lnTo>
                  <a:lnTo>
                    <a:pt x="1074" y="334"/>
                  </a:lnTo>
                  <a:lnTo>
                    <a:pt x="1070" y="333"/>
                  </a:lnTo>
                  <a:lnTo>
                    <a:pt x="1067" y="336"/>
                  </a:lnTo>
                  <a:lnTo>
                    <a:pt x="1063" y="342"/>
                  </a:lnTo>
                  <a:lnTo>
                    <a:pt x="1058" y="346"/>
                  </a:lnTo>
                  <a:lnTo>
                    <a:pt x="1053" y="346"/>
                  </a:lnTo>
                  <a:lnTo>
                    <a:pt x="1048" y="344"/>
                  </a:lnTo>
                  <a:lnTo>
                    <a:pt x="1044" y="341"/>
                  </a:lnTo>
                  <a:lnTo>
                    <a:pt x="1040" y="338"/>
                  </a:lnTo>
                  <a:lnTo>
                    <a:pt x="1037" y="335"/>
                  </a:lnTo>
                  <a:lnTo>
                    <a:pt x="1034" y="332"/>
                  </a:lnTo>
                  <a:lnTo>
                    <a:pt x="1032" y="327"/>
                  </a:lnTo>
                  <a:lnTo>
                    <a:pt x="1030" y="324"/>
                  </a:lnTo>
                  <a:lnTo>
                    <a:pt x="1026" y="322"/>
                  </a:lnTo>
                  <a:lnTo>
                    <a:pt x="1020" y="320"/>
                  </a:lnTo>
                  <a:lnTo>
                    <a:pt x="1015" y="318"/>
                  </a:lnTo>
                  <a:lnTo>
                    <a:pt x="1013" y="315"/>
                  </a:lnTo>
                  <a:lnTo>
                    <a:pt x="1013" y="310"/>
                  </a:lnTo>
                  <a:lnTo>
                    <a:pt x="1014" y="306"/>
                  </a:lnTo>
                  <a:lnTo>
                    <a:pt x="1012" y="303"/>
                  </a:lnTo>
                  <a:lnTo>
                    <a:pt x="1007" y="300"/>
                  </a:lnTo>
                  <a:lnTo>
                    <a:pt x="1003" y="295"/>
                  </a:lnTo>
                  <a:lnTo>
                    <a:pt x="1003" y="291"/>
                  </a:lnTo>
                  <a:lnTo>
                    <a:pt x="1007" y="287"/>
                  </a:lnTo>
                  <a:lnTo>
                    <a:pt x="1013" y="285"/>
                  </a:lnTo>
                  <a:lnTo>
                    <a:pt x="1018" y="283"/>
                  </a:lnTo>
                  <a:lnTo>
                    <a:pt x="1021" y="280"/>
                  </a:lnTo>
                  <a:lnTo>
                    <a:pt x="1024" y="277"/>
                  </a:lnTo>
                  <a:lnTo>
                    <a:pt x="1028" y="275"/>
                  </a:lnTo>
                  <a:lnTo>
                    <a:pt x="1031" y="273"/>
                  </a:lnTo>
                  <a:lnTo>
                    <a:pt x="1034" y="269"/>
                  </a:lnTo>
                  <a:lnTo>
                    <a:pt x="1035" y="264"/>
                  </a:lnTo>
                  <a:lnTo>
                    <a:pt x="1037" y="258"/>
                  </a:lnTo>
                  <a:lnTo>
                    <a:pt x="1041" y="255"/>
                  </a:lnTo>
                  <a:lnTo>
                    <a:pt x="1047" y="255"/>
                  </a:lnTo>
                  <a:lnTo>
                    <a:pt x="1054" y="258"/>
                  </a:lnTo>
                  <a:lnTo>
                    <a:pt x="1059" y="260"/>
                  </a:lnTo>
                  <a:lnTo>
                    <a:pt x="1063" y="259"/>
                  </a:lnTo>
                  <a:lnTo>
                    <a:pt x="1068" y="257"/>
                  </a:lnTo>
                  <a:lnTo>
                    <a:pt x="1072" y="257"/>
                  </a:lnTo>
                  <a:lnTo>
                    <a:pt x="1076" y="259"/>
                  </a:lnTo>
                  <a:lnTo>
                    <a:pt x="1079" y="262"/>
                  </a:lnTo>
                  <a:lnTo>
                    <a:pt x="1082" y="265"/>
                  </a:lnTo>
                  <a:lnTo>
                    <a:pt x="1085" y="266"/>
                  </a:lnTo>
                  <a:lnTo>
                    <a:pt x="1089" y="267"/>
                  </a:lnTo>
                  <a:lnTo>
                    <a:pt x="1093" y="268"/>
                  </a:lnTo>
                  <a:lnTo>
                    <a:pt x="1096" y="269"/>
                  </a:lnTo>
                  <a:lnTo>
                    <a:pt x="1099" y="271"/>
                  </a:lnTo>
                  <a:lnTo>
                    <a:pt x="1103" y="273"/>
                  </a:lnTo>
                  <a:lnTo>
                    <a:pt x="1108" y="275"/>
                  </a:lnTo>
                  <a:lnTo>
                    <a:pt x="1111" y="278"/>
                  </a:lnTo>
                  <a:lnTo>
                    <a:pt x="1109" y="283"/>
                  </a:lnTo>
                  <a:lnTo>
                    <a:pt x="1104" y="289"/>
                  </a:lnTo>
                  <a:lnTo>
                    <a:pt x="1099" y="293"/>
                  </a:lnTo>
                  <a:lnTo>
                    <a:pt x="1098" y="296"/>
                  </a:lnTo>
                  <a:close/>
                </a:path>
              </a:pathLst>
            </a:custGeom>
            <a:solidFill>
              <a:srgbClr val="DA9FC0">
                <a:alpha val="32000"/>
              </a:srgbClr>
            </a:solidFill>
            <a:ln>
              <a:noFill/>
            </a:ln>
          </p:spPr>
          <p:txBody>
            <a:bodyPr anchor="ctr"/>
            <a:lstStyle/>
            <a:p>
              <a:pPr algn="ctr">
                <a:buNone/>
              </a:pPr>
            </a:p>
          </p:txBody>
        </p:sp>
        <p:sp>
          <p:nvSpPr>
            <p:cNvPr id="806" name="addition:spatial:188"/>
            <p:cNvSpPr>
              <a:spLocks noGrp="1"/>
            </p:cNvSpPr>
            <p:nvPr/>
          </p:nvSpPr>
          <p:spPr>
            <a:xfrm>
              <a:off x="5648325" y="1666875"/>
              <a:ext cx="1548628" cy="608990"/>
            </a:xfrm>
            <a:custGeom>
              <a:avLst/>
              <a:gdLst/>
              <a:ahLst/>
              <a:cxnLst/>
              <a:rect l="l" t="t" r="r" b="b"/>
              <a:pathLst>
                <a:path w="1168" h="360">
                  <a:moveTo>
                    <a:pt x="0" y="0"/>
                  </a:moveTo>
                  <a:moveTo>
                    <a:pt x="1167" y="309"/>
                  </a:moveTo>
                  <a:lnTo>
                    <a:pt x="1168" y="313"/>
                  </a:lnTo>
                  <a:lnTo>
                    <a:pt x="1166" y="317"/>
                  </a:lnTo>
                  <a:lnTo>
                    <a:pt x="1162" y="321"/>
                  </a:lnTo>
                  <a:lnTo>
                    <a:pt x="1159" y="324"/>
                  </a:lnTo>
                  <a:lnTo>
                    <a:pt x="1157" y="328"/>
                  </a:lnTo>
                  <a:lnTo>
                    <a:pt x="1155" y="332"/>
                  </a:lnTo>
                  <a:lnTo>
                    <a:pt x="1153" y="336"/>
                  </a:lnTo>
                  <a:lnTo>
                    <a:pt x="1148" y="338"/>
                  </a:lnTo>
                  <a:lnTo>
                    <a:pt x="1142" y="338"/>
                  </a:lnTo>
                  <a:lnTo>
                    <a:pt x="1137" y="340"/>
                  </a:lnTo>
                  <a:lnTo>
                    <a:pt x="1135" y="344"/>
                  </a:lnTo>
                  <a:lnTo>
                    <a:pt x="1134" y="351"/>
                  </a:lnTo>
                  <a:lnTo>
                    <a:pt x="1131" y="357"/>
                  </a:lnTo>
                  <a:lnTo>
                    <a:pt x="1126" y="360"/>
                  </a:lnTo>
                  <a:lnTo>
                    <a:pt x="1120" y="359"/>
                  </a:lnTo>
                  <a:lnTo>
                    <a:pt x="1114" y="356"/>
                  </a:lnTo>
                  <a:lnTo>
                    <a:pt x="1109" y="353"/>
                  </a:lnTo>
                  <a:lnTo>
                    <a:pt x="1105" y="352"/>
                  </a:lnTo>
                  <a:lnTo>
                    <a:pt x="1101" y="351"/>
                  </a:lnTo>
                  <a:lnTo>
                    <a:pt x="1098" y="349"/>
                  </a:lnTo>
                  <a:lnTo>
                    <a:pt x="1094" y="347"/>
                  </a:lnTo>
                  <a:lnTo>
                    <a:pt x="1091" y="347"/>
                  </a:lnTo>
                  <a:lnTo>
                    <a:pt x="1086" y="348"/>
                  </a:lnTo>
                  <a:lnTo>
                    <a:pt x="1081" y="349"/>
                  </a:lnTo>
                  <a:lnTo>
                    <a:pt x="1076" y="348"/>
                  </a:lnTo>
                  <a:lnTo>
                    <a:pt x="1075" y="343"/>
                  </a:lnTo>
                  <a:lnTo>
                    <a:pt x="1074" y="339"/>
                  </a:lnTo>
                  <a:lnTo>
                    <a:pt x="1073" y="335"/>
                  </a:lnTo>
                  <a:lnTo>
                    <a:pt x="1069" y="333"/>
                  </a:lnTo>
                  <a:lnTo>
                    <a:pt x="1065" y="330"/>
                  </a:lnTo>
                  <a:lnTo>
                    <a:pt x="1062" y="327"/>
                  </a:lnTo>
                  <a:lnTo>
                    <a:pt x="1064" y="322"/>
                  </a:lnTo>
                  <a:lnTo>
                    <a:pt x="1068" y="317"/>
                  </a:lnTo>
                  <a:lnTo>
                    <a:pt x="1071" y="313"/>
                  </a:lnTo>
                  <a:lnTo>
                    <a:pt x="1072" y="309"/>
                  </a:lnTo>
                  <a:lnTo>
                    <a:pt x="1071" y="305"/>
                  </a:lnTo>
                  <a:lnTo>
                    <a:pt x="1070" y="302"/>
                  </a:lnTo>
                  <a:lnTo>
                    <a:pt x="1069" y="298"/>
                  </a:lnTo>
                  <a:lnTo>
                    <a:pt x="1068" y="293"/>
                  </a:lnTo>
                  <a:lnTo>
                    <a:pt x="1066" y="288"/>
                  </a:lnTo>
                  <a:lnTo>
                    <a:pt x="1064" y="282"/>
                  </a:lnTo>
                  <a:lnTo>
                    <a:pt x="1065" y="278"/>
                  </a:lnTo>
                  <a:lnTo>
                    <a:pt x="1070" y="276"/>
                  </a:lnTo>
                  <a:lnTo>
                    <a:pt x="1076" y="276"/>
                  </a:lnTo>
                  <a:lnTo>
                    <a:pt x="1082" y="277"/>
                  </a:lnTo>
                  <a:lnTo>
                    <a:pt x="1085" y="276"/>
                  </a:lnTo>
                  <a:lnTo>
                    <a:pt x="1087" y="272"/>
                  </a:lnTo>
                  <a:lnTo>
                    <a:pt x="1089" y="268"/>
                  </a:lnTo>
                  <a:lnTo>
                    <a:pt x="1093" y="266"/>
                  </a:lnTo>
                  <a:lnTo>
                    <a:pt x="1097" y="266"/>
                  </a:lnTo>
                  <a:lnTo>
                    <a:pt x="1101" y="267"/>
                  </a:lnTo>
                  <a:lnTo>
                    <a:pt x="1105" y="267"/>
                  </a:lnTo>
                  <a:lnTo>
                    <a:pt x="1109" y="264"/>
                  </a:lnTo>
                  <a:lnTo>
                    <a:pt x="1114" y="262"/>
                  </a:lnTo>
                  <a:lnTo>
                    <a:pt x="1119" y="262"/>
                  </a:lnTo>
                  <a:lnTo>
                    <a:pt x="1124" y="263"/>
                  </a:lnTo>
                  <a:lnTo>
                    <a:pt x="1129" y="265"/>
                  </a:lnTo>
                  <a:lnTo>
                    <a:pt x="1135" y="265"/>
                  </a:lnTo>
                  <a:lnTo>
                    <a:pt x="1140" y="267"/>
                  </a:lnTo>
                  <a:lnTo>
                    <a:pt x="1143" y="272"/>
                  </a:lnTo>
                  <a:lnTo>
                    <a:pt x="1143" y="278"/>
                  </a:lnTo>
                  <a:lnTo>
                    <a:pt x="1143" y="284"/>
                  </a:lnTo>
                  <a:lnTo>
                    <a:pt x="1144" y="288"/>
                  </a:lnTo>
                  <a:lnTo>
                    <a:pt x="1150" y="289"/>
                  </a:lnTo>
                  <a:lnTo>
                    <a:pt x="1158" y="290"/>
                  </a:lnTo>
                  <a:lnTo>
                    <a:pt x="1164" y="292"/>
                  </a:lnTo>
                  <a:lnTo>
                    <a:pt x="1167" y="296"/>
                  </a:lnTo>
                  <a:lnTo>
                    <a:pt x="1167" y="300"/>
                  </a:lnTo>
                  <a:lnTo>
                    <a:pt x="1167" y="305"/>
                  </a:lnTo>
                  <a:close/>
                </a:path>
              </a:pathLst>
            </a:custGeom>
            <a:solidFill>
              <a:srgbClr val="DA9FC0">
                <a:alpha val="32000"/>
              </a:srgbClr>
            </a:solidFill>
            <a:ln>
              <a:noFill/>
            </a:ln>
          </p:spPr>
          <p:txBody>
            <a:bodyPr anchor="ctr"/>
            <a:lstStyle/>
            <a:p>
              <a:pPr algn="ctr">
                <a:buNone/>
              </a:pPr>
            </a:p>
          </p:txBody>
        </p:sp>
        <p:sp>
          <p:nvSpPr>
            <p:cNvPr id="807" name="addition:spatial:189"/>
            <p:cNvSpPr>
              <a:spLocks noGrp="1"/>
            </p:cNvSpPr>
            <p:nvPr/>
          </p:nvSpPr>
          <p:spPr>
            <a:xfrm>
              <a:off x="5648325" y="1666875"/>
              <a:ext cx="1610944" cy="676656"/>
            </a:xfrm>
            <a:custGeom>
              <a:avLst/>
              <a:gdLst/>
              <a:ahLst/>
              <a:cxnLst/>
              <a:rect l="l" t="t" r="r" b="b"/>
              <a:pathLst>
                <a:path w="1215" h="400">
                  <a:moveTo>
                    <a:pt x="0" y="0"/>
                  </a:moveTo>
                  <a:moveTo>
                    <a:pt x="1205" y="347"/>
                  </a:moveTo>
                  <a:lnTo>
                    <a:pt x="1211" y="352"/>
                  </a:lnTo>
                  <a:lnTo>
                    <a:pt x="1215" y="357"/>
                  </a:lnTo>
                  <a:lnTo>
                    <a:pt x="1214" y="362"/>
                  </a:lnTo>
                  <a:lnTo>
                    <a:pt x="1209" y="366"/>
                  </a:lnTo>
                  <a:lnTo>
                    <a:pt x="1202" y="368"/>
                  </a:lnTo>
                  <a:lnTo>
                    <a:pt x="1197" y="371"/>
                  </a:lnTo>
                  <a:lnTo>
                    <a:pt x="1193" y="373"/>
                  </a:lnTo>
                  <a:lnTo>
                    <a:pt x="1189" y="376"/>
                  </a:lnTo>
                  <a:lnTo>
                    <a:pt x="1185" y="378"/>
                  </a:lnTo>
                  <a:lnTo>
                    <a:pt x="1181" y="381"/>
                  </a:lnTo>
                  <a:lnTo>
                    <a:pt x="1179" y="385"/>
                  </a:lnTo>
                  <a:lnTo>
                    <a:pt x="1177" y="392"/>
                  </a:lnTo>
                  <a:lnTo>
                    <a:pt x="1173" y="398"/>
                  </a:lnTo>
                  <a:lnTo>
                    <a:pt x="1168" y="400"/>
                  </a:lnTo>
                  <a:lnTo>
                    <a:pt x="1161" y="399"/>
                  </a:lnTo>
                  <a:lnTo>
                    <a:pt x="1155" y="396"/>
                  </a:lnTo>
                  <a:lnTo>
                    <a:pt x="1149" y="394"/>
                  </a:lnTo>
                  <a:lnTo>
                    <a:pt x="1144" y="395"/>
                  </a:lnTo>
                  <a:lnTo>
                    <a:pt x="1138" y="397"/>
                  </a:lnTo>
                  <a:lnTo>
                    <a:pt x="1133" y="397"/>
                  </a:lnTo>
                  <a:lnTo>
                    <a:pt x="1129" y="394"/>
                  </a:lnTo>
                  <a:lnTo>
                    <a:pt x="1126" y="389"/>
                  </a:lnTo>
                  <a:lnTo>
                    <a:pt x="1123" y="385"/>
                  </a:lnTo>
                  <a:lnTo>
                    <a:pt x="1119" y="384"/>
                  </a:lnTo>
                  <a:lnTo>
                    <a:pt x="1114" y="383"/>
                  </a:lnTo>
                  <a:lnTo>
                    <a:pt x="1110" y="381"/>
                  </a:lnTo>
                  <a:lnTo>
                    <a:pt x="1107" y="379"/>
                  </a:lnTo>
                  <a:lnTo>
                    <a:pt x="1103" y="377"/>
                  </a:lnTo>
                  <a:lnTo>
                    <a:pt x="1098" y="374"/>
                  </a:lnTo>
                  <a:lnTo>
                    <a:pt x="1093" y="372"/>
                  </a:lnTo>
                  <a:lnTo>
                    <a:pt x="1091" y="367"/>
                  </a:lnTo>
                  <a:lnTo>
                    <a:pt x="1094" y="361"/>
                  </a:lnTo>
                  <a:lnTo>
                    <a:pt x="1100" y="355"/>
                  </a:lnTo>
                  <a:lnTo>
                    <a:pt x="1106" y="351"/>
                  </a:lnTo>
                  <a:lnTo>
                    <a:pt x="1107" y="347"/>
                  </a:lnTo>
                  <a:lnTo>
                    <a:pt x="1105" y="343"/>
                  </a:lnTo>
                  <a:lnTo>
                    <a:pt x="1102" y="339"/>
                  </a:lnTo>
                  <a:lnTo>
                    <a:pt x="1101" y="334"/>
                  </a:lnTo>
                  <a:lnTo>
                    <a:pt x="1103" y="330"/>
                  </a:lnTo>
                  <a:lnTo>
                    <a:pt x="1106" y="326"/>
                  </a:lnTo>
                  <a:lnTo>
                    <a:pt x="1107" y="322"/>
                  </a:lnTo>
                  <a:lnTo>
                    <a:pt x="1108" y="317"/>
                  </a:lnTo>
                  <a:lnTo>
                    <a:pt x="1109" y="313"/>
                  </a:lnTo>
                  <a:lnTo>
                    <a:pt x="1113" y="310"/>
                  </a:lnTo>
                  <a:lnTo>
                    <a:pt x="1117" y="308"/>
                  </a:lnTo>
                  <a:lnTo>
                    <a:pt x="1121" y="305"/>
                  </a:lnTo>
                  <a:lnTo>
                    <a:pt x="1124" y="302"/>
                  </a:lnTo>
                  <a:lnTo>
                    <a:pt x="1127" y="300"/>
                  </a:lnTo>
                  <a:lnTo>
                    <a:pt x="1132" y="300"/>
                  </a:lnTo>
                  <a:lnTo>
                    <a:pt x="1137" y="303"/>
                  </a:lnTo>
                  <a:lnTo>
                    <a:pt x="1141" y="307"/>
                  </a:lnTo>
                  <a:lnTo>
                    <a:pt x="1145" y="307"/>
                  </a:lnTo>
                  <a:lnTo>
                    <a:pt x="1148" y="303"/>
                  </a:lnTo>
                  <a:lnTo>
                    <a:pt x="1153" y="298"/>
                  </a:lnTo>
                  <a:lnTo>
                    <a:pt x="1159" y="294"/>
                  </a:lnTo>
                  <a:lnTo>
                    <a:pt x="1164" y="294"/>
                  </a:lnTo>
                  <a:lnTo>
                    <a:pt x="1169" y="298"/>
                  </a:lnTo>
                  <a:lnTo>
                    <a:pt x="1173" y="301"/>
                  </a:lnTo>
                  <a:lnTo>
                    <a:pt x="1177" y="304"/>
                  </a:lnTo>
                  <a:lnTo>
                    <a:pt x="1181" y="308"/>
                  </a:lnTo>
                  <a:lnTo>
                    <a:pt x="1183" y="312"/>
                  </a:lnTo>
                  <a:lnTo>
                    <a:pt x="1185" y="317"/>
                  </a:lnTo>
                  <a:lnTo>
                    <a:pt x="1187" y="321"/>
                  </a:lnTo>
                  <a:lnTo>
                    <a:pt x="1191" y="324"/>
                  </a:lnTo>
                  <a:lnTo>
                    <a:pt x="1197" y="326"/>
                  </a:lnTo>
                  <a:lnTo>
                    <a:pt x="1202" y="330"/>
                  </a:lnTo>
                  <a:lnTo>
                    <a:pt x="1203" y="334"/>
                  </a:lnTo>
                  <a:lnTo>
                    <a:pt x="1202" y="339"/>
                  </a:lnTo>
                  <a:lnTo>
                    <a:pt x="1202" y="343"/>
                  </a:lnTo>
                  <a:close/>
                </a:path>
              </a:pathLst>
            </a:custGeom>
            <a:solidFill>
              <a:srgbClr val="DA9FC0">
                <a:alpha val="32000"/>
              </a:srgbClr>
            </a:solidFill>
            <a:ln>
              <a:noFill/>
            </a:ln>
          </p:spPr>
          <p:txBody>
            <a:bodyPr anchor="ctr"/>
            <a:lstStyle/>
            <a:p>
              <a:pPr algn="ctr">
                <a:buNone/>
              </a:pPr>
            </a:p>
          </p:txBody>
        </p:sp>
        <p:sp>
          <p:nvSpPr>
            <p:cNvPr id="808" name="addition:spatial:190"/>
            <p:cNvSpPr>
              <a:spLocks noGrp="1"/>
            </p:cNvSpPr>
            <p:nvPr/>
          </p:nvSpPr>
          <p:spPr>
            <a:xfrm>
              <a:off x="5648325" y="1666875"/>
              <a:ext cx="1585752" cy="754471"/>
            </a:xfrm>
            <a:custGeom>
              <a:avLst/>
              <a:gdLst/>
              <a:ahLst/>
              <a:cxnLst/>
              <a:rect l="l" t="t" r="r" b="b"/>
              <a:pathLst>
                <a:path w="1196" h="446">
                  <a:moveTo>
                    <a:pt x="0" y="0"/>
                  </a:moveTo>
                  <a:moveTo>
                    <a:pt x="1190" y="389"/>
                  </a:moveTo>
                  <a:lnTo>
                    <a:pt x="1184" y="393"/>
                  </a:lnTo>
                  <a:lnTo>
                    <a:pt x="1180" y="397"/>
                  </a:lnTo>
                  <a:lnTo>
                    <a:pt x="1178" y="402"/>
                  </a:lnTo>
                  <a:lnTo>
                    <a:pt x="1177" y="406"/>
                  </a:lnTo>
                  <a:lnTo>
                    <a:pt x="1174" y="410"/>
                  </a:lnTo>
                  <a:lnTo>
                    <a:pt x="1168" y="413"/>
                  </a:lnTo>
                  <a:lnTo>
                    <a:pt x="1164" y="416"/>
                  </a:lnTo>
                  <a:lnTo>
                    <a:pt x="1161" y="420"/>
                  </a:lnTo>
                  <a:lnTo>
                    <a:pt x="1158" y="425"/>
                  </a:lnTo>
                  <a:lnTo>
                    <a:pt x="1153" y="428"/>
                  </a:lnTo>
                  <a:lnTo>
                    <a:pt x="1147" y="430"/>
                  </a:lnTo>
                  <a:lnTo>
                    <a:pt x="1141" y="432"/>
                  </a:lnTo>
                  <a:lnTo>
                    <a:pt x="1136" y="435"/>
                  </a:lnTo>
                  <a:lnTo>
                    <a:pt x="1131" y="441"/>
                  </a:lnTo>
                  <a:lnTo>
                    <a:pt x="1126" y="445"/>
                  </a:lnTo>
                  <a:lnTo>
                    <a:pt x="1119" y="446"/>
                  </a:lnTo>
                  <a:lnTo>
                    <a:pt x="1112" y="441"/>
                  </a:lnTo>
                  <a:lnTo>
                    <a:pt x="1106" y="435"/>
                  </a:lnTo>
                  <a:lnTo>
                    <a:pt x="1102" y="430"/>
                  </a:lnTo>
                  <a:lnTo>
                    <a:pt x="1098" y="430"/>
                  </a:lnTo>
                  <a:lnTo>
                    <a:pt x="1092" y="432"/>
                  </a:lnTo>
                  <a:lnTo>
                    <a:pt x="1087" y="433"/>
                  </a:lnTo>
                  <a:lnTo>
                    <a:pt x="1081" y="433"/>
                  </a:lnTo>
                  <a:lnTo>
                    <a:pt x="1076" y="431"/>
                  </a:lnTo>
                  <a:lnTo>
                    <a:pt x="1071" y="430"/>
                  </a:lnTo>
                  <a:lnTo>
                    <a:pt x="1065" y="428"/>
                  </a:lnTo>
                  <a:lnTo>
                    <a:pt x="1061" y="425"/>
                  </a:lnTo>
                  <a:lnTo>
                    <a:pt x="1060" y="420"/>
                  </a:lnTo>
                  <a:lnTo>
                    <a:pt x="1061" y="414"/>
                  </a:lnTo>
                  <a:lnTo>
                    <a:pt x="1062" y="409"/>
                  </a:lnTo>
                  <a:lnTo>
                    <a:pt x="1060" y="406"/>
                  </a:lnTo>
                  <a:lnTo>
                    <a:pt x="1055" y="402"/>
                  </a:lnTo>
                  <a:lnTo>
                    <a:pt x="1052" y="398"/>
                  </a:lnTo>
                  <a:lnTo>
                    <a:pt x="1054" y="393"/>
                  </a:lnTo>
                  <a:lnTo>
                    <a:pt x="1060" y="389"/>
                  </a:lnTo>
                  <a:lnTo>
                    <a:pt x="1064" y="385"/>
                  </a:lnTo>
                  <a:lnTo>
                    <a:pt x="1063" y="381"/>
                  </a:lnTo>
                  <a:lnTo>
                    <a:pt x="1058" y="376"/>
                  </a:lnTo>
                  <a:lnTo>
                    <a:pt x="1053" y="370"/>
                  </a:lnTo>
                  <a:lnTo>
                    <a:pt x="1051" y="365"/>
                  </a:lnTo>
                  <a:lnTo>
                    <a:pt x="1053" y="360"/>
                  </a:lnTo>
                  <a:lnTo>
                    <a:pt x="1056" y="356"/>
                  </a:lnTo>
                  <a:lnTo>
                    <a:pt x="1060" y="353"/>
                  </a:lnTo>
                  <a:lnTo>
                    <a:pt x="1064" y="350"/>
                  </a:lnTo>
                  <a:lnTo>
                    <a:pt x="1071" y="349"/>
                  </a:lnTo>
                  <a:lnTo>
                    <a:pt x="1078" y="350"/>
                  </a:lnTo>
                  <a:lnTo>
                    <a:pt x="1084" y="352"/>
                  </a:lnTo>
                  <a:lnTo>
                    <a:pt x="1088" y="350"/>
                  </a:lnTo>
                  <a:lnTo>
                    <a:pt x="1091" y="345"/>
                  </a:lnTo>
                  <a:lnTo>
                    <a:pt x="1094" y="339"/>
                  </a:lnTo>
                  <a:lnTo>
                    <a:pt x="1099" y="336"/>
                  </a:lnTo>
                  <a:lnTo>
                    <a:pt x="1106" y="337"/>
                  </a:lnTo>
                  <a:lnTo>
                    <a:pt x="1112" y="339"/>
                  </a:lnTo>
                  <a:lnTo>
                    <a:pt x="1118" y="341"/>
                  </a:lnTo>
                  <a:lnTo>
                    <a:pt x="1125" y="339"/>
                  </a:lnTo>
                  <a:lnTo>
                    <a:pt x="1132" y="338"/>
                  </a:lnTo>
                  <a:lnTo>
                    <a:pt x="1140" y="338"/>
                  </a:lnTo>
                  <a:lnTo>
                    <a:pt x="1145" y="341"/>
                  </a:lnTo>
                  <a:lnTo>
                    <a:pt x="1150" y="346"/>
                  </a:lnTo>
                  <a:lnTo>
                    <a:pt x="1154" y="350"/>
                  </a:lnTo>
                  <a:lnTo>
                    <a:pt x="1158" y="354"/>
                  </a:lnTo>
                  <a:lnTo>
                    <a:pt x="1162" y="358"/>
                  </a:lnTo>
                  <a:lnTo>
                    <a:pt x="1164" y="362"/>
                  </a:lnTo>
                  <a:lnTo>
                    <a:pt x="1165" y="367"/>
                  </a:lnTo>
                  <a:lnTo>
                    <a:pt x="1169" y="370"/>
                  </a:lnTo>
                  <a:lnTo>
                    <a:pt x="1177" y="372"/>
                  </a:lnTo>
                  <a:lnTo>
                    <a:pt x="1188" y="374"/>
                  </a:lnTo>
                  <a:lnTo>
                    <a:pt x="1195" y="378"/>
                  </a:lnTo>
                  <a:lnTo>
                    <a:pt x="1196" y="383"/>
                  </a:lnTo>
                  <a:close/>
                </a:path>
              </a:pathLst>
            </a:custGeom>
            <a:solidFill>
              <a:srgbClr val="DA9FC0">
                <a:alpha val="32000"/>
              </a:srgbClr>
            </a:solidFill>
            <a:ln>
              <a:noFill/>
            </a:ln>
          </p:spPr>
          <p:txBody>
            <a:bodyPr anchor="ctr"/>
            <a:lstStyle/>
            <a:p>
              <a:pPr algn="ctr">
                <a:buNone/>
              </a:pPr>
            </a:p>
          </p:txBody>
        </p:sp>
        <p:sp>
          <p:nvSpPr>
            <p:cNvPr id="809" name="addition:spatial:191"/>
            <p:cNvSpPr>
              <a:spLocks noGrp="1"/>
            </p:cNvSpPr>
            <p:nvPr/>
          </p:nvSpPr>
          <p:spPr>
            <a:xfrm>
              <a:off x="5648325" y="1666875"/>
              <a:ext cx="1471727" cy="754471"/>
            </a:xfrm>
            <a:custGeom>
              <a:avLst/>
              <a:gdLst/>
              <a:ahLst/>
              <a:cxnLst/>
              <a:rect l="l" t="t" r="r" b="b"/>
              <a:pathLst>
                <a:path w="1110" h="446">
                  <a:moveTo>
                    <a:pt x="0" y="0"/>
                  </a:moveTo>
                  <a:moveTo>
                    <a:pt x="1104" y="394"/>
                  </a:moveTo>
                  <a:lnTo>
                    <a:pt x="1107" y="398"/>
                  </a:lnTo>
                  <a:lnTo>
                    <a:pt x="1110" y="403"/>
                  </a:lnTo>
                  <a:lnTo>
                    <a:pt x="1110" y="407"/>
                  </a:lnTo>
                  <a:lnTo>
                    <a:pt x="1108" y="411"/>
                  </a:lnTo>
                  <a:lnTo>
                    <a:pt x="1106" y="415"/>
                  </a:lnTo>
                  <a:lnTo>
                    <a:pt x="1106" y="420"/>
                  </a:lnTo>
                  <a:lnTo>
                    <a:pt x="1106" y="425"/>
                  </a:lnTo>
                  <a:lnTo>
                    <a:pt x="1103" y="429"/>
                  </a:lnTo>
                  <a:lnTo>
                    <a:pt x="1096" y="430"/>
                  </a:lnTo>
                  <a:lnTo>
                    <a:pt x="1088" y="428"/>
                  </a:lnTo>
                  <a:lnTo>
                    <a:pt x="1082" y="427"/>
                  </a:lnTo>
                  <a:lnTo>
                    <a:pt x="1078" y="428"/>
                  </a:lnTo>
                  <a:lnTo>
                    <a:pt x="1076" y="434"/>
                  </a:lnTo>
                  <a:lnTo>
                    <a:pt x="1073" y="440"/>
                  </a:lnTo>
                  <a:lnTo>
                    <a:pt x="1069" y="445"/>
                  </a:lnTo>
                  <a:lnTo>
                    <a:pt x="1063" y="446"/>
                  </a:lnTo>
                  <a:lnTo>
                    <a:pt x="1057" y="446"/>
                  </a:lnTo>
                  <a:lnTo>
                    <a:pt x="1050" y="446"/>
                  </a:lnTo>
                  <a:lnTo>
                    <a:pt x="1044" y="446"/>
                  </a:lnTo>
                  <a:lnTo>
                    <a:pt x="1038" y="444"/>
                  </a:lnTo>
                  <a:lnTo>
                    <a:pt x="1033" y="440"/>
                  </a:lnTo>
                  <a:lnTo>
                    <a:pt x="1029" y="435"/>
                  </a:lnTo>
                  <a:lnTo>
                    <a:pt x="1025" y="433"/>
                  </a:lnTo>
                  <a:lnTo>
                    <a:pt x="1019" y="432"/>
                  </a:lnTo>
                  <a:lnTo>
                    <a:pt x="1012" y="432"/>
                  </a:lnTo>
                  <a:lnTo>
                    <a:pt x="1008" y="429"/>
                  </a:lnTo>
                  <a:lnTo>
                    <a:pt x="1006" y="424"/>
                  </a:lnTo>
                  <a:lnTo>
                    <a:pt x="1006" y="419"/>
                  </a:lnTo>
                  <a:lnTo>
                    <a:pt x="1004" y="416"/>
                  </a:lnTo>
                  <a:lnTo>
                    <a:pt x="997" y="414"/>
                  </a:lnTo>
                  <a:lnTo>
                    <a:pt x="990" y="412"/>
                  </a:lnTo>
                  <a:lnTo>
                    <a:pt x="985" y="408"/>
                  </a:lnTo>
                  <a:lnTo>
                    <a:pt x="984" y="404"/>
                  </a:lnTo>
                  <a:lnTo>
                    <a:pt x="987" y="398"/>
                  </a:lnTo>
                  <a:lnTo>
                    <a:pt x="991" y="394"/>
                  </a:lnTo>
                  <a:lnTo>
                    <a:pt x="994" y="389"/>
                  </a:lnTo>
                  <a:lnTo>
                    <a:pt x="998" y="385"/>
                  </a:lnTo>
                  <a:lnTo>
                    <a:pt x="1003" y="382"/>
                  </a:lnTo>
                  <a:lnTo>
                    <a:pt x="1007" y="379"/>
                  </a:lnTo>
                  <a:lnTo>
                    <a:pt x="1010" y="375"/>
                  </a:lnTo>
                  <a:lnTo>
                    <a:pt x="1010" y="370"/>
                  </a:lnTo>
                  <a:lnTo>
                    <a:pt x="1008" y="364"/>
                  </a:lnTo>
                  <a:lnTo>
                    <a:pt x="1008" y="358"/>
                  </a:lnTo>
                  <a:lnTo>
                    <a:pt x="1012" y="354"/>
                  </a:lnTo>
                  <a:lnTo>
                    <a:pt x="1019" y="354"/>
                  </a:lnTo>
                  <a:lnTo>
                    <a:pt x="1025" y="353"/>
                  </a:lnTo>
                  <a:lnTo>
                    <a:pt x="1029" y="351"/>
                  </a:lnTo>
                  <a:lnTo>
                    <a:pt x="1033" y="347"/>
                  </a:lnTo>
                  <a:lnTo>
                    <a:pt x="1037" y="343"/>
                  </a:lnTo>
                  <a:lnTo>
                    <a:pt x="1042" y="343"/>
                  </a:lnTo>
                  <a:lnTo>
                    <a:pt x="1047" y="345"/>
                  </a:lnTo>
                  <a:lnTo>
                    <a:pt x="1051" y="348"/>
                  </a:lnTo>
                  <a:lnTo>
                    <a:pt x="1055" y="349"/>
                  </a:lnTo>
                  <a:lnTo>
                    <a:pt x="1059" y="349"/>
                  </a:lnTo>
                  <a:lnTo>
                    <a:pt x="1063" y="350"/>
                  </a:lnTo>
                  <a:lnTo>
                    <a:pt x="1067" y="351"/>
                  </a:lnTo>
                  <a:lnTo>
                    <a:pt x="1071" y="351"/>
                  </a:lnTo>
                  <a:lnTo>
                    <a:pt x="1076" y="351"/>
                  </a:lnTo>
                  <a:lnTo>
                    <a:pt x="1083" y="349"/>
                  </a:lnTo>
                  <a:lnTo>
                    <a:pt x="1090" y="348"/>
                  </a:lnTo>
                  <a:lnTo>
                    <a:pt x="1094" y="352"/>
                  </a:lnTo>
                  <a:lnTo>
                    <a:pt x="1094" y="358"/>
                  </a:lnTo>
                  <a:lnTo>
                    <a:pt x="1092" y="366"/>
                  </a:lnTo>
                  <a:lnTo>
                    <a:pt x="1090" y="371"/>
                  </a:lnTo>
                  <a:lnTo>
                    <a:pt x="1093" y="375"/>
                  </a:lnTo>
                  <a:lnTo>
                    <a:pt x="1097" y="377"/>
                  </a:lnTo>
                  <a:lnTo>
                    <a:pt x="1101" y="381"/>
                  </a:lnTo>
                  <a:lnTo>
                    <a:pt x="1103" y="385"/>
                  </a:lnTo>
                  <a:lnTo>
                    <a:pt x="1103" y="389"/>
                  </a:lnTo>
                  <a:close/>
                </a:path>
              </a:pathLst>
            </a:custGeom>
            <a:solidFill>
              <a:srgbClr val="DA9FC0">
                <a:alpha val="32000"/>
              </a:srgbClr>
            </a:solidFill>
            <a:ln>
              <a:noFill/>
            </a:ln>
          </p:spPr>
          <p:txBody>
            <a:bodyPr anchor="ctr"/>
            <a:lstStyle/>
            <a:p>
              <a:pPr algn="ctr">
                <a:buNone/>
              </a:pPr>
            </a:p>
          </p:txBody>
        </p:sp>
        <p:sp>
          <p:nvSpPr>
            <p:cNvPr id="810" name="addition:spatial:192"/>
            <p:cNvSpPr>
              <a:spLocks noGrp="1"/>
            </p:cNvSpPr>
            <p:nvPr/>
          </p:nvSpPr>
          <p:spPr>
            <a:xfrm>
              <a:off x="5648325" y="1666875"/>
              <a:ext cx="1388196" cy="717255"/>
            </a:xfrm>
            <a:custGeom>
              <a:avLst/>
              <a:gdLst/>
              <a:ahLst/>
              <a:cxnLst/>
              <a:rect l="l" t="t" r="r" b="b"/>
              <a:pathLst>
                <a:path w="1047" h="424">
                  <a:moveTo>
                    <a:pt x="0" y="0"/>
                  </a:moveTo>
                  <a:moveTo>
                    <a:pt x="1043" y="376"/>
                  </a:moveTo>
                  <a:lnTo>
                    <a:pt x="1046" y="380"/>
                  </a:lnTo>
                  <a:lnTo>
                    <a:pt x="1047" y="384"/>
                  </a:lnTo>
                  <a:lnTo>
                    <a:pt x="1044" y="387"/>
                  </a:lnTo>
                  <a:lnTo>
                    <a:pt x="1042" y="390"/>
                  </a:lnTo>
                  <a:lnTo>
                    <a:pt x="1041" y="393"/>
                  </a:lnTo>
                  <a:lnTo>
                    <a:pt x="1043" y="398"/>
                  </a:lnTo>
                  <a:lnTo>
                    <a:pt x="1044" y="403"/>
                  </a:lnTo>
                  <a:lnTo>
                    <a:pt x="1042" y="407"/>
                  </a:lnTo>
                  <a:lnTo>
                    <a:pt x="1038" y="408"/>
                  </a:lnTo>
                  <a:lnTo>
                    <a:pt x="1032" y="408"/>
                  </a:lnTo>
                  <a:lnTo>
                    <a:pt x="1027" y="407"/>
                  </a:lnTo>
                  <a:lnTo>
                    <a:pt x="1024" y="408"/>
                  </a:lnTo>
                  <a:lnTo>
                    <a:pt x="1021" y="410"/>
                  </a:lnTo>
                  <a:lnTo>
                    <a:pt x="1018" y="411"/>
                  </a:lnTo>
                  <a:lnTo>
                    <a:pt x="1015" y="413"/>
                  </a:lnTo>
                  <a:lnTo>
                    <a:pt x="1011" y="415"/>
                  </a:lnTo>
                  <a:lnTo>
                    <a:pt x="1007" y="419"/>
                  </a:lnTo>
                  <a:lnTo>
                    <a:pt x="1003" y="423"/>
                  </a:lnTo>
                  <a:lnTo>
                    <a:pt x="997" y="424"/>
                  </a:lnTo>
                  <a:lnTo>
                    <a:pt x="993" y="421"/>
                  </a:lnTo>
                  <a:lnTo>
                    <a:pt x="989" y="416"/>
                  </a:lnTo>
                  <a:lnTo>
                    <a:pt x="986" y="412"/>
                  </a:lnTo>
                  <a:lnTo>
                    <a:pt x="982" y="410"/>
                  </a:lnTo>
                  <a:lnTo>
                    <a:pt x="977" y="410"/>
                  </a:lnTo>
                  <a:lnTo>
                    <a:pt x="972" y="409"/>
                  </a:lnTo>
                  <a:lnTo>
                    <a:pt x="969" y="406"/>
                  </a:lnTo>
                  <a:lnTo>
                    <a:pt x="967" y="402"/>
                  </a:lnTo>
                  <a:lnTo>
                    <a:pt x="966" y="398"/>
                  </a:lnTo>
                  <a:lnTo>
                    <a:pt x="963" y="395"/>
                  </a:lnTo>
                  <a:lnTo>
                    <a:pt x="959" y="393"/>
                  </a:lnTo>
                  <a:lnTo>
                    <a:pt x="955" y="390"/>
                  </a:lnTo>
                  <a:lnTo>
                    <a:pt x="953" y="387"/>
                  </a:lnTo>
                  <a:lnTo>
                    <a:pt x="951" y="383"/>
                  </a:lnTo>
                  <a:lnTo>
                    <a:pt x="950" y="380"/>
                  </a:lnTo>
                  <a:lnTo>
                    <a:pt x="948" y="376"/>
                  </a:lnTo>
                  <a:lnTo>
                    <a:pt x="947" y="371"/>
                  </a:lnTo>
                  <a:lnTo>
                    <a:pt x="951" y="368"/>
                  </a:lnTo>
                  <a:lnTo>
                    <a:pt x="958" y="365"/>
                  </a:lnTo>
                  <a:lnTo>
                    <a:pt x="964" y="363"/>
                  </a:lnTo>
                  <a:lnTo>
                    <a:pt x="968" y="361"/>
                  </a:lnTo>
                  <a:lnTo>
                    <a:pt x="968" y="357"/>
                  </a:lnTo>
                  <a:lnTo>
                    <a:pt x="967" y="352"/>
                  </a:lnTo>
                  <a:lnTo>
                    <a:pt x="968" y="347"/>
                  </a:lnTo>
                  <a:lnTo>
                    <a:pt x="971" y="344"/>
                  </a:lnTo>
                  <a:lnTo>
                    <a:pt x="975" y="342"/>
                  </a:lnTo>
                  <a:lnTo>
                    <a:pt x="979" y="340"/>
                  </a:lnTo>
                  <a:lnTo>
                    <a:pt x="982" y="337"/>
                  </a:lnTo>
                  <a:lnTo>
                    <a:pt x="986" y="335"/>
                  </a:lnTo>
                  <a:lnTo>
                    <a:pt x="991" y="334"/>
                  </a:lnTo>
                  <a:lnTo>
                    <a:pt x="995" y="334"/>
                  </a:lnTo>
                  <a:lnTo>
                    <a:pt x="999" y="335"/>
                  </a:lnTo>
                  <a:lnTo>
                    <a:pt x="1003" y="334"/>
                  </a:lnTo>
                  <a:lnTo>
                    <a:pt x="1007" y="333"/>
                  </a:lnTo>
                  <a:lnTo>
                    <a:pt x="1011" y="334"/>
                  </a:lnTo>
                  <a:lnTo>
                    <a:pt x="1014" y="337"/>
                  </a:lnTo>
                  <a:lnTo>
                    <a:pt x="1016" y="341"/>
                  </a:lnTo>
                  <a:lnTo>
                    <a:pt x="1018" y="344"/>
                  </a:lnTo>
                  <a:lnTo>
                    <a:pt x="1022" y="343"/>
                  </a:lnTo>
                  <a:lnTo>
                    <a:pt x="1027" y="340"/>
                  </a:lnTo>
                  <a:lnTo>
                    <a:pt x="1033" y="339"/>
                  </a:lnTo>
                  <a:lnTo>
                    <a:pt x="1037" y="340"/>
                  </a:lnTo>
                  <a:lnTo>
                    <a:pt x="1038" y="345"/>
                  </a:lnTo>
                  <a:lnTo>
                    <a:pt x="1038" y="350"/>
                  </a:lnTo>
                  <a:lnTo>
                    <a:pt x="1039" y="354"/>
                  </a:lnTo>
                  <a:lnTo>
                    <a:pt x="1039" y="358"/>
                  </a:lnTo>
                  <a:lnTo>
                    <a:pt x="1039" y="362"/>
                  </a:lnTo>
                  <a:lnTo>
                    <a:pt x="1038" y="366"/>
                  </a:lnTo>
                  <a:lnTo>
                    <a:pt x="1038" y="369"/>
                  </a:lnTo>
                  <a:lnTo>
                    <a:pt x="1039" y="372"/>
                  </a:lnTo>
                  <a:close/>
                </a:path>
              </a:pathLst>
            </a:custGeom>
            <a:solidFill>
              <a:srgbClr val="DA9FC0">
                <a:alpha val="32000"/>
              </a:srgbClr>
            </a:solidFill>
            <a:ln>
              <a:noFill/>
            </a:ln>
          </p:spPr>
          <p:txBody>
            <a:bodyPr anchor="ctr"/>
            <a:lstStyle/>
            <a:p>
              <a:pPr algn="ctr">
                <a:buNone/>
              </a:pPr>
            </a:p>
          </p:txBody>
        </p:sp>
        <p:sp>
          <p:nvSpPr>
            <p:cNvPr id="811" name="addition:spatial:193"/>
            <p:cNvSpPr>
              <a:spLocks noGrp="1"/>
            </p:cNvSpPr>
            <p:nvPr/>
          </p:nvSpPr>
          <p:spPr>
            <a:xfrm>
              <a:off x="5648325" y="1666875"/>
              <a:ext cx="1543324" cy="717255"/>
            </a:xfrm>
            <a:custGeom>
              <a:avLst/>
              <a:gdLst/>
              <a:ahLst/>
              <a:cxnLst/>
              <a:rect l="l" t="t" r="r" b="b"/>
              <a:pathLst>
                <a:path w="1164" h="424">
                  <a:moveTo>
                    <a:pt x="0" y="0"/>
                  </a:moveTo>
                  <a:moveTo>
                    <a:pt x="1146" y="369"/>
                  </a:moveTo>
                  <a:lnTo>
                    <a:pt x="1141" y="373"/>
                  </a:lnTo>
                  <a:lnTo>
                    <a:pt x="1141" y="377"/>
                  </a:lnTo>
                  <a:lnTo>
                    <a:pt x="1143" y="382"/>
                  </a:lnTo>
                  <a:lnTo>
                    <a:pt x="1144" y="387"/>
                  </a:lnTo>
                  <a:lnTo>
                    <a:pt x="1140" y="392"/>
                  </a:lnTo>
                  <a:lnTo>
                    <a:pt x="1135" y="395"/>
                  </a:lnTo>
                  <a:lnTo>
                    <a:pt x="1131" y="399"/>
                  </a:lnTo>
                  <a:lnTo>
                    <a:pt x="1129" y="404"/>
                  </a:lnTo>
                  <a:lnTo>
                    <a:pt x="1127" y="409"/>
                  </a:lnTo>
                  <a:lnTo>
                    <a:pt x="1123" y="413"/>
                  </a:lnTo>
                  <a:lnTo>
                    <a:pt x="1117" y="416"/>
                  </a:lnTo>
                  <a:lnTo>
                    <a:pt x="1112" y="418"/>
                  </a:lnTo>
                  <a:lnTo>
                    <a:pt x="1107" y="421"/>
                  </a:lnTo>
                  <a:lnTo>
                    <a:pt x="1102" y="424"/>
                  </a:lnTo>
                  <a:lnTo>
                    <a:pt x="1096" y="424"/>
                  </a:lnTo>
                  <a:lnTo>
                    <a:pt x="1090" y="420"/>
                  </a:lnTo>
                  <a:lnTo>
                    <a:pt x="1084" y="415"/>
                  </a:lnTo>
                  <a:lnTo>
                    <a:pt x="1080" y="411"/>
                  </a:lnTo>
                  <a:lnTo>
                    <a:pt x="1076" y="413"/>
                  </a:lnTo>
                  <a:lnTo>
                    <a:pt x="1070" y="418"/>
                  </a:lnTo>
                  <a:lnTo>
                    <a:pt x="1063" y="423"/>
                  </a:lnTo>
                  <a:lnTo>
                    <a:pt x="1056" y="424"/>
                  </a:lnTo>
                  <a:lnTo>
                    <a:pt x="1051" y="421"/>
                  </a:lnTo>
                  <a:lnTo>
                    <a:pt x="1047" y="416"/>
                  </a:lnTo>
                  <a:lnTo>
                    <a:pt x="1043" y="413"/>
                  </a:lnTo>
                  <a:lnTo>
                    <a:pt x="1039" y="409"/>
                  </a:lnTo>
                  <a:lnTo>
                    <a:pt x="1035" y="405"/>
                  </a:lnTo>
                  <a:lnTo>
                    <a:pt x="1034" y="400"/>
                  </a:lnTo>
                  <a:lnTo>
                    <a:pt x="1033" y="394"/>
                  </a:lnTo>
                  <a:lnTo>
                    <a:pt x="1031" y="390"/>
                  </a:lnTo>
                  <a:lnTo>
                    <a:pt x="1026" y="387"/>
                  </a:lnTo>
                  <a:lnTo>
                    <a:pt x="1020" y="383"/>
                  </a:lnTo>
                  <a:lnTo>
                    <a:pt x="1018" y="378"/>
                  </a:lnTo>
                  <a:lnTo>
                    <a:pt x="1020" y="373"/>
                  </a:lnTo>
                  <a:lnTo>
                    <a:pt x="1022" y="369"/>
                  </a:lnTo>
                  <a:lnTo>
                    <a:pt x="1020" y="364"/>
                  </a:lnTo>
                  <a:lnTo>
                    <a:pt x="1014" y="359"/>
                  </a:lnTo>
                  <a:lnTo>
                    <a:pt x="1007" y="352"/>
                  </a:lnTo>
                  <a:lnTo>
                    <a:pt x="1004" y="346"/>
                  </a:lnTo>
                  <a:lnTo>
                    <a:pt x="1008" y="342"/>
                  </a:lnTo>
                  <a:lnTo>
                    <a:pt x="1016" y="339"/>
                  </a:lnTo>
                  <a:lnTo>
                    <a:pt x="1024" y="338"/>
                  </a:lnTo>
                  <a:lnTo>
                    <a:pt x="1029" y="336"/>
                  </a:lnTo>
                  <a:lnTo>
                    <a:pt x="1034" y="333"/>
                  </a:lnTo>
                  <a:lnTo>
                    <a:pt x="1039" y="331"/>
                  </a:lnTo>
                  <a:lnTo>
                    <a:pt x="1045" y="329"/>
                  </a:lnTo>
                  <a:lnTo>
                    <a:pt x="1049" y="326"/>
                  </a:lnTo>
                  <a:lnTo>
                    <a:pt x="1053" y="321"/>
                  </a:lnTo>
                  <a:lnTo>
                    <a:pt x="1057" y="315"/>
                  </a:lnTo>
                  <a:lnTo>
                    <a:pt x="1063" y="310"/>
                  </a:lnTo>
                  <a:lnTo>
                    <a:pt x="1071" y="310"/>
                  </a:lnTo>
                  <a:lnTo>
                    <a:pt x="1079" y="313"/>
                  </a:lnTo>
                  <a:lnTo>
                    <a:pt x="1086" y="316"/>
                  </a:lnTo>
                  <a:lnTo>
                    <a:pt x="1093" y="316"/>
                  </a:lnTo>
                  <a:lnTo>
                    <a:pt x="1100" y="314"/>
                  </a:lnTo>
                  <a:lnTo>
                    <a:pt x="1108" y="313"/>
                  </a:lnTo>
                  <a:lnTo>
                    <a:pt x="1115" y="316"/>
                  </a:lnTo>
                  <a:lnTo>
                    <a:pt x="1119" y="322"/>
                  </a:lnTo>
                  <a:lnTo>
                    <a:pt x="1121" y="328"/>
                  </a:lnTo>
                  <a:lnTo>
                    <a:pt x="1125" y="332"/>
                  </a:lnTo>
                  <a:lnTo>
                    <a:pt x="1130" y="334"/>
                  </a:lnTo>
                  <a:lnTo>
                    <a:pt x="1136" y="336"/>
                  </a:lnTo>
                  <a:lnTo>
                    <a:pt x="1141" y="338"/>
                  </a:lnTo>
                  <a:lnTo>
                    <a:pt x="1146" y="341"/>
                  </a:lnTo>
                  <a:lnTo>
                    <a:pt x="1152" y="344"/>
                  </a:lnTo>
                  <a:lnTo>
                    <a:pt x="1159" y="347"/>
                  </a:lnTo>
                  <a:lnTo>
                    <a:pt x="1164" y="352"/>
                  </a:lnTo>
                  <a:lnTo>
                    <a:pt x="1163" y="358"/>
                  </a:lnTo>
                  <a:lnTo>
                    <a:pt x="1155" y="364"/>
                  </a:lnTo>
                  <a:close/>
                </a:path>
              </a:pathLst>
            </a:custGeom>
            <a:solidFill>
              <a:srgbClr val="DA9FC0">
                <a:alpha val="32000"/>
              </a:srgbClr>
            </a:solidFill>
            <a:ln>
              <a:noFill/>
            </a:ln>
          </p:spPr>
          <p:txBody>
            <a:bodyPr anchor="ctr"/>
            <a:lstStyle/>
            <a:p>
              <a:pPr algn="ctr">
                <a:buNone/>
              </a:pPr>
            </a:p>
          </p:txBody>
        </p:sp>
        <p:sp>
          <p:nvSpPr>
            <p:cNvPr id="812" name="addition:spatial:194"/>
            <p:cNvSpPr>
              <a:spLocks noGrp="1"/>
            </p:cNvSpPr>
            <p:nvPr/>
          </p:nvSpPr>
          <p:spPr>
            <a:xfrm>
              <a:off x="5648325" y="1666875"/>
              <a:ext cx="1580449" cy="779846"/>
            </a:xfrm>
            <a:custGeom>
              <a:avLst/>
              <a:gdLst/>
              <a:ahLst/>
              <a:cxnLst/>
              <a:rect l="l" t="t" r="r" b="b"/>
              <a:pathLst>
                <a:path w="1192" h="461">
                  <a:moveTo>
                    <a:pt x="0" y="0"/>
                  </a:moveTo>
                  <a:moveTo>
                    <a:pt x="1191" y="359"/>
                  </a:moveTo>
                  <a:lnTo>
                    <a:pt x="1192" y="367"/>
                  </a:lnTo>
                  <a:lnTo>
                    <a:pt x="1187" y="375"/>
                  </a:lnTo>
                  <a:lnTo>
                    <a:pt x="1182" y="382"/>
                  </a:lnTo>
                  <a:lnTo>
                    <a:pt x="1182" y="390"/>
                  </a:lnTo>
                  <a:lnTo>
                    <a:pt x="1186" y="400"/>
                  </a:lnTo>
                  <a:lnTo>
                    <a:pt x="1188" y="410"/>
                  </a:lnTo>
                  <a:lnTo>
                    <a:pt x="1182" y="417"/>
                  </a:lnTo>
                  <a:lnTo>
                    <a:pt x="1169" y="419"/>
                  </a:lnTo>
                  <a:lnTo>
                    <a:pt x="1155" y="418"/>
                  </a:lnTo>
                  <a:lnTo>
                    <a:pt x="1145" y="418"/>
                  </a:lnTo>
                  <a:lnTo>
                    <a:pt x="1138" y="423"/>
                  </a:lnTo>
                  <a:lnTo>
                    <a:pt x="1133" y="429"/>
                  </a:lnTo>
                  <a:lnTo>
                    <a:pt x="1126" y="435"/>
                  </a:lnTo>
                  <a:lnTo>
                    <a:pt x="1117" y="440"/>
                  </a:lnTo>
                  <a:lnTo>
                    <a:pt x="1108" y="446"/>
                  </a:lnTo>
                  <a:lnTo>
                    <a:pt x="1099" y="454"/>
                  </a:lnTo>
                  <a:lnTo>
                    <a:pt x="1087" y="461"/>
                  </a:lnTo>
                  <a:lnTo>
                    <a:pt x="1075" y="461"/>
                  </a:lnTo>
                  <a:lnTo>
                    <a:pt x="1064" y="453"/>
                  </a:lnTo>
                  <a:lnTo>
                    <a:pt x="1055" y="442"/>
                  </a:lnTo>
                  <a:lnTo>
                    <a:pt x="1047" y="434"/>
                  </a:lnTo>
                  <a:lnTo>
                    <a:pt x="1037" y="433"/>
                  </a:lnTo>
                  <a:lnTo>
                    <a:pt x="1025" y="434"/>
                  </a:lnTo>
                  <a:lnTo>
                    <a:pt x="1014" y="434"/>
                  </a:lnTo>
                  <a:lnTo>
                    <a:pt x="1007" y="428"/>
                  </a:lnTo>
                  <a:lnTo>
                    <a:pt x="1003" y="419"/>
                  </a:lnTo>
                  <a:lnTo>
                    <a:pt x="1000" y="412"/>
                  </a:lnTo>
                  <a:lnTo>
                    <a:pt x="992" y="407"/>
                  </a:lnTo>
                  <a:lnTo>
                    <a:pt x="982" y="404"/>
                  </a:lnTo>
                  <a:lnTo>
                    <a:pt x="973" y="399"/>
                  </a:lnTo>
                  <a:lnTo>
                    <a:pt x="968" y="392"/>
                  </a:lnTo>
                  <a:lnTo>
                    <a:pt x="966" y="384"/>
                  </a:lnTo>
                  <a:lnTo>
                    <a:pt x="964" y="376"/>
                  </a:lnTo>
                  <a:lnTo>
                    <a:pt x="962" y="368"/>
                  </a:lnTo>
                  <a:lnTo>
                    <a:pt x="964" y="359"/>
                  </a:lnTo>
                  <a:lnTo>
                    <a:pt x="974" y="351"/>
                  </a:lnTo>
                  <a:lnTo>
                    <a:pt x="989" y="345"/>
                  </a:lnTo>
                  <a:lnTo>
                    <a:pt x="1001" y="340"/>
                  </a:lnTo>
                  <a:lnTo>
                    <a:pt x="1005" y="334"/>
                  </a:lnTo>
                  <a:lnTo>
                    <a:pt x="1000" y="324"/>
                  </a:lnTo>
                  <a:lnTo>
                    <a:pt x="994" y="313"/>
                  </a:lnTo>
                  <a:lnTo>
                    <a:pt x="995" y="303"/>
                  </a:lnTo>
                  <a:lnTo>
                    <a:pt x="1002" y="296"/>
                  </a:lnTo>
                  <a:lnTo>
                    <a:pt x="1012" y="292"/>
                  </a:lnTo>
                  <a:lnTo>
                    <a:pt x="1021" y="288"/>
                  </a:lnTo>
                  <a:lnTo>
                    <a:pt x="1027" y="282"/>
                  </a:lnTo>
                  <a:lnTo>
                    <a:pt x="1035" y="277"/>
                  </a:lnTo>
                  <a:lnTo>
                    <a:pt x="1044" y="275"/>
                  </a:lnTo>
                  <a:lnTo>
                    <a:pt x="1054" y="276"/>
                  </a:lnTo>
                  <a:lnTo>
                    <a:pt x="1062" y="276"/>
                  </a:lnTo>
                  <a:lnTo>
                    <a:pt x="1070" y="274"/>
                  </a:lnTo>
                  <a:lnTo>
                    <a:pt x="1077" y="272"/>
                  </a:lnTo>
                  <a:lnTo>
                    <a:pt x="1085" y="273"/>
                  </a:lnTo>
                  <a:lnTo>
                    <a:pt x="1092" y="278"/>
                  </a:lnTo>
                  <a:lnTo>
                    <a:pt x="1098" y="284"/>
                  </a:lnTo>
                  <a:lnTo>
                    <a:pt x="1104" y="286"/>
                  </a:lnTo>
                  <a:lnTo>
                    <a:pt x="1115" y="281"/>
                  </a:lnTo>
                  <a:lnTo>
                    <a:pt x="1128" y="274"/>
                  </a:lnTo>
                  <a:lnTo>
                    <a:pt x="1141" y="272"/>
                  </a:lnTo>
                  <a:lnTo>
                    <a:pt x="1149" y="278"/>
                  </a:lnTo>
                  <a:lnTo>
                    <a:pt x="1151" y="289"/>
                  </a:lnTo>
                  <a:lnTo>
                    <a:pt x="1152" y="300"/>
                  </a:lnTo>
                  <a:lnTo>
                    <a:pt x="1153" y="309"/>
                  </a:lnTo>
                  <a:lnTo>
                    <a:pt x="1157" y="316"/>
                  </a:lnTo>
                  <a:lnTo>
                    <a:pt x="1161" y="324"/>
                  </a:lnTo>
                  <a:lnTo>
                    <a:pt x="1162" y="331"/>
                  </a:lnTo>
                  <a:lnTo>
                    <a:pt x="1165" y="338"/>
                  </a:lnTo>
                  <a:lnTo>
                    <a:pt x="1172" y="344"/>
                  </a:lnTo>
                  <a:lnTo>
                    <a:pt x="1183" y="351"/>
                  </a:lnTo>
                  <a:close/>
                </a:path>
              </a:pathLst>
            </a:custGeom>
            <a:solidFill>
              <a:srgbClr val="CC79A7">
                <a:alpha val="37000"/>
              </a:srgbClr>
            </a:solidFill>
            <a:ln>
              <a:noFill/>
            </a:ln>
          </p:spPr>
          <p:txBody>
            <a:bodyPr anchor="ctr"/>
            <a:lstStyle/>
            <a:p>
              <a:pPr algn="ctr">
                <a:buNone/>
              </a:pPr>
            </a:p>
          </p:txBody>
        </p:sp>
        <p:sp>
          <p:nvSpPr>
            <p:cNvPr id="813" name="addition:spatial:195"/>
            <p:cNvSpPr>
              <a:spLocks noGrp="1"/>
            </p:cNvSpPr>
            <p:nvPr/>
          </p:nvSpPr>
          <p:spPr>
            <a:xfrm>
              <a:off x="5648325" y="1666875"/>
              <a:ext cx="1443883" cy="636057"/>
            </a:xfrm>
            <a:custGeom>
              <a:avLst/>
              <a:gdLst/>
              <a:ahLst/>
              <a:cxnLst/>
              <a:rect l="l" t="t" r="r" b="b"/>
              <a:pathLst>
                <a:path w="1089" h="376">
                  <a:moveTo>
                    <a:pt x="0" y="0"/>
                  </a:moveTo>
                  <a:moveTo>
                    <a:pt x="1087" y="338"/>
                  </a:moveTo>
                  <a:lnTo>
                    <a:pt x="1085" y="341"/>
                  </a:lnTo>
                  <a:lnTo>
                    <a:pt x="1083" y="345"/>
                  </a:lnTo>
                  <a:lnTo>
                    <a:pt x="1082" y="348"/>
                  </a:lnTo>
                  <a:lnTo>
                    <a:pt x="1079" y="351"/>
                  </a:lnTo>
                  <a:lnTo>
                    <a:pt x="1074" y="353"/>
                  </a:lnTo>
                  <a:lnTo>
                    <a:pt x="1070" y="355"/>
                  </a:lnTo>
                  <a:lnTo>
                    <a:pt x="1069" y="358"/>
                  </a:lnTo>
                  <a:lnTo>
                    <a:pt x="1070" y="363"/>
                  </a:lnTo>
                  <a:lnTo>
                    <a:pt x="1071" y="369"/>
                  </a:lnTo>
                  <a:lnTo>
                    <a:pt x="1070" y="374"/>
                  </a:lnTo>
                  <a:lnTo>
                    <a:pt x="1066" y="376"/>
                  </a:lnTo>
                  <a:lnTo>
                    <a:pt x="1060" y="375"/>
                  </a:lnTo>
                  <a:lnTo>
                    <a:pt x="1055" y="374"/>
                  </a:lnTo>
                  <a:lnTo>
                    <a:pt x="1052" y="374"/>
                  </a:lnTo>
                  <a:lnTo>
                    <a:pt x="1048" y="375"/>
                  </a:lnTo>
                  <a:lnTo>
                    <a:pt x="1045" y="375"/>
                  </a:lnTo>
                  <a:lnTo>
                    <a:pt x="1042" y="374"/>
                  </a:lnTo>
                  <a:lnTo>
                    <a:pt x="1039" y="373"/>
                  </a:lnTo>
                  <a:lnTo>
                    <a:pt x="1036" y="374"/>
                  </a:lnTo>
                  <a:lnTo>
                    <a:pt x="1033" y="376"/>
                  </a:lnTo>
                  <a:lnTo>
                    <a:pt x="1029" y="376"/>
                  </a:lnTo>
                  <a:lnTo>
                    <a:pt x="1026" y="375"/>
                  </a:lnTo>
                  <a:lnTo>
                    <a:pt x="1024" y="372"/>
                  </a:lnTo>
                  <a:lnTo>
                    <a:pt x="1021" y="369"/>
                  </a:lnTo>
                  <a:lnTo>
                    <a:pt x="1018" y="369"/>
                  </a:lnTo>
                  <a:lnTo>
                    <a:pt x="1012" y="369"/>
                  </a:lnTo>
                  <a:lnTo>
                    <a:pt x="1008" y="368"/>
                  </a:lnTo>
                  <a:lnTo>
                    <a:pt x="1006" y="364"/>
                  </a:lnTo>
                  <a:lnTo>
                    <a:pt x="1008" y="358"/>
                  </a:lnTo>
                  <a:lnTo>
                    <a:pt x="1010" y="353"/>
                  </a:lnTo>
                  <a:lnTo>
                    <a:pt x="1011" y="349"/>
                  </a:lnTo>
                  <a:lnTo>
                    <a:pt x="1009" y="347"/>
                  </a:lnTo>
                  <a:lnTo>
                    <a:pt x="1006" y="344"/>
                  </a:lnTo>
                  <a:lnTo>
                    <a:pt x="1004" y="341"/>
                  </a:lnTo>
                  <a:lnTo>
                    <a:pt x="1002" y="338"/>
                  </a:lnTo>
                  <a:lnTo>
                    <a:pt x="999" y="334"/>
                  </a:lnTo>
                  <a:lnTo>
                    <a:pt x="996" y="330"/>
                  </a:lnTo>
                  <a:lnTo>
                    <a:pt x="994" y="326"/>
                  </a:lnTo>
                  <a:lnTo>
                    <a:pt x="995" y="322"/>
                  </a:lnTo>
                  <a:lnTo>
                    <a:pt x="999" y="320"/>
                  </a:lnTo>
                  <a:lnTo>
                    <a:pt x="1004" y="318"/>
                  </a:lnTo>
                  <a:lnTo>
                    <a:pt x="1007" y="316"/>
                  </a:lnTo>
                  <a:lnTo>
                    <a:pt x="1008" y="313"/>
                  </a:lnTo>
                  <a:lnTo>
                    <a:pt x="1008" y="309"/>
                  </a:lnTo>
                  <a:lnTo>
                    <a:pt x="1011" y="306"/>
                  </a:lnTo>
                  <a:lnTo>
                    <a:pt x="1015" y="305"/>
                  </a:lnTo>
                  <a:lnTo>
                    <a:pt x="1020" y="306"/>
                  </a:lnTo>
                  <a:lnTo>
                    <a:pt x="1024" y="306"/>
                  </a:lnTo>
                  <a:lnTo>
                    <a:pt x="1027" y="304"/>
                  </a:lnTo>
                  <a:lnTo>
                    <a:pt x="1030" y="300"/>
                  </a:lnTo>
                  <a:lnTo>
                    <a:pt x="1034" y="297"/>
                  </a:lnTo>
                  <a:lnTo>
                    <a:pt x="1038" y="295"/>
                  </a:lnTo>
                  <a:lnTo>
                    <a:pt x="1043" y="295"/>
                  </a:lnTo>
                  <a:lnTo>
                    <a:pt x="1048" y="295"/>
                  </a:lnTo>
                  <a:lnTo>
                    <a:pt x="1053" y="295"/>
                  </a:lnTo>
                  <a:lnTo>
                    <a:pt x="1057" y="297"/>
                  </a:lnTo>
                  <a:lnTo>
                    <a:pt x="1060" y="301"/>
                  </a:lnTo>
                  <a:lnTo>
                    <a:pt x="1062" y="307"/>
                  </a:lnTo>
                  <a:lnTo>
                    <a:pt x="1063" y="311"/>
                  </a:lnTo>
                  <a:lnTo>
                    <a:pt x="1067" y="312"/>
                  </a:lnTo>
                  <a:lnTo>
                    <a:pt x="1072" y="311"/>
                  </a:lnTo>
                  <a:lnTo>
                    <a:pt x="1078" y="311"/>
                  </a:lnTo>
                  <a:lnTo>
                    <a:pt x="1082" y="313"/>
                  </a:lnTo>
                  <a:lnTo>
                    <a:pt x="1083" y="317"/>
                  </a:lnTo>
                  <a:lnTo>
                    <a:pt x="1083" y="320"/>
                  </a:lnTo>
                  <a:lnTo>
                    <a:pt x="1085" y="324"/>
                  </a:lnTo>
                  <a:lnTo>
                    <a:pt x="1087" y="327"/>
                  </a:lnTo>
                  <a:lnTo>
                    <a:pt x="1089" y="330"/>
                  </a:lnTo>
                  <a:lnTo>
                    <a:pt x="1089" y="334"/>
                  </a:lnTo>
                  <a:close/>
                </a:path>
              </a:pathLst>
            </a:custGeom>
            <a:solidFill>
              <a:srgbClr val="CC79A7">
                <a:alpha val="36000"/>
              </a:srgbClr>
            </a:solidFill>
            <a:ln>
              <a:noFill/>
            </a:ln>
          </p:spPr>
          <p:txBody>
            <a:bodyPr anchor="ctr"/>
            <a:lstStyle/>
            <a:p>
              <a:pPr algn="ctr">
                <a:buNone/>
              </a:pPr>
            </a:p>
          </p:txBody>
        </p:sp>
        <p:sp>
          <p:nvSpPr>
            <p:cNvPr id="814" name="addition:spatial:196"/>
            <p:cNvSpPr>
              <a:spLocks noGrp="1"/>
            </p:cNvSpPr>
            <p:nvPr/>
          </p:nvSpPr>
          <p:spPr>
            <a:xfrm>
              <a:off x="5648325" y="1666875"/>
              <a:ext cx="1512829" cy="605607"/>
            </a:xfrm>
            <a:custGeom>
              <a:avLst/>
              <a:gdLst/>
              <a:ahLst/>
              <a:cxnLst/>
              <a:rect l="l" t="t" r="r" b="b"/>
              <a:pathLst>
                <a:path w="1141" h="358">
                  <a:moveTo>
                    <a:pt x="0" y="0"/>
                  </a:moveTo>
                  <a:moveTo>
                    <a:pt x="1137" y="326"/>
                  </a:moveTo>
                  <a:lnTo>
                    <a:pt x="1139" y="328"/>
                  </a:lnTo>
                  <a:lnTo>
                    <a:pt x="1140" y="331"/>
                  </a:lnTo>
                  <a:lnTo>
                    <a:pt x="1140" y="334"/>
                  </a:lnTo>
                  <a:lnTo>
                    <a:pt x="1141" y="337"/>
                  </a:lnTo>
                  <a:lnTo>
                    <a:pt x="1140" y="340"/>
                  </a:lnTo>
                  <a:lnTo>
                    <a:pt x="1137" y="342"/>
                  </a:lnTo>
                  <a:lnTo>
                    <a:pt x="1132" y="343"/>
                  </a:lnTo>
                  <a:lnTo>
                    <a:pt x="1127" y="343"/>
                  </a:lnTo>
                  <a:lnTo>
                    <a:pt x="1124" y="343"/>
                  </a:lnTo>
                  <a:lnTo>
                    <a:pt x="1123" y="346"/>
                  </a:lnTo>
                  <a:lnTo>
                    <a:pt x="1123" y="349"/>
                  </a:lnTo>
                  <a:lnTo>
                    <a:pt x="1121" y="353"/>
                  </a:lnTo>
                  <a:lnTo>
                    <a:pt x="1118" y="355"/>
                  </a:lnTo>
                  <a:lnTo>
                    <a:pt x="1115" y="355"/>
                  </a:lnTo>
                  <a:lnTo>
                    <a:pt x="1111" y="355"/>
                  </a:lnTo>
                  <a:lnTo>
                    <a:pt x="1108" y="356"/>
                  </a:lnTo>
                  <a:lnTo>
                    <a:pt x="1104" y="357"/>
                  </a:lnTo>
                  <a:lnTo>
                    <a:pt x="1100" y="358"/>
                  </a:lnTo>
                  <a:lnTo>
                    <a:pt x="1097" y="356"/>
                  </a:lnTo>
                  <a:lnTo>
                    <a:pt x="1093" y="355"/>
                  </a:lnTo>
                  <a:lnTo>
                    <a:pt x="1090" y="354"/>
                  </a:lnTo>
                  <a:lnTo>
                    <a:pt x="1087" y="353"/>
                  </a:lnTo>
                  <a:lnTo>
                    <a:pt x="1084" y="352"/>
                  </a:lnTo>
                  <a:lnTo>
                    <a:pt x="1082" y="349"/>
                  </a:lnTo>
                  <a:lnTo>
                    <a:pt x="1082" y="346"/>
                  </a:lnTo>
                  <a:lnTo>
                    <a:pt x="1080" y="344"/>
                  </a:lnTo>
                  <a:lnTo>
                    <a:pt x="1077" y="343"/>
                  </a:lnTo>
                  <a:lnTo>
                    <a:pt x="1072" y="343"/>
                  </a:lnTo>
                  <a:lnTo>
                    <a:pt x="1067" y="343"/>
                  </a:lnTo>
                  <a:lnTo>
                    <a:pt x="1065" y="341"/>
                  </a:lnTo>
                  <a:lnTo>
                    <a:pt x="1065" y="338"/>
                  </a:lnTo>
                  <a:lnTo>
                    <a:pt x="1067" y="334"/>
                  </a:lnTo>
                  <a:lnTo>
                    <a:pt x="1068" y="331"/>
                  </a:lnTo>
                  <a:lnTo>
                    <a:pt x="1069" y="328"/>
                  </a:lnTo>
                  <a:lnTo>
                    <a:pt x="1070" y="326"/>
                  </a:lnTo>
                  <a:lnTo>
                    <a:pt x="1072" y="323"/>
                  </a:lnTo>
                  <a:lnTo>
                    <a:pt x="1074" y="321"/>
                  </a:lnTo>
                  <a:lnTo>
                    <a:pt x="1075" y="319"/>
                  </a:lnTo>
                  <a:lnTo>
                    <a:pt x="1074" y="316"/>
                  </a:lnTo>
                  <a:lnTo>
                    <a:pt x="1074" y="313"/>
                  </a:lnTo>
                  <a:lnTo>
                    <a:pt x="1075" y="310"/>
                  </a:lnTo>
                  <a:lnTo>
                    <a:pt x="1077" y="308"/>
                  </a:lnTo>
                  <a:lnTo>
                    <a:pt x="1081" y="307"/>
                  </a:lnTo>
                  <a:lnTo>
                    <a:pt x="1083" y="305"/>
                  </a:lnTo>
                  <a:lnTo>
                    <a:pt x="1083" y="302"/>
                  </a:lnTo>
                  <a:lnTo>
                    <a:pt x="1084" y="298"/>
                  </a:lnTo>
                  <a:lnTo>
                    <a:pt x="1086" y="295"/>
                  </a:lnTo>
                  <a:lnTo>
                    <a:pt x="1090" y="296"/>
                  </a:lnTo>
                  <a:lnTo>
                    <a:pt x="1093" y="297"/>
                  </a:lnTo>
                  <a:lnTo>
                    <a:pt x="1097" y="299"/>
                  </a:lnTo>
                  <a:lnTo>
                    <a:pt x="1099" y="300"/>
                  </a:lnTo>
                  <a:lnTo>
                    <a:pt x="1101" y="299"/>
                  </a:lnTo>
                  <a:lnTo>
                    <a:pt x="1103" y="299"/>
                  </a:lnTo>
                  <a:lnTo>
                    <a:pt x="1106" y="298"/>
                  </a:lnTo>
                  <a:lnTo>
                    <a:pt x="1108" y="298"/>
                  </a:lnTo>
                  <a:lnTo>
                    <a:pt x="1112" y="297"/>
                  </a:lnTo>
                  <a:lnTo>
                    <a:pt x="1115" y="295"/>
                  </a:lnTo>
                  <a:lnTo>
                    <a:pt x="1119" y="295"/>
                  </a:lnTo>
                  <a:lnTo>
                    <a:pt x="1121" y="298"/>
                  </a:lnTo>
                  <a:lnTo>
                    <a:pt x="1122" y="302"/>
                  </a:lnTo>
                  <a:lnTo>
                    <a:pt x="1122" y="305"/>
                  </a:lnTo>
                  <a:lnTo>
                    <a:pt x="1124" y="307"/>
                  </a:lnTo>
                  <a:lnTo>
                    <a:pt x="1127" y="309"/>
                  </a:lnTo>
                  <a:lnTo>
                    <a:pt x="1131" y="310"/>
                  </a:lnTo>
                  <a:lnTo>
                    <a:pt x="1132" y="313"/>
                  </a:lnTo>
                  <a:lnTo>
                    <a:pt x="1132" y="316"/>
                  </a:lnTo>
                  <a:lnTo>
                    <a:pt x="1131" y="319"/>
                  </a:lnTo>
                  <a:lnTo>
                    <a:pt x="1132" y="321"/>
                  </a:lnTo>
                  <a:lnTo>
                    <a:pt x="1135" y="323"/>
                  </a:lnTo>
                  <a:close/>
                </a:path>
              </a:pathLst>
            </a:custGeom>
            <a:solidFill>
              <a:srgbClr val="CC79A7">
                <a:alpha val="36000"/>
              </a:srgbClr>
            </a:solidFill>
            <a:ln>
              <a:noFill/>
            </a:ln>
          </p:spPr>
          <p:txBody>
            <a:bodyPr anchor="ctr"/>
            <a:lstStyle/>
            <a:p>
              <a:pPr algn="ctr">
                <a:buNone/>
              </a:pPr>
            </a:p>
          </p:txBody>
        </p:sp>
        <p:sp>
          <p:nvSpPr>
            <p:cNvPr id="815" name="addition:spatial:197"/>
            <p:cNvSpPr>
              <a:spLocks noGrp="1"/>
            </p:cNvSpPr>
            <p:nvPr/>
          </p:nvSpPr>
          <p:spPr>
            <a:xfrm>
              <a:off x="5648325" y="1666875"/>
              <a:ext cx="1563213" cy="715564"/>
            </a:xfrm>
            <a:custGeom>
              <a:avLst/>
              <a:gdLst/>
              <a:ahLst/>
              <a:cxnLst/>
              <a:rect l="l" t="t" r="r" b="b"/>
              <a:pathLst>
                <a:path w="1179" h="423">
                  <a:moveTo>
                    <a:pt x="0" y="0"/>
                  </a:moveTo>
                  <a:moveTo>
                    <a:pt x="1172" y="378"/>
                  </a:moveTo>
                  <a:lnTo>
                    <a:pt x="1172" y="381"/>
                  </a:lnTo>
                  <a:lnTo>
                    <a:pt x="1174" y="385"/>
                  </a:lnTo>
                  <a:lnTo>
                    <a:pt x="1177" y="389"/>
                  </a:lnTo>
                  <a:lnTo>
                    <a:pt x="1179" y="394"/>
                  </a:lnTo>
                  <a:lnTo>
                    <a:pt x="1178" y="397"/>
                  </a:lnTo>
                  <a:lnTo>
                    <a:pt x="1175" y="400"/>
                  </a:lnTo>
                  <a:lnTo>
                    <a:pt x="1171" y="402"/>
                  </a:lnTo>
                  <a:lnTo>
                    <a:pt x="1167" y="404"/>
                  </a:lnTo>
                  <a:lnTo>
                    <a:pt x="1164" y="405"/>
                  </a:lnTo>
                  <a:lnTo>
                    <a:pt x="1159" y="406"/>
                  </a:lnTo>
                  <a:lnTo>
                    <a:pt x="1155" y="406"/>
                  </a:lnTo>
                  <a:lnTo>
                    <a:pt x="1151" y="407"/>
                  </a:lnTo>
                  <a:lnTo>
                    <a:pt x="1149" y="410"/>
                  </a:lnTo>
                  <a:lnTo>
                    <a:pt x="1147" y="416"/>
                  </a:lnTo>
                  <a:lnTo>
                    <a:pt x="1143" y="421"/>
                  </a:lnTo>
                  <a:lnTo>
                    <a:pt x="1138" y="423"/>
                  </a:lnTo>
                  <a:lnTo>
                    <a:pt x="1133" y="421"/>
                  </a:lnTo>
                  <a:lnTo>
                    <a:pt x="1128" y="418"/>
                  </a:lnTo>
                  <a:lnTo>
                    <a:pt x="1123" y="416"/>
                  </a:lnTo>
                  <a:lnTo>
                    <a:pt x="1119" y="416"/>
                  </a:lnTo>
                  <a:lnTo>
                    <a:pt x="1114" y="416"/>
                  </a:lnTo>
                  <a:lnTo>
                    <a:pt x="1109" y="415"/>
                  </a:lnTo>
                  <a:lnTo>
                    <a:pt x="1106" y="412"/>
                  </a:lnTo>
                  <a:lnTo>
                    <a:pt x="1103" y="409"/>
                  </a:lnTo>
                  <a:lnTo>
                    <a:pt x="1100" y="406"/>
                  </a:lnTo>
                  <a:lnTo>
                    <a:pt x="1097" y="405"/>
                  </a:lnTo>
                  <a:lnTo>
                    <a:pt x="1093" y="403"/>
                  </a:lnTo>
                  <a:lnTo>
                    <a:pt x="1091" y="400"/>
                  </a:lnTo>
                  <a:lnTo>
                    <a:pt x="1089" y="397"/>
                  </a:lnTo>
                  <a:lnTo>
                    <a:pt x="1086" y="395"/>
                  </a:lnTo>
                  <a:lnTo>
                    <a:pt x="1081" y="393"/>
                  </a:lnTo>
                  <a:lnTo>
                    <a:pt x="1076" y="390"/>
                  </a:lnTo>
                  <a:lnTo>
                    <a:pt x="1074" y="386"/>
                  </a:lnTo>
                  <a:lnTo>
                    <a:pt x="1077" y="382"/>
                  </a:lnTo>
                  <a:lnTo>
                    <a:pt x="1084" y="378"/>
                  </a:lnTo>
                  <a:lnTo>
                    <a:pt x="1090" y="375"/>
                  </a:lnTo>
                  <a:lnTo>
                    <a:pt x="1092" y="372"/>
                  </a:lnTo>
                  <a:lnTo>
                    <a:pt x="1092" y="369"/>
                  </a:lnTo>
                  <a:lnTo>
                    <a:pt x="1091" y="365"/>
                  </a:lnTo>
                  <a:lnTo>
                    <a:pt x="1092" y="362"/>
                  </a:lnTo>
                  <a:lnTo>
                    <a:pt x="1095" y="358"/>
                  </a:lnTo>
                  <a:lnTo>
                    <a:pt x="1096" y="355"/>
                  </a:lnTo>
                  <a:lnTo>
                    <a:pt x="1097" y="351"/>
                  </a:lnTo>
                  <a:lnTo>
                    <a:pt x="1099" y="347"/>
                  </a:lnTo>
                  <a:lnTo>
                    <a:pt x="1103" y="345"/>
                  </a:lnTo>
                  <a:lnTo>
                    <a:pt x="1107" y="344"/>
                  </a:lnTo>
                  <a:lnTo>
                    <a:pt x="1112" y="344"/>
                  </a:lnTo>
                  <a:lnTo>
                    <a:pt x="1115" y="342"/>
                  </a:lnTo>
                  <a:lnTo>
                    <a:pt x="1118" y="339"/>
                  </a:lnTo>
                  <a:lnTo>
                    <a:pt x="1121" y="337"/>
                  </a:lnTo>
                  <a:lnTo>
                    <a:pt x="1125" y="337"/>
                  </a:lnTo>
                  <a:lnTo>
                    <a:pt x="1129" y="341"/>
                  </a:lnTo>
                  <a:lnTo>
                    <a:pt x="1132" y="345"/>
                  </a:lnTo>
                  <a:lnTo>
                    <a:pt x="1134" y="346"/>
                  </a:lnTo>
                  <a:lnTo>
                    <a:pt x="1138" y="344"/>
                  </a:lnTo>
                  <a:lnTo>
                    <a:pt x="1142" y="341"/>
                  </a:lnTo>
                  <a:lnTo>
                    <a:pt x="1147" y="340"/>
                  </a:lnTo>
                  <a:lnTo>
                    <a:pt x="1151" y="340"/>
                  </a:lnTo>
                  <a:lnTo>
                    <a:pt x="1154" y="342"/>
                  </a:lnTo>
                  <a:lnTo>
                    <a:pt x="1158" y="344"/>
                  </a:lnTo>
                  <a:lnTo>
                    <a:pt x="1161" y="347"/>
                  </a:lnTo>
                  <a:lnTo>
                    <a:pt x="1163" y="350"/>
                  </a:lnTo>
                  <a:lnTo>
                    <a:pt x="1162" y="355"/>
                  </a:lnTo>
                  <a:lnTo>
                    <a:pt x="1161" y="360"/>
                  </a:lnTo>
                  <a:lnTo>
                    <a:pt x="1162" y="363"/>
                  </a:lnTo>
                  <a:lnTo>
                    <a:pt x="1165" y="366"/>
                  </a:lnTo>
                  <a:lnTo>
                    <a:pt x="1170" y="368"/>
                  </a:lnTo>
                  <a:lnTo>
                    <a:pt x="1174" y="371"/>
                  </a:lnTo>
                  <a:lnTo>
                    <a:pt x="1174" y="374"/>
                  </a:lnTo>
                  <a:close/>
                </a:path>
              </a:pathLst>
            </a:custGeom>
            <a:solidFill>
              <a:srgbClr val="CC79A7">
                <a:alpha val="36000"/>
              </a:srgbClr>
            </a:solidFill>
            <a:ln>
              <a:noFill/>
            </a:ln>
          </p:spPr>
          <p:txBody>
            <a:bodyPr anchor="ctr"/>
            <a:lstStyle/>
            <a:p>
              <a:pPr algn="ctr">
                <a:buNone/>
              </a:pPr>
            </a:p>
          </p:txBody>
        </p:sp>
        <p:sp>
          <p:nvSpPr>
            <p:cNvPr id="816" name="addition:spatial:198"/>
            <p:cNvSpPr>
              <a:spLocks noGrp="1"/>
            </p:cNvSpPr>
            <p:nvPr/>
          </p:nvSpPr>
          <p:spPr>
            <a:xfrm>
              <a:off x="5648325" y="1666875"/>
              <a:ext cx="1473053" cy="742630"/>
            </a:xfrm>
            <a:custGeom>
              <a:avLst/>
              <a:gdLst/>
              <a:ahLst/>
              <a:cxnLst/>
              <a:rect l="l" t="t" r="r" b="b"/>
              <a:pathLst>
                <a:path w="1111" h="439">
                  <a:moveTo>
                    <a:pt x="0" y="0"/>
                  </a:moveTo>
                  <a:moveTo>
                    <a:pt x="1101" y="401"/>
                  </a:moveTo>
                  <a:lnTo>
                    <a:pt x="1107" y="404"/>
                  </a:lnTo>
                  <a:lnTo>
                    <a:pt x="1111" y="408"/>
                  </a:lnTo>
                  <a:lnTo>
                    <a:pt x="1111" y="411"/>
                  </a:lnTo>
                  <a:lnTo>
                    <a:pt x="1108" y="414"/>
                  </a:lnTo>
                  <a:lnTo>
                    <a:pt x="1104" y="415"/>
                  </a:lnTo>
                  <a:lnTo>
                    <a:pt x="1102" y="418"/>
                  </a:lnTo>
                  <a:lnTo>
                    <a:pt x="1100" y="420"/>
                  </a:lnTo>
                  <a:lnTo>
                    <a:pt x="1098" y="422"/>
                  </a:lnTo>
                  <a:lnTo>
                    <a:pt x="1095" y="424"/>
                  </a:lnTo>
                  <a:lnTo>
                    <a:pt x="1092" y="425"/>
                  </a:lnTo>
                  <a:lnTo>
                    <a:pt x="1089" y="426"/>
                  </a:lnTo>
                  <a:lnTo>
                    <a:pt x="1087" y="429"/>
                  </a:lnTo>
                  <a:lnTo>
                    <a:pt x="1084" y="431"/>
                  </a:lnTo>
                  <a:lnTo>
                    <a:pt x="1081" y="432"/>
                  </a:lnTo>
                  <a:lnTo>
                    <a:pt x="1077" y="432"/>
                  </a:lnTo>
                  <a:lnTo>
                    <a:pt x="1073" y="432"/>
                  </a:lnTo>
                  <a:lnTo>
                    <a:pt x="1069" y="434"/>
                  </a:lnTo>
                  <a:lnTo>
                    <a:pt x="1065" y="437"/>
                  </a:lnTo>
                  <a:lnTo>
                    <a:pt x="1060" y="439"/>
                  </a:lnTo>
                  <a:lnTo>
                    <a:pt x="1055" y="439"/>
                  </a:lnTo>
                  <a:lnTo>
                    <a:pt x="1052" y="435"/>
                  </a:lnTo>
                  <a:lnTo>
                    <a:pt x="1049" y="430"/>
                  </a:lnTo>
                  <a:lnTo>
                    <a:pt x="1047" y="426"/>
                  </a:lnTo>
                  <a:lnTo>
                    <a:pt x="1045" y="425"/>
                  </a:lnTo>
                  <a:lnTo>
                    <a:pt x="1041" y="424"/>
                  </a:lnTo>
                  <a:lnTo>
                    <a:pt x="1037" y="423"/>
                  </a:lnTo>
                  <a:lnTo>
                    <a:pt x="1034" y="421"/>
                  </a:lnTo>
                  <a:lnTo>
                    <a:pt x="1031" y="420"/>
                  </a:lnTo>
                  <a:lnTo>
                    <a:pt x="1027" y="418"/>
                  </a:lnTo>
                  <a:lnTo>
                    <a:pt x="1023" y="417"/>
                  </a:lnTo>
                  <a:lnTo>
                    <a:pt x="1021" y="414"/>
                  </a:lnTo>
                  <a:lnTo>
                    <a:pt x="1022" y="410"/>
                  </a:lnTo>
                  <a:lnTo>
                    <a:pt x="1024" y="407"/>
                  </a:lnTo>
                  <a:lnTo>
                    <a:pt x="1026" y="404"/>
                  </a:lnTo>
                  <a:lnTo>
                    <a:pt x="1026" y="401"/>
                  </a:lnTo>
                  <a:lnTo>
                    <a:pt x="1024" y="398"/>
                  </a:lnTo>
                  <a:lnTo>
                    <a:pt x="1024" y="394"/>
                  </a:lnTo>
                  <a:lnTo>
                    <a:pt x="1028" y="392"/>
                  </a:lnTo>
                  <a:lnTo>
                    <a:pt x="1033" y="390"/>
                  </a:lnTo>
                  <a:lnTo>
                    <a:pt x="1037" y="388"/>
                  </a:lnTo>
                  <a:lnTo>
                    <a:pt x="1039" y="386"/>
                  </a:lnTo>
                  <a:lnTo>
                    <a:pt x="1038" y="382"/>
                  </a:lnTo>
                  <a:lnTo>
                    <a:pt x="1038" y="378"/>
                  </a:lnTo>
                  <a:lnTo>
                    <a:pt x="1040" y="375"/>
                  </a:lnTo>
                  <a:lnTo>
                    <a:pt x="1042" y="372"/>
                  </a:lnTo>
                  <a:lnTo>
                    <a:pt x="1045" y="370"/>
                  </a:lnTo>
                  <a:lnTo>
                    <a:pt x="1048" y="368"/>
                  </a:lnTo>
                  <a:lnTo>
                    <a:pt x="1051" y="366"/>
                  </a:lnTo>
                  <a:lnTo>
                    <a:pt x="1055" y="367"/>
                  </a:lnTo>
                  <a:lnTo>
                    <a:pt x="1060" y="370"/>
                  </a:lnTo>
                  <a:lnTo>
                    <a:pt x="1063" y="373"/>
                  </a:lnTo>
                  <a:lnTo>
                    <a:pt x="1066" y="373"/>
                  </a:lnTo>
                  <a:lnTo>
                    <a:pt x="1068" y="370"/>
                  </a:lnTo>
                  <a:lnTo>
                    <a:pt x="1071" y="368"/>
                  </a:lnTo>
                  <a:lnTo>
                    <a:pt x="1075" y="367"/>
                  </a:lnTo>
                  <a:lnTo>
                    <a:pt x="1077" y="368"/>
                  </a:lnTo>
                  <a:lnTo>
                    <a:pt x="1080" y="371"/>
                  </a:lnTo>
                  <a:lnTo>
                    <a:pt x="1082" y="372"/>
                  </a:lnTo>
                  <a:lnTo>
                    <a:pt x="1086" y="372"/>
                  </a:lnTo>
                  <a:lnTo>
                    <a:pt x="1090" y="373"/>
                  </a:lnTo>
                  <a:lnTo>
                    <a:pt x="1093" y="374"/>
                  </a:lnTo>
                  <a:lnTo>
                    <a:pt x="1095" y="377"/>
                  </a:lnTo>
                  <a:lnTo>
                    <a:pt x="1096" y="380"/>
                  </a:lnTo>
                  <a:lnTo>
                    <a:pt x="1097" y="383"/>
                  </a:lnTo>
                  <a:lnTo>
                    <a:pt x="1099" y="386"/>
                  </a:lnTo>
                  <a:lnTo>
                    <a:pt x="1099" y="389"/>
                  </a:lnTo>
                  <a:lnTo>
                    <a:pt x="1098" y="393"/>
                  </a:lnTo>
                  <a:lnTo>
                    <a:pt x="1096" y="396"/>
                  </a:lnTo>
                  <a:lnTo>
                    <a:pt x="1097" y="398"/>
                  </a:lnTo>
                  <a:close/>
                </a:path>
              </a:pathLst>
            </a:custGeom>
            <a:solidFill>
              <a:srgbClr val="CC79A7">
                <a:alpha val="36000"/>
              </a:srgbClr>
            </a:solidFill>
            <a:ln>
              <a:noFill/>
            </a:ln>
          </p:spPr>
          <p:txBody>
            <a:bodyPr anchor="ctr"/>
            <a:lstStyle/>
            <a:p>
              <a:pPr algn="ctr">
                <a:buNone/>
              </a:pPr>
            </a:p>
          </p:txBody>
        </p:sp>
        <p:sp>
          <p:nvSpPr>
            <p:cNvPr id="817" name="addition:spatial:199"/>
            <p:cNvSpPr>
              <a:spLocks noGrp="1"/>
            </p:cNvSpPr>
            <p:nvPr/>
          </p:nvSpPr>
          <p:spPr>
            <a:xfrm>
              <a:off x="5648325" y="1666875"/>
              <a:ext cx="1427973" cy="632673"/>
            </a:xfrm>
            <a:custGeom>
              <a:avLst/>
              <a:gdLst/>
              <a:ahLst/>
              <a:cxnLst/>
              <a:rect l="l" t="t" r="r" b="b"/>
              <a:pathLst>
                <a:path w="1077" h="374">
                  <a:moveTo>
                    <a:pt x="0" y="0"/>
                  </a:moveTo>
                  <a:moveTo>
                    <a:pt x="1074" y="341"/>
                  </a:moveTo>
                  <a:lnTo>
                    <a:pt x="1072" y="344"/>
                  </a:lnTo>
                  <a:lnTo>
                    <a:pt x="1071" y="346"/>
                  </a:lnTo>
                  <a:lnTo>
                    <a:pt x="1072" y="348"/>
                  </a:lnTo>
                  <a:lnTo>
                    <a:pt x="1075" y="352"/>
                  </a:lnTo>
                  <a:lnTo>
                    <a:pt x="1077" y="356"/>
                  </a:lnTo>
                  <a:lnTo>
                    <a:pt x="1077" y="359"/>
                  </a:lnTo>
                  <a:lnTo>
                    <a:pt x="1075" y="361"/>
                  </a:lnTo>
                  <a:lnTo>
                    <a:pt x="1071" y="362"/>
                  </a:lnTo>
                  <a:lnTo>
                    <a:pt x="1068" y="362"/>
                  </a:lnTo>
                  <a:lnTo>
                    <a:pt x="1066" y="363"/>
                  </a:lnTo>
                  <a:lnTo>
                    <a:pt x="1064" y="364"/>
                  </a:lnTo>
                  <a:lnTo>
                    <a:pt x="1061" y="365"/>
                  </a:lnTo>
                  <a:lnTo>
                    <a:pt x="1059" y="365"/>
                  </a:lnTo>
                  <a:lnTo>
                    <a:pt x="1057" y="367"/>
                  </a:lnTo>
                  <a:lnTo>
                    <a:pt x="1055" y="369"/>
                  </a:lnTo>
                  <a:lnTo>
                    <a:pt x="1053" y="372"/>
                  </a:lnTo>
                  <a:lnTo>
                    <a:pt x="1050" y="374"/>
                  </a:lnTo>
                  <a:lnTo>
                    <a:pt x="1047" y="373"/>
                  </a:lnTo>
                  <a:lnTo>
                    <a:pt x="1044" y="371"/>
                  </a:lnTo>
                  <a:lnTo>
                    <a:pt x="1041" y="369"/>
                  </a:lnTo>
                  <a:lnTo>
                    <a:pt x="1037" y="370"/>
                  </a:lnTo>
                  <a:lnTo>
                    <a:pt x="1034" y="371"/>
                  </a:lnTo>
                  <a:lnTo>
                    <a:pt x="1030" y="370"/>
                  </a:lnTo>
                  <a:lnTo>
                    <a:pt x="1028" y="368"/>
                  </a:lnTo>
                  <a:lnTo>
                    <a:pt x="1027" y="364"/>
                  </a:lnTo>
                  <a:lnTo>
                    <a:pt x="1026" y="360"/>
                  </a:lnTo>
                  <a:lnTo>
                    <a:pt x="1024" y="358"/>
                  </a:lnTo>
                  <a:lnTo>
                    <a:pt x="1022" y="357"/>
                  </a:lnTo>
                  <a:lnTo>
                    <a:pt x="1019" y="355"/>
                  </a:lnTo>
                  <a:lnTo>
                    <a:pt x="1017" y="353"/>
                  </a:lnTo>
                  <a:lnTo>
                    <a:pt x="1015" y="351"/>
                  </a:lnTo>
                  <a:lnTo>
                    <a:pt x="1012" y="349"/>
                  </a:lnTo>
                  <a:lnTo>
                    <a:pt x="1009" y="347"/>
                  </a:lnTo>
                  <a:lnTo>
                    <a:pt x="1007" y="344"/>
                  </a:lnTo>
                  <a:lnTo>
                    <a:pt x="1008" y="341"/>
                  </a:lnTo>
                  <a:lnTo>
                    <a:pt x="1012" y="338"/>
                  </a:lnTo>
                  <a:lnTo>
                    <a:pt x="1016" y="336"/>
                  </a:lnTo>
                  <a:lnTo>
                    <a:pt x="1018" y="334"/>
                  </a:lnTo>
                  <a:lnTo>
                    <a:pt x="1018" y="331"/>
                  </a:lnTo>
                  <a:lnTo>
                    <a:pt x="1017" y="328"/>
                  </a:lnTo>
                  <a:lnTo>
                    <a:pt x="1019" y="326"/>
                  </a:lnTo>
                  <a:lnTo>
                    <a:pt x="1021" y="324"/>
                  </a:lnTo>
                  <a:lnTo>
                    <a:pt x="1025" y="323"/>
                  </a:lnTo>
                  <a:lnTo>
                    <a:pt x="1027" y="321"/>
                  </a:lnTo>
                  <a:lnTo>
                    <a:pt x="1028" y="318"/>
                  </a:lnTo>
                  <a:lnTo>
                    <a:pt x="1030" y="315"/>
                  </a:lnTo>
                  <a:lnTo>
                    <a:pt x="1032" y="313"/>
                  </a:lnTo>
                  <a:lnTo>
                    <a:pt x="1035" y="312"/>
                  </a:lnTo>
                  <a:lnTo>
                    <a:pt x="1038" y="311"/>
                  </a:lnTo>
                  <a:lnTo>
                    <a:pt x="1041" y="310"/>
                  </a:lnTo>
                  <a:lnTo>
                    <a:pt x="1044" y="309"/>
                  </a:lnTo>
                  <a:lnTo>
                    <a:pt x="1047" y="309"/>
                  </a:lnTo>
                  <a:lnTo>
                    <a:pt x="1050" y="312"/>
                  </a:lnTo>
                  <a:lnTo>
                    <a:pt x="1051" y="316"/>
                  </a:lnTo>
                  <a:lnTo>
                    <a:pt x="1053" y="318"/>
                  </a:lnTo>
                  <a:lnTo>
                    <a:pt x="1055" y="317"/>
                  </a:lnTo>
                  <a:lnTo>
                    <a:pt x="1059" y="315"/>
                  </a:lnTo>
                  <a:lnTo>
                    <a:pt x="1062" y="313"/>
                  </a:lnTo>
                  <a:lnTo>
                    <a:pt x="1065" y="314"/>
                  </a:lnTo>
                  <a:lnTo>
                    <a:pt x="1067" y="316"/>
                  </a:lnTo>
                  <a:lnTo>
                    <a:pt x="1068" y="319"/>
                  </a:lnTo>
                  <a:lnTo>
                    <a:pt x="1069" y="321"/>
                  </a:lnTo>
                  <a:lnTo>
                    <a:pt x="1071" y="323"/>
                  </a:lnTo>
                  <a:lnTo>
                    <a:pt x="1072" y="325"/>
                  </a:lnTo>
                  <a:lnTo>
                    <a:pt x="1072" y="328"/>
                  </a:lnTo>
                  <a:lnTo>
                    <a:pt x="1072" y="331"/>
                  </a:lnTo>
                  <a:lnTo>
                    <a:pt x="1072" y="334"/>
                  </a:lnTo>
                  <a:lnTo>
                    <a:pt x="1073" y="336"/>
                  </a:lnTo>
                  <a:lnTo>
                    <a:pt x="1075" y="338"/>
                  </a:lnTo>
                  <a:close/>
                </a:path>
              </a:pathLst>
            </a:custGeom>
            <a:solidFill>
              <a:srgbClr val="CC79A7">
                <a:alpha val="32000"/>
              </a:srgbClr>
            </a:solidFill>
            <a:ln>
              <a:noFill/>
            </a:ln>
          </p:spPr>
          <p:txBody>
            <a:bodyPr anchor="ctr"/>
            <a:lstStyle/>
            <a:p>
              <a:pPr algn="ctr">
                <a:buNone/>
              </a:pPr>
            </a:p>
          </p:txBody>
        </p:sp>
        <p:sp>
          <p:nvSpPr>
            <p:cNvPr id="818" name="addition:spatial:200"/>
            <p:cNvSpPr>
              <a:spLocks noGrp="1"/>
            </p:cNvSpPr>
            <p:nvPr/>
          </p:nvSpPr>
          <p:spPr>
            <a:xfrm>
              <a:off x="5648325" y="1666875"/>
              <a:ext cx="1526088" cy="700339"/>
            </a:xfrm>
            <a:custGeom>
              <a:avLst/>
              <a:gdLst/>
              <a:ahLst/>
              <a:cxnLst/>
              <a:rect l="l" t="t" r="r" b="b"/>
              <a:pathLst>
                <a:path w="1151" h="414">
                  <a:moveTo>
                    <a:pt x="0" y="0"/>
                  </a:moveTo>
                  <a:moveTo>
                    <a:pt x="1145" y="385"/>
                  </a:moveTo>
                  <a:lnTo>
                    <a:pt x="1146" y="387"/>
                  </a:lnTo>
                  <a:lnTo>
                    <a:pt x="1148" y="390"/>
                  </a:lnTo>
                  <a:lnTo>
                    <a:pt x="1150" y="393"/>
                  </a:lnTo>
                  <a:lnTo>
                    <a:pt x="1151" y="396"/>
                  </a:lnTo>
                  <a:lnTo>
                    <a:pt x="1150" y="398"/>
                  </a:lnTo>
                  <a:lnTo>
                    <a:pt x="1148" y="400"/>
                  </a:lnTo>
                  <a:lnTo>
                    <a:pt x="1145" y="401"/>
                  </a:lnTo>
                  <a:lnTo>
                    <a:pt x="1143" y="403"/>
                  </a:lnTo>
                  <a:lnTo>
                    <a:pt x="1140" y="403"/>
                  </a:lnTo>
                  <a:lnTo>
                    <a:pt x="1137" y="403"/>
                  </a:lnTo>
                  <a:lnTo>
                    <a:pt x="1134" y="403"/>
                  </a:lnTo>
                  <a:lnTo>
                    <a:pt x="1132" y="404"/>
                  </a:lnTo>
                  <a:lnTo>
                    <a:pt x="1130" y="408"/>
                  </a:lnTo>
                  <a:lnTo>
                    <a:pt x="1129" y="411"/>
                  </a:lnTo>
                  <a:lnTo>
                    <a:pt x="1126" y="414"/>
                  </a:lnTo>
                  <a:lnTo>
                    <a:pt x="1123" y="414"/>
                  </a:lnTo>
                  <a:lnTo>
                    <a:pt x="1119" y="413"/>
                  </a:lnTo>
                  <a:lnTo>
                    <a:pt x="1116" y="411"/>
                  </a:lnTo>
                  <a:lnTo>
                    <a:pt x="1113" y="411"/>
                  </a:lnTo>
                  <a:lnTo>
                    <a:pt x="1109" y="411"/>
                  </a:lnTo>
                  <a:lnTo>
                    <a:pt x="1106" y="411"/>
                  </a:lnTo>
                  <a:lnTo>
                    <a:pt x="1103" y="410"/>
                  </a:lnTo>
                  <a:lnTo>
                    <a:pt x="1101" y="407"/>
                  </a:lnTo>
                  <a:lnTo>
                    <a:pt x="1099" y="406"/>
                  </a:lnTo>
                  <a:lnTo>
                    <a:pt x="1096" y="404"/>
                  </a:lnTo>
                  <a:lnTo>
                    <a:pt x="1094" y="403"/>
                  </a:lnTo>
                  <a:lnTo>
                    <a:pt x="1092" y="401"/>
                  </a:lnTo>
                  <a:lnTo>
                    <a:pt x="1091" y="399"/>
                  </a:lnTo>
                  <a:lnTo>
                    <a:pt x="1090" y="398"/>
                  </a:lnTo>
                  <a:lnTo>
                    <a:pt x="1087" y="397"/>
                  </a:lnTo>
                  <a:lnTo>
                    <a:pt x="1082" y="395"/>
                  </a:lnTo>
                  <a:lnTo>
                    <a:pt x="1079" y="393"/>
                  </a:lnTo>
                  <a:lnTo>
                    <a:pt x="1079" y="391"/>
                  </a:lnTo>
                  <a:lnTo>
                    <a:pt x="1082" y="388"/>
                  </a:lnTo>
                  <a:lnTo>
                    <a:pt x="1086" y="385"/>
                  </a:lnTo>
                  <a:lnTo>
                    <a:pt x="1089" y="383"/>
                  </a:lnTo>
                  <a:lnTo>
                    <a:pt x="1090" y="381"/>
                  </a:lnTo>
                  <a:lnTo>
                    <a:pt x="1090" y="379"/>
                  </a:lnTo>
                  <a:lnTo>
                    <a:pt x="1090" y="376"/>
                  </a:lnTo>
                  <a:lnTo>
                    <a:pt x="1092" y="374"/>
                  </a:lnTo>
                  <a:lnTo>
                    <a:pt x="1093" y="372"/>
                  </a:lnTo>
                  <a:lnTo>
                    <a:pt x="1094" y="370"/>
                  </a:lnTo>
                  <a:lnTo>
                    <a:pt x="1094" y="367"/>
                  </a:lnTo>
                  <a:lnTo>
                    <a:pt x="1096" y="365"/>
                  </a:lnTo>
                  <a:lnTo>
                    <a:pt x="1099" y="364"/>
                  </a:lnTo>
                  <a:lnTo>
                    <a:pt x="1102" y="363"/>
                  </a:lnTo>
                  <a:lnTo>
                    <a:pt x="1104" y="362"/>
                  </a:lnTo>
                  <a:lnTo>
                    <a:pt x="1106" y="360"/>
                  </a:lnTo>
                  <a:lnTo>
                    <a:pt x="1108" y="358"/>
                  </a:lnTo>
                  <a:lnTo>
                    <a:pt x="1111" y="357"/>
                  </a:lnTo>
                  <a:lnTo>
                    <a:pt x="1114" y="359"/>
                  </a:lnTo>
                  <a:lnTo>
                    <a:pt x="1116" y="362"/>
                  </a:lnTo>
                  <a:lnTo>
                    <a:pt x="1118" y="364"/>
                  </a:lnTo>
                  <a:lnTo>
                    <a:pt x="1120" y="364"/>
                  </a:lnTo>
                  <a:lnTo>
                    <a:pt x="1123" y="362"/>
                  </a:lnTo>
                  <a:lnTo>
                    <a:pt x="1126" y="360"/>
                  </a:lnTo>
                  <a:lnTo>
                    <a:pt x="1129" y="360"/>
                  </a:lnTo>
                  <a:lnTo>
                    <a:pt x="1131" y="360"/>
                  </a:lnTo>
                  <a:lnTo>
                    <a:pt x="1134" y="361"/>
                  </a:lnTo>
                  <a:lnTo>
                    <a:pt x="1136" y="362"/>
                  </a:lnTo>
                  <a:lnTo>
                    <a:pt x="1139" y="364"/>
                  </a:lnTo>
                  <a:lnTo>
                    <a:pt x="1139" y="367"/>
                  </a:lnTo>
                  <a:lnTo>
                    <a:pt x="1139" y="370"/>
                  </a:lnTo>
                  <a:lnTo>
                    <a:pt x="1138" y="373"/>
                  </a:lnTo>
                  <a:lnTo>
                    <a:pt x="1140" y="375"/>
                  </a:lnTo>
                  <a:lnTo>
                    <a:pt x="1143" y="376"/>
                  </a:lnTo>
                  <a:lnTo>
                    <a:pt x="1146" y="378"/>
                  </a:lnTo>
                  <a:lnTo>
                    <a:pt x="1147" y="380"/>
                  </a:lnTo>
                  <a:lnTo>
                    <a:pt x="1146" y="383"/>
                  </a:lnTo>
                  <a:close/>
                </a:path>
              </a:pathLst>
            </a:custGeom>
            <a:solidFill>
              <a:srgbClr val="CC79A7">
                <a:alpha val="32000"/>
              </a:srgbClr>
            </a:solidFill>
            <a:ln>
              <a:noFill/>
            </a:ln>
          </p:spPr>
          <p:txBody>
            <a:bodyPr anchor="ctr"/>
            <a:lstStyle/>
            <a:p>
              <a:pPr algn="ctr">
                <a:buNone/>
              </a:pPr>
            </a:p>
          </p:txBody>
        </p:sp>
        <p:sp>
          <p:nvSpPr>
            <p:cNvPr id="819" name="addition:spatial:201"/>
            <p:cNvSpPr>
              <a:spLocks noGrp="1"/>
            </p:cNvSpPr>
            <p:nvPr/>
          </p:nvSpPr>
          <p:spPr>
            <a:xfrm>
              <a:off x="5648325" y="1666875"/>
              <a:ext cx="1593708" cy="663123"/>
            </a:xfrm>
            <a:custGeom>
              <a:avLst/>
              <a:gdLst/>
              <a:ahLst/>
              <a:cxnLst/>
              <a:rect l="l" t="t" r="r" b="b"/>
              <a:pathLst>
                <a:path w="1202" h="392">
                  <a:moveTo>
                    <a:pt x="0" y="0"/>
                  </a:moveTo>
                  <a:moveTo>
                    <a:pt x="1200" y="367"/>
                  </a:moveTo>
                  <a:lnTo>
                    <a:pt x="1200" y="369"/>
                  </a:lnTo>
                  <a:lnTo>
                    <a:pt x="1201" y="371"/>
                  </a:lnTo>
                  <a:lnTo>
                    <a:pt x="1202" y="374"/>
                  </a:lnTo>
                  <a:lnTo>
                    <a:pt x="1201" y="376"/>
                  </a:lnTo>
                  <a:lnTo>
                    <a:pt x="1200" y="377"/>
                  </a:lnTo>
                  <a:lnTo>
                    <a:pt x="1200" y="379"/>
                  </a:lnTo>
                  <a:lnTo>
                    <a:pt x="1200" y="382"/>
                  </a:lnTo>
                  <a:lnTo>
                    <a:pt x="1200" y="384"/>
                  </a:lnTo>
                  <a:lnTo>
                    <a:pt x="1198" y="386"/>
                  </a:lnTo>
                  <a:lnTo>
                    <a:pt x="1195" y="385"/>
                  </a:lnTo>
                  <a:lnTo>
                    <a:pt x="1192" y="384"/>
                  </a:lnTo>
                  <a:lnTo>
                    <a:pt x="1189" y="383"/>
                  </a:lnTo>
                  <a:lnTo>
                    <a:pt x="1188" y="385"/>
                  </a:lnTo>
                  <a:lnTo>
                    <a:pt x="1187" y="387"/>
                  </a:lnTo>
                  <a:lnTo>
                    <a:pt x="1186" y="390"/>
                  </a:lnTo>
                  <a:lnTo>
                    <a:pt x="1183" y="391"/>
                  </a:lnTo>
                  <a:lnTo>
                    <a:pt x="1181" y="392"/>
                  </a:lnTo>
                  <a:lnTo>
                    <a:pt x="1178" y="392"/>
                  </a:lnTo>
                  <a:lnTo>
                    <a:pt x="1176" y="392"/>
                  </a:lnTo>
                  <a:lnTo>
                    <a:pt x="1173" y="392"/>
                  </a:lnTo>
                  <a:lnTo>
                    <a:pt x="1171" y="390"/>
                  </a:lnTo>
                  <a:lnTo>
                    <a:pt x="1169" y="388"/>
                  </a:lnTo>
                  <a:lnTo>
                    <a:pt x="1167" y="386"/>
                  </a:lnTo>
                  <a:lnTo>
                    <a:pt x="1165" y="385"/>
                  </a:lnTo>
                  <a:lnTo>
                    <a:pt x="1163" y="385"/>
                  </a:lnTo>
                  <a:lnTo>
                    <a:pt x="1160" y="384"/>
                  </a:lnTo>
                  <a:lnTo>
                    <a:pt x="1158" y="382"/>
                  </a:lnTo>
                  <a:lnTo>
                    <a:pt x="1158" y="380"/>
                  </a:lnTo>
                  <a:lnTo>
                    <a:pt x="1158" y="378"/>
                  </a:lnTo>
                  <a:lnTo>
                    <a:pt x="1157" y="376"/>
                  </a:lnTo>
                  <a:lnTo>
                    <a:pt x="1154" y="375"/>
                  </a:lnTo>
                  <a:lnTo>
                    <a:pt x="1151" y="374"/>
                  </a:lnTo>
                  <a:lnTo>
                    <a:pt x="1149" y="372"/>
                  </a:lnTo>
                  <a:lnTo>
                    <a:pt x="1149" y="370"/>
                  </a:lnTo>
                  <a:lnTo>
                    <a:pt x="1150" y="367"/>
                  </a:lnTo>
                  <a:lnTo>
                    <a:pt x="1152" y="365"/>
                  </a:lnTo>
                  <a:lnTo>
                    <a:pt x="1153" y="363"/>
                  </a:lnTo>
                  <a:lnTo>
                    <a:pt x="1155" y="361"/>
                  </a:lnTo>
                  <a:lnTo>
                    <a:pt x="1158" y="360"/>
                  </a:lnTo>
                  <a:lnTo>
                    <a:pt x="1160" y="359"/>
                  </a:lnTo>
                  <a:lnTo>
                    <a:pt x="1161" y="357"/>
                  </a:lnTo>
                  <a:lnTo>
                    <a:pt x="1161" y="355"/>
                  </a:lnTo>
                  <a:lnTo>
                    <a:pt x="1160" y="352"/>
                  </a:lnTo>
                  <a:lnTo>
                    <a:pt x="1161" y="349"/>
                  </a:lnTo>
                  <a:lnTo>
                    <a:pt x="1163" y="348"/>
                  </a:lnTo>
                  <a:lnTo>
                    <a:pt x="1166" y="348"/>
                  </a:lnTo>
                  <a:lnTo>
                    <a:pt x="1169" y="347"/>
                  </a:lnTo>
                  <a:lnTo>
                    <a:pt x="1171" y="346"/>
                  </a:lnTo>
                  <a:lnTo>
                    <a:pt x="1172" y="344"/>
                  </a:lnTo>
                  <a:lnTo>
                    <a:pt x="1174" y="343"/>
                  </a:lnTo>
                  <a:lnTo>
                    <a:pt x="1177" y="343"/>
                  </a:lnTo>
                  <a:lnTo>
                    <a:pt x="1179" y="345"/>
                  </a:lnTo>
                  <a:lnTo>
                    <a:pt x="1181" y="346"/>
                  </a:lnTo>
                  <a:lnTo>
                    <a:pt x="1182" y="346"/>
                  </a:lnTo>
                  <a:lnTo>
                    <a:pt x="1184" y="347"/>
                  </a:lnTo>
                  <a:lnTo>
                    <a:pt x="1186" y="347"/>
                  </a:lnTo>
                  <a:lnTo>
                    <a:pt x="1187" y="348"/>
                  </a:lnTo>
                  <a:lnTo>
                    <a:pt x="1189" y="349"/>
                  </a:lnTo>
                  <a:lnTo>
                    <a:pt x="1191" y="348"/>
                  </a:lnTo>
                  <a:lnTo>
                    <a:pt x="1194" y="347"/>
                  </a:lnTo>
                  <a:lnTo>
                    <a:pt x="1197" y="348"/>
                  </a:lnTo>
                  <a:lnTo>
                    <a:pt x="1198" y="350"/>
                  </a:lnTo>
                  <a:lnTo>
                    <a:pt x="1198" y="353"/>
                  </a:lnTo>
                  <a:lnTo>
                    <a:pt x="1196" y="356"/>
                  </a:lnTo>
                  <a:lnTo>
                    <a:pt x="1196" y="358"/>
                  </a:lnTo>
                  <a:lnTo>
                    <a:pt x="1197" y="360"/>
                  </a:lnTo>
                  <a:lnTo>
                    <a:pt x="1198" y="361"/>
                  </a:lnTo>
                  <a:lnTo>
                    <a:pt x="1200" y="363"/>
                  </a:lnTo>
                  <a:lnTo>
                    <a:pt x="1200" y="365"/>
                  </a:lnTo>
                  <a:close/>
                </a:path>
              </a:pathLst>
            </a:custGeom>
            <a:solidFill>
              <a:srgbClr val="DA9FC0">
                <a:alpha val="24000"/>
              </a:srgbClr>
            </a:solidFill>
            <a:ln>
              <a:noFill/>
            </a:ln>
          </p:spPr>
          <p:txBody>
            <a:bodyPr anchor="ctr"/>
            <a:lstStyle/>
            <a:p>
              <a:pPr algn="ctr">
                <a:buNone/>
              </a:pPr>
            </a:p>
          </p:txBody>
        </p:sp>
        <p:sp>
          <p:nvSpPr>
            <p:cNvPr id="820" name="addition:spatial:202"/>
            <p:cNvSpPr>
              <a:spLocks noGrp="1"/>
            </p:cNvSpPr>
            <p:nvPr/>
          </p:nvSpPr>
          <p:spPr>
            <a:xfrm>
              <a:off x="5648325" y="1666875"/>
              <a:ext cx="1559235" cy="768005"/>
            </a:xfrm>
            <a:custGeom>
              <a:avLst/>
              <a:gdLst/>
              <a:ahLst/>
              <a:cxnLst/>
              <a:rect l="l" t="t" r="r" b="b"/>
              <a:pathLst>
                <a:path w="1176" h="454">
                  <a:moveTo>
                    <a:pt x="0" y="0"/>
                  </a:moveTo>
                  <a:moveTo>
                    <a:pt x="1174" y="426"/>
                  </a:moveTo>
                  <a:lnTo>
                    <a:pt x="1175" y="428"/>
                  </a:lnTo>
                  <a:lnTo>
                    <a:pt x="1175" y="431"/>
                  </a:lnTo>
                  <a:lnTo>
                    <a:pt x="1176" y="434"/>
                  </a:lnTo>
                  <a:lnTo>
                    <a:pt x="1175" y="436"/>
                  </a:lnTo>
                  <a:lnTo>
                    <a:pt x="1173" y="438"/>
                  </a:lnTo>
                  <a:lnTo>
                    <a:pt x="1170" y="439"/>
                  </a:lnTo>
                  <a:lnTo>
                    <a:pt x="1166" y="439"/>
                  </a:lnTo>
                  <a:lnTo>
                    <a:pt x="1164" y="440"/>
                  </a:lnTo>
                  <a:lnTo>
                    <a:pt x="1163" y="442"/>
                  </a:lnTo>
                  <a:lnTo>
                    <a:pt x="1163" y="445"/>
                  </a:lnTo>
                  <a:lnTo>
                    <a:pt x="1162" y="448"/>
                  </a:lnTo>
                  <a:lnTo>
                    <a:pt x="1160" y="450"/>
                  </a:lnTo>
                  <a:lnTo>
                    <a:pt x="1157" y="450"/>
                  </a:lnTo>
                  <a:lnTo>
                    <a:pt x="1154" y="450"/>
                  </a:lnTo>
                  <a:lnTo>
                    <a:pt x="1151" y="451"/>
                  </a:lnTo>
                  <a:lnTo>
                    <a:pt x="1149" y="453"/>
                  </a:lnTo>
                  <a:lnTo>
                    <a:pt x="1146" y="454"/>
                  </a:lnTo>
                  <a:lnTo>
                    <a:pt x="1143" y="454"/>
                  </a:lnTo>
                  <a:lnTo>
                    <a:pt x="1140" y="453"/>
                  </a:lnTo>
                  <a:lnTo>
                    <a:pt x="1138" y="451"/>
                  </a:lnTo>
                  <a:lnTo>
                    <a:pt x="1135" y="451"/>
                  </a:lnTo>
                  <a:lnTo>
                    <a:pt x="1133" y="449"/>
                  </a:lnTo>
                  <a:lnTo>
                    <a:pt x="1131" y="447"/>
                  </a:lnTo>
                  <a:lnTo>
                    <a:pt x="1131" y="444"/>
                  </a:lnTo>
                  <a:lnTo>
                    <a:pt x="1130" y="443"/>
                  </a:lnTo>
                  <a:lnTo>
                    <a:pt x="1127" y="442"/>
                  </a:lnTo>
                  <a:lnTo>
                    <a:pt x="1123" y="443"/>
                  </a:lnTo>
                  <a:lnTo>
                    <a:pt x="1119" y="443"/>
                  </a:lnTo>
                  <a:lnTo>
                    <a:pt x="1117" y="442"/>
                  </a:lnTo>
                  <a:lnTo>
                    <a:pt x="1117" y="439"/>
                  </a:lnTo>
                  <a:lnTo>
                    <a:pt x="1119" y="436"/>
                  </a:lnTo>
                  <a:lnTo>
                    <a:pt x="1120" y="433"/>
                  </a:lnTo>
                  <a:lnTo>
                    <a:pt x="1120" y="430"/>
                  </a:lnTo>
                  <a:lnTo>
                    <a:pt x="1120" y="428"/>
                  </a:lnTo>
                  <a:lnTo>
                    <a:pt x="1121" y="426"/>
                  </a:lnTo>
                  <a:lnTo>
                    <a:pt x="1122" y="424"/>
                  </a:lnTo>
                  <a:lnTo>
                    <a:pt x="1123" y="422"/>
                  </a:lnTo>
                  <a:lnTo>
                    <a:pt x="1123" y="419"/>
                  </a:lnTo>
                  <a:lnTo>
                    <a:pt x="1123" y="417"/>
                  </a:lnTo>
                  <a:lnTo>
                    <a:pt x="1123" y="415"/>
                  </a:lnTo>
                  <a:lnTo>
                    <a:pt x="1125" y="413"/>
                  </a:lnTo>
                  <a:lnTo>
                    <a:pt x="1127" y="411"/>
                  </a:lnTo>
                  <a:lnTo>
                    <a:pt x="1128" y="410"/>
                  </a:lnTo>
                  <a:lnTo>
                    <a:pt x="1128" y="406"/>
                  </a:lnTo>
                  <a:lnTo>
                    <a:pt x="1128" y="403"/>
                  </a:lnTo>
                  <a:lnTo>
                    <a:pt x="1129" y="401"/>
                  </a:lnTo>
                  <a:lnTo>
                    <a:pt x="1132" y="400"/>
                  </a:lnTo>
                  <a:lnTo>
                    <a:pt x="1136" y="402"/>
                  </a:lnTo>
                  <a:lnTo>
                    <a:pt x="1138" y="404"/>
                  </a:lnTo>
                  <a:lnTo>
                    <a:pt x="1140" y="404"/>
                  </a:lnTo>
                  <a:lnTo>
                    <a:pt x="1142" y="403"/>
                  </a:lnTo>
                  <a:lnTo>
                    <a:pt x="1143" y="402"/>
                  </a:lnTo>
                  <a:lnTo>
                    <a:pt x="1145" y="402"/>
                  </a:lnTo>
                  <a:lnTo>
                    <a:pt x="1147" y="401"/>
                  </a:lnTo>
                  <a:lnTo>
                    <a:pt x="1150" y="400"/>
                  </a:lnTo>
                  <a:lnTo>
                    <a:pt x="1152" y="399"/>
                  </a:lnTo>
                  <a:lnTo>
                    <a:pt x="1155" y="399"/>
                  </a:lnTo>
                  <a:lnTo>
                    <a:pt x="1157" y="401"/>
                  </a:lnTo>
                  <a:lnTo>
                    <a:pt x="1158" y="404"/>
                  </a:lnTo>
                  <a:lnTo>
                    <a:pt x="1159" y="406"/>
                  </a:lnTo>
                  <a:lnTo>
                    <a:pt x="1161" y="408"/>
                  </a:lnTo>
                  <a:lnTo>
                    <a:pt x="1164" y="409"/>
                  </a:lnTo>
                  <a:lnTo>
                    <a:pt x="1166" y="410"/>
                  </a:lnTo>
                  <a:lnTo>
                    <a:pt x="1168" y="412"/>
                  </a:lnTo>
                  <a:lnTo>
                    <a:pt x="1167" y="415"/>
                  </a:lnTo>
                  <a:lnTo>
                    <a:pt x="1167" y="418"/>
                  </a:lnTo>
                  <a:lnTo>
                    <a:pt x="1167" y="420"/>
                  </a:lnTo>
                  <a:lnTo>
                    <a:pt x="1169" y="422"/>
                  </a:lnTo>
                  <a:lnTo>
                    <a:pt x="1172" y="424"/>
                  </a:lnTo>
                  <a:close/>
                </a:path>
              </a:pathLst>
            </a:custGeom>
            <a:solidFill>
              <a:srgbClr val="DA9FC0">
                <a:alpha val="24000"/>
              </a:srgbClr>
            </a:solidFill>
            <a:ln>
              <a:noFill/>
            </a:ln>
          </p:spPr>
          <p:txBody>
            <a:bodyPr anchor="ctr"/>
            <a:lstStyle/>
            <a:p>
              <a:pPr algn="ctr">
                <a:buNone/>
              </a:pPr>
            </a:p>
          </p:txBody>
        </p:sp>
        <p:sp>
          <p:nvSpPr>
            <p:cNvPr id="821" name="addition:spatial:203"/>
            <p:cNvSpPr>
              <a:spLocks noGrp="1"/>
            </p:cNvSpPr>
            <p:nvPr/>
          </p:nvSpPr>
          <p:spPr>
            <a:xfrm>
              <a:off x="5648325" y="1666875"/>
              <a:ext cx="1459794" cy="795071"/>
            </a:xfrm>
            <a:custGeom>
              <a:avLst/>
              <a:gdLst/>
              <a:ahLst/>
              <a:cxnLst/>
              <a:rect l="l" t="t" r="r" b="b"/>
              <a:pathLst>
                <a:path w="1101" h="470">
                  <a:moveTo>
                    <a:pt x="0" y="0"/>
                  </a:moveTo>
                  <a:moveTo>
                    <a:pt x="1094" y="442"/>
                  </a:moveTo>
                  <a:lnTo>
                    <a:pt x="1094" y="444"/>
                  </a:lnTo>
                  <a:lnTo>
                    <a:pt x="1094" y="446"/>
                  </a:lnTo>
                  <a:lnTo>
                    <a:pt x="1093" y="448"/>
                  </a:lnTo>
                  <a:lnTo>
                    <a:pt x="1092" y="450"/>
                  </a:lnTo>
                  <a:lnTo>
                    <a:pt x="1091" y="453"/>
                  </a:lnTo>
                  <a:lnTo>
                    <a:pt x="1091" y="455"/>
                  </a:lnTo>
                  <a:lnTo>
                    <a:pt x="1090" y="458"/>
                  </a:lnTo>
                  <a:lnTo>
                    <a:pt x="1089" y="460"/>
                  </a:lnTo>
                  <a:lnTo>
                    <a:pt x="1087" y="461"/>
                  </a:lnTo>
                  <a:lnTo>
                    <a:pt x="1085" y="463"/>
                  </a:lnTo>
                  <a:lnTo>
                    <a:pt x="1084" y="465"/>
                  </a:lnTo>
                  <a:lnTo>
                    <a:pt x="1083" y="468"/>
                  </a:lnTo>
                  <a:lnTo>
                    <a:pt x="1081" y="470"/>
                  </a:lnTo>
                  <a:lnTo>
                    <a:pt x="1078" y="469"/>
                  </a:lnTo>
                  <a:lnTo>
                    <a:pt x="1075" y="466"/>
                  </a:lnTo>
                  <a:lnTo>
                    <a:pt x="1073" y="464"/>
                  </a:lnTo>
                  <a:lnTo>
                    <a:pt x="1071" y="464"/>
                  </a:lnTo>
                  <a:lnTo>
                    <a:pt x="1070" y="465"/>
                  </a:lnTo>
                  <a:lnTo>
                    <a:pt x="1068" y="467"/>
                  </a:lnTo>
                  <a:lnTo>
                    <a:pt x="1065" y="468"/>
                  </a:lnTo>
                  <a:lnTo>
                    <a:pt x="1063" y="468"/>
                  </a:lnTo>
                  <a:lnTo>
                    <a:pt x="1061" y="468"/>
                  </a:lnTo>
                  <a:lnTo>
                    <a:pt x="1058" y="468"/>
                  </a:lnTo>
                  <a:lnTo>
                    <a:pt x="1056" y="467"/>
                  </a:lnTo>
                  <a:lnTo>
                    <a:pt x="1054" y="464"/>
                  </a:lnTo>
                  <a:lnTo>
                    <a:pt x="1054" y="461"/>
                  </a:lnTo>
                  <a:lnTo>
                    <a:pt x="1053" y="458"/>
                  </a:lnTo>
                  <a:lnTo>
                    <a:pt x="1052" y="456"/>
                  </a:lnTo>
                  <a:lnTo>
                    <a:pt x="1050" y="455"/>
                  </a:lnTo>
                  <a:lnTo>
                    <a:pt x="1047" y="453"/>
                  </a:lnTo>
                  <a:lnTo>
                    <a:pt x="1046" y="451"/>
                  </a:lnTo>
                  <a:lnTo>
                    <a:pt x="1046" y="448"/>
                  </a:lnTo>
                  <a:lnTo>
                    <a:pt x="1047" y="446"/>
                  </a:lnTo>
                  <a:lnTo>
                    <a:pt x="1047" y="444"/>
                  </a:lnTo>
                  <a:lnTo>
                    <a:pt x="1045" y="442"/>
                  </a:lnTo>
                  <a:lnTo>
                    <a:pt x="1042" y="439"/>
                  </a:lnTo>
                  <a:lnTo>
                    <a:pt x="1040" y="436"/>
                  </a:lnTo>
                  <a:lnTo>
                    <a:pt x="1040" y="434"/>
                  </a:lnTo>
                  <a:lnTo>
                    <a:pt x="1041" y="431"/>
                  </a:lnTo>
                  <a:lnTo>
                    <a:pt x="1042" y="429"/>
                  </a:lnTo>
                  <a:lnTo>
                    <a:pt x="1044" y="427"/>
                  </a:lnTo>
                  <a:lnTo>
                    <a:pt x="1046" y="426"/>
                  </a:lnTo>
                  <a:lnTo>
                    <a:pt x="1049" y="425"/>
                  </a:lnTo>
                  <a:lnTo>
                    <a:pt x="1052" y="425"/>
                  </a:lnTo>
                  <a:lnTo>
                    <a:pt x="1055" y="424"/>
                  </a:lnTo>
                  <a:lnTo>
                    <a:pt x="1055" y="422"/>
                  </a:lnTo>
                  <a:lnTo>
                    <a:pt x="1056" y="418"/>
                  </a:lnTo>
                  <a:lnTo>
                    <a:pt x="1057" y="415"/>
                  </a:lnTo>
                  <a:lnTo>
                    <a:pt x="1060" y="413"/>
                  </a:lnTo>
                  <a:lnTo>
                    <a:pt x="1063" y="414"/>
                  </a:lnTo>
                  <a:lnTo>
                    <a:pt x="1066" y="415"/>
                  </a:lnTo>
                  <a:lnTo>
                    <a:pt x="1069" y="415"/>
                  </a:lnTo>
                  <a:lnTo>
                    <a:pt x="1072" y="414"/>
                  </a:lnTo>
                  <a:lnTo>
                    <a:pt x="1075" y="413"/>
                  </a:lnTo>
                  <a:lnTo>
                    <a:pt x="1078" y="414"/>
                  </a:lnTo>
                  <a:lnTo>
                    <a:pt x="1080" y="416"/>
                  </a:lnTo>
                  <a:lnTo>
                    <a:pt x="1082" y="418"/>
                  </a:lnTo>
                  <a:lnTo>
                    <a:pt x="1084" y="419"/>
                  </a:lnTo>
                  <a:lnTo>
                    <a:pt x="1086" y="420"/>
                  </a:lnTo>
                  <a:lnTo>
                    <a:pt x="1088" y="422"/>
                  </a:lnTo>
                  <a:lnTo>
                    <a:pt x="1089" y="424"/>
                  </a:lnTo>
                  <a:lnTo>
                    <a:pt x="1090" y="426"/>
                  </a:lnTo>
                  <a:lnTo>
                    <a:pt x="1092" y="427"/>
                  </a:lnTo>
                  <a:lnTo>
                    <a:pt x="1096" y="427"/>
                  </a:lnTo>
                  <a:lnTo>
                    <a:pt x="1100" y="428"/>
                  </a:lnTo>
                  <a:lnTo>
                    <a:pt x="1101" y="430"/>
                  </a:lnTo>
                  <a:lnTo>
                    <a:pt x="1100" y="434"/>
                  </a:lnTo>
                  <a:lnTo>
                    <a:pt x="1097" y="437"/>
                  </a:lnTo>
                  <a:lnTo>
                    <a:pt x="1095" y="439"/>
                  </a:lnTo>
                  <a:close/>
                </a:path>
              </a:pathLst>
            </a:custGeom>
            <a:solidFill>
              <a:srgbClr val="DA9FC0">
                <a:alpha val="24000"/>
              </a:srgbClr>
            </a:solidFill>
            <a:ln>
              <a:noFill/>
            </a:ln>
          </p:spPr>
          <p:txBody>
            <a:bodyPr anchor="ctr"/>
            <a:lstStyle/>
            <a:p>
              <a:pPr algn="ctr">
                <a:buNone/>
              </a:pPr>
            </a:p>
          </p:txBody>
        </p:sp>
        <p:sp>
          <p:nvSpPr>
            <p:cNvPr id="822" name="addition:spatial:204"/>
            <p:cNvSpPr>
              <a:spLocks noGrp="1"/>
            </p:cNvSpPr>
            <p:nvPr/>
          </p:nvSpPr>
          <p:spPr>
            <a:xfrm>
              <a:off x="5648325" y="1666875"/>
              <a:ext cx="1363005" cy="747705"/>
            </a:xfrm>
            <a:custGeom>
              <a:avLst/>
              <a:gdLst/>
              <a:ahLst/>
              <a:cxnLst/>
              <a:rect l="l" t="t" r="r" b="b"/>
              <a:pathLst>
                <a:path w="1028" h="442">
                  <a:moveTo>
                    <a:pt x="0" y="0"/>
                  </a:moveTo>
                  <a:moveTo>
                    <a:pt x="1028" y="413"/>
                  </a:moveTo>
                  <a:lnTo>
                    <a:pt x="1028" y="416"/>
                  </a:lnTo>
                  <a:lnTo>
                    <a:pt x="1026" y="418"/>
                  </a:lnTo>
                  <a:lnTo>
                    <a:pt x="1025" y="420"/>
                  </a:lnTo>
                  <a:lnTo>
                    <a:pt x="1025" y="423"/>
                  </a:lnTo>
                  <a:lnTo>
                    <a:pt x="1024" y="425"/>
                  </a:lnTo>
                  <a:lnTo>
                    <a:pt x="1023" y="427"/>
                  </a:lnTo>
                  <a:lnTo>
                    <a:pt x="1020" y="428"/>
                  </a:lnTo>
                  <a:lnTo>
                    <a:pt x="1017" y="429"/>
                  </a:lnTo>
                  <a:lnTo>
                    <a:pt x="1015" y="429"/>
                  </a:lnTo>
                  <a:lnTo>
                    <a:pt x="1014" y="431"/>
                  </a:lnTo>
                  <a:lnTo>
                    <a:pt x="1013" y="435"/>
                  </a:lnTo>
                  <a:lnTo>
                    <a:pt x="1012" y="439"/>
                  </a:lnTo>
                  <a:lnTo>
                    <a:pt x="1011" y="441"/>
                  </a:lnTo>
                  <a:lnTo>
                    <a:pt x="1008" y="442"/>
                  </a:lnTo>
                  <a:lnTo>
                    <a:pt x="1005" y="442"/>
                  </a:lnTo>
                  <a:lnTo>
                    <a:pt x="1003" y="441"/>
                  </a:lnTo>
                  <a:lnTo>
                    <a:pt x="1000" y="441"/>
                  </a:lnTo>
                  <a:lnTo>
                    <a:pt x="998" y="440"/>
                  </a:lnTo>
                  <a:lnTo>
                    <a:pt x="996" y="438"/>
                  </a:lnTo>
                  <a:lnTo>
                    <a:pt x="995" y="436"/>
                  </a:lnTo>
                  <a:lnTo>
                    <a:pt x="993" y="436"/>
                  </a:lnTo>
                  <a:lnTo>
                    <a:pt x="991" y="437"/>
                  </a:lnTo>
                  <a:lnTo>
                    <a:pt x="988" y="437"/>
                  </a:lnTo>
                  <a:lnTo>
                    <a:pt x="986" y="437"/>
                  </a:lnTo>
                  <a:lnTo>
                    <a:pt x="985" y="434"/>
                  </a:lnTo>
                  <a:lnTo>
                    <a:pt x="985" y="432"/>
                  </a:lnTo>
                  <a:lnTo>
                    <a:pt x="984" y="430"/>
                  </a:lnTo>
                  <a:lnTo>
                    <a:pt x="982" y="429"/>
                  </a:lnTo>
                  <a:lnTo>
                    <a:pt x="979" y="429"/>
                  </a:lnTo>
                  <a:lnTo>
                    <a:pt x="978" y="427"/>
                  </a:lnTo>
                  <a:lnTo>
                    <a:pt x="978" y="424"/>
                  </a:lnTo>
                  <a:lnTo>
                    <a:pt x="979" y="420"/>
                  </a:lnTo>
                  <a:lnTo>
                    <a:pt x="981" y="418"/>
                  </a:lnTo>
                  <a:lnTo>
                    <a:pt x="981" y="415"/>
                  </a:lnTo>
                  <a:lnTo>
                    <a:pt x="982" y="413"/>
                  </a:lnTo>
                  <a:lnTo>
                    <a:pt x="982" y="411"/>
                  </a:lnTo>
                  <a:lnTo>
                    <a:pt x="983" y="409"/>
                  </a:lnTo>
                  <a:lnTo>
                    <a:pt x="982" y="407"/>
                  </a:lnTo>
                  <a:lnTo>
                    <a:pt x="981" y="404"/>
                  </a:lnTo>
                  <a:lnTo>
                    <a:pt x="979" y="400"/>
                  </a:lnTo>
                  <a:lnTo>
                    <a:pt x="979" y="397"/>
                  </a:lnTo>
                  <a:lnTo>
                    <a:pt x="980" y="395"/>
                  </a:lnTo>
                  <a:lnTo>
                    <a:pt x="983" y="395"/>
                  </a:lnTo>
                  <a:lnTo>
                    <a:pt x="986" y="394"/>
                  </a:lnTo>
                  <a:lnTo>
                    <a:pt x="987" y="393"/>
                  </a:lnTo>
                  <a:lnTo>
                    <a:pt x="988" y="391"/>
                  </a:lnTo>
                  <a:lnTo>
                    <a:pt x="989" y="389"/>
                  </a:lnTo>
                  <a:lnTo>
                    <a:pt x="991" y="388"/>
                  </a:lnTo>
                  <a:lnTo>
                    <a:pt x="993" y="389"/>
                  </a:lnTo>
                  <a:lnTo>
                    <a:pt x="995" y="389"/>
                  </a:lnTo>
                  <a:lnTo>
                    <a:pt x="996" y="389"/>
                  </a:lnTo>
                  <a:lnTo>
                    <a:pt x="998" y="388"/>
                  </a:lnTo>
                  <a:lnTo>
                    <a:pt x="1000" y="387"/>
                  </a:lnTo>
                  <a:lnTo>
                    <a:pt x="1002" y="387"/>
                  </a:lnTo>
                  <a:lnTo>
                    <a:pt x="1004" y="387"/>
                  </a:lnTo>
                  <a:lnTo>
                    <a:pt x="1007" y="386"/>
                  </a:lnTo>
                  <a:lnTo>
                    <a:pt x="1010" y="385"/>
                  </a:lnTo>
                  <a:lnTo>
                    <a:pt x="1012" y="385"/>
                  </a:lnTo>
                  <a:lnTo>
                    <a:pt x="1014" y="388"/>
                  </a:lnTo>
                  <a:lnTo>
                    <a:pt x="1015" y="392"/>
                  </a:lnTo>
                  <a:lnTo>
                    <a:pt x="1015" y="396"/>
                  </a:lnTo>
                  <a:lnTo>
                    <a:pt x="1015" y="399"/>
                  </a:lnTo>
                  <a:lnTo>
                    <a:pt x="1017" y="400"/>
                  </a:lnTo>
                  <a:lnTo>
                    <a:pt x="1020" y="400"/>
                  </a:lnTo>
                  <a:lnTo>
                    <a:pt x="1023" y="401"/>
                  </a:lnTo>
                  <a:lnTo>
                    <a:pt x="1024" y="404"/>
                  </a:lnTo>
                  <a:lnTo>
                    <a:pt x="1025" y="406"/>
                  </a:lnTo>
                  <a:lnTo>
                    <a:pt x="1026" y="408"/>
                  </a:lnTo>
                  <a:lnTo>
                    <a:pt x="1027" y="411"/>
                  </a:lnTo>
                  <a:close/>
                </a:path>
              </a:pathLst>
            </a:custGeom>
            <a:solidFill>
              <a:srgbClr val="DA9FC0">
                <a:alpha val="24000"/>
              </a:srgbClr>
            </a:solidFill>
            <a:ln>
              <a:noFill/>
            </a:ln>
          </p:spPr>
          <p:txBody>
            <a:bodyPr anchor="ctr"/>
            <a:lstStyle/>
            <a:p>
              <a:pPr algn="ctr">
                <a:buNone/>
              </a:pPr>
            </a:p>
          </p:txBody>
        </p:sp>
        <p:sp>
          <p:nvSpPr>
            <p:cNvPr id="823" name="addition:spatial:205"/>
            <p:cNvSpPr>
              <a:spLocks noGrp="1"/>
            </p:cNvSpPr>
            <p:nvPr/>
          </p:nvSpPr>
          <p:spPr>
            <a:xfrm>
              <a:off x="5648325" y="1666875"/>
              <a:ext cx="1336487" cy="637748"/>
            </a:xfrm>
            <a:custGeom>
              <a:avLst/>
              <a:gdLst/>
              <a:ahLst/>
              <a:cxnLst/>
              <a:rect l="l" t="t" r="r" b="b"/>
              <a:pathLst>
                <a:path w="1008" h="377">
                  <a:moveTo>
                    <a:pt x="0" y="0"/>
                  </a:moveTo>
                  <a:moveTo>
                    <a:pt x="1006" y="351"/>
                  </a:moveTo>
                  <a:lnTo>
                    <a:pt x="1006" y="353"/>
                  </a:lnTo>
                  <a:lnTo>
                    <a:pt x="1005" y="355"/>
                  </a:lnTo>
                  <a:lnTo>
                    <a:pt x="1004" y="357"/>
                  </a:lnTo>
                  <a:lnTo>
                    <a:pt x="1002" y="359"/>
                  </a:lnTo>
                  <a:lnTo>
                    <a:pt x="1001" y="361"/>
                  </a:lnTo>
                  <a:lnTo>
                    <a:pt x="1000" y="363"/>
                  </a:lnTo>
                  <a:lnTo>
                    <a:pt x="999" y="365"/>
                  </a:lnTo>
                  <a:lnTo>
                    <a:pt x="998" y="366"/>
                  </a:lnTo>
                  <a:lnTo>
                    <a:pt x="996" y="367"/>
                  </a:lnTo>
                  <a:lnTo>
                    <a:pt x="995" y="368"/>
                  </a:lnTo>
                  <a:lnTo>
                    <a:pt x="994" y="371"/>
                  </a:lnTo>
                  <a:lnTo>
                    <a:pt x="993" y="375"/>
                  </a:lnTo>
                  <a:lnTo>
                    <a:pt x="992" y="377"/>
                  </a:lnTo>
                  <a:lnTo>
                    <a:pt x="989" y="377"/>
                  </a:lnTo>
                  <a:lnTo>
                    <a:pt x="987" y="375"/>
                  </a:lnTo>
                  <a:lnTo>
                    <a:pt x="985" y="373"/>
                  </a:lnTo>
                  <a:lnTo>
                    <a:pt x="983" y="372"/>
                  </a:lnTo>
                  <a:lnTo>
                    <a:pt x="982" y="372"/>
                  </a:lnTo>
                  <a:lnTo>
                    <a:pt x="980" y="373"/>
                  </a:lnTo>
                  <a:lnTo>
                    <a:pt x="979" y="373"/>
                  </a:lnTo>
                  <a:lnTo>
                    <a:pt x="977" y="372"/>
                  </a:lnTo>
                  <a:lnTo>
                    <a:pt x="976" y="372"/>
                  </a:lnTo>
                  <a:lnTo>
                    <a:pt x="974" y="373"/>
                  </a:lnTo>
                  <a:lnTo>
                    <a:pt x="972" y="373"/>
                  </a:lnTo>
                  <a:lnTo>
                    <a:pt x="970" y="371"/>
                  </a:lnTo>
                  <a:lnTo>
                    <a:pt x="970" y="369"/>
                  </a:lnTo>
                  <a:lnTo>
                    <a:pt x="970" y="366"/>
                  </a:lnTo>
                  <a:lnTo>
                    <a:pt x="969" y="365"/>
                  </a:lnTo>
                  <a:lnTo>
                    <a:pt x="967" y="364"/>
                  </a:lnTo>
                  <a:lnTo>
                    <a:pt x="965" y="362"/>
                  </a:lnTo>
                  <a:lnTo>
                    <a:pt x="965" y="360"/>
                  </a:lnTo>
                  <a:lnTo>
                    <a:pt x="966" y="357"/>
                  </a:lnTo>
                  <a:lnTo>
                    <a:pt x="967" y="355"/>
                  </a:lnTo>
                  <a:lnTo>
                    <a:pt x="968" y="353"/>
                  </a:lnTo>
                  <a:lnTo>
                    <a:pt x="967" y="351"/>
                  </a:lnTo>
                  <a:lnTo>
                    <a:pt x="965" y="349"/>
                  </a:lnTo>
                  <a:lnTo>
                    <a:pt x="964" y="347"/>
                  </a:lnTo>
                  <a:lnTo>
                    <a:pt x="963" y="344"/>
                  </a:lnTo>
                  <a:lnTo>
                    <a:pt x="963" y="342"/>
                  </a:lnTo>
                  <a:lnTo>
                    <a:pt x="963" y="339"/>
                  </a:lnTo>
                  <a:lnTo>
                    <a:pt x="963" y="337"/>
                  </a:lnTo>
                  <a:lnTo>
                    <a:pt x="964" y="335"/>
                  </a:lnTo>
                  <a:lnTo>
                    <a:pt x="967" y="335"/>
                  </a:lnTo>
                  <a:lnTo>
                    <a:pt x="969" y="335"/>
                  </a:lnTo>
                  <a:lnTo>
                    <a:pt x="971" y="335"/>
                  </a:lnTo>
                  <a:lnTo>
                    <a:pt x="972" y="333"/>
                  </a:lnTo>
                  <a:lnTo>
                    <a:pt x="973" y="331"/>
                  </a:lnTo>
                  <a:lnTo>
                    <a:pt x="974" y="328"/>
                  </a:lnTo>
                  <a:lnTo>
                    <a:pt x="976" y="328"/>
                  </a:lnTo>
                  <a:lnTo>
                    <a:pt x="978" y="328"/>
                  </a:lnTo>
                  <a:lnTo>
                    <a:pt x="980" y="329"/>
                  </a:lnTo>
                  <a:lnTo>
                    <a:pt x="981" y="328"/>
                  </a:lnTo>
                  <a:lnTo>
                    <a:pt x="983" y="326"/>
                  </a:lnTo>
                  <a:lnTo>
                    <a:pt x="986" y="325"/>
                  </a:lnTo>
                  <a:lnTo>
                    <a:pt x="988" y="325"/>
                  </a:lnTo>
                  <a:lnTo>
                    <a:pt x="990" y="326"/>
                  </a:lnTo>
                  <a:lnTo>
                    <a:pt x="992" y="328"/>
                  </a:lnTo>
                  <a:lnTo>
                    <a:pt x="994" y="329"/>
                  </a:lnTo>
                  <a:lnTo>
                    <a:pt x="996" y="331"/>
                  </a:lnTo>
                  <a:lnTo>
                    <a:pt x="997" y="333"/>
                  </a:lnTo>
                  <a:lnTo>
                    <a:pt x="997" y="336"/>
                  </a:lnTo>
                  <a:lnTo>
                    <a:pt x="998" y="338"/>
                  </a:lnTo>
                  <a:lnTo>
                    <a:pt x="999" y="339"/>
                  </a:lnTo>
                  <a:lnTo>
                    <a:pt x="1003" y="339"/>
                  </a:lnTo>
                  <a:lnTo>
                    <a:pt x="1006" y="340"/>
                  </a:lnTo>
                  <a:lnTo>
                    <a:pt x="1008" y="341"/>
                  </a:lnTo>
                  <a:lnTo>
                    <a:pt x="1008" y="344"/>
                  </a:lnTo>
                  <a:lnTo>
                    <a:pt x="1007" y="346"/>
                  </a:lnTo>
                  <a:lnTo>
                    <a:pt x="1006" y="349"/>
                  </a:lnTo>
                  <a:close/>
                </a:path>
              </a:pathLst>
            </a:custGeom>
            <a:solidFill>
              <a:srgbClr val="DA9FC0">
                <a:alpha val="24000"/>
              </a:srgbClr>
            </a:solidFill>
            <a:ln>
              <a:noFill/>
            </a:ln>
          </p:spPr>
          <p:txBody>
            <a:bodyPr anchor="ctr"/>
            <a:lstStyle/>
            <a:p>
              <a:pPr algn="ctr">
                <a:buNone/>
              </a:pPr>
            </a:p>
          </p:txBody>
        </p:sp>
        <p:sp>
          <p:nvSpPr>
            <p:cNvPr id="824" name="addition:spatial:206"/>
            <p:cNvSpPr>
              <a:spLocks noGrp="1"/>
            </p:cNvSpPr>
            <p:nvPr/>
          </p:nvSpPr>
          <p:spPr>
            <a:xfrm>
              <a:off x="5648325" y="1666875"/>
              <a:ext cx="1386870" cy="539633"/>
            </a:xfrm>
            <a:custGeom>
              <a:avLst/>
              <a:gdLst/>
              <a:ahLst/>
              <a:cxnLst/>
              <a:rect l="l" t="t" r="r" b="b"/>
              <a:pathLst>
                <a:path w="1046" h="319">
                  <a:moveTo>
                    <a:pt x="0" y="0"/>
                  </a:moveTo>
                  <a:moveTo>
                    <a:pt x="1044" y="295"/>
                  </a:moveTo>
                  <a:lnTo>
                    <a:pt x="1043" y="297"/>
                  </a:lnTo>
                  <a:lnTo>
                    <a:pt x="1041" y="299"/>
                  </a:lnTo>
                  <a:lnTo>
                    <a:pt x="1038" y="300"/>
                  </a:lnTo>
                  <a:lnTo>
                    <a:pt x="1037" y="302"/>
                  </a:lnTo>
                  <a:lnTo>
                    <a:pt x="1038" y="304"/>
                  </a:lnTo>
                  <a:lnTo>
                    <a:pt x="1040" y="307"/>
                  </a:lnTo>
                  <a:lnTo>
                    <a:pt x="1041" y="311"/>
                  </a:lnTo>
                  <a:lnTo>
                    <a:pt x="1040" y="313"/>
                  </a:lnTo>
                  <a:lnTo>
                    <a:pt x="1037" y="314"/>
                  </a:lnTo>
                  <a:lnTo>
                    <a:pt x="1034" y="314"/>
                  </a:lnTo>
                  <a:lnTo>
                    <a:pt x="1031" y="315"/>
                  </a:lnTo>
                  <a:lnTo>
                    <a:pt x="1029" y="315"/>
                  </a:lnTo>
                  <a:lnTo>
                    <a:pt x="1028" y="316"/>
                  </a:lnTo>
                  <a:lnTo>
                    <a:pt x="1025" y="317"/>
                  </a:lnTo>
                  <a:lnTo>
                    <a:pt x="1023" y="316"/>
                  </a:lnTo>
                  <a:lnTo>
                    <a:pt x="1021" y="317"/>
                  </a:lnTo>
                  <a:lnTo>
                    <a:pt x="1019" y="318"/>
                  </a:lnTo>
                  <a:lnTo>
                    <a:pt x="1017" y="319"/>
                  </a:lnTo>
                  <a:lnTo>
                    <a:pt x="1015" y="319"/>
                  </a:lnTo>
                  <a:lnTo>
                    <a:pt x="1013" y="318"/>
                  </a:lnTo>
                  <a:lnTo>
                    <a:pt x="1011" y="317"/>
                  </a:lnTo>
                  <a:lnTo>
                    <a:pt x="1008" y="316"/>
                  </a:lnTo>
                  <a:lnTo>
                    <a:pt x="1005" y="317"/>
                  </a:lnTo>
                  <a:lnTo>
                    <a:pt x="1001" y="318"/>
                  </a:lnTo>
                  <a:lnTo>
                    <a:pt x="998" y="317"/>
                  </a:lnTo>
                  <a:lnTo>
                    <a:pt x="997" y="314"/>
                  </a:lnTo>
                  <a:lnTo>
                    <a:pt x="998" y="310"/>
                  </a:lnTo>
                  <a:lnTo>
                    <a:pt x="998" y="307"/>
                  </a:lnTo>
                  <a:lnTo>
                    <a:pt x="997" y="305"/>
                  </a:lnTo>
                  <a:lnTo>
                    <a:pt x="995" y="304"/>
                  </a:lnTo>
                  <a:lnTo>
                    <a:pt x="993" y="302"/>
                  </a:lnTo>
                  <a:lnTo>
                    <a:pt x="991" y="301"/>
                  </a:lnTo>
                  <a:lnTo>
                    <a:pt x="989" y="299"/>
                  </a:lnTo>
                  <a:lnTo>
                    <a:pt x="987" y="297"/>
                  </a:lnTo>
                  <a:lnTo>
                    <a:pt x="984" y="295"/>
                  </a:lnTo>
                  <a:lnTo>
                    <a:pt x="983" y="292"/>
                  </a:lnTo>
                  <a:lnTo>
                    <a:pt x="984" y="290"/>
                  </a:lnTo>
                  <a:lnTo>
                    <a:pt x="987" y="288"/>
                  </a:lnTo>
                  <a:lnTo>
                    <a:pt x="990" y="286"/>
                  </a:lnTo>
                  <a:lnTo>
                    <a:pt x="990" y="285"/>
                  </a:lnTo>
                  <a:lnTo>
                    <a:pt x="990" y="282"/>
                  </a:lnTo>
                  <a:lnTo>
                    <a:pt x="991" y="280"/>
                  </a:lnTo>
                  <a:lnTo>
                    <a:pt x="993" y="278"/>
                  </a:lnTo>
                  <a:lnTo>
                    <a:pt x="997" y="278"/>
                  </a:lnTo>
                  <a:lnTo>
                    <a:pt x="1000" y="278"/>
                  </a:lnTo>
                  <a:lnTo>
                    <a:pt x="1002" y="277"/>
                  </a:lnTo>
                  <a:lnTo>
                    <a:pt x="1004" y="275"/>
                  </a:lnTo>
                  <a:lnTo>
                    <a:pt x="1005" y="272"/>
                  </a:lnTo>
                  <a:lnTo>
                    <a:pt x="1008" y="270"/>
                  </a:lnTo>
                  <a:lnTo>
                    <a:pt x="1011" y="269"/>
                  </a:lnTo>
                  <a:lnTo>
                    <a:pt x="1014" y="268"/>
                  </a:lnTo>
                  <a:lnTo>
                    <a:pt x="1017" y="267"/>
                  </a:lnTo>
                  <a:lnTo>
                    <a:pt x="1020" y="267"/>
                  </a:lnTo>
                  <a:lnTo>
                    <a:pt x="1023" y="269"/>
                  </a:lnTo>
                  <a:lnTo>
                    <a:pt x="1025" y="272"/>
                  </a:lnTo>
                  <a:lnTo>
                    <a:pt x="1027" y="275"/>
                  </a:lnTo>
                  <a:lnTo>
                    <a:pt x="1029" y="276"/>
                  </a:lnTo>
                  <a:lnTo>
                    <a:pt x="1031" y="276"/>
                  </a:lnTo>
                  <a:lnTo>
                    <a:pt x="1035" y="275"/>
                  </a:lnTo>
                  <a:lnTo>
                    <a:pt x="1038" y="275"/>
                  </a:lnTo>
                  <a:lnTo>
                    <a:pt x="1040" y="276"/>
                  </a:lnTo>
                  <a:lnTo>
                    <a:pt x="1040" y="278"/>
                  </a:lnTo>
                  <a:lnTo>
                    <a:pt x="1041" y="280"/>
                  </a:lnTo>
                  <a:lnTo>
                    <a:pt x="1043" y="282"/>
                  </a:lnTo>
                  <a:lnTo>
                    <a:pt x="1045" y="283"/>
                  </a:lnTo>
                  <a:lnTo>
                    <a:pt x="1046" y="285"/>
                  </a:lnTo>
                  <a:lnTo>
                    <a:pt x="1046" y="288"/>
                  </a:lnTo>
                  <a:lnTo>
                    <a:pt x="1045" y="290"/>
                  </a:lnTo>
                  <a:lnTo>
                    <a:pt x="1045" y="292"/>
                  </a:lnTo>
                  <a:close/>
                </a:path>
              </a:pathLst>
            </a:custGeom>
            <a:solidFill>
              <a:srgbClr val="DA9FC0">
                <a:alpha val="24000"/>
              </a:srgbClr>
            </a:solidFill>
            <a:ln>
              <a:noFill/>
            </a:ln>
          </p:spPr>
          <p:txBody>
            <a:bodyPr anchor="ctr"/>
            <a:lstStyle/>
            <a:p>
              <a:pPr algn="ctr">
                <a:buNone/>
              </a:pPr>
            </a:p>
          </p:txBody>
        </p:sp>
        <p:sp>
          <p:nvSpPr>
            <p:cNvPr id="825" name="addition:spatial:207"/>
            <p:cNvSpPr>
              <a:spLocks noGrp="1"/>
            </p:cNvSpPr>
            <p:nvPr/>
          </p:nvSpPr>
          <p:spPr>
            <a:xfrm>
              <a:off x="5648325" y="1666875"/>
              <a:ext cx="1479682" cy="502417"/>
            </a:xfrm>
            <a:custGeom>
              <a:avLst/>
              <a:gdLst/>
              <a:ahLst/>
              <a:cxnLst/>
              <a:rect l="l" t="t" r="r" b="b"/>
              <a:pathLst>
                <a:path w="1116" h="297">
                  <a:moveTo>
                    <a:pt x="0" y="0"/>
                  </a:moveTo>
                  <a:moveTo>
                    <a:pt x="1114" y="274"/>
                  </a:moveTo>
                  <a:lnTo>
                    <a:pt x="1112" y="276"/>
                  </a:lnTo>
                  <a:lnTo>
                    <a:pt x="1112" y="278"/>
                  </a:lnTo>
                  <a:lnTo>
                    <a:pt x="1112" y="280"/>
                  </a:lnTo>
                  <a:lnTo>
                    <a:pt x="1112" y="282"/>
                  </a:lnTo>
                  <a:lnTo>
                    <a:pt x="1110" y="284"/>
                  </a:lnTo>
                  <a:lnTo>
                    <a:pt x="1107" y="285"/>
                  </a:lnTo>
                  <a:lnTo>
                    <a:pt x="1105" y="286"/>
                  </a:lnTo>
                  <a:lnTo>
                    <a:pt x="1104" y="287"/>
                  </a:lnTo>
                  <a:lnTo>
                    <a:pt x="1104" y="290"/>
                  </a:lnTo>
                  <a:lnTo>
                    <a:pt x="1104" y="293"/>
                  </a:lnTo>
                  <a:lnTo>
                    <a:pt x="1103" y="296"/>
                  </a:lnTo>
                  <a:lnTo>
                    <a:pt x="1100" y="297"/>
                  </a:lnTo>
                  <a:lnTo>
                    <a:pt x="1098" y="297"/>
                  </a:lnTo>
                  <a:lnTo>
                    <a:pt x="1096" y="297"/>
                  </a:lnTo>
                  <a:lnTo>
                    <a:pt x="1094" y="297"/>
                  </a:lnTo>
                  <a:lnTo>
                    <a:pt x="1092" y="296"/>
                  </a:lnTo>
                  <a:lnTo>
                    <a:pt x="1090" y="295"/>
                  </a:lnTo>
                  <a:lnTo>
                    <a:pt x="1088" y="293"/>
                  </a:lnTo>
                  <a:lnTo>
                    <a:pt x="1087" y="293"/>
                  </a:lnTo>
                  <a:lnTo>
                    <a:pt x="1085" y="295"/>
                  </a:lnTo>
                  <a:lnTo>
                    <a:pt x="1083" y="297"/>
                  </a:lnTo>
                  <a:lnTo>
                    <a:pt x="1081" y="297"/>
                  </a:lnTo>
                  <a:lnTo>
                    <a:pt x="1079" y="296"/>
                  </a:lnTo>
                  <a:lnTo>
                    <a:pt x="1079" y="293"/>
                  </a:lnTo>
                  <a:lnTo>
                    <a:pt x="1078" y="292"/>
                  </a:lnTo>
                  <a:lnTo>
                    <a:pt x="1076" y="291"/>
                  </a:lnTo>
                  <a:lnTo>
                    <a:pt x="1074" y="290"/>
                  </a:lnTo>
                  <a:lnTo>
                    <a:pt x="1072" y="289"/>
                  </a:lnTo>
                  <a:lnTo>
                    <a:pt x="1071" y="287"/>
                  </a:lnTo>
                  <a:lnTo>
                    <a:pt x="1072" y="284"/>
                  </a:lnTo>
                  <a:lnTo>
                    <a:pt x="1072" y="282"/>
                  </a:lnTo>
                  <a:lnTo>
                    <a:pt x="1072" y="280"/>
                  </a:lnTo>
                  <a:lnTo>
                    <a:pt x="1071" y="278"/>
                  </a:lnTo>
                  <a:lnTo>
                    <a:pt x="1071" y="276"/>
                  </a:lnTo>
                  <a:lnTo>
                    <a:pt x="1071" y="274"/>
                  </a:lnTo>
                  <a:lnTo>
                    <a:pt x="1071" y="272"/>
                  </a:lnTo>
                  <a:lnTo>
                    <a:pt x="1069" y="270"/>
                  </a:lnTo>
                  <a:lnTo>
                    <a:pt x="1066" y="267"/>
                  </a:lnTo>
                  <a:lnTo>
                    <a:pt x="1065" y="265"/>
                  </a:lnTo>
                  <a:lnTo>
                    <a:pt x="1066" y="263"/>
                  </a:lnTo>
                  <a:lnTo>
                    <a:pt x="1069" y="262"/>
                  </a:lnTo>
                  <a:lnTo>
                    <a:pt x="1071" y="261"/>
                  </a:lnTo>
                  <a:lnTo>
                    <a:pt x="1073" y="260"/>
                  </a:lnTo>
                  <a:lnTo>
                    <a:pt x="1074" y="259"/>
                  </a:lnTo>
                  <a:lnTo>
                    <a:pt x="1075" y="257"/>
                  </a:lnTo>
                  <a:lnTo>
                    <a:pt x="1076" y="256"/>
                  </a:lnTo>
                  <a:lnTo>
                    <a:pt x="1078" y="255"/>
                  </a:lnTo>
                  <a:lnTo>
                    <a:pt x="1080" y="255"/>
                  </a:lnTo>
                  <a:lnTo>
                    <a:pt x="1082" y="254"/>
                  </a:lnTo>
                  <a:lnTo>
                    <a:pt x="1084" y="252"/>
                  </a:lnTo>
                  <a:lnTo>
                    <a:pt x="1086" y="251"/>
                  </a:lnTo>
                  <a:lnTo>
                    <a:pt x="1088" y="251"/>
                  </a:lnTo>
                  <a:lnTo>
                    <a:pt x="1090" y="251"/>
                  </a:lnTo>
                  <a:lnTo>
                    <a:pt x="1093" y="251"/>
                  </a:lnTo>
                  <a:lnTo>
                    <a:pt x="1095" y="250"/>
                  </a:lnTo>
                  <a:lnTo>
                    <a:pt x="1098" y="249"/>
                  </a:lnTo>
                  <a:lnTo>
                    <a:pt x="1100" y="251"/>
                  </a:lnTo>
                  <a:lnTo>
                    <a:pt x="1102" y="254"/>
                  </a:lnTo>
                  <a:lnTo>
                    <a:pt x="1102" y="257"/>
                  </a:lnTo>
                  <a:lnTo>
                    <a:pt x="1103" y="260"/>
                  </a:lnTo>
                  <a:lnTo>
                    <a:pt x="1104" y="261"/>
                  </a:lnTo>
                  <a:lnTo>
                    <a:pt x="1107" y="261"/>
                  </a:lnTo>
                  <a:lnTo>
                    <a:pt x="1110" y="261"/>
                  </a:lnTo>
                  <a:lnTo>
                    <a:pt x="1112" y="262"/>
                  </a:lnTo>
                  <a:lnTo>
                    <a:pt x="1113" y="264"/>
                  </a:lnTo>
                  <a:lnTo>
                    <a:pt x="1114" y="266"/>
                  </a:lnTo>
                  <a:lnTo>
                    <a:pt x="1116" y="268"/>
                  </a:lnTo>
                  <a:lnTo>
                    <a:pt x="1116" y="270"/>
                  </a:lnTo>
                  <a:lnTo>
                    <a:pt x="1115" y="272"/>
                  </a:lnTo>
                  <a:close/>
                </a:path>
              </a:pathLst>
            </a:custGeom>
            <a:solidFill>
              <a:srgbClr val="DA9FC0">
                <a:alpha val="24000"/>
              </a:srgbClr>
            </a:solidFill>
            <a:ln>
              <a:noFill/>
            </a:ln>
          </p:spPr>
          <p:txBody>
            <a:bodyPr anchor="ctr"/>
            <a:lstStyle/>
            <a:p>
              <a:pPr algn="ctr">
                <a:buNone/>
              </a:pPr>
            </a:p>
          </p:txBody>
        </p:sp>
        <p:sp>
          <p:nvSpPr>
            <p:cNvPr id="826" name="addition:spatial:208"/>
            <p:cNvSpPr>
              <a:spLocks noGrp="1"/>
            </p:cNvSpPr>
            <p:nvPr/>
          </p:nvSpPr>
          <p:spPr>
            <a:xfrm>
              <a:off x="5648325" y="1666875"/>
              <a:ext cx="1577797" cy="559933"/>
            </a:xfrm>
            <a:custGeom>
              <a:avLst/>
              <a:gdLst/>
              <a:ahLst/>
              <a:cxnLst/>
              <a:rect l="l" t="t" r="r" b="b"/>
              <a:pathLst>
                <a:path w="1190" h="331">
                  <a:moveTo>
                    <a:pt x="0" y="0"/>
                  </a:moveTo>
                  <a:moveTo>
                    <a:pt x="1186" y="303"/>
                  </a:moveTo>
                  <a:lnTo>
                    <a:pt x="1185" y="305"/>
                  </a:lnTo>
                  <a:lnTo>
                    <a:pt x="1187" y="307"/>
                  </a:lnTo>
                  <a:lnTo>
                    <a:pt x="1189" y="310"/>
                  </a:lnTo>
                  <a:lnTo>
                    <a:pt x="1190" y="313"/>
                  </a:lnTo>
                  <a:lnTo>
                    <a:pt x="1190" y="315"/>
                  </a:lnTo>
                  <a:lnTo>
                    <a:pt x="1188" y="317"/>
                  </a:lnTo>
                  <a:lnTo>
                    <a:pt x="1185" y="318"/>
                  </a:lnTo>
                  <a:lnTo>
                    <a:pt x="1183" y="319"/>
                  </a:lnTo>
                  <a:lnTo>
                    <a:pt x="1181" y="320"/>
                  </a:lnTo>
                  <a:lnTo>
                    <a:pt x="1179" y="320"/>
                  </a:lnTo>
                  <a:lnTo>
                    <a:pt x="1176" y="321"/>
                  </a:lnTo>
                  <a:lnTo>
                    <a:pt x="1174" y="321"/>
                  </a:lnTo>
                  <a:lnTo>
                    <a:pt x="1173" y="323"/>
                  </a:lnTo>
                  <a:lnTo>
                    <a:pt x="1172" y="327"/>
                  </a:lnTo>
                  <a:lnTo>
                    <a:pt x="1170" y="330"/>
                  </a:lnTo>
                  <a:lnTo>
                    <a:pt x="1167" y="331"/>
                  </a:lnTo>
                  <a:lnTo>
                    <a:pt x="1164" y="330"/>
                  </a:lnTo>
                  <a:lnTo>
                    <a:pt x="1161" y="328"/>
                  </a:lnTo>
                  <a:lnTo>
                    <a:pt x="1159" y="327"/>
                  </a:lnTo>
                  <a:lnTo>
                    <a:pt x="1156" y="327"/>
                  </a:lnTo>
                  <a:lnTo>
                    <a:pt x="1153" y="327"/>
                  </a:lnTo>
                  <a:lnTo>
                    <a:pt x="1151" y="327"/>
                  </a:lnTo>
                  <a:lnTo>
                    <a:pt x="1149" y="325"/>
                  </a:lnTo>
                  <a:lnTo>
                    <a:pt x="1147" y="322"/>
                  </a:lnTo>
                  <a:lnTo>
                    <a:pt x="1146" y="320"/>
                  </a:lnTo>
                  <a:lnTo>
                    <a:pt x="1144" y="319"/>
                  </a:lnTo>
                  <a:lnTo>
                    <a:pt x="1142" y="318"/>
                  </a:lnTo>
                  <a:lnTo>
                    <a:pt x="1140" y="317"/>
                  </a:lnTo>
                  <a:lnTo>
                    <a:pt x="1139" y="315"/>
                  </a:lnTo>
                  <a:lnTo>
                    <a:pt x="1137" y="313"/>
                  </a:lnTo>
                  <a:lnTo>
                    <a:pt x="1135" y="312"/>
                  </a:lnTo>
                  <a:lnTo>
                    <a:pt x="1132" y="310"/>
                  </a:lnTo>
                  <a:lnTo>
                    <a:pt x="1131" y="308"/>
                  </a:lnTo>
                  <a:lnTo>
                    <a:pt x="1133" y="305"/>
                  </a:lnTo>
                  <a:lnTo>
                    <a:pt x="1136" y="303"/>
                  </a:lnTo>
                  <a:lnTo>
                    <a:pt x="1140" y="301"/>
                  </a:lnTo>
                  <a:lnTo>
                    <a:pt x="1141" y="299"/>
                  </a:lnTo>
                  <a:lnTo>
                    <a:pt x="1141" y="297"/>
                  </a:lnTo>
                  <a:lnTo>
                    <a:pt x="1140" y="294"/>
                  </a:lnTo>
                  <a:lnTo>
                    <a:pt x="1141" y="292"/>
                  </a:lnTo>
                  <a:lnTo>
                    <a:pt x="1142" y="290"/>
                  </a:lnTo>
                  <a:lnTo>
                    <a:pt x="1144" y="288"/>
                  </a:lnTo>
                  <a:lnTo>
                    <a:pt x="1145" y="286"/>
                  </a:lnTo>
                  <a:lnTo>
                    <a:pt x="1145" y="284"/>
                  </a:lnTo>
                  <a:lnTo>
                    <a:pt x="1147" y="282"/>
                  </a:lnTo>
                  <a:lnTo>
                    <a:pt x="1149" y="281"/>
                  </a:lnTo>
                  <a:lnTo>
                    <a:pt x="1152" y="281"/>
                  </a:lnTo>
                  <a:lnTo>
                    <a:pt x="1154" y="279"/>
                  </a:lnTo>
                  <a:lnTo>
                    <a:pt x="1155" y="278"/>
                  </a:lnTo>
                  <a:lnTo>
                    <a:pt x="1157" y="277"/>
                  </a:lnTo>
                  <a:lnTo>
                    <a:pt x="1160" y="277"/>
                  </a:lnTo>
                  <a:lnTo>
                    <a:pt x="1162" y="279"/>
                  </a:lnTo>
                  <a:lnTo>
                    <a:pt x="1163" y="282"/>
                  </a:lnTo>
                  <a:lnTo>
                    <a:pt x="1165" y="283"/>
                  </a:lnTo>
                  <a:lnTo>
                    <a:pt x="1167" y="281"/>
                  </a:lnTo>
                  <a:lnTo>
                    <a:pt x="1169" y="279"/>
                  </a:lnTo>
                  <a:lnTo>
                    <a:pt x="1172" y="278"/>
                  </a:lnTo>
                  <a:lnTo>
                    <a:pt x="1174" y="278"/>
                  </a:lnTo>
                  <a:lnTo>
                    <a:pt x="1176" y="280"/>
                  </a:lnTo>
                  <a:lnTo>
                    <a:pt x="1178" y="282"/>
                  </a:lnTo>
                  <a:lnTo>
                    <a:pt x="1179" y="283"/>
                  </a:lnTo>
                  <a:lnTo>
                    <a:pt x="1180" y="285"/>
                  </a:lnTo>
                  <a:lnTo>
                    <a:pt x="1181" y="288"/>
                  </a:lnTo>
                  <a:lnTo>
                    <a:pt x="1180" y="291"/>
                  </a:lnTo>
                  <a:lnTo>
                    <a:pt x="1181" y="293"/>
                  </a:lnTo>
                  <a:lnTo>
                    <a:pt x="1182" y="295"/>
                  </a:lnTo>
                  <a:lnTo>
                    <a:pt x="1185" y="296"/>
                  </a:lnTo>
                  <a:lnTo>
                    <a:pt x="1187" y="298"/>
                  </a:lnTo>
                  <a:lnTo>
                    <a:pt x="1187" y="300"/>
                  </a:lnTo>
                  <a:close/>
                </a:path>
              </a:pathLst>
            </a:custGeom>
            <a:solidFill>
              <a:srgbClr val="DA9FC0">
                <a:alpha val="24000"/>
              </a:srgbClr>
            </a:solidFill>
            <a:ln>
              <a:noFill/>
            </a:ln>
          </p:spPr>
          <p:txBody>
            <a:bodyPr anchor="ctr"/>
            <a:lstStyle/>
            <a:p>
              <a:pPr algn="ctr">
                <a:buNone/>
              </a:pPr>
            </a:p>
          </p:txBody>
        </p:sp>
        <p:sp>
          <p:nvSpPr>
            <p:cNvPr id="827" name="addition:spatial:209"/>
            <p:cNvSpPr>
              <a:spLocks noGrp="1"/>
            </p:cNvSpPr>
            <p:nvPr/>
          </p:nvSpPr>
          <p:spPr>
            <a:xfrm>
              <a:off x="5648325" y="1666875"/>
              <a:ext cx="1284778" cy="1527551"/>
            </a:xfrm>
            <a:custGeom>
              <a:avLst/>
              <a:gdLst/>
              <a:ahLst/>
              <a:cxnLst/>
              <a:rect l="l" t="t" r="r" b="b"/>
              <a:pathLst>
                <a:path w="969" h="903">
                  <a:moveTo>
                    <a:pt x="0" y="0"/>
                  </a:moveTo>
                  <a:moveTo>
                    <a:pt x="107" y="321"/>
                  </a:moveTo>
                  <a:lnTo>
                    <a:pt x="969" y="321"/>
                  </a:lnTo>
                  <a:lnTo>
                    <a:pt x="969" y="903"/>
                  </a:lnTo>
                  <a:lnTo>
                    <a:pt x="107" y="817"/>
                  </a:lnTo>
                  <a:close/>
                </a:path>
              </a:pathLst>
            </a:custGeom>
            <a:solidFill>
              <a:srgbClr val="EAF7FF">
                <a:alpha val="6000"/>
              </a:srgbClr>
            </a:solidFill>
            <a:ln>
              <a:noFill/>
            </a:ln>
          </p:spPr>
          <p:txBody>
            <a:bodyPr anchor="ctr"/>
            <a:lstStyle/>
            <a:p>
              <a:pPr algn="ctr">
                <a:buNone/>
              </a:pPr>
            </a:p>
          </p:txBody>
        </p:sp>
        <p:sp>
          <p:nvSpPr>
            <p:cNvPr id="828" name="addition:spatial:210"/>
            <p:cNvSpPr>
              <a:spLocks noGrp="1"/>
            </p:cNvSpPr>
            <p:nvPr/>
          </p:nvSpPr>
          <p:spPr>
            <a:xfrm>
              <a:off x="5917744" y="2116513"/>
              <a:ext cx="0" cy="839053"/>
            </a:xfrm>
            <a:prstGeom prst="line">
              <a:avLst/>
            </a:prstGeom>
            <a:ln w="4286">
              <a:solidFill>
                <a:srgbClr val="56A1CC">
                  <a:alpha val="22000"/>
                </a:srgbClr>
              </a:solidFill>
            </a:ln>
          </p:spPr>
        </p:sp>
        <p:sp>
          <p:nvSpPr>
            <p:cNvPr id="829" name="addition:spatial:211"/>
            <p:cNvSpPr>
              <a:spLocks noGrp="1"/>
            </p:cNvSpPr>
            <p:nvPr/>
          </p:nvSpPr>
          <p:spPr>
            <a:xfrm>
              <a:off x="7060652" y="2116513"/>
              <a:ext cx="0" cy="984534"/>
            </a:xfrm>
            <a:prstGeom prst="line">
              <a:avLst/>
            </a:prstGeom>
            <a:ln w="4286">
              <a:solidFill>
                <a:srgbClr val="56A1CC">
                  <a:alpha val="28000"/>
                </a:srgbClr>
              </a:solidFill>
            </a:ln>
          </p:spPr>
        </p:sp>
        <p:sp>
          <p:nvSpPr>
            <p:cNvPr id="830" name="addition:spatial:212"/>
            <p:cNvSpPr>
              <a:spLocks noGrp="1"/>
            </p:cNvSpPr>
            <p:nvPr/>
          </p:nvSpPr>
          <p:spPr>
            <a:xfrm>
              <a:off x="5917744" y="2116513"/>
              <a:ext cx="1142909" cy="0"/>
            </a:xfrm>
            <a:prstGeom prst="line">
              <a:avLst/>
            </a:prstGeom>
            <a:ln w="4286">
              <a:solidFill>
                <a:srgbClr val="56A1CC">
                  <a:alpha val="35000"/>
                </a:srgbClr>
              </a:solidFill>
            </a:ln>
          </p:spPr>
        </p:sp>
        <p:sp>
          <p:nvSpPr>
            <p:cNvPr id="831" name="addition:spatial:213"/>
            <p:cNvSpPr>
              <a:spLocks noGrp="1"/>
            </p:cNvSpPr>
            <p:nvPr/>
          </p:nvSpPr>
          <p:spPr>
            <a:xfrm>
              <a:off x="6045293" y="2023134"/>
              <a:ext cx="0" cy="839053"/>
            </a:xfrm>
            <a:prstGeom prst="line">
              <a:avLst/>
            </a:prstGeom>
            <a:ln w="4286">
              <a:solidFill>
                <a:srgbClr val="56A1CC">
                  <a:alpha val="22000"/>
                </a:srgbClr>
              </a:solidFill>
            </a:ln>
          </p:spPr>
        </p:sp>
        <p:sp>
          <p:nvSpPr>
            <p:cNvPr id="832" name="addition:spatial:214"/>
            <p:cNvSpPr>
              <a:spLocks noGrp="1"/>
            </p:cNvSpPr>
            <p:nvPr/>
          </p:nvSpPr>
          <p:spPr>
            <a:xfrm>
              <a:off x="7188202" y="2023134"/>
              <a:ext cx="0" cy="984534"/>
            </a:xfrm>
            <a:prstGeom prst="line">
              <a:avLst/>
            </a:prstGeom>
            <a:ln w="4286">
              <a:solidFill>
                <a:srgbClr val="56A1CC">
                  <a:alpha val="28000"/>
                </a:srgbClr>
              </a:solidFill>
            </a:ln>
          </p:spPr>
        </p:sp>
        <p:sp>
          <p:nvSpPr>
            <p:cNvPr id="833" name="addition:spatial:215"/>
            <p:cNvSpPr>
              <a:spLocks noGrp="1"/>
            </p:cNvSpPr>
            <p:nvPr/>
          </p:nvSpPr>
          <p:spPr>
            <a:xfrm>
              <a:off x="6045293" y="2023134"/>
              <a:ext cx="1142909" cy="0"/>
            </a:xfrm>
            <a:prstGeom prst="line">
              <a:avLst/>
            </a:prstGeom>
            <a:ln w="4286">
              <a:solidFill>
                <a:srgbClr val="56A1CC">
                  <a:alpha val="35000"/>
                </a:srgbClr>
              </a:solidFill>
            </a:ln>
          </p:spPr>
        </p:sp>
        <p:sp>
          <p:nvSpPr>
            <p:cNvPr id="834" name="addition:spatial:216"/>
            <p:cNvSpPr>
              <a:spLocks noGrp="1"/>
            </p:cNvSpPr>
            <p:nvPr/>
          </p:nvSpPr>
          <p:spPr>
            <a:xfrm>
              <a:off x="6172843" y="1929756"/>
              <a:ext cx="0" cy="839053"/>
            </a:xfrm>
            <a:prstGeom prst="line">
              <a:avLst/>
            </a:prstGeom>
            <a:ln w="4286">
              <a:solidFill>
                <a:srgbClr val="56A1CC">
                  <a:alpha val="22000"/>
                </a:srgbClr>
              </a:solidFill>
            </a:ln>
          </p:spPr>
        </p:sp>
        <p:sp>
          <p:nvSpPr>
            <p:cNvPr id="835" name="addition:spatial:217"/>
            <p:cNvSpPr>
              <a:spLocks noGrp="1"/>
            </p:cNvSpPr>
            <p:nvPr/>
          </p:nvSpPr>
          <p:spPr>
            <a:xfrm>
              <a:off x="7315752" y="1929756"/>
              <a:ext cx="0" cy="984534"/>
            </a:xfrm>
            <a:prstGeom prst="line">
              <a:avLst/>
            </a:prstGeom>
            <a:ln w="4286">
              <a:solidFill>
                <a:srgbClr val="56A1CC">
                  <a:alpha val="28000"/>
                </a:srgbClr>
              </a:solidFill>
            </a:ln>
          </p:spPr>
        </p:sp>
        <p:sp>
          <p:nvSpPr>
            <p:cNvPr id="836" name="addition:spatial:218"/>
            <p:cNvSpPr>
              <a:spLocks noGrp="1"/>
            </p:cNvSpPr>
            <p:nvPr/>
          </p:nvSpPr>
          <p:spPr>
            <a:xfrm>
              <a:off x="6172843" y="1929756"/>
              <a:ext cx="1142909" cy="0"/>
            </a:xfrm>
            <a:prstGeom prst="line">
              <a:avLst/>
            </a:prstGeom>
            <a:ln w="4286">
              <a:solidFill>
                <a:srgbClr val="56A1CC">
                  <a:alpha val="35000"/>
                </a:srgbClr>
              </a:solidFill>
            </a:ln>
          </p:spPr>
        </p:sp>
        <p:sp>
          <p:nvSpPr>
            <p:cNvPr id="837" name="addition:spatial:219"/>
            <p:cNvSpPr>
              <a:spLocks noGrp="1"/>
            </p:cNvSpPr>
            <p:nvPr/>
          </p:nvSpPr>
          <p:spPr>
            <a:xfrm>
              <a:off x="6300393" y="1836377"/>
              <a:ext cx="0" cy="839053"/>
            </a:xfrm>
            <a:prstGeom prst="line">
              <a:avLst/>
            </a:prstGeom>
            <a:ln w="4286">
              <a:solidFill>
                <a:srgbClr val="56A1CC">
                  <a:alpha val="22000"/>
                </a:srgbClr>
              </a:solidFill>
            </a:ln>
          </p:spPr>
        </p:sp>
        <p:sp>
          <p:nvSpPr>
            <p:cNvPr id="838" name="addition:spatial:220"/>
            <p:cNvSpPr>
              <a:spLocks noGrp="1"/>
            </p:cNvSpPr>
            <p:nvPr/>
          </p:nvSpPr>
          <p:spPr>
            <a:xfrm>
              <a:off x="7443301" y="1836377"/>
              <a:ext cx="0" cy="984534"/>
            </a:xfrm>
            <a:prstGeom prst="line">
              <a:avLst/>
            </a:prstGeom>
            <a:ln w="4286">
              <a:solidFill>
                <a:srgbClr val="56A1CC">
                  <a:alpha val="28000"/>
                </a:srgbClr>
              </a:solidFill>
            </a:ln>
          </p:spPr>
        </p:sp>
        <p:sp>
          <p:nvSpPr>
            <p:cNvPr id="839" name="addition:spatial:221"/>
            <p:cNvSpPr>
              <a:spLocks noGrp="1"/>
            </p:cNvSpPr>
            <p:nvPr/>
          </p:nvSpPr>
          <p:spPr>
            <a:xfrm>
              <a:off x="6300393" y="1836377"/>
              <a:ext cx="1142909" cy="0"/>
            </a:xfrm>
            <a:prstGeom prst="line">
              <a:avLst/>
            </a:prstGeom>
            <a:ln w="4286">
              <a:solidFill>
                <a:srgbClr val="56A1CC">
                  <a:alpha val="35000"/>
                </a:srgbClr>
              </a:solidFill>
            </a:ln>
          </p:spPr>
        </p:sp>
        <p:sp>
          <p:nvSpPr>
            <p:cNvPr id="840" name="addition:spatial:222"/>
            <p:cNvSpPr>
              <a:spLocks noGrp="1"/>
            </p:cNvSpPr>
            <p:nvPr/>
          </p:nvSpPr>
          <p:spPr>
            <a:xfrm>
              <a:off x="5796824" y="2478388"/>
              <a:ext cx="1129650" cy="46554"/>
            </a:xfrm>
            <a:prstGeom prst="line">
              <a:avLst/>
            </a:prstGeom>
            <a:ln w="4286">
              <a:solidFill>
                <a:srgbClr val="56A1CC">
                  <a:alpha val="20000"/>
                </a:srgbClr>
              </a:solidFill>
            </a:ln>
          </p:spPr>
        </p:sp>
        <p:sp>
          <p:nvSpPr>
            <p:cNvPr id="841" name="addition:spatial:223"/>
            <p:cNvSpPr>
              <a:spLocks noGrp="1"/>
            </p:cNvSpPr>
            <p:nvPr/>
          </p:nvSpPr>
          <p:spPr>
            <a:xfrm>
              <a:off x="5796824" y="2755276"/>
              <a:ext cx="1129650" cy="94563"/>
            </a:xfrm>
            <a:prstGeom prst="line">
              <a:avLst/>
            </a:prstGeom>
            <a:ln w="4286">
              <a:solidFill>
                <a:srgbClr val="56A1CC">
                  <a:alpha val="20000"/>
                </a:srgbClr>
              </a:solidFill>
            </a:ln>
          </p:spPr>
        </p:sp>
        <p:sp>
          <p:nvSpPr>
            <p:cNvPr id="842" name="addition:spatial:224"/>
            <p:cNvSpPr>
              <a:spLocks noGrp="1"/>
            </p:cNvSpPr>
            <p:nvPr/>
          </p:nvSpPr>
          <p:spPr>
            <a:xfrm>
              <a:off x="5790194" y="2209891"/>
              <a:ext cx="1142909" cy="0"/>
            </a:xfrm>
            <a:prstGeom prst="line">
              <a:avLst/>
            </a:prstGeom>
            <a:ln w="4286">
              <a:solidFill>
                <a:srgbClr val="0072B2">
                  <a:alpha val="82000"/>
                </a:srgbClr>
              </a:solidFill>
            </a:ln>
          </p:spPr>
        </p:sp>
        <p:sp>
          <p:nvSpPr>
            <p:cNvPr id="843" name="addition:spatial:225"/>
            <p:cNvSpPr>
              <a:spLocks noGrp="1"/>
            </p:cNvSpPr>
            <p:nvPr/>
          </p:nvSpPr>
          <p:spPr>
            <a:xfrm>
              <a:off x="6933103" y="2209891"/>
              <a:ext cx="0" cy="984534"/>
            </a:xfrm>
            <a:prstGeom prst="line">
              <a:avLst/>
            </a:prstGeom>
            <a:ln w="4286">
              <a:solidFill>
                <a:srgbClr val="0072B2">
                  <a:alpha val="82000"/>
                </a:srgbClr>
              </a:solidFill>
            </a:ln>
          </p:spPr>
        </p:sp>
        <p:sp>
          <p:nvSpPr>
            <p:cNvPr id="844" name="addition:spatial:226"/>
            <p:cNvSpPr>
              <a:spLocks noGrp="1"/>
            </p:cNvSpPr>
            <p:nvPr/>
          </p:nvSpPr>
          <p:spPr>
            <a:xfrm flipH="1" flipV="1">
              <a:off x="5790194" y="3048945"/>
              <a:ext cx="1142909" cy="145481"/>
            </a:xfrm>
            <a:prstGeom prst="line">
              <a:avLst/>
            </a:prstGeom>
            <a:ln w="4286">
              <a:solidFill>
                <a:srgbClr val="0072B2">
                  <a:alpha val="86000"/>
                </a:srgbClr>
              </a:solidFill>
            </a:ln>
          </p:spPr>
        </p:sp>
        <p:sp>
          <p:nvSpPr>
            <p:cNvPr id="845" name="addition:spatial:227"/>
            <p:cNvSpPr>
              <a:spLocks noGrp="1"/>
            </p:cNvSpPr>
            <p:nvPr/>
          </p:nvSpPr>
          <p:spPr>
            <a:xfrm flipV="1">
              <a:off x="5790194" y="2209891"/>
              <a:ext cx="0" cy="839053"/>
            </a:xfrm>
            <a:prstGeom prst="line">
              <a:avLst/>
            </a:prstGeom>
            <a:ln w="4286">
              <a:solidFill>
                <a:srgbClr val="0072B2">
                  <a:alpha val="82000"/>
                </a:srgbClr>
              </a:solidFill>
            </a:ln>
          </p:spPr>
        </p:sp>
        <p:sp>
          <p:nvSpPr>
            <p:cNvPr id="846" name="addition:spatial:228"/>
            <p:cNvSpPr>
              <a:spLocks noGrp="1"/>
            </p:cNvSpPr>
            <p:nvPr/>
          </p:nvSpPr>
          <p:spPr>
            <a:xfrm>
              <a:off x="6503518" y="1744690"/>
              <a:ext cx="1069985" cy="0"/>
            </a:xfrm>
            <a:prstGeom prst="line">
              <a:avLst/>
            </a:prstGeom>
            <a:ln w="4420">
              <a:solidFill>
                <a:srgbClr val="0072B2">
                  <a:alpha val="78000"/>
                </a:srgbClr>
              </a:solidFill>
            </a:ln>
          </p:spPr>
        </p:sp>
        <p:sp>
          <p:nvSpPr>
            <p:cNvPr id="847" name="addition:spatial:229"/>
            <p:cNvSpPr>
              <a:spLocks noGrp="1"/>
            </p:cNvSpPr>
            <p:nvPr/>
          </p:nvSpPr>
          <p:spPr>
            <a:xfrm>
              <a:off x="7573503" y="1744690"/>
              <a:ext cx="0" cy="789996"/>
            </a:xfrm>
            <a:prstGeom prst="line">
              <a:avLst/>
            </a:prstGeom>
            <a:ln w="4286">
              <a:solidFill>
                <a:srgbClr val="0072B2">
                  <a:alpha val="78000"/>
                </a:srgbClr>
              </a:solidFill>
            </a:ln>
          </p:spPr>
        </p:sp>
        <p:sp>
          <p:nvSpPr>
            <p:cNvPr id="848" name="addition:spatial:230"/>
            <p:cNvSpPr>
              <a:spLocks noGrp="1"/>
            </p:cNvSpPr>
            <p:nvPr/>
          </p:nvSpPr>
          <p:spPr>
            <a:xfrm flipV="1">
              <a:off x="5790194" y="1744690"/>
              <a:ext cx="713323" cy="465201"/>
            </a:xfrm>
            <a:prstGeom prst="line">
              <a:avLst/>
            </a:prstGeom>
            <a:ln w="4420">
              <a:solidFill>
                <a:srgbClr val="0072B2">
                  <a:alpha val="84000"/>
                </a:srgbClr>
              </a:solidFill>
            </a:ln>
          </p:spPr>
        </p:sp>
        <p:sp>
          <p:nvSpPr>
            <p:cNvPr id="849" name="addition:spatial:231"/>
            <p:cNvSpPr>
              <a:spLocks noGrp="1"/>
            </p:cNvSpPr>
            <p:nvPr/>
          </p:nvSpPr>
          <p:spPr>
            <a:xfrm flipV="1">
              <a:off x="6933103" y="1744690"/>
              <a:ext cx="640400" cy="465201"/>
            </a:xfrm>
            <a:prstGeom prst="line">
              <a:avLst/>
            </a:prstGeom>
            <a:ln w="4420">
              <a:solidFill>
                <a:srgbClr val="0072B2">
                  <a:alpha val="84000"/>
                </a:srgbClr>
              </a:solidFill>
            </a:ln>
          </p:spPr>
        </p:sp>
        <p:sp>
          <p:nvSpPr>
            <p:cNvPr id="850" name="addition:spatial:232"/>
            <p:cNvSpPr>
              <a:spLocks noGrp="1"/>
            </p:cNvSpPr>
            <p:nvPr/>
          </p:nvSpPr>
          <p:spPr>
            <a:xfrm flipV="1">
              <a:off x="6933103" y="2534686"/>
              <a:ext cx="640400" cy="659740"/>
            </a:xfrm>
            <a:prstGeom prst="line">
              <a:avLst/>
            </a:prstGeom>
            <a:ln w="4286">
              <a:solidFill>
                <a:srgbClr val="0072B2">
                  <a:alpha val="84000"/>
                </a:srgbClr>
              </a:solidFill>
            </a:ln>
          </p:spPr>
        </p:sp>
        <p:sp>
          <p:nvSpPr>
            <p:cNvPr id="851" name="addition:spatial:233"/>
            <p:cNvSpPr>
              <a:spLocks noGrp="1"/>
            </p:cNvSpPr>
            <p:nvPr/>
          </p:nvSpPr>
          <p:spPr>
            <a:xfrm flipV="1">
              <a:off x="5790194" y="2582052"/>
              <a:ext cx="713323" cy="466893"/>
            </a:xfrm>
            <a:prstGeom prst="line">
              <a:avLst/>
            </a:prstGeom>
            <a:ln w="4286">
              <a:solidFill>
                <a:srgbClr val="0072B2">
                  <a:alpha val="34000"/>
                </a:srgbClr>
              </a:solidFill>
            </a:ln>
          </p:spPr>
        </p:sp>
        <p:sp>
          <p:nvSpPr>
            <p:cNvPr id="852" name="addition:spatial:234"/>
            <p:cNvSpPr>
              <a:spLocks noGrp="1"/>
            </p:cNvSpPr>
            <p:nvPr/>
          </p:nvSpPr>
          <p:spPr>
            <a:xfrm flipV="1">
              <a:off x="6503518" y="2534686"/>
              <a:ext cx="1069985" cy="47366"/>
            </a:xfrm>
            <a:prstGeom prst="line">
              <a:avLst/>
            </a:prstGeom>
            <a:ln w="4286">
              <a:solidFill>
                <a:srgbClr val="0072B2">
                  <a:alpha val="32000"/>
                </a:srgbClr>
              </a:solidFill>
            </a:ln>
          </p:spPr>
        </p:sp>
        <p:sp>
          <p:nvSpPr>
            <p:cNvPr id="853" name="addition:spatial:235"/>
            <p:cNvSpPr>
              <a:spLocks noGrp="1"/>
            </p:cNvSpPr>
            <p:nvPr/>
          </p:nvSpPr>
          <p:spPr>
            <a:xfrm>
              <a:off x="6503518" y="1744690"/>
              <a:ext cx="0" cy="837362"/>
            </a:xfrm>
            <a:prstGeom prst="line">
              <a:avLst/>
            </a:prstGeom>
            <a:ln w="4286">
              <a:solidFill>
                <a:srgbClr val="0072B2">
                  <a:alpha val="40000"/>
                </a:srgbClr>
              </a:solidFill>
            </a:ln>
          </p:spPr>
        </p:sp>
        <p:sp>
          <p:nvSpPr>
            <p:cNvPr id="854" name="addition:spatial:236"/>
            <p:cNvSpPr>
              <a:spLocks noGrp="1"/>
            </p:cNvSpPr>
            <p:nvPr/>
          </p:nvSpPr>
          <p:spPr>
            <a:xfrm flipV="1">
              <a:off x="6079236" y="2539761"/>
              <a:ext cx="1316599" cy="537942"/>
            </a:xfrm>
            <a:prstGeom prst="line">
              <a:avLst/>
            </a:prstGeom>
            <a:ln w="7366">
              <a:solidFill>
                <a:srgbClr val="20252B">
                  <a:alpha val="100000"/>
                </a:srgbClr>
              </a:solidFill>
            </a:ln>
          </p:spPr>
        </p:sp>
        <p:sp>
          <p:nvSpPr>
            <p:cNvPr id="855" name="addition:spatial:237"/>
            <p:cNvSpPr>
              <a:spLocks noGrp="1"/>
            </p:cNvSpPr>
            <p:nvPr/>
          </p:nvSpPr>
          <p:spPr>
            <a:xfrm>
              <a:off x="5648325" y="1666875"/>
              <a:ext cx="1747510" cy="901644"/>
            </a:xfrm>
            <a:custGeom>
              <a:avLst/>
              <a:gdLst/>
              <a:ahLst/>
              <a:cxnLst/>
              <a:rect l="l" t="t" r="r" b="b"/>
              <a:pathLst>
                <a:path w="1318" h="533">
                  <a:moveTo>
                    <a:pt x="0" y="0"/>
                  </a:moveTo>
                  <a:moveTo>
                    <a:pt x="1318" y="516"/>
                  </a:moveTo>
                  <a:lnTo>
                    <a:pt x="1298" y="533"/>
                  </a:lnTo>
                  <a:lnTo>
                    <a:pt x="1292" y="513"/>
                  </a:lnTo>
                  <a:close/>
                </a:path>
              </a:pathLst>
            </a:custGeom>
            <a:solidFill>
              <a:srgbClr val="20252B">
                <a:alpha val="100000"/>
              </a:srgbClr>
            </a:solidFill>
            <a:ln>
              <a:noFill/>
            </a:ln>
          </p:spPr>
          <p:txBody>
            <a:bodyPr anchor="ctr"/>
            <a:lstStyle/>
            <a:p>
              <a:pPr algn="ctr">
                <a:buNone/>
              </a:pPr>
            </a:p>
          </p:txBody>
        </p:sp>
        <p:sp>
          <p:nvSpPr>
            <p:cNvPr id="856" name="addition:spatial:d"/>
            <p:cNvSpPr>
              <a:spLocks noGrp="1"/>
            </p:cNvSpPr>
            <p:nvPr/>
          </p:nvSpPr>
          <p:spPr>
            <a:xfrm>
              <a:off x="7429500" y="2428875"/>
              <a:ext cx="219075" cy="295275"/>
            </a:xfrm>
            <a:prstGeom prst="rect">
              <a:avLst/>
            </a:prstGeom>
            <a:noFill/>
            <a:ln w="0">
              <a:noFill/>
            </a:ln>
          </p:spPr>
          <p:txBody>
            <a:bodyPr wrap="none" lIns="0" tIns="0" rIns="0" bIns="0" anchor="ctr"/>
            <a:lstStyle>
              <a:defPPr>
                <a:defRPr sz="1950">
                  <a:solidFill>
                    <a:srgbClr val="263238"/>
                  </a:solidFill>
                  <a:latin typeface="Arial" panose="020B0604020202090204"/>
                  <a:ea typeface="Arial" panose="020B0604020202090204"/>
                  <a:cs typeface="Arial" panose="020B0604020202090204"/>
                </a:defRPr>
              </a:defPPr>
              <a:lvl1pPr>
                <a:defRPr sz="1950">
                  <a:solidFill>
                    <a:srgbClr val="263238"/>
                  </a:solidFill>
                  <a:latin typeface="Arial" panose="020B0604020202090204"/>
                  <a:ea typeface="Arial" panose="020B0604020202090204"/>
                  <a:cs typeface="Arial" panose="020B0604020202090204"/>
                </a:defRPr>
              </a:lvl1pPr>
              <a:lvl2pPr>
                <a:defRPr sz="1950">
                  <a:solidFill>
                    <a:srgbClr val="263238"/>
                  </a:solidFill>
                  <a:latin typeface="Arial" panose="020B0604020202090204"/>
                  <a:ea typeface="Arial" panose="020B0604020202090204"/>
                  <a:cs typeface="Arial" panose="020B0604020202090204"/>
                </a:defRPr>
              </a:lvl2pPr>
              <a:lvl3pPr>
                <a:defRPr sz="1950">
                  <a:solidFill>
                    <a:srgbClr val="263238"/>
                  </a:solidFill>
                  <a:latin typeface="Arial" panose="020B0604020202090204"/>
                  <a:ea typeface="Arial" panose="020B0604020202090204"/>
                  <a:cs typeface="Arial" panose="020B0604020202090204"/>
                </a:defRPr>
              </a:lvl3pPr>
              <a:lvl4pPr>
                <a:defRPr sz="1950">
                  <a:solidFill>
                    <a:srgbClr val="263238"/>
                  </a:solidFill>
                  <a:latin typeface="Arial" panose="020B0604020202090204"/>
                  <a:ea typeface="Arial" panose="020B0604020202090204"/>
                  <a:cs typeface="Arial" panose="020B0604020202090204"/>
                </a:defRPr>
              </a:lvl4pPr>
              <a:lvl5pPr>
                <a:defRPr sz="1950">
                  <a:solidFill>
                    <a:srgbClr val="263238"/>
                  </a:solidFill>
                  <a:latin typeface="Arial" panose="020B0604020202090204"/>
                  <a:ea typeface="Arial" panose="020B0604020202090204"/>
                  <a:cs typeface="Arial" panose="020B0604020202090204"/>
                </a:defRPr>
              </a:lvl5pPr>
              <a:lvl6pPr>
                <a:defRPr sz="1950">
                  <a:solidFill>
                    <a:srgbClr val="263238"/>
                  </a:solidFill>
                  <a:latin typeface="Arial" panose="020B0604020202090204"/>
                  <a:ea typeface="Arial" panose="020B0604020202090204"/>
                  <a:cs typeface="Arial" panose="020B0604020202090204"/>
                </a:defRPr>
              </a:lvl6pPr>
              <a:lvl7pPr>
                <a:defRPr sz="1950">
                  <a:solidFill>
                    <a:srgbClr val="263238"/>
                  </a:solidFill>
                  <a:latin typeface="Arial" panose="020B0604020202090204"/>
                  <a:ea typeface="Arial" panose="020B0604020202090204"/>
                  <a:cs typeface="Arial" panose="020B0604020202090204"/>
                </a:defRPr>
              </a:lvl7pPr>
              <a:lvl8pPr>
                <a:defRPr sz="1950">
                  <a:solidFill>
                    <a:srgbClr val="263238"/>
                  </a:solidFill>
                  <a:latin typeface="Arial" panose="020B0604020202090204"/>
                  <a:ea typeface="Arial" panose="020B0604020202090204"/>
                  <a:cs typeface="Arial" panose="020B0604020202090204"/>
                </a:defRPr>
              </a:lvl8pPr>
              <a:lvl9pPr>
                <a:defRPr sz="1950">
                  <a:solidFill>
                    <a:srgbClr val="263238"/>
                  </a:solidFill>
                  <a:latin typeface="Arial" panose="020B0604020202090204"/>
                  <a:ea typeface="Arial" panose="020B0604020202090204"/>
                  <a:cs typeface="Arial" panose="020B0604020202090204"/>
                </a:defRPr>
              </a:lvl9pPr>
            </a:lstStyle>
            <a:p>
              <a:pPr>
                <a:defRPr sz="1950">
                  <a:solidFill>
                    <a:srgbClr val="263238"/>
                  </a:solidFill>
                  <a:latin typeface="Arial" panose="020B0604020202090204"/>
                  <a:ea typeface="Arial" panose="020B0604020202090204"/>
                  <a:cs typeface="Arial" panose="020B0604020202090204"/>
                </a:defRPr>
              </a:pPr>
              <a:r>
                <a:rPr sz="1950">
                  <a:solidFill>
                    <a:srgbClr val="263238"/>
                  </a:solidFill>
                  <a:latin typeface="Arial" panose="020B0604020202090204"/>
                  <a:ea typeface="Arial" panose="020B0604020202090204"/>
                  <a:cs typeface="Arial" panose="020B0604020202090204"/>
                </a:rPr>
                <a:t>d</a:t>
              </a:r>
              <a:endParaRPr sz="1950">
                <a:solidFill>
                  <a:srgbClr val="263238"/>
                </a:solidFill>
                <a:latin typeface="Arial" panose="020B0604020202090204"/>
                <a:ea typeface="Arial" panose="020B0604020202090204"/>
                <a:cs typeface="Arial" panose="020B0604020202090204"/>
              </a:endParaRPr>
            </a:p>
          </p:txBody>
        </p:sp>
        <p:sp>
          <p:nvSpPr>
            <p:cNvPr id="857" name="original-2d:602"/>
            <p:cNvSpPr>
              <a:spLocks noGrp="1"/>
            </p:cNvSpPr>
            <p:nvPr/>
          </p:nvSpPr>
          <p:spPr>
            <a:xfrm>
              <a:off x="3593783" y="1646873"/>
              <a:ext cx="84723" cy="94121"/>
            </a:xfrm>
            <a:prstGeom prst="rect">
              <a:avLst/>
            </a:prstGeom>
            <a:solidFill>
              <a:srgbClr val="DCE8ED"/>
            </a:solidFill>
            <a:ln w="0">
              <a:noFill/>
              <a:prstDash val="solid"/>
            </a:ln>
          </p:spPr>
        </p:sp>
        <p:sp>
          <p:nvSpPr>
            <p:cNvPr id="858" name="original-2d:603"/>
            <p:cNvSpPr>
              <a:spLocks noGrp="1"/>
            </p:cNvSpPr>
            <p:nvPr/>
          </p:nvSpPr>
          <p:spPr>
            <a:xfrm>
              <a:off x="3678365" y="1646873"/>
              <a:ext cx="84723" cy="94121"/>
            </a:xfrm>
            <a:prstGeom prst="rect">
              <a:avLst/>
            </a:prstGeom>
            <a:solidFill>
              <a:srgbClr val="DCE8ED"/>
            </a:solidFill>
            <a:ln w="0">
              <a:noFill/>
              <a:prstDash val="solid"/>
            </a:ln>
          </p:spPr>
        </p:sp>
        <p:sp>
          <p:nvSpPr>
            <p:cNvPr id="859" name="original-2d:604"/>
            <p:cNvSpPr>
              <a:spLocks noGrp="1"/>
            </p:cNvSpPr>
            <p:nvPr/>
          </p:nvSpPr>
          <p:spPr>
            <a:xfrm>
              <a:off x="3762947" y="1646873"/>
              <a:ext cx="84723" cy="94121"/>
            </a:xfrm>
            <a:prstGeom prst="rect">
              <a:avLst/>
            </a:prstGeom>
            <a:solidFill>
              <a:srgbClr val="DCE8ED"/>
            </a:solidFill>
            <a:ln w="0">
              <a:noFill/>
              <a:prstDash val="solid"/>
            </a:ln>
          </p:spPr>
        </p:sp>
        <p:sp>
          <p:nvSpPr>
            <p:cNvPr id="860" name="original-2d:605"/>
            <p:cNvSpPr>
              <a:spLocks noGrp="1"/>
            </p:cNvSpPr>
            <p:nvPr/>
          </p:nvSpPr>
          <p:spPr>
            <a:xfrm>
              <a:off x="3847529" y="1646873"/>
              <a:ext cx="84723" cy="94121"/>
            </a:xfrm>
            <a:prstGeom prst="rect">
              <a:avLst/>
            </a:prstGeom>
            <a:solidFill>
              <a:srgbClr val="DCE8ED"/>
            </a:solidFill>
            <a:ln w="0">
              <a:noFill/>
              <a:prstDash val="solid"/>
            </a:ln>
          </p:spPr>
        </p:sp>
        <p:sp>
          <p:nvSpPr>
            <p:cNvPr id="861" name="original-2d:606"/>
            <p:cNvSpPr>
              <a:spLocks noGrp="1"/>
            </p:cNvSpPr>
            <p:nvPr/>
          </p:nvSpPr>
          <p:spPr>
            <a:xfrm>
              <a:off x="3932111" y="1646873"/>
              <a:ext cx="84723" cy="94121"/>
            </a:xfrm>
            <a:prstGeom prst="rect">
              <a:avLst/>
            </a:prstGeom>
            <a:solidFill>
              <a:srgbClr val="DCE8ED"/>
            </a:solidFill>
            <a:ln w="0">
              <a:noFill/>
              <a:prstDash val="solid"/>
            </a:ln>
          </p:spPr>
        </p:sp>
        <p:sp>
          <p:nvSpPr>
            <p:cNvPr id="862" name="original-2d:607"/>
            <p:cNvSpPr>
              <a:spLocks noGrp="1"/>
            </p:cNvSpPr>
            <p:nvPr/>
          </p:nvSpPr>
          <p:spPr>
            <a:xfrm>
              <a:off x="4016693" y="1646873"/>
              <a:ext cx="84723" cy="94121"/>
            </a:xfrm>
            <a:prstGeom prst="rect">
              <a:avLst/>
            </a:prstGeom>
            <a:solidFill>
              <a:srgbClr val="DCE8ED"/>
            </a:solidFill>
            <a:ln w="0">
              <a:noFill/>
              <a:prstDash val="solid"/>
            </a:ln>
          </p:spPr>
        </p:sp>
        <p:sp>
          <p:nvSpPr>
            <p:cNvPr id="863" name="original-2d:608"/>
            <p:cNvSpPr>
              <a:spLocks noGrp="1"/>
            </p:cNvSpPr>
            <p:nvPr/>
          </p:nvSpPr>
          <p:spPr>
            <a:xfrm>
              <a:off x="4101275" y="1646873"/>
              <a:ext cx="84723" cy="94121"/>
            </a:xfrm>
            <a:prstGeom prst="rect">
              <a:avLst/>
            </a:prstGeom>
            <a:solidFill>
              <a:srgbClr val="DCE8ED"/>
            </a:solidFill>
            <a:ln w="0">
              <a:noFill/>
              <a:prstDash val="solid"/>
            </a:ln>
          </p:spPr>
        </p:sp>
        <p:sp>
          <p:nvSpPr>
            <p:cNvPr id="864" name="original-2d:609"/>
            <p:cNvSpPr>
              <a:spLocks noGrp="1"/>
            </p:cNvSpPr>
            <p:nvPr/>
          </p:nvSpPr>
          <p:spPr>
            <a:xfrm>
              <a:off x="4185857" y="1646873"/>
              <a:ext cx="84723" cy="94121"/>
            </a:xfrm>
            <a:prstGeom prst="rect">
              <a:avLst/>
            </a:prstGeom>
            <a:solidFill>
              <a:srgbClr val="DCE8ED"/>
            </a:solidFill>
            <a:ln w="0">
              <a:noFill/>
              <a:prstDash val="solid"/>
            </a:ln>
          </p:spPr>
        </p:sp>
        <p:sp>
          <p:nvSpPr>
            <p:cNvPr id="865" name="original-2d:610"/>
            <p:cNvSpPr>
              <a:spLocks noGrp="1"/>
            </p:cNvSpPr>
            <p:nvPr/>
          </p:nvSpPr>
          <p:spPr>
            <a:xfrm>
              <a:off x="4270439" y="1646873"/>
              <a:ext cx="84723" cy="94121"/>
            </a:xfrm>
            <a:prstGeom prst="rect">
              <a:avLst/>
            </a:prstGeom>
            <a:solidFill>
              <a:srgbClr val="D4B4CC"/>
            </a:solidFill>
            <a:ln w="0">
              <a:noFill/>
              <a:prstDash val="solid"/>
            </a:ln>
          </p:spPr>
        </p:sp>
        <p:sp>
          <p:nvSpPr>
            <p:cNvPr id="866" name="original-2d:611"/>
            <p:cNvSpPr>
              <a:spLocks noGrp="1"/>
            </p:cNvSpPr>
            <p:nvPr/>
          </p:nvSpPr>
          <p:spPr>
            <a:xfrm>
              <a:off x="4355021" y="1646873"/>
              <a:ext cx="84723" cy="94121"/>
            </a:xfrm>
            <a:prstGeom prst="rect">
              <a:avLst/>
            </a:prstGeom>
            <a:solidFill>
              <a:srgbClr val="D4B4CC"/>
            </a:solidFill>
            <a:ln w="0">
              <a:noFill/>
              <a:prstDash val="solid"/>
            </a:ln>
          </p:spPr>
        </p:sp>
        <p:sp>
          <p:nvSpPr>
            <p:cNvPr id="867" name="original-2d:612"/>
            <p:cNvSpPr>
              <a:spLocks noGrp="1"/>
            </p:cNvSpPr>
            <p:nvPr/>
          </p:nvSpPr>
          <p:spPr>
            <a:xfrm>
              <a:off x="4439603" y="1646873"/>
              <a:ext cx="84723" cy="94121"/>
            </a:xfrm>
            <a:prstGeom prst="rect">
              <a:avLst/>
            </a:prstGeom>
            <a:solidFill>
              <a:srgbClr val="D4B4CC"/>
            </a:solidFill>
            <a:ln w="0">
              <a:noFill/>
              <a:prstDash val="solid"/>
            </a:ln>
          </p:spPr>
        </p:sp>
        <p:sp>
          <p:nvSpPr>
            <p:cNvPr id="868" name="original-2d:613"/>
            <p:cNvSpPr>
              <a:spLocks noGrp="1"/>
            </p:cNvSpPr>
            <p:nvPr/>
          </p:nvSpPr>
          <p:spPr>
            <a:xfrm>
              <a:off x="4524185" y="1646873"/>
              <a:ext cx="84723" cy="94121"/>
            </a:xfrm>
            <a:prstGeom prst="rect">
              <a:avLst/>
            </a:prstGeom>
            <a:solidFill>
              <a:srgbClr val="CC79A7"/>
            </a:solidFill>
            <a:ln w="0">
              <a:noFill/>
              <a:prstDash val="solid"/>
            </a:ln>
          </p:spPr>
        </p:sp>
        <p:sp>
          <p:nvSpPr>
            <p:cNvPr id="869" name="original-2d:614"/>
            <p:cNvSpPr>
              <a:spLocks noGrp="1"/>
            </p:cNvSpPr>
            <p:nvPr/>
          </p:nvSpPr>
          <p:spPr>
            <a:xfrm>
              <a:off x="4608767" y="1646873"/>
              <a:ext cx="84723" cy="94121"/>
            </a:xfrm>
            <a:prstGeom prst="rect">
              <a:avLst/>
            </a:prstGeom>
            <a:solidFill>
              <a:srgbClr val="CC79A7"/>
            </a:solidFill>
            <a:ln w="0">
              <a:noFill/>
              <a:prstDash val="solid"/>
            </a:ln>
          </p:spPr>
        </p:sp>
        <p:sp>
          <p:nvSpPr>
            <p:cNvPr id="870" name="original-2d:615"/>
            <p:cNvSpPr>
              <a:spLocks noGrp="1"/>
            </p:cNvSpPr>
            <p:nvPr/>
          </p:nvSpPr>
          <p:spPr>
            <a:xfrm>
              <a:off x="4693349" y="1646873"/>
              <a:ext cx="84723" cy="94121"/>
            </a:xfrm>
            <a:prstGeom prst="rect">
              <a:avLst/>
            </a:prstGeom>
            <a:solidFill>
              <a:srgbClr val="CC79A7"/>
            </a:solidFill>
            <a:ln w="0">
              <a:noFill/>
              <a:prstDash val="solid"/>
            </a:ln>
          </p:spPr>
        </p:sp>
        <p:sp>
          <p:nvSpPr>
            <p:cNvPr id="871" name="original-2d:616"/>
            <p:cNvSpPr>
              <a:spLocks noGrp="1"/>
            </p:cNvSpPr>
            <p:nvPr/>
          </p:nvSpPr>
          <p:spPr>
            <a:xfrm>
              <a:off x="4777931" y="1646873"/>
              <a:ext cx="84723" cy="94121"/>
            </a:xfrm>
            <a:prstGeom prst="rect">
              <a:avLst/>
            </a:prstGeom>
            <a:solidFill>
              <a:srgbClr val="CC79A7"/>
            </a:solidFill>
            <a:ln w="0">
              <a:noFill/>
              <a:prstDash val="solid"/>
            </a:ln>
          </p:spPr>
        </p:sp>
        <p:sp>
          <p:nvSpPr>
            <p:cNvPr id="872" name="original-2d:617"/>
            <p:cNvSpPr>
              <a:spLocks noGrp="1"/>
            </p:cNvSpPr>
            <p:nvPr/>
          </p:nvSpPr>
          <p:spPr>
            <a:xfrm>
              <a:off x="4862513" y="1646873"/>
              <a:ext cx="84723" cy="94121"/>
            </a:xfrm>
            <a:prstGeom prst="rect">
              <a:avLst/>
            </a:prstGeom>
            <a:solidFill>
              <a:srgbClr val="CC79A7"/>
            </a:solidFill>
            <a:ln w="0">
              <a:noFill/>
              <a:prstDash val="solid"/>
            </a:ln>
          </p:spPr>
        </p:sp>
        <p:sp>
          <p:nvSpPr>
            <p:cNvPr id="873" name="original-2d:618"/>
            <p:cNvSpPr>
              <a:spLocks noGrp="1"/>
            </p:cNvSpPr>
            <p:nvPr/>
          </p:nvSpPr>
          <p:spPr>
            <a:xfrm>
              <a:off x="4947095" y="1646873"/>
              <a:ext cx="84723" cy="94121"/>
            </a:xfrm>
            <a:prstGeom prst="rect">
              <a:avLst/>
            </a:prstGeom>
            <a:solidFill>
              <a:srgbClr val="CC79A7"/>
            </a:solidFill>
            <a:ln w="0">
              <a:noFill/>
              <a:prstDash val="solid"/>
            </a:ln>
          </p:spPr>
        </p:sp>
        <p:sp>
          <p:nvSpPr>
            <p:cNvPr id="874" name="original-2d:619"/>
            <p:cNvSpPr>
              <a:spLocks noGrp="1"/>
            </p:cNvSpPr>
            <p:nvPr/>
          </p:nvSpPr>
          <p:spPr>
            <a:xfrm>
              <a:off x="5031677" y="1646873"/>
              <a:ext cx="84723" cy="94121"/>
            </a:xfrm>
            <a:prstGeom prst="rect">
              <a:avLst/>
            </a:prstGeom>
            <a:solidFill>
              <a:srgbClr val="CC79A7"/>
            </a:solidFill>
            <a:ln w="0">
              <a:noFill/>
              <a:prstDash val="solid"/>
            </a:ln>
          </p:spPr>
        </p:sp>
        <p:sp>
          <p:nvSpPr>
            <p:cNvPr id="875" name="original-2d:620"/>
            <p:cNvSpPr>
              <a:spLocks noGrp="1"/>
            </p:cNvSpPr>
            <p:nvPr/>
          </p:nvSpPr>
          <p:spPr>
            <a:xfrm>
              <a:off x="5116259" y="1646873"/>
              <a:ext cx="84723" cy="94121"/>
            </a:xfrm>
            <a:prstGeom prst="rect">
              <a:avLst/>
            </a:prstGeom>
            <a:solidFill>
              <a:srgbClr val="CC79A7"/>
            </a:solidFill>
            <a:ln w="0">
              <a:noFill/>
              <a:prstDash val="solid"/>
            </a:ln>
          </p:spPr>
        </p:sp>
        <p:sp>
          <p:nvSpPr>
            <p:cNvPr id="876" name="original-2d:621"/>
            <p:cNvSpPr>
              <a:spLocks noGrp="1"/>
            </p:cNvSpPr>
            <p:nvPr/>
          </p:nvSpPr>
          <p:spPr>
            <a:xfrm>
              <a:off x="5200841" y="1646873"/>
              <a:ext cx="84723" cy="94121"/>
            </a:xfrm>
            <a:prstGeom prst="rect">
              <a:avLst/>
            </a:prstGeom>
            <a:solidFill>
              <a:srgbClr val="CC79A7"/>
            </a:solidFill>
            <a:ln w="0">
              <a:noFill/>
              <a:prstDash val="solid"/>
            </a:ln>
          </p:spPr>
        </p:sp>
        <p:sp>
          <p:nvSpPr>
            <p:cNvPr id="877" name="original-2d:622"/>
            <p:cNvSpPr>
              <a:spLocks noGrp="1"/>
            </p:cNvSpPr>
            <p:nvPr/>
          </p:nvSpPr>
          <p:spPr>
            <a:xfrm>
              <a:off x="3593783" y="1740853"/>
              <a:ext cx="84723" cy="94121"/>
            </a:xfrm>
            <a:prstGeom prst="rect">
              <a:avLst/>
            </a:prstGeom>
            <a:solidFill>
              <a:srgbClr val="DCE8ED"/>
            </a:solidFill>
            <a:ln w="0">
              <a:noFill/>
              <a:prstDash val="solid"/>
            </a:ln>
          </p:spPr>
        </p:sp>
        <p:sp>
          <p:nvSpPr>
            <p:cNvPr id="878" name="original-2d:623"/>
            <p:cNvSpPr>
              <a:spLocks noGrp="1"/>
            </p:cNvSpPr>
            <p:nvPr/>
          </p:nvSpPr>
          <p:spPr>
            <a:xfrm>
              <a:off x="3678365" y="1740853"/>
              <a:ext cx="84723" cy="94121"/>
            </a:xfrm>
            <a:prstGeom prst="rect">
              <a:avLst/>
            </a:prstGeom>
            <a:solidFill>
              <a:srgbClr val="DCE8ED"/>
            </a:solidFill>
            <a:ln w="0">
              <a:noFill/>
              <a:prstDash val="solid"/>
            </a:ln>
          </p:spPr>
        </p:sp>
        <p:sp>
          <p:nvSpPr>
            <p:cNvPr id="879" name="original-2d:624"/>
            <p:cNvSpPr>
              <a:spLocks noGrp="1"/>
            </p:cNvSpPr>
            <p:nvPr/>
          </p:nvSpPr>
          <p:spPr>
            <a:xfrm>
              <a:off x="3762947" y="1740853"/>
              <a:ext cx="84723" cy="94121"/>
            </a:xfrm>
            <a:prstGeom prst="rect">
              <a:avLst/>
            </a:prstGeom>
            <a:solidFill>
              <a:srgbClr val="DCE8ED"/>
            </a:solidFill>
            <a:ln w="0">
              <a:noFill/>
              <a:prstDash val="solid"/>
            </a:ln>
          </p:spPr>
        </p:sp>
        <p:sp>
          <p:nvSpPr>
            <p:cNvPr id="880" name="original-2d:625"/>
            <p:cNvSpPr>
              <a:spLocks noGrp="1"/>
            </p:cNvSpPr>
            <p:nvPr/>
          </p:nvSpPr>
          <p:spPr>
            <a:xfrm>
              <a:off x="3847529" y="1740853"/>
              <a:ext cx="84723" cy="94121"/>
            </a:xfrm>
            <a:prstGeom prst="rect">
              <a:avLst/>
            </a:prstGeom>
            <a:solidFill>
              <a:srgbClr val="D4B4CC"/>
            </a:solidFill>
            <a:ln w="0">
              <a:noFill/>
              <a:prstDash val="solid"/>
            </a:ln>
          </p:spPr>
        </p:sp>
        <p:sp>
          <p:nvSpPr>
            <p:cNvPr id="881" name="original-2d:626"/>
            <p:cNvSpPr>
              <a:spLocks noGrp="1"/>
            </p:cNvSpPr>
            <p:nvPr/>
          </p:nvSpPr>
          <p:spPr>
            <a:xfrm>
              <a:off x="3932111" y="1740853"/>
              <a:ext cx="84723" cy="94121"/>
            </a:xfrm>
            <a:prstGeom prst="rect">
              <a:avLst/>
            </a:prstGeom>
            <a:solidFill>
              <a:srgbClr val="D4B4CC"/>
            </a:solidFill>
            <a:ln w="0">
              <a:noFill/>
              <a:prstDash val="solid"/>
            </a:ln>
          </p:spPr>
        </p:sp>
        <p:sp>
          <p:nvSpPr>
            <p:cNvPr id="882" name="original-2d:627"/>
            <p:cNvSpPr>
              <a:spLocks noGrp="1"/>
            </p:cNvSpPr>
            <p:nvPr/>
          </p:nvSpPr>
          <p:spPr>
            <a:xfrm>
              <a:off x="4016693" y="1740853"/>
              <a:ext cx="84723" cy="94121"/>
            </a:xfrm>
            <a:prstGeom prst="rect">
              <a:avLst/>
            </a:prstGeom>
            <a:solidFill>
              <a:srgbClr val="D4B4CC"/>
            </a:solidFill>
            <a:ln w="0">
              <a:noFill/>
              <a:prstDash val="solid"/>
            </a:ln>
          </p:spPr>
        </p:sp>
        <p:sp>
          <p:nvSpPr>
            <p:cNvPr id="883" name="original-2d:628"/>
            <p:cNvSpPr>
              <a:spLocks noGrp="1"/>
            </p:cNvSpPr>
            <p:nvPr/>
          </p:nvSpPr>
          <p:spPr>
            <a:xfrm>
              <a:off x="4101275" y="1740853"/>
              <a:ext cx="84723" cy="94121"/>
            </a:xfrm>
            <a:prstGeom prst="rect">
              <a:avLst/>
            </a:prstGeom>
            <a:solidFill>
              <a:srgbClr val="D4B4CC"/>
            </a:solidFill>
            <a:ln w="0">
              <a:noFill/>
              <a:prstDash val="solid"/>
            </a:ln>
          </p:spPr>
        </p:sp>
        <p:sp>
          <p:nvSpPr>
            <p:cNvPr id="884" name="original-2d:629"/>
            <p:cNvSpPr>
              <a:spLocks noGrp="1"/>
            </p:cNvSpPr>
            <p:nvPr/>
          </p:nvSpPr>
          <p:spPr>
            <a:xfrm>
              <a:off x="4185857" y="1740853"/>
              <a:ext cx="84723" cy="94121"/>
            </a:xfrm>
            <a:prstGeom prst="rect">
              <a:avLst/>
            </a:prstGeom>
            <a:solidFill>
              <a:srgbClr val="D4B4CC"/>
            </a:solidFill>
            <a:ln w="0">
              <a:noFill/>
              <a:prstDash val="solid"/>
            </a:ln>
          </p:spPr>
        </p:sp>
        <p:sp>
          <p:nvSpPr>
            <p:cNvPr id="885" name="original-2d:630"/>
            <p:cNvSpPr>
              <a:spLocks noGrp="1"/>
            </p:cNvSpPr>
            <p:nvPr/>
          </p:nvSpPr>
          <p:spPr>
            <a:xfrm>
              <a:off x="4270439" y="1740853"/>
              <a:ext cx="84723" cy="94121"/>
            </a:xfrm>
            <a:prstGeom prst="rect">
              <a:avLst/>
            </a:prstGeom>
            <a:solidFill>
              <a:srgbClr val="D4B4CC"/>
            </a:solidFill>
            <a:ln w="0">
              <a:noFill/>
              <a:prstDash val="solid"/>
            </a:ln>
          </p:spPr>
        </p:sp>
        <p:sp>
          <p:nvSpPr>
            <p:cNvPr id="886" name="original-2d:631"/>
            <p:cNvSpPr>
              <a:spLocks noGrp="1"/>
            </p:cNvSpPr>
            <p:nvPr/>
          </p:nvSpPr>
          <p:spPr>
            <a:xfrm>
              <a:off x="4355021" y="1740853"/>
              <a:ext cx="84723" cy="94121"/>
            </a:xfrm>
            <a:prstGeom prst="rect">
              <a:avLst/>
            </a:prstGeom>
            <a:solidFill>
              <a:srgbClr val="D4B4CC"/>
            </a:solidFill>
            <a:ln w="0">
              <a:noFill/>
              <a:prstDash val="solid"/>
            </a:ln>
          </p:spPr>
        </p:sp>
        <p:sp>
          <p:nvSpPr>
            <p:cNvPr id="887" name="original-2d:632"/>
            <p:cNvSpPr>
              <a:spLocks noGrp="1"/>
            </p:cNvSpPr>
            <p:nvPr/>
          </p:nvSpPr>
          <p:spPr>
            <a:xfrm>
              <a:off x="4439603" y="1740853"/>
              <a:ext cx="84723" cy="94121"/>
            </a:xfrm>
            <a:prstGeom prst="rect">
              <a:avLst/>
            </a:prstGeom>
            <a:solidFill>
              <a:srgbClr val="CC79A7"/>
            </a:solidFill>
            <a:ln w="0">
              <a:noFill/>
              <a:prstDash val="solid"/>
            </a:ln>
          </p:spPr>
        </p:sp>
        <p:sp>
          <p:nvSpPr>
            <p:cNvPr id="888" name="original-2d:633"/>
            <p:cNvSpPr>
              <a:spLocks noGrp="1"/>
            </p:cNvSpPr>
            <p:nvPr/>
          </p:nvSpPr>
          <p:spPr>
            <a:xfrm>
              <a:off x="4524185" y="1740853"/>
              <a:ext cx="84723" cy="94121"/>
            </a:xfrm>
            <a:prstGeom prst="rect">
              <a:avLst/>
            </a:prstGeom>
            <a:solidFill>
              <a:srgbClr val="CC79A7"/>
            </a:solidFill>
            <a:ln w="0">
              <a:noFill/>
              <a:prstDash val="solid"/>
            </a:ln>
          </p:spPr>
        </p:sp>
        <p:sp>
          <p:nvSpPr>
            <p:cNvPr id="889" name="original-2d:634"/>
            <p:cNvSpPr>
              <a:spLocks noGrp="1"/>
            </p:cNvSpPr>
            <p:nvPr/>
          </p:nvSpPr>
          <p:spPr>
            <a:xfrm>
              <a:off x="4608767" y="1740853"/>
              <a:ext cx="84723" cy="94121"/>
            </a:xfrm>
            <a:prstGeom prst="rect">
              <a:avLst/>
            </a:prstGeom>
            <a:solidFill>
              <a:srgbClr val="CC79A7"/>
            </a:solidFill>
            <a:ln w="0">
              <a:noFill/>
              <a:prstDash val="solid"/>
            </a:ln>
          </p:spPr>
        </p:sp>
        <p:sp>
          <p:nvSpPr>
            <p:cNvPr id="890" name="original-2d:635"/>
            <p:cNvSpPr>
              <a:spLocks noGrp="1"/>
            </p:cNvSpPr>
            <p:nvPr/>
          </p:nvSpPr>
          <p:spPr>
            <a:xfrm>
              <a:off x="4693349" y="1740853"/>
              <a:ext cx="84723" cy="94121"/>
            </a:xfrm>
            <a:prstGeom prst="rect">
              <a:avLst/>
            </a:prstGeom>
            <a:solidFill>
              <a:srgbClr val="CC79A7"/>
            </a:solidFill>
            <a:ln w="0">
              <a:noFill/>
              <a:prstDash val="solid"/>
            </a:ln>
          </p:spPr>
        </p:sp>
        <p:sp>
          <p:nvSpPr>
            <p:cNvPr id="891" name="original-2d:636"/>
            <p:cNvSpPr>
              <a:spLocks noGrp="1"/>
            </p:cNvSpPr>
            <p:nvPr/>
          </p:nvSpPr>
          <p:spPr>
            <a:xfrm>
              <a:off x="4777931" y="1740853"/>
              <a:ext cx="84723" cy="94121"/>
            </a:xfrm>
            <a:prstGeom prst="rect">
              <a:avLst/>
            </a:prstGeom>
            <a:solidFill>
              <a:srgbClr val="CC79A7"/>
            </a:solidFill>
            <a:ln w="0">
              <a:noFill/>
              <a:prstDash val="solid"/>
            </a:ln>
          </p:spPr>
        </p:sp>
        <p:sp>
          <p:nvSpPr>
            <p:cNvPr id="892" name="original-2d:637"/>
            <p:cNvSpPr>
              <a:spLocks noGrp="1"/>
            </p:cNvSpPr>
            <p:nvPr/>
          </p:nvSpPr>
          <p:spPr>
            <a:xfrm>
              <a:off x="4862513" y="1740853"/>
              <a:ext cx="84723" cy="94121"/>
            </a:xfrm>
            <a:prstGeom prst="rect">
              <a:avLst/>
            </a:prstGeom>
            <a:solidFill>
              <a:srgbClr val="CC79A7"/>
            </a:solidFill>
            <a:ln w="0">
              <a:noFill/>
              <a:prstDash val="solid"/>
            </a:ln>
          </p:spPr>
        </p:sp>
        <p:sp>
          <p:nvSpPr>
            <p:cNvPr id="893" name="original-2d:638"/>
            <p:cNvSpPr>
              <a:spLocks noGrp="1"/>
            </p:cNvSpPr>
            <p:nvPr/>
          </p:nvSpPr>
          <p:spPr>
            <a:xfrm>
              <a:off x="4947095" y="1740853"/>
              <a:ext cx="84723" cy="94121"/>
            </a:xfrm>
            <a:prstGeom prst="rect">
              <a:avLst/>
            </a:prstGeom>
            <a:solidFill>
              <a:srgbClr val="CC79A7"/>
            </a:solidFill>
            <a:ln w="0">
              <a:noFill/>
              <a:prstDash val="solid"/>
            </a:ln>
          </p:spPr>
        </p:sp>
        <p:sp>
          <p:nvSpPr>
            <p:cNvPr id="894" name="original-2d:639"/>
            <p:cNvSpPr>
              <a:spLocks noGrp="1"/>
            </p:cNvSpPr>
            <p:nvPr/>
          </p:nvSpPr>
          <p:spPr>
            <a:xfrm>
              <a:off x="5031677" y="1740853"/>
              <a:ext cx="84723" cy="94121"/>
            </a:xfrm>
            <a:prstGeom prst="rect">
              <a:avLst/>
            </a:prstGeom>
            <a:solidFill>
              <a:srgbClr val="CC79A7"/>
            </a:solidFill>
            <a:ln w="0">
              <a:noFill/>
              <a:prstDash val="solid"/>
            </a:ln>
          </p:spPr>
        </p:sp>
        <p:sp>
          <p:nvSpPr>
            <p:cNvPr id="895" name="original-2d:640"/>
            <p:cNvSpPr>
              <a:spLocks noGrp="1"/>
            </p:cNvSpPr>
            <p:nvPr/>
          </p:nvSpPr>
          <p:spPr>
            <a:xfrm>
              <a:off x="5116259" y="1740853"/>
              <a:ext cx="84723" cy="94121"/>
            </a:xfrm>
            <a:prstGeom prst="rect">
              <a:avLst/>
            </a:prstGeom>
            <a:solidFill>
              <a:srgbClr val="CC79A7"/>
            </a:solidFill>
            <a:ln w="0">
              <a:noFill/>
              <a:prstDash val="solid"/>
            </a:ln>
          </p:spPr>
        </p:sp>
        <p:sp>
          <p:nvSpPr>
            <p:cNvPr id="896" name="original-2d:641"/>
            <p:cNvSpPr>
              <a:spLocks noGrp="1"/>
            </p:cNvSpPr>
            <p:nvPr/>
          </p:nvSpPr>
          <p:spPr>
            <a:xfrm>
              <a:off x="5200841" y="1740853"/>
              <a:ext cx="84723" cy="94121"/>
            </a:xfrm>
            <a:prstGeom prst="rect">
              <a:avLst/>
            </a:prstGeom>
            <a:solidFill>
              <a:srgbClr val="CC79A7"/>
            </a:solidFill>
            <a:ln w="0">
              <a:noFill/>
              <a:prstDash val="solid"/>
            </a:ln>
          </p:spPr>
        </p:sp>
        <p:sp>
          <p:nvSpPr>
            <p:cNvPr id="897" name="original-2d:642"/>
            <p:cNvSpPr>
              <a:spLocks noGrp="1"/>
            </p:cNvSpPr>
            <p:nvPr/>
          </p:nvSpPr>
          <p:spPr>
            <a:xfrm>
              <a:off x="3593783" y="1834833"/>
              <a:ext cx="84723" cy="94121"/>
            </a:xfrm>
            <a:prstGeom prst="rect">
              <a:avLst/>
            </a:prstGeom>
            <a:solidFill>
              <a:srgbClr val="D4B4CC"/>
            </a:solidFill>
            <a:ln w="0">
              <a:noFill/>
              <a:prstDash val="solid"/>
            </a:ln>
          </p:spPr>
        </p:sp>
        <p:sp>
          <p:nvSpPr>
            <p:cNvPr id="898" name="original-2d:643"/>
            <p:cNvSpPr>
              <a:spLocks noGrp="1"/>
            </p:cNvSpPr>
            <p:nvPr/>
          </p:nvSpPr>
          <p:spPr>
            <a:xfrm>
              <a:off x="3678365" y="1834833"/>
              <a:ext cx="84723" cy="94121"/>
            </a:xfrm>
            <a:prstGeom prst="rect">
              <a:avLst/>
            </a:prstGeom>
            <a:solidFill>
              <a:srgbClr val="D4B4CC"/>
            </a:solidFill>
            <a:ln w="0">
              <a:noFill/>
              <a:prstDash val="solid"/>
            </a:ln>
          </p:spPr>
        </p:sp>
        <p:sp>
          <p:nvSpPr>
            <p:cNvPr id="899" name="original-2d:644"/>
            <p:cNvSpPr>
              <a:spLocks noGrp="1"/>
            </p:cNvSpPr>
            <p:nvPr/>
          </p:nvSpPr>
          <p:spPr>
            <a:xfrm>
              <a:off x="3762947" y="1834833"/>
              <a:ext cx="84723" cy="94121"/>
            </a:xfrm>
            <a:prstGeom prst="rect">
              <a:avLst/>
            </a:prstGeom>
            <a:solidFill>
              <a:srgbClr val="D4B4CC"/>
            </a:solidFill>
            <a:ln w="0">
              <a:noFill/>
              <a:prstDash val="solid"/>
            </a:ln>
          </p:spPr>
        </p:sp>
        <p:sp>
          <p:nvSpPr>
            <p:cNvPr id="900" name="original-2d:645"/>
            <p:cNvSpPr>
              <a:spLocks noGrp="1"/>
            </p:cNvSpPr>
            <p:nvPr/>
          </p:nvSpPr>
          <p:spPr>
            <a:xfrm>
              <a:off x="3847529" y="1834833"/>
              <a:ext cx="84723" cy="94121"/>
            </a:xfrm>
            <a:prstGeom prst="rect">
              <a:avLst/>
            </a:prstGeom>
            <a:solidFill>
              <a:srgbClr val="D4B4CC"/>
            </a:solidFill>
            <a:ln w="0">
              <a:noFill/>
              <a:prstDash val="solid"/>
            </a:ln>
          </p:spPr>
        </p:sp>
        <p:sp>
          <p:nvSpPr>
            <p:cNvPr id="901" name="original-2d:646"/>
            <p:cNvSpPr>
              <a:spLocks noGrp="1"/>
            </p:cNvSpPr>
            <p:nvPr/>
          </p:nvSpPr>
          <p:spPr>
            <a:xfrm>
              <a:off x="3932111" y="1834833"/>
              <a:ext cx="84723" cy="94121"/>
            </a:xfrm>
            <a:prstGeom prst="rect">
              <a:avLst/>
            </a:prstGeom>
            <a:solidFill>
              <a:srgbClr val="D4B4CC"/>
            </a:solidFill>
            <a:ln w="0">
              <a:noFill/>
              <a:prstDash val="solid"/>
            </a:ln>
          </p:spPr>
        </p:sp>
        <p:sp>
          <p:nvSpPr>
            <p:cNvPr id="902" name="original-2d:647"/>
            <p:cNvSpPr>
              <a:spLocks noGrp="1"/>
            </p:cNvSpPr>
            <p:nvPr/>
          </p:nvSpPr>
          <p:spPr>
            <a:xfrm>
              <a:off x="4016693" y="1834833"/>
              <a:ext cx="84723" cy="94121"/>
            </a:xfrm>
            <a:prstGeom prst="rect">
              <a:avLst/>
            </a:prstGeom>
            <a:solidFill>
              <a:srgbClr val="D4B4CC"/>
            </a:solidFill>
            <a:ln w="0">
              <a:noFill/>
              <a:prstDash val="solid"/>
            </a:ln>
          </p:spPr>
        </p:sp>
        <p:sp>
          <p:nvSpPr>
            <p:cNvPr id="903" name="original-2d:648"/>
            <p:cNvSpPr>
              <a:spLocks noGrp="1"/>
            </p:cNvSpPr>
            <p:nvPr/>
          </p:nvSpPr>
          <p:spPr>
            <a:xfrm>
              <a:off x="4101275" y="1834833"/>
              <a:ext cx="84723" cy="94121"/>
            </a:xfrm>
            <a:prstGeom prst="rect">
              <a:avLst/>
            </a:prstGeom>
            <a:solidFill>
              <a:srgbClr val="D4B4CC"/>
            </a:solidFill>
            <a:ln w="0">
              <a:noFill/>
              <a:prstDash val="solid"/>
            </a:ln>
          </p:spPr>
        </p:sp>
        <p:sp>
          <p:nvSpPr>
            <p:cNvPr id="904" name="original-2d:649"/>
            <p:cNvSpPr>
              <a:spLocks noGrp="1"/>
            </p:cNvSpPr>
            <p:nvPr/>
          </p:nvSpPr>
          <p:spPr>
            <a:xfrm>
              <a:off x="4185857" y="1834833"/>
              <a:ext cx="84723" cy="94121"/>
            </a:xfrm>
            <a:prstGeom prst="rect">
              <a:avLst/>
            </a:prstGeom>
            <a:solidFill>
              <a:srgbClr val="D4B4CC"/>
            </a:solidFill>
            <a:ln w="0">
              <a:noFill/>
              <a:prstDash val="solid"/>
            </a:ln>
          </p:spPr>
        </p:sp>
        <p:sp>
          <p:nvSpPr>
            <p:cNvPr id="905" name="original-2d:650"/>
            <p:cNvSpPr>
              <a:spLocks noGrp="1"/>
            </p:cNvSpPr>
            <p:nvPr/>
          </p:nvSpPr>
          <p:spPr>
            <a:xfrm>
              <a:off x="4270439" y="1834833"/>
              <a:ext cx="84723" cy="94121"/>
            </a:xfrm>
            <a:prstGeom prst="rect">
              <a:avLst/>
            </a:prstGeom>
            <a:solidFill>
              <a:srgbClr val="D4B4CC"/>
            </a:solidFill>
            <a:ln w="0">
              <a:noFill/>
              <a:prstDash val="solid"/>
            </a:ln>
          </p:spPr>
        </p:sp>
        <p:sp>
          <p:nvSpPr>
            <p:cNvPr id="906" name="original-2d:651"/>
            <p:cNvSpPr>
              <a:spLocks noGrp="1"/>
            </p:cNvSpPr>
            <p:nvPr/>
          </p:nvSpPr>
          <p:spPr>
            <a:xfrm>
              <a:off x="4355021" y="1834833"/>
              <a:ext cx="84723" cy="94121"/>
            </a:xfrm>
            <a:prstGeom prst="rect">
              <a:avLst/>
            </a:prstGeom>
            <a:solidFill>
              <a:srgbClr val="CC79A7"/>
            </a:solidFill>
            <a:ln w="0">
              <a:noFill/>
              <a:prstDash val="solid"/>
            </a:ln>
          </p:spPr>
        </p:sp>
        <p:sp>
          <p:nvSpPr>
            <p:cNvPr id="907" name="original-2d:652"/>
            <p:cNvSpPr>
              <a:spLocks noGrp="1"/>
            </p:cNvSpPr>
            <p:nvPr/>
          </p:nvSpPr>
          <p:spPr>
            <a:xfrm>
              <a:off x="4439603" y="1834833"/>
              <a:ext cx="84723" cy="94121"/>
            </a:xfrm>
            <a:prstGeom prst="rect">
              <a:avLst/>
            </a:prstGeom>
            <a:solidFill>
              <a:srgbClr val="CC79A7"/>
            </a:solidFill>
            <a:ln w="0">
              <a:noFill/>
              <a:prstDash val="solid"/>
            </a:ln>
          </p:spPr>
        </p:sp>
        <p:sp>
          <p:nvSpPr>
            <p:cNvPr id="908" name="original-2d:653"/>
            <p:cNvSpPr>
              <a:spLocks noGrp="1"/>
            </p:cNvSpPr>
            <p:nvPr/>
          </p:nvSpPr>
          <p:spPr>
            <a:xfrm>
              <a:off x="4524185" y="1834833"/>
              <a:ext cx="84723" cy="94121"/>
            </a:xfrm>
            <a:prstGeom prst="rect">
              <a:avLst/>
            </a:prstGeom>
            <a:solidFill>
              <a:srgbClr val="CC79A7"/>
            </a:solidFill>
            <a:ln w="0">
              <a:noFill/>
              <a:prstDash val="solid"/>
            </a:ln>
          </p:spPr>
        </p:sp>
        <p:sp>
          <p:nvSpPr>
            <p:cNvPr id="909" name="original-2d:654"/>
            <p:cNvSpPr>
              <a:spLocks noGrp="1"/>
            </p:cNvSpPr>
            <p:nvPr/>
          </p:nvSpPr>
          <p:spPr>
            <a:xfrm>
              <a:off x="4608767" y="1834833"/>
              <a:ext cx="84723" cy="94121"/>
            </a:xfrm>
            <a:prstGeom prst="rect">
              <a:avLst/>
            </a:prstGeom>
            <a:solidFill>
              <a:srgbClr val="CC79A7"/>
            </a:solidFill>
            <a:ln w="0">
              <a:noFill/>
              <a:prstDash val="solid"/>
            </a:ln>
          </p:spPr>
        </p:sp>
        <p:sp>
          <p:nvSpPr>
            <p:cNvPr id="910" name="original-2d:655"/>
            <p:cNvSpPr>
              <a:spLocks noGrp="1"/>
            </p:cNvSpPr>
            <p:nvPr/>
          </p:nvSpPr>
          <p:spPr>
            <a:xfrm>
              <a:off x="4693349" y="1834833"/>
              <a:ext cx="84723" cy="94121"/>
            </a:xfrm>
            <a:prstGeom prst="rect">
              <a:avLst/>
            </a:prstGeom>
            <a:solidFill>
              <a:srgbClr val="CC79A7"/>
            </a:solidFill>
            <a:ln w="0">
              <a:noFill/>
              <a:prstDash val="solid"/>
            </a:ln>
          </p:spPr>
        </p:sp>
        <p:sp>
          <p:nvSpPr>
            <p:cNvPr id="911" name="original-2d:656"/>
            <p:cNvSpPr>
              <a:spLocks noGrp="1"/>
            </p:cNvSpPr>
            <p:nvPr/>
          </p:nvSpPr>
          <p:spPr>
            <a:xfrm>
              <a:off x="4777931" y="1834833"/>
              <a:ext cx="84723" cy="94121"/>
            </a:xfrm>
            <a:prstGeom prst="rect">
              <a:avLst/>
            </a:prstGeom>
            <a:solidFill>
              <a:srgbClr val="CC79A7"/>
            </a:solidFill>
            <a:ln w="0">
              <a:noFill/>
              <a:prstDash val="solid"/>
            </a:ln>
          </p:spPr>
        </p:sp>
        <p:sp>
          <p:nvSpPr>
            <p:cNvPr id="912" name="original-2d:657"/>
            <p:cNvSpPr>
              <a:spLocks noGrp="1"/>
            </p:cNvSpPr>
            <p:nvPr/>
          </p:nvSpPr>
          <p:spPr>
            <a:xfrm>
              <a:off x="4862513" y="1834833"/>
              <a:ext cx="84723" cy="94121"/>
            </a:xfrm>
            <a:prstGeom prst="rect">
              <a:avLst/>
            </a:prstGeom>
            <a:solidFill>
              <a:srgbClr val="CC79A7"/>
            </a:solidFill>
            <a:ln w="0">
              <a:noFill/>
              <a:prstDash val="solid"/>
            </a:ln>
          </p:spPr>
        </p:sp>
        <p:sp>
          <p:nvSpPr>
            <p:cNvPr id="913" name="original-2d:658"/>
            <p:cNvSpPr>
              <a:spLocks noGrp="1"/>
            </p:cNvSpPr>
            <p:nvPr/>
          </p:nvSpPr>
          <p:spPr>
            <a:xfrm>
              <a:off x="4947095" y="1834833"/>
              <a:ext cx="84723" cy="94121"/>
            </a:xfrm>
            <a:prstGeom prst="rect">
              <a:avLst/>
            </a:prstGeom>
            <a:solidFill>
              <a:srgbClr val="CC79A7"/>
            </a:solidFill>
            <a:ln w="0">
              <a:noFill/>
              <a:prstDash val="solid"/>
            </a:ln>
          </p:spPr>
        </p:sp>
        <p:sp>
          <p:nvSpPr>
            <p:cNvPr id="914" name="original-2d:659"/>
            <p:cNvSpPr>
              <a:spLocks noGrp="1"/>
            </p:cNvSpPr>
            <p:nvPr/>
          </p:nvSpPr>
          <p:spPr>
            <a:xfrm>
              <a:off x="5031677" y="1834833"/>
              <a:ext cx="84723" cy="94121"/>
            </a:xfrm>
            <a:prstGeom prst="rect">
              <a:avLst/>
            </a:prstGeom>
            <a:solidFill>
              <a:srgbClr val="CC79A7"/>
            </a:solidFill>
            <a:ln w="0">
              <a:noFill/>
              <a:prstDash val="solid"/>
            </a:ln>
          </p:spPr>
        </p:sp>
        <p:sp>
          <p:nvSpPr>
            <p:cNvPr id="915" name="original-2d:660"/>
            <p:cNvSpPr>
              <a:spLocks noGrp="1"/>
            </p:cNvSpPr>
            <p:nvPr/>
          </p:nvSpPr>
          <p:spPr>
            <a:xfrm>
              <a:off x="5116259" y="1834833"/>
              <a:ext cx="84723" cy="94121"/>
            </a:xfrm>
            <a:prstGeom prst="rect">
              <a:avLst/>
            </a:prstGeom>
            <a:solidFill>
              <a:srgbClr val="CC79A7"/>
            </a:solidFill>
            <a:ln w="0">
              <a:noFill/>
              <a:prstDash val="solid"/>
            </a:ln>
          </p:spPr>
        </p:sp>
        <p:sp>
          <p:nvSpPr>
            <p:cNvPr id="916" name="original-2d:661"/>
            <p:cNvSpPr>
              <a:spLocks noGrp="1"/>
            </p:cNvSpPr>
            <p:nvPr/>
          </p:nvSpPr>
          <p:spPr>
            <a:xfrm>
              <a:off x="5200841" y="1834833"/>
              <a:ext cx="84723" cy="94121"/>
            </a:xfrm>
            <a:prstGeom prst="rect">
              <a:avLst/>
            </a:prstGeom>
            <a:solidFill>
              <a:srgbClr val="CC79A7"/>
            </a:solidFill>
            <a:ln w="0">
              <a:noFill/>
              <a:prstDash val="solid"/>
            </a:ln>
          </p:spPr>
        </p:sp>
        <p:sp>
          <p:nvSpPr>
            <p:cNvPr id="917" name="original-2d:662"/>
            <p:cNvSpPr>
              <a:spLocks noGrp="1"/>
            </p:cNvSpPr>
            <p:nvPr/>
          </p:nvSpPr>
          <p:spPr>
            <a:xfrm>
              <a:off x="3593783" y="1928813"/>
              <a:ext cx="84723" cy="94121"/>
            </a:xfrm>
            <a:prstGeom prst="rect">
              <a:avLst/>
            </a:prstGeom>
            <a:solidFill>
              <a:srgbClr val="D4B4CC"/>
            </a:solidFill>
            <a:ln w="0">
              <a:noFill/>
              <a:prstDash val="solid"/>
            </a:ln>
          </p:spPr>
        </p:sp>
        <p:sp>
          <p:nvSpPr>
            <p:cNvPr id="918" name="original-2d:663"/>
            <p:cNvSpPr>
              <a:spLocks noGrp="1"/>
            </p:cNvSpPr>
            <p:nvPr/>
          </p:nvSpPr>
          <p:spPr>
            <a:xfrm>
              <a:off x="3678365" y="1928813"/>
              <a:ext cx="84723" cy="94121"/>
            </a:xfrm>
            <a:prstGeom prst="rect">
              <a:avLst/>
            </a:prstGeom>
            <a:solidFill>
              <a:srgbClr val="D4B4CC"/>
            </a:solidFill>
            <a:ln w="0">
              <a:noFill/>
              <a:prstDash val="solid"/>
            </a:ln>
          </p:spPr>
        </p:sp>
        <p:sp>
          <p:nvSpPr>
            <p:cNvPr id="919" name="original-2d:664"/>
            <p:cNvSpPr>
              <a:spLocks noGrp="1"/>
            </p:cNvSpPr>
            <p:nvPr/>
          </p:nvSpPr>
          <p:spPr>
            <a:xfrm>
              <a:off x="3762947" y="1928813"/>
              <a:ext cx="84723" cy="94121"/>
            </a:xfrm>
            <a:prstGeom prst="rect">
              <a:avLst/>
            </a:prstGeom>
            <a:solidFill>
              <a:srgbClr val="0072B2"/>
            </a:solidFill>
            <a:ln w="0">
              <a:noFill/>
              <a:prstDash val="solid"/>
            </a:ln>
          </p:spPr>
        </p:sp>
        <p:sp>
          <p:nvSpPr>
            <p:cNvPr id="920" name="original-2d:665"/>
            <p:cNvSpPr>
              <a:spLocks noGrp="1"/>
            </p:cNvSpPr>
            <p:nvPr/>
          </p:nvSpPr>
          <p:spPr>
            <a:xfrm>
              <a:off x="3847529" y="1928813"/>
              <a:ext cx="84723" cy="94121"/>
            </a:xfrm>
            <a:prstGeom prst="rect">
              <a:avLst/>
            </a:prstGeom>
            <a:solidFill>
              <a:srgbClr val="0072B2"/>
            </a:solidFill>
            <a:ln w="0">
              <a:noFill/>
              <a:prstDash val="solid"/>
            </a:ln>
          </p:spPr>
        </p:sp>
        <p:sp>
          <p:nvSpPr>
            <p:cNvPr id="921" name="original-2d:666"/>
            <p:cNvSpPr>
              <a:spLocks noGrp="1"/>
            </p:cNvSpPr>
            <p:nvPr/>
          </p:nvSpPr>
          <p:spPr>
            <a:xfrm>
              <a:off x="3932111" y="1928813"/>
              <a:ext cx="84723" cy="94121"/>
            </a:xfrm>
            <a:prstGeom prst="rect">
              <a:avLst/>
            </a:prstGeom>
            <a:solidFill>
              <a:srgbClr val="0072B2"/>
            </a:solidFill>
            <a:ln w="0">
              <a:noFill/>
              <a:prstDash val="solid"/>
            </a:ln>
          </p:spPr>
        </p:sp>
        <p:sp>
          <p:nvSpPr>
            <p:cNvPr id="922" name="original-2d:667"/>
            <p:cNvSpPr>
              <a:spLocks noGrp="1"/>
            </p:cNvSpPr>
            <p:nvPr/>
          </p:nvSpPr>
          <p:spPr>
            <a:xfrm>
              <a:off x="4016693" y="1928813"/>
              <a:ext cx="84723" cy="94121"/>
            </a:xfrm>
            <a:prstGeom prst="rect">
              <a:avLst/>
            </a:prstGeom>
            <a:solidFill>
              <a:srgbClr val="0072B2"/>
            </a:solidFill>
            <a:ln w="0">
              <a:noFill/>
              <a:prstDash val="solid"/>
            </a:ln>
          </p:spPr>
        </p:sp>
        <p:sp>
          <p:nvSpPr>
            <p:cNvPr id="923" name="original-2d:668"/>
            <p:cNvSpPr>
              <a:spLocks noGrp="1"/>
            </p:cNvSpPr>
            <p:nvPr/>
          </p:nvSpPr>
          <p:spPr>
            <a:xfrm>
              <a:off x="4101275" y="1928813"/>
              <a:ext cx="84723" cy="94121"/>
            </a:xfrm>
            <a:prstGeom prst="rect">
              <a:avLst/>
            </a:prstGeom>
            <a:solidFill>
              <a:srgbClr val="D4B4CC"/>
            </a:solidFill>
            <a:ln w="0">
              <a:noFill/>
              <a:prstDash val="solid"/>
            </a:ln>
          </p:spPr>
        </p:sp>
        <p:sp>
          <p:nvSpPr>
            <p:cNvPr id="924" name="original-2d:669"/>
            <p:cNvSpPr>
              <a:spLocks noGrp="1"/>
            </p:cNvSpPr>
            <p:nvPr/>
          </p:nvSpPr>
          <p:spPr>
            <a:xfrm>
              <a:off x="4185857" y="1928813"/>
              <a:ext cx="84723" cy="94121"/>
            </a:xfrm>
            <a:prstGeom prst="rect">
              <a:avLst/>
            </a:prstGeom>
            <a:solidFill>
              <a:srgbClr val="D4B4CC"/>
            </a:solidFill>
            <a:ln w="0">
              <a:noFill/>
              <a:prstDash val="solid"/>
            </a:ln>
          </p:spPr>
        </p:sp>
        <p:sp>
          <p:nvSpPr>
            <p:cNvPr id="925" name="original-2d:670"/>
            <p:cNvSpPr>
              <a:spLocks noGrp="1"/>
            </p:cNvSpPr>
            <p:nvPr/>
          </p:nvSpPr>
          <p:spPr>
            <a:xfrm>
              <a:off x="4270439" y="1928813"/>
              <a:ext cx="84723" cy="94121"/>
            </a:xfrm>
            <a:prstGeom prst="rect">
              <a:avLst/>
            </a:prstGeom>
            <a:solidFill>
              <a:srgbClr val="CC79A7"/>
            </a:solidFill>
            <a:ln w="0">
              <a:noFill/>
              <a:prstDash val="solid"/>
            </a:ln>
          </p:spPr>
        </p:sp>
        <p:sp>
          <p:nvSpPr>
            <p:cNvPr id="926" name="original-2d:671"/>
            <p:cNvSpPr>
              <a:spLocks noGrp="1"/>
            </p:cNvSpPr>
            <p:nvPr/>
          </p:nvSpPr>
          <p:spPr>
            <a:xfrm>
              <a:off x="4355021" y="1928813"/>
              <a:ext cx="84723" cy="94121"/>
            </a:xfrm>
            <a:prstGeom prst="rect">
              <a:avLst/>
            </a:prstGeom>
            <a:solidFill>
              <a:srgbClr val="CC79A7"/>
            </a:solidFill>
            <a:ln w="0">
              <a:noFill/>
              <a:prstDash val="solid"/>
            </a:ln>
          </p:spPr>
        </p:sp>
        <p:sp>
          <p:nvSpPr>
            <p:cNvPr id="927" name="original-2d:672"/>
            <p:cNvSpPr>
              <a:spLocks noGrp="1"/>
            </p:cNvSpPr>
            <p:nvPr/>
          </p:nvSpPr>
          <p:spPr>
            <a:xfrm>
              <a:off x="4439603" y="1928813"/>
              <a:ext cx="84723" cy="94121"/>
            </a:xfrm>
            <a:prstGeom prst="rect">
              <a:avLst/>
            </a:prstGeom>
            <a:solidFill>
              <a:srgbClr val="CC79A7"/>
            </a:solidFill>
            <a:ln w="0">
              <a:noFill/>
              <a:prstDash val="solid"/>
            </a:ln>
          </p:spPr>
        </p:sp>
        <p:sp>
          <p:nvSpPr>
            <p:cNvPr id="928" name="original-2d:673"/>
            <p:cNvSpPr>
              <a:spLocks noGrp="1"/>
            </p:cNvSpPr>
            <p:nvPr/>
          </p:nvSpPr>
          <p:spPr>
            <a:xfrm>
              <a:off x="4524185" y="1928813"/>
              <a:ext cx="84723" cy="94121"/>
            </a:xfrm>
            <a:prstGeom prst="rect">
              <a:avLst/>
            </a:prstGeom>
            <a:solidFill>
              <a:srgbClr val="CC79A7"/>
            </a:solidFill>
            <a:ln w="0">
              <a:noFill/>
              <a:prstDash val="solid"/>
            </a:ln>
          </p:spPr>
        </p:sp>
        <p:sp>
          <p:nvSpPr>
            <p:cNvPr id="929" name="original-2d:674"/>
            <p:cNvSpPr>
              <a:spLocks noGrp="1"/>
            </p:cNvSpPr>
            <p:nvPr/>
          </p:nvSpPr>
          <p:spPr>
            <a:xfrm>
              <a:off x="4608767" y="1928813"/>
              <a:ext cx="84723" cy="94121"/>
            </a:xfrm>
            <a:prstGeom prst="rect">
              <a:avLst/>
            </a:prstGeom>
            <a:solidFill>
              <a:srgbClr val="CC79A7"/>
            </a:solidFill>
            <a:ln w="0">
              <a:noFill/>
              <a:prstDash val="solid"/>
            </a:ln>
          </p:spPr>
        </p:sp>
        <p:sp>
          <p:nvSpPr>
            <p:cNvPr id="930" name="original-2d:675"/>
            <p:cNvSpPr>
              <a:spLocks noGrp="1"/>
            </p:cNvSpPr>
            <p:nvPr/>
          </p:nvSpPr>
          <p:spPr>
            <a:xfrm>
              <a:off x="4693349" y="1928813"/>
              <a:ext cx="84723" cy="94121"/>
            </a:xfrm>
            <a:prstGeom prst="rect">
              <a:avLst/>
            </a:prstGeom>
            <a:solidFill>
              <a:srgbClr val="CC79A7"/>
            </a:solidFill>
            <a:ln w="0">
              <a:noFill/>
              <a:prstDash val="solid"/>
            </a:ln>
          </p:spPr>
        </p:sp>
        <p:sp>
          <p:nvSpPr>
            <p:cNvPr id="931" name="original-2d:676"/>
            <p:cNvSpPr>
              <a:spLocks noGrp="1"/>
            </p:cNvSpPr>
            <p:nvPr/>
          </p:nvSpPr>
          <p:spPr>
            <a:xfrm>
              <a:off x="4777931" y="1928813"/>
              <a:ext cx="84723" cy="94121"/>
            </a:xfrm>
            <a:prstGeom prst="rect">
              <a:avLst/>
            </a:prstGeom>
            <a:solidFill>
              <a:srgbClr val="CC79A7"/>
            </a:solidFill>
            <a:ln w="0">
              <a:noFill/>
              <a:prstDash val="solid"/>
            </a:ln>
          </p:spPr>
        </p:sp>
        <p:sp>
          <p:nvSpPr>
            <p:cNvPr id="932" name="original-2d:677"/>
            <p:cNvSpPr>
              <a:spLocks noGrp="1"/>
            </p:cNvSpPr>
            <p:nvPr/>
          </p:nvSpPr>
          <p:spPr>
            <a:xfrm>
              <a:off x="4862513" y="1928813"/>
              <a:ext cx="84723" cy="94121"/>
            </a:xfrm>
            <a:prstGeom prst="rect">
              <a:avLst/>
            </a:prstGeom>
            <a:solidFill>
              <a:srgbClr val="CC79A7"/>
            </a:solidFill>
            <a:ln w="0">
              <a:noFill/>
              <a:prstDash val="solid"/>
            </a:ln>
          </p:spPr>
        </p:sp>
        <p:sp>
          <p:nvSpPr>
            <p:cNvPr id="933" name="original-2d:678"/>
            <p:cNvSpPr>
              <a:spLocks noGrp="1"/>
            </p:cNvSpPr>
            <p:nvPr/>
          </p:nvSpPr>
          <p:spPr>
            <a:xfrm>
              <a:off x="4947095" y="1928813"/>
              <a:ext cx="84723" cy="94121"/>
            </a:xfrm>
            <a:prstGeom prst="rect">
              <a:avLst/>
            </a:prstGeom>
            <a:solidFill>
              <a:srgbClr val="CC79A7"/>
            </a:solidFill>
            <a:ln w="0">
              <a:noFill/>
              <a:prstDash val="solid"/>
            </a:ln>
          </p:spPr>
        </p:sp>
        <p:sp>
          <p:nvSpPr>
            <p:cNvPr id="934" name="original-2d:679"/>
            <p:cNvSpPr>
              <a:spLocks noGrp="1"/>
            </p:cNvSpPr>
            <p:nvPr/>
          </p:nvSpPr>
          <p:spPr>
            <a:xfrm>
              <a:off x="5031677" y="1928813"/>
              <a:ext cx="84723" cy="94121"/>
            </a:xfrm>
            <a:prstGeom prst="rect">
              <a:avLst/>
            </a:prstGeom>
            <a:solidFill>
              <a:srgbClr val="CC79A7"/>
            </a:solidFill>
            <a:ln w="0">
              <a:noFill/>
              <a:prstDash val="solid"/>
            </a:ln>
          </p:spPr>
        </p:sp>
        <p:sp>
          <p:nvSpPr>
            <p:cNvPr id="935" name="original-2d:680"/>
            <p:cNvSpPr>
              <a:spLocks noGrp="1"/>
            </p:cNvSpPr>
            <p:nvPr/>
          </p:nvSpPr>
          <p:spPr>
            <a:xfrm>
              <a:off x="5116259" y="1928813"/>
              <a:ext cx="84723" cy="94121"/>
            </a:xfrm>
            <a:prstGeom prst="rect">
              <a:avLst/>
            </a:prstGeom>
            <a:solidFill>
              <a:srgbClr val="CC79A7"/>
            </a:solidFill>
            <a:ln w="0">
              <a:noFill/>
              <a:prstDash val="solid"/>
            </a:ln>
          </p:spPr>
        </p:sp>
        <p:sp>
          <p:nvSpPr>
            <p:cNvPr id="936" name="original-2d:681"/>
            <p:cNvSpPr>
              <a:spLocks noGrp="1"/>
            </p:cNvSpPr>
            <p:nvPr/>
          </p:nvSpPr>
          <p:spPr>
            <a:xfrm>
              <a:off x="5200841" y="1928813"/>
              <a:ext cx="84723" cy="94121"/>
            </a:xfrm>
            <a:prstGeom prst="rect">
              <a:avLst/>
            </a:prstGeom>
            <a:solidFill>
              <a:srgbClr val="D4B4CC"/>
            </a:solidFill>
            <a:ln w="0">
              <a:noFill/>
              <a:prstDash val="solid"/>
            </a:ln>
          </p:spPr>
        </p:sp>
        <p:sp>
          <p:nvSpPr>
            <p:cNvPr id="937" name="original-2d:682"/>
            <p:cNvSpPr>
              <a:spLocks noGrp="1"/>
            </p:cNvSpPr>
            <p:nvPr/>
          </p:nvSpPr>
          <p:spPr>
            <a:xfrm>
              <a:off x="3593783" y="2022793"/>
              <a:ext cx="84723" cy="94121"/>
            </a:xfrm>
            <a:prstGeom prst="rect">
              <a:avLst/>
            </a:prstGeom>
            <a:solidFill>
              <a:srgbClr val="D4B4CC"/>
            </a:solidFill>
            <a:ln w="0">
              <a:noFill/>
              <a:prstDash val="solid"/>
            </a:ln>
          </p:spPr>
        </p:sp>
        <p:sp>
          <p:nvSpPr>
            <p:cNvPr id="938" name="original-2d:683"/>
            <p:cNvSpPr>
              <a:spLocks noGrp="1"/>
            </p:cNvSpPr>
            <p:nvPr/>
          </p:nvSpPr>
          <p:spPr>
            <a:xfrm>
              <a:off x="3678365" y="2022793"/>
              <a:ext cx="84723" cy="94121"/>
            </a:xfrm>
            <a:prstGeom prst="rect">
              <a:avLst/>
            </a:prstGeom>
            <a:solidFill>
              <a:srgbClr val="0072B2"/>
            </a:solidFill>
            <a:ln w="0">
              <a:noFill/>
              <a:prstDash val="solid"/>
            </a:ln>
          </p:spPr>
        </p:sp>
        <p:sp>
          <p:nvSpPr>
            <p:cNvPr id="939" name="original-2d:684"/>
            <p:cNvSpPr>
              <a:spLocks noGrp="1"/>
            </p:cNvSpPr>
            <p:nvPr/>
          </p:nvSpPr>
          <p:spPr>
            <a:xfrm>
              <a:off x="3762947" y="2022793"/>
              <a:ext cx="84723" cy="94121"/>
            </a:xfrm>
            <a:prstGeom prst="rect">
              <a:avLst/>
            </a:prstGeom>
            <a:solidFill>
              <a:srgbClr val="0072B2"/>
            </a:solidFill>
            <a:ln w="0">
              <a:noFill/>
              <a:prstDash val="solid"/>
            </a:ln>
          </p:spPr>
        </p:sp>
        <p:sp>
          <p:nvSpPr>
            <p:cNvPr id="940" name="original-2d:685"/>
            <p:cNvSpPr>
              <a:spLocks noGrp="1"/>
            </p:cNvSpPr>
            <p:nvPr/>
          </p:nvSpPr>
          <p:spPr>
            <a:xfrm>
              <a:off x="3847529" y="2022793"/>
              <a:ext cx="84723" cy="94121"/>
            </a:xfrm>
            <a:prstGeom prst="rect">
              <a:avLst/>
            </a:prstGeom>
            <a:solidFill>
              <a:srgbClr val="0072B2"/>
            </a:solidFill>
            <a:ln w="0">
              <a:noFill/>
              <a:prstDash val="solid"/>
            </a:ln>
          </p:spPr>
        </p:sp>
        <p:sp>
          <p:nvSpPr>
            <p:cNvPr id="941" name="original-2d:686"/>
            <p:cNvSpPr>
              <a:spLocks noGrp="1"/>
            </p:cNvSpPr>
            <p:nvPr/>
          </p:nvSpPr>
          <p:spPr>
            <a:xfrm>
              <a:off x="3932111" y="2022793"/>
              <a:ext cx="84723" cy="94121"/>
            </a:xfrm>
            <a:prstGeom prst="rect">
              <a:avLst/>
            </a:prstGeom>
            <a:solidFill>
              <a:srgbClr val="0072B2"/>
            </a:solidFill>
            <a:ln w="0">
              <a:noFill/>
              <a:prstDash val="solid"/>
            </a:ln>
          </p:spPr>
        </p:sp>
        <p:sp>
          <p:nvSpPr>
            <p:cNvPr id="942" name="original-2d:687"/>
            <p:cNvSpPr>
              <a:spLocks noGrp="1"/>
            </p:cNvSpPr>
            <p:nvPr/>
          </p:nvSpPr>
          <p:spPr>
            <a:xfrm>
              <a:off x="4016693" y="2022793"/>
              <a:ext cx="84723" cy="94121"/>
            </a:xfrm>
            <a:prstGeom prst="rect">
              <a:avLst/>
            </a:prstGeom>
            <a:solidFill>
              <a:srgbClr val="0072B2"/>
            </a:solidFill>
            <a:ln w="0">
              <a:noFill/>
              <a:prstDash val="solid"/>
            </a:ln>
          </p:spPr>
        </p:sp>
        <p:sp>
          <p:nvSpPr>
            <p:cNvPr id="943" name="original-2d:688"/>
            <p:cNvSpPr>
              <a:spLocks noGrp="1"/>
            </p:cNvSpPr>
            <p:nvPr/>
          </p:nvSpPr>
          <p:spPr>
            <a:xfrm>
              <a:off x="4101275" y="2022793"/>
              <a:ext cx="84723" cy="94121"/>
            </a:xfrm>
            <a:prstGeom prst="rect">
              <a:avLst/>
            </a:prstGeom>
            <a:solidFill>
              <a:srgbClr val="0072B2"/>
            </a:solidFill>
            <a:ln w="0">
              <a:noFill/>
              <a:prstDash val="solid"/>
            </a:ln>
          </p:spPr>
        </p:sp>
        <p:sp>
          <p:nvSpPr>
            <p:cNvPr id="944" name="original-2d:689"/>
            <p:cNvSpPr>
              <a:spLocks noGrp="1"/>
            </p:cNvSpPr>
            <p:nvPr/>
          </p:nvSpPr>
          <p:spPr>
            <a:xfrm>
              <a:off x="4185857" y="2022793"/>
              <a:ext cx="84723" cy="94121"/>
            </a:xfrm>
            <a:prstGeom prst="rect">
              <a:avLst/>
            </a:prstGeom>
            <a:solidFill>
              <a:srgbClr val="D4B4CC"/>
            </a:solidFill>
            <a:ln w="0">
              <a:noFill/>
              <a:prstDash val="solid"/>
            </a:ln>
          </p:spPr>
        </p:sp>
        <p:sp>
          <p:nvSpPr>
            <p:cNvPr id="945" name="original-2d:690"/>
            <p:cNvSpPr>
              <a:spLocks noGrp="1"/>
            </p:cNvSpPr>
            <p:nvPr/>
          </p:nvSpPr>
          <p:spPr>
            <a:xfrm>
              <a:off x="4270439" y="2022793"/>
              <a:ext cx="84723" cy="94121"/>
            </a:xfrm>
            <a:prstGeom prst="rect">
              <a:avLst/>
            </a:prstGeom>
            <a:solidFill>
              <a:srgbClr val="CC79A7"/>
            </a:solidFill>
            <a:ln w="0">
              <a:noFill/>
              <a:prstDash val="solid"/>
            </a:ln>
          </p:spPr>
        </p:sp>
        <p:sp>
          <p:nvSpPr>
            <p:cNvPr id="946" name="original-2d:691"/>
            <p:cNvSpPr>
              <a:spLocks noGrp="1"/>
            </p:cNvSpPr>
            <p:nvPr/>
          </p:nvSpPr>
          <p:spPr>
            <a:xfrm>
              <a:off x="4355021" y="2022793"/>
              <a:ext cx="84723" cy="94121"/>
            </a:xfrm>
            <a:prstGeom prst="rect">
              <a:avLst/>
            </a:prstGeom>
            <a:solidFill>
              <a:srgbClr val="CC79A7"/>
            </a:solidFill>
            <a:ln w="0">
              <a:noFill/>
              <a:prstDash val="solid"/>
            </a:ln>
          </p:spPr>
        </p:sp>
        <p:sp>
          <p:nvSpPr>
            <p:cNvPr id="947" name="original-2d:692"/>
            <p:cNvSpPr>
              <a:spLocks noGrp="1"/>
            </p:cNvSpPr>
            <p:nvPr/>
          </p:nvSpPr>
          <p:spPr>
            <a:xfrm>
              <a:off x="4439603" y="2022793"/>
              <a:ext cx="84723" cy="94121"/>
            </a:xfrm>
            <a:prstGeom prst="rect">
              <a:avLst/>
            </a:prstGeom>
            <a:solidFill>
              <a:srgbClr val="CC79A7"/>
            </a:solidFill>
            <a:ln w="0">
              <a:noFill/>
              <a:prstDash val="solid"/>
            </a:ln>
          </p:spPr>
        </p:sp>
        <p:sp>
          <p:nvSpPr>
            <p:cNvPr id="948" name="original-2d:693"/>
            <p:cNvSpPr>
              <a:spLocks noGrp="1"/>
            </p:cNvSpPr>
            <p:nvPr/>
          </p:nvSpPr>
          <p:spPr>
            <a:xfrm>
              <a:off x="4524185" y="2022793"/>
              <a:ext cx="84723" cy="94121"/>
            </a:xfrm>
            <a:prstGeom prst="rect">
              <a:avLst/>
            </a:prstGeom>
            <a:solidFill>
              <a:srgbClr val="CC79A7"/>
            </a:solidFill>
            <a:ln w="0">
              <a:noFill/>
              <a:prstDash val="solid"/>
            </a:ln>
          </p:spPr>
        </p:sp>
        <p:sp>
          <p:nvSpPr>
            <p:cNvPr id="949" name="original-2d:694"/>
            <p:cNvSpPr>
              <a:spLocks noGrp="1"/>
            </p:cNvSpPr>
            <p:nvPr/>
          </p:nvSpPr>
          <p:spPr>
            <a:xfrm>
              <a:off x="4608767" y="2022793"/>
              <a:ext cx="84723" cy="94121"/>
            </a:xfrm>
            <a:prstGeom prst="rect">
              <a:avLst/>
            </a:prstGeom>
            <a:solidFill>
              <a:srgbClr val="CC79A7"/>
            </a:solidFill>
            <a:ln w="0">
              <a:noFill/>
              <a:prstDash val="solid"/>
            </a:ln>
          </p:spPr>
        </p:sp>
        <p:sp>
          <p:nvSpPr>
            <p:cNvPr id="950" name="original-2d:695"/>
            <p:cNvSpPr>
              <a:spLocks noGrp="1"/>
            </p:cNvSpPr>
            <p:nvPr/>
          </p:nvSpPr>
          <p:spPr>
            <a:xfrm>
              <a:off x="4693349" y="2022793"/>
              <a:ext cx="84723" cy="94121"/>
            </a:xfrm>
            <a:prstGeom prst="rect">
              <a:avLst/>
            </a:prstGeom>
            <a:solidFill>
              <a:srgbClr val="CC79A7"/>
            </a:solidFill>
            <a:ln w="0">
              <a:noFill/>
              <a:prstDash val="solid"/>
            </a:ln>
          </p:spPr>
        </p:sp>
        <p:sp>
          <p:nvSpPr>
            <p:cNvPr id="951" name="original-2d:696"/>
            <p:cNvSpPr>
              <a:spLocks noGrp="1"/>
            </p:cNvSpPr>
            <p:nvPr/>
          </p:nvSpPr>
          <p:spPr>
            <a:xfrm>
              <a:off x="4777931" y="2022793"/>
              <a:ext cx="84723" cy="94121"/>
            </a:xfrm>
            <a:prstGeom prst="rect">
              <a:avLst/>
            </a:prstGeom>
            <a:solidFill>
              <a:srgbClr val="CC79A7"/>
            </a:solidFill>
            <a:ln w="0">
              <a:noFill/>
              <a:prstDash val="solid"/>
            </a:ln>
          </p:spPr>
        </p:sp>
        <p:sp>
          <p:nvSpPr>
            <p:cNvPr id="952" name="original-2d:697"/>
            <p:cNvSpPr>
              <a:spLocks noGrp="1"/>
            </p:cNvSpPr>
            <p:nvPr/>
          </p:nvSpPr>
          <p:spPr>
            <a:xfrm>
              <a:off x="4862513" y="2022793"/>
              <a:ext cx="84723" cy="94121"/>
            </a:xfrm>
            <a:prstGeom prst="rect">
              <a:avLst/>
            </a:prstGeom>
            <a:solidFill>
              <a:srgbClr val="CC79A7"/>
            </a:solidFill>
            <a:ln w="0">
              <a:noFill/>
              <a:prstDash val="solid"/>
            </a:ln>
          </p:spPr>
        </p:sp>
        <p:sp>
          <p:nvSpPr>
            <p:cNvPr id="953" name="original-2d:698"/>
            <p:cNvSpPr>
              <a:spLocks noGrp="1"/>
            </p:cNvSpPr>
            <p:nvPr/>
          </p:nvSpPr>
          <p:spPr>
            <a:xfrm>
              <a:off x="4947095" y="2022793"/>
              <a:ext cx="84723" cy="94121"/>
            </a:xfrm>
            <a:prstGeom prst="rect">
              <a:avLst/>
            </a:prstGeom>
            <a:solidFill>
              <a:srgbClr val="CC79A7"/>
            </a:solidFill>
            <a:ln w="0">
              <a:noFill/>
              <a:prstDash val="solid"/>
            </a:ln>
          </p:spPr>
        </p:sp>
        <p:sp>
          <p:nvSpPr>
            <p:cNvPr id="954" name="original-2d:699"/>
            <p:cNvSpPr>
              <a:spLocks noGrp="1"/>
            </p:cNvSpPr>
            <p:nvPr/>
          </p:nvSpPr>
          <p:spPr>
            <a:xfrm>
              <a:off x="5031677" y="2022793"/>
              <a:ext cx="84723" cy="94121"/>
            </a:xfrm>
            <a:prstGeom prst="rect">
              <a:avLst/>
            </a:prstGeom>
            <a:solidFill>
              <a:srgbClr val="CC79A7"/>
            </a:solidFill>
            <a:ln w="0">
              <a:noFill/>
              <a:prstDash val="solid"/>
            </a:ln>
          </p:spPr>
        </p:sp>
        <p:sp>
          <p:nvSpPr>
            <p:cNvPr id="955" name="original-2d:700"/>
            <p:cNvSpPr>
              <a:spLocks noGrp="1"/>
            </p:cNvSpPr>
            <p:nvPr/>
          </p:nvSpPr>
          <p:spPr>
            <a:xfrm>
              <a:off x="5116259" y="2022793"/>
              <a:ext cx="84723" cy="94121"/>
            </a:xfrm>
            <a:prstGeom prst="rect">
              <a:avLst/>
            </a:prstGeom>
            <a:solidFill>
              <a:srgbClr val="CC79A7"/>
            </a:solidFill>
            <a:ln w="0">
              <a:noFill/>
              <a:prstDash val="solid"/>
            </a:ln>
          </p:spPr>
        </p:sp>
        <p:sp>
          <p:nvSpPr>
            <p:cNvPr id="956" name="original-2d:701"/>
            <p:cNvSpPr>
              <a:spLocks noGrp="1"/>
            </p:cNvSpPr>
            <p:nvPr/>
          </p:nvSpPr>
          <p:spPr>
            <a:xfrm>
              <a:off x="5200841" y="2022793"/>
              <a:ext cx="84723" cy="94121"/>
            </a:xfrm>
            <a:prstGeom prst="rect">
              <a:avLst/>
            </a:prstGeom>
            <a:solidFill>
              <a:srgbClr val="D4B4CC"/>
            </a:solidFill>
            <a:ln w="0">
              <a:noFill/>
              <a:prstDash val="solid"/>
            </a:ln>
          </p:spPr>
        </p:sp>
        <p:sp>
          <p:nvSpPr>
            <p:cNvPr id="957" name="original-2d:702"/>
            <p:cNvSpPr>
              <a:spLocks noGrp="1"/>
            </p:cNvSpPr>
            <p:nvPr/>
          </p:nvSpPr>
          <p:spPr>
            <a:xfrm>
              <a:off x="3593783" y="2116773"/>
              <a:ext cx="84723" cy="94121"/>
            </a:xfrm>
            <a:prstGeom prst="rect">
              <a:avLst/>
            </a:prstGeom>
            <a:solidFill>
              <a:srgbClr val="0072B2"/>
            </a:solidFill>
            <a:ln w="0">
              <a:noFill/>
              <a:prstDash val="solid"/>
            </a:ln>
          </p:spPr>
        </p:sp>
        <p:sp>
          <p:nvSpPr>
            <p:cNvPr id="958" name="original-2d:703"/>
            <p:cNvSpPr>
              <a:spLocks noGrp="1"/>
            </p:cNvSpPr>
            <p:nvPr/>
          </p:nvSpPr>
          <p:spPr>
            <a:xfrm>
              <a:off x="3678365" y="2116773"/>
              <a:ext cx="84723" cy="94121"/>
            </a:xfrm>
            <a:prstGeom prst="rect">
              <a:avLst/>
            </a:prstGeom>
            <a:solidFill>
              <a:srgbClr val="0072B2"/>
            </a:solidFill>
            <a:ln w="0">
              <a:noFill/>
              <a:prstDash val="solid"/>
            </a:ln>
          </p:spPr>
        </p:sp>
        <p:sp>
          <p:nvSpPr>
            <p:cNvPr id="959" name="original-2d:704"/>
            <p:cNvSpPr>
              <a:spLocks noGrp="1"/>
            </p:cNvSpPr>
            <p:nvPr/>
          </p:nvSpPr>
          <p:spPr>
            <a:xfrm>
              <a:off x="3762947" y="2116773"/>
              <a:ext cx="84723" cy="94121"/>
            </a:xfrm>
            <a:prstGeom prst="rect">
              <a:avLst/>
            </a:prstGeom>
            <a:solidFill>
              <a:srgbClr val="0072B2"/>
            </a:solidFill>
            <a:ln w="0">
              <a:noFill/>
              <a:prstDash val="solid"/>
            </a:ln>
          </p:spPr>
        </p:sp>
        <p:sp>
          <p:nvSpPr>
            <p:cNvPr id="960" name="original-2d:705"/>
            <p:cNvSpPr>
              <a:spLocks noGrp="1"/>
            </p:cNvSpPr>
            <p:nvPr/>
          </p:nvSpPr>
          <p:spPr>
            <a:xfrm>
              <a:off x="3847529" y="2116773"/>
              <a:ext cx="84723" cy="94121"/>
            </a:xfrm>
            <a:prstGeom prst="rect">
              <a:avLst/>
            </a:prstGeom>
            <a:solidFill>
              <a:srgbClr val="0072B2"/>
            </a:solidFill>
            <a:ln w="0">
              <a:noFill/>
              <a:prstDash val="solid"/>
            </a:ln>
          </p:spPr>
        </p:sp>
        <p:sp>
          <p:nvSpPr>
            <p:cNvPr id="961" name="original-2d:706"/>
            <p:cNvSpPr>
              <a:spLocks noGrp="1"/>
            </p:cNvSpPr>
            <p:nvPr/>
          </p:nvSpPr>
          <p:spPr>
            <a:xfrm>
              <a:off x="3932111" y="2116773"/>
              <a:ext cx="84723" cy="94121"/>
            </a:xfrm>
            <a:prstGeom prst="rect">
              <a:avLst/>
            </a:prstGeom>
            <a:solidFill>
              <a:srgbClr val="0072B2"/>
            </a:solidFill>
            <a:ln w="0">
              <a:noFill/>
              <a:prstDash val="solid"/>
            </a:ln>
          </p:spPr>
        </p:sp>
        <p:sp>
          <p:nvSpPr>
            <p:cNvPr id="962" name="original-2d:707"/>
            <p:cNvSpPr>
              <a:spLocks noGrp="1"/>
            </p:cNvSpPr>
            <p:nvPr/>
          </p:nvSpPr>
          <p:spPr>
            <a:xfrm>
              <a:off x="4016693" y="2116773"/>
              <a:ext cx="84723" cy="94121"/>
            </a:xfrm>
            <a:prstGeom prst="rect">
              <a:avLst/>
            </a:prstGeom>
            <a:solidFill>
              <a:srgbClr val="0072B2"/>
            </a:solidFill>
            <a:ln w="0">
              <a:noFill/>
              <a:prstDash val="solid"/>
            </a:ln>
          </p:spPr>
        </p:sp>
        <p:sp>
          <p:nvSpPr>
            <p:cNvPr id="963" name="original-2d:708"/>
            <p:cNvSpPr>
              <a:spLocks noGrp="1"/>
            </p:cNvSpPr>
            <p:nvPr/>
          </p:nvSpPr>
          <p:spPr>
            <a:xfrm>
              <a:off x="4101275" y="2116773"/>
              <a:ext cx="84723" cy="94121"/>
            </a:xfrm>
            <a:prstGeom prst="rect">
              <a:avLst/>
            </a:prstGeom>
            <a:solidFill>
              <a:srgbClr val="0072B2"/>
            </a:solidFill>
            <a:ln w="0">
              <a:noFill/>
              <a:prstDash val="solid"/>
            </a:ln>
          </p:spPr>
        </p:sp>
        <p:sp>
          <p:nvSpPr>
            <p:cNvPr id="964" name="original-2d:709"/>
            <p:cNvSpPr>
              <a:spLocks noGrp="1"/>
            </p:cNvSpPr>
            <p:nvPr/>
          </p:nvSpPr>
          <p:spPr>
            <a:xfrm>
              <a:off x="4185857" y="2116773"/>
              <a:ext cx="84723" cy="94121"/>
            </a:xfrm>
            <a:prstGeom prst="rect">
              <a:avLst/>
            </a:prstGeom>
            <a:solidFill>
              <a:srgbClr val="0072B2"/>
            </a:solidFill>
            <a:ln w="0">
              <a:noFill/>
              <a:prstDash val="solid"/>
            </a:ln>
          </p:spPr>
        </p:sp>
        <p:sp>
          <p:nvSpPr>
            <p:cNvPr id="965" name="original-2d:710"/>
            <p:cNvSpPr>
              <a:spLocks noGrp="1"/>
            </p:cNvSpPr>
            <p:nvPr/>
          </p:nvSpPr>
          <p:spPr>
            <a:xfrm>
              <a:off x="4270439" y="2116773"/>
              <a:ext cx="84723" cy="94121"/>
            </a:xfrm>
            <a:prstGeom prst="rect">
              <a:avLst/>
            </a:prstGeom>
            <a:solidFill>
              <a:srgbClr val="D4B4CC"/>
            </a:solidFill>
            <a:ln w="0">
              <a:noFill/>
              <a:prstDash val="solid"/>
            </a:ln>
          </p:spPr>
        </p:sp>
        <p:sp>
          <p:nvSpPr>
            <p:cNvPr id="966" name="original-2d:711"/>
            <p:cNvSpPr>
              <a:spLocks noGrp="1"/>
            </p:cNvSpPr>
            <p:nvPr/>
          </p:nvSpPr>
          <p:spPr>
            <a:xfrm>
              <a:off x="4355021" y="2116773"/>
              <a:ext cx="84723" cy="94121"/>
            </a:xfrm>
            <a:prstGeom prst="rect">
              <a:avLst/>
            </a:prstGeom>
            <a:solidFill>
              <a:srgbClr val="CC79A7"/>
            </a:solidFill>
            <a:ln w="0">
              <a:noFill/>
              <a:prstDash val="solid"/>
            </a:ln>
          </p:spPr>
        </p:sp>
        <p:sp>
          <p:nvSpPr>
            <p:cNvPr id="967" name="original-2d:712"/>
            <p:cNvSpPr>
              <a:spLocks noGrp="1"/>
            </p:cNvSpPr>
            <p:nvPr/>
          </p:nvSpPr>
          <p:spPr>
            <a:xfrm>
              <a:off x="4439603" y="2116773"/>
              <a:ext cx="84723" cy="94121"/>
            </a:xfrm>
            <a:prstGeom prst="rect">
              <a:avLst/>
            </a:prstGeom>
            <a:solidFill>
              <a:srgbClr val="CC79A7"/>
            </a:solidFill>
            <a:ln w="0">
              <a:noFill/>
              <a:prstDash val="solid"/>
            </a:ln>
          </p:spPr>
        </p:sp>
        <p:sp>
          <p:nvSpPr>
            <p:cNvPr id="968" name="original-2d:713"/>
            <p:cNvSpPr>
              <a:spLocks noGrp="1"/>
            </p:cNvSpPr>
            <p:nvPr/>
          </p:nvSpPr>
          <p:spPr>
            <a:xfrm>
              <a:off x="4524185" y="2116773"/>
              <a:ext cx="84723" cy="94121"/>
            </a:xfrm>
            <a:prstGeom prst="rect">
              <a:avLst/>
            </a:prstGeom>
            <a:solidFill>
              <a:srgbClr val="CC79A7"/>
            </a:solidFill>
            <a:ln w="0">
              <a:noFill/>
              <a:prstDash val="solid"/>
            </a:ln>
          </p:spPr>
        </p:sp>
        <p:sp>
          <p:nvSpPr>
            <p:cNvPr id="969" name="original-2d:714"/>
            <p:cNvSpPr>
              <a:spLocks noGrp="1"/>
            </p:cNvSpPr>
            <p:nvPr/>
          </p:nvSpPr>
          <p:spPr>
            <a:xfrm>
              <a:off x="4608767" y="2116773"/>
              <a:ext cx="84723" cy="94121"/>
            </a:xfrm>
            <a:prstGeom prst="rect">
              <a:avLst/>
            </a:prstGeom>
            <a:solidFill>
              <a:srgbClr val="CC79A7"/>
            </a:solidFill>
            <a:ln w="0">
              <a:noFill/>
              <a:prstDash val="solid"/>
            </a:ln>
          </p:spPr>
        </p:sp>
        <p:sp>
          <p:nvSpPr>
            <p:cNvPr id="970" name="original-2d:715"/>
            <p:cNvSpPr>
              <a:spLocks noGrp="1"/>
            </p:cNvSpPr>
            <p:nvPr/>
          </p:nvSpPr>
          <p:spPr>
            <a:xfrm>
              <a:off x="4693349" y="2116773"/>
              <a:ext cx="84723" cy="94121"/>
            </a:xfrm>
            <a:prstGeom prst="rect">
              <a:avLst/>
            </a:prstGeom>
            <a:solidFill>
              <a:srgbClr val="CC79A7"/>
            </a:solidFill>
            <a:ln w="0">
              <a:noFill/>
              <a:prstDash val="solid"/>
            </a:ln>
          </p:spPr>
        </p:sp>
        <p:sp>
          <p:nvSpPr>
            <p:cNvPr id="971" name="original-2d:716"/>
            <p:cNvSpPr>
              <a:spLocks noGrp="1"/>
            </p:cNvSpPr>
            <p:nvPr/>
          </p:nvSpPr>
          <p:spPr>
            <a:xfrm>
              <a:off x="4777931" y="2116773"/>
              <a:ext cx="84723" cy="94121"/>
            </a:xfrm>
            <a:prstGeom prst="rect">
              <a:avLst/>
            </a:prstGeom>
            <a:solidFill>
              <a:srgbClr val="CC79A7"/>
            </a:solidFill>
            <a:ln w="0">
              <a:noFill/>
              <a:prstDash val="solid"/>
            </a:ln>
          </p:spPr>
        </p:sp>
        <p:sp>
          <p:nvSpPr>
            <p:cNvPr id="972" name="original-2d:717"/>
            <p:cNvSpPr>
              <a:spLocks noGrp="1"/>
            </p:cNvSpPr>
            <p:nvPr/>
          </p:nvSpPr>
          <p:spPr>
            <a:xfrm>
              <a:off x="4862513" y="2116773"/>
              <a:ext cx="84723" cy="94121"/>
            </a:xfrm>
            <a:prstGeom prst="rect">
              <a:avLst/>
            </a:prstGeom>
            <a:solidFill>
              <a:srgbClr val="CC79A7"/>
            </a:solidFill>
            <a:ln w="0">
              <a:noFill/>
              <a:prstDash val="solid"/>
            </a:ln>
          </p:spPr>
        </p:sp>
        <p:sp>
          <p:nvSpPr>
            <p:cNvPr id="973" name="original-2d:718"/>
            <p:cNvSpPr>
              <a:spLocks noGrp="1"/>
            </p:cNvSpPr>
            <p:nvPr/>
          </p:nvSpPr>
          <p:spPr>
            <a:xfrm>
              <a:off x="4947095" y="2116773"/>
              <a:ext cx="84723" cy="94121"/>
            </a:xfrm>
            <a:prstGeom prst="rect">
              <a:avLst/>
            </a:prstGeom>
            <a:solidFill>
              <a:srgbClr val="D4B4CC"/>
            </a:solidFill>
            <a:ln w="0">
              <a:noFill/>
              <a:prstDash val="solid"/>
            </a:ln>
          </p:spPr>
        </p:sp>
        <p:sp>
          <p:nvSpPr>
            <p:cNvPr id="974" name="original-2d:719"/>
            <p:cNvSpPr>
              <a:spLocks noGrp="1"/>
            </p:cNvSpPr>
            <p:nvPr/>
          </p:nvSpPr>
          <p:spPr>
            <a:xfrm>
              <a:off x="5031677" y="2116773"/>
              <a:ext cx="84723" cy="94121"/>
            </a:xfrm>
            <a:prstGeom prst="rect">
              <a:avLst/>
            </a:prstGeom>
            <a:solidFill>
              <a:srgbClr val="D4B4CC"/>
            </a:solidFill>
            <a:ln w="0">
              <a:noFill/>
              <a:prstDash val="solid"/>
            </a:ln>
          </p:spPr>
        </p:sp>
        <p:sp>
          <p:nvSpPr>
            <p:cNvPr id="975" name="original-2d:720"/>
            <p:cNvSpPr>
              <a:spLocks noGrp="1"/>
            </p:cNvSpPr>
            <p:nvPr/>
          </p:nvSpPr>
          <p:spPr>
            <a:xfrm>
              <a:off x="5116259" y="2116773"/>
              <a:ext cx="84723" cy="94121"/>
            </a:xfrm>
            <a:prstGeom prst="rect">
              <a:avLst/>
            </a:prstGeom>
            <a:solidFill>
              <a:srgbClr val="D4B4CC"/>
            </a:solidFill>
            <a:ln w="0">
              <a:noFill/>
              <a:prstDash val="solid"/>
            </a:ln>
          </p:spPr>
        </p:sp>
        <p:sp>
          <p:nvSpPr>
            <p:cNvPr id="976" name="original-2d:721"/>
            <p:cNvSpPr>
              <a:spLocks noGrp="1"/>
            </p:cNvSpPr>
            <p:nvPr/>
          </p:nvSpPr>
          <p:spPr>
            <a:xfrm>
              <a:off x="5200841" y="2116773"/>
              <a:ext cx="84723" cy="94121"/>
            </a:xfrm>
            <a:prstGeom prst="rect">
              <a:avLst/>
            </a:prstGeom>
            <a:solidFill>
              <a:srgbClr val="D4B4CC"/>
            </a:solidFill>
            <a:ln w="0">
              <a:noFill/>
              <a:prstDash val="solid"/>
            </a:ln>
          </p:spPr>
        </p:sp>
        <p:sp>
          <p:nvSpPr>
            <p:cNvPr id="977" name="original-2d:722"/>
            <p:cNvSpPr>
              <a:spLocks noGrp="1"/>
            </p:cNvSpPr>
            <p:nvPr/>
          </p:nvSpPr>
          <p:spPr>
            <a:xfrm>
              <a:off x="3593783" y="2210753"/>
              <a:ext cx="84723" cy="94121"/>
            </a:xfrm>
            <a:prstGeom prst="rect">
              <a:avLst/>
            </a:prstGeom>
            <a:solidFill>
              <a:srgbClr val="0072B2"/>
            </a:solidFill>
            <a:ln w="0">
              <a:noFill/>
              <a:prstDash val="solid"/>
            </a:ln>
          </p:spPr>
        </p:sp>
        <p:sp>
          <p:nvSpPr>
            <p:cNvPr id="978" name="original-2d:723"/>
            <p:cNvSpPr>
              <a:spLocks noGrp="1"/>
            </p:cNvSpPr>
            <p:nvPr/>
          </p:nvSpPr>
          <p:spPr>
            <a:xfrm>
              <a:off x="3678365" y="2210753"/>
              <a:ext cx="84723" cy="94121"/>
            </a:xfrm>
            <a:prstGeom prst="rect">
              <a:avLst/>
            </a:prstGeom>
            <a:solidFill>
              <a:srgbClr val="0072B2"/>
            </a:solidFill>
            <a:ln w="0">
              <a:noFill/>
              <a:prstDash val="solid"/>
            </a:ln>
          </p:spPr>
        </p:sp>
        <p:sp>
          <p:nvSpPr>
            <p:cNvPr id="979" name="original-2d:724"/>
            <p:cNvSpPr>
              <a:spLocks noGrp="1"/>
            </p:cNvSpPr>
            <p:nvPr/>
          </p:nvSpPr>
          <p:spPr>
            <a:xfrm>
              <a:off x="3762947" y="2210753"/>
              <a:ext cx="84723" cy="94121"/>
            </a:xfrm>
            <a:prstGeom prst="rect">
              <a:avLst/>
            </a:prstGeom>
            <a:solidFill>
              <a:srgbClr val="0072B2"/>
            </a:solidFill>
            <a:ln w="0">
              <a:noFill/>
              <a:prstDash val="solid"/>
            </a:ln>
          </p:spPr>
        </p:sp>
        <p:sp>
          <p:nvSpPr>
            <p:cNvPr id="980" name="original-2d:725"/>
            <p:cNvSpPr>
              <a:spLocks noGrp="1"/>
            </p:cNvSpPr>
            <p:nvPr/>
          </p:nvSpPr>
          <p:spPr>
            <a:xfrm>
              <a:off x="3847529" y="2210753"/>
              <a:ext cx="84723" cy="94121"/>
            </a:xfrm>
            <a:prstGeom prst="rect">
              <a:avLst/>
            </a:prstGeom>
            <a:solidFill>
              <a:srgbClr val="0072B2"/>
            </a:solidFill>
            <a:ln w="0">
              <a:noFill/>
              <a:prstDash val="solid"/>
            </a:ln>
          </p:spPr>
        </p:sp>
        <p:sp>
          <p:nvSpPr>
            <p:cNvPr id="981" name="original-2d:726"/>
            <p:cNvSpPr>
              <a:spLocks noGrp="1"/>
            </p:cNvSpPr>
            <p:nvPr/>
          </p:nvSpPr>
          <p:spPr>
            <a:xfrm>
              <a:off x="3932111" y="2210753"/>
              <a:ext cx="84723" cy="94121"/>
            </a:xfrm>
            <a:prstGeom prst="rect">
              <a:avLst/>
            </a:prstGeom>
            <a:solidFill>
              <a:srgbClr val="0072B2"/>
            </a:solidFill>
            <a:ln w="0">
              <a:noFill/>
              <a:prstDash val="solid"/>
            </a:ln>
          </p:spPr>
        </p:sp>
        <p:sp>
          <p:nvSpPr>
            <p:cNvPr id="982" name="original-2d:727"/>
            <p:cNvSpPr>
              <a:spLocks noGrp="1"/>
            </p:cNvSpPr>
            <p:nvPr/>
          </p:nvSpPr>
          <p:spPr>
            <a:xfrm>
              <a:off x="4016693" y="2210753"/>
              <a:ext cx="84723" cy="94121"/>
            </a:xfrm>
            <a:prstGeom prst="rect">
              <a:avLst/>
            </a:prstGeom>
            <a:solidFill>
              <a:srgbClr val="0072B2"/>
            </a:solidFill>
            <a:ln w="0">
              <a:noFill/>
              <a:prstDash val="solid"/>
            </a:ln>
          </p:spPr>
        </p:sp>
        <p:sp>
          <p:nvSpPr>
            <p:cNvPr id="983" name="original-2d:728"/>
            <p:cNvSpPr>
              <a:spLocks noGrp="1"/>
            </p:cNvSpPr>
            <p:nvPr/>
          </p:nvSpPr>
          <p:spPr>
            <a:xfrm>
              <a:off x="4101275" y="2210753"/>
              <a:ext cx="84723" cy="94121"/>
            </a:xfrm>
            <a:prstGeom prst="rect">
              <a:avLst/>
            </a:prstGeom>
            <a:solidFill>
              <a:srgbClr val="0072B2"/>
            </a:solidFill>
            <a:ln w="0">
              <a:noFill/>
              <a:prstDash val="solid"/>
            </a:ln>
          </p:spPr>
        </p:sp>
        <p:sp>
          <p:nvSpPr>
            <p:cNvPr id="984" name="original-2d:729"/>
            <p:cNvSpPr>
              <a:spLocks noGrp="1"/>
            </p:cNvSpPr>
            <p:nvPr/>
          </p:nvSpPr>
          <p:spPr>
            <a:xfrm>
              <a:off x="4185857" y="2210753"/>
              <a:ext cx="84723" cy="94121"/>
            </a:xfrm>
            <a:prstGeom prst="rect">
              <a:avLst/>
            </a:prstGeom>
            <a:solidFill>
              <a:srgbClr val="0072B2"/>
            </a:solidFill>
            <a:ln w="0">
              <a:noFill/>
              <a:prstDash val="solid"/>
            </a:ln>
          </p:spPr>
        </p:sp>
        <p:sp>
          <p:nvSpPr>
            <p:cNvPr id="985" name="original-2d:730"/>
            <p:cNvSpPr>
              <a:spLocks noGrp="1"/>
            </p:cNvSpPr>
            <p:nvPr/>
          </p:nvSpPr>
          <p:spPr>
            <a:xfrm>
              <a:off x="4270439" y="2210753"/>
              <a:ext cx="84723" cy="94121"/>
            </a:xfrm>
            <a:prstGeom prst="rect">
              <a:avLst/>
            </a:prstGeom>
            <a:solidFill>
              <a:srgbClr val="D4B4CC"/>
            </a:solidFill>
            <a:ln w="0">
              <a:noFill/>
              <a:prstDash val="solid"/>
            </a:ln>
          </p:spPr>
        </p:sp>
        <p:sp>
          <p:nvSpPr>
            <p:cNvPr id="986" name="original-2d:731"/>
            <p:cNvSpPr>
              <a:spLocks noGrp="1"/>
            </p:cNvSpPr>
            <p:nvPr/>
          </p:nvSpPr>
          <p:spPr>
            <a:xfrm>
              <a:off x="4355021" y="2210753"/>
              <a:ext cx="84723" cy="94121"/>
            </a:xfrm>
            <a:prstGeom prst="rect">
              <a:avLst/>
            </a:prstGeom>
            <a:solidFill>
              <a:srgbClr val="D4B4CC"/>
            </a:solidFill>
            <a:ln w="0">
              <a:noFill/>
              <a:prstDash val="solid"/>
            </a:ln>
          </p:spPr>
        </p:sp>
        <p:sp>
          <p:nvSpPr>
            <p:cNvPr id="987" name="original-2d:732"/>
            <p:cNvSpPr>
              <a:spLocks noGrp="1"/>
            </p:cNvSpPr>
            <p:nvPr/>
          </p:nvSpPr>
          <p:spPr>
            <a:xfrm>
              <a:off x="4439603" y="2210753"/>
              <a:ext cx="84723" cy="94121"/>
            </a:xfrm>
            <a:prstGeom prst="rect">
              <a:avLst/>
            </a:prstGeom>
            <a:solidFill>
              <a:srgbClr val="D4B4CC"/>
            </a:solidFill>
            <a:ln w="0">
              <a:noFill/>
              <a:prstDash val="solid"/>
            </a:ln>
          </p:spPr>
        </p:sp>
        <p:sp>
          <p:nvSpPr>
            <p:cNvPr id="988" name="original-2d:733"/>
            <p:cNvSpPr>
              <a:spLocks noGrp="1"/>
            </p:cNvSpPr>
            <p:nvPr/>
          </p:nvSpPr>
          <p:spPr>
            <a:xfrm>
              <a:off x="4524185" y="2210753"/>
              <a:ext cx="84723" cy="94121"/>
            </a:xfrm>
            <a:prstGeom prst="rect">
              <a:avLst/>
            </a:prstGeom>
            <a:solidFill>
              <a:srgbClr val="D4B4CC"/>
            </a:solidFill>
            <a:ln w="0">
              <a:noFill/>
              <a:prstDash val="solid"/>
            </a:ln>
          </p:spPr>
        </p:sp>
        <p:sp>
          <p:nvSpPr>
            <p:cNvPr id="989" name="original-2d:734"/>
            <p:cNvSpPr>
              <a:spLocks noGrp="1"/>
            </p:cNvSpPr>
            <p:nvPr/>
          </p:nvSpPr>
          <p:spPr>
            <a:xfrm>
              <a:off x="4608767" y="2210753"/>
              <a:ext cx="84723" cy="94121"/>
            </a:xfrm>
            <a:prstGeom prst="rect">
              <a:avLst/>
            </a:prstGeom>
            <a:solidFill>
              <a:srgbClr val="D4B4CC"/>
            </a:solidFill>
            <a:ln w="0">
              <a:noFill/>
              <a:prstDash val="solid"/>
            </a:ln>
          </p:spPr>
        </p:sp>
        <p:sp>
          <p:nvSpPr>
            <p:cNvPr id="990" name="original-2d:735"/>
            <p:cNvSpPr>
              <a:spLocks noGrp="1"/>
            </p:cNvSpPr>
            <p:nvPr/>
          </p:nvSpPr>
          <p:spPr>
            <a:xfrm>
              <a:off x="4693349" y="2210753"/>
              <a:ext cx="84723" cy="94121"/>
            </a:xfrm>
            <a:prstGeom prst="rect">
              <a:avLst/>
            </a:prstGeom>
            <a:solidFill>
              <a:srgbClr val="D4B4CC"/>
            </a:solidFill>
            <a:ln w="0">
              <a:noFill/>
              <a:prstDash val="solid"/>
            </a:ln>
          </p:spPr>
        </p:sp>
        <p:sp>
          <p:nvSpPr>
            <p:cNvPr id="991" name="original-2d:736"/>
            <p:cNvSpPr>
              <a:spLocks noGrp="1"/>
            </p:cNvSpPr>
            <p:nvPr/>
          </p:nvSpPr>
          <p:spPr>
            <a:xfrm>
              <a:off x="4777931" y="2210753"/>
              <a:ext cx="84723" cy="94121"/>
            </a:xfrm>
            <a:prstGeom prst="rect">
              <a:avLst/>
            </a:prstGeom>
            <a:solidFill>
              <a:srgbClr val="D4B4CC"/>
            </a:solidFill>
            <a:ln w="0">
              <a:noFill/>
              <a:prstDash val="solid"/>
            </a:ln>
          </p:spPr>
        </p:sp>
        <p:sp>
          <p:nvSpPr>
            <p:cNvPr id="992" name="original-2d:737"/>
            <p:cNvSpPr>
              <a:spLocks noGrp="1"/>
            </p:cNvSpPr>
            <p:nvPr/>
          </p:nvSpPr>
          <p:spPr>
            <a:xfrm>
              <a:off x="4862513" y="2210753"/>
              <a:ext cx="84723" cy="94121"/>
            </a:xfrm>
            <a:prstGeom prst="rect">
              <a:avLst/>
            </a:prstGeom>
            <a:solidFill>
              <a:srgbClr val="D4B4CC"/>
            </a:solidFill>
            <a:ln w="0">
              <a:noFill/>
              <a:prstDash val="solid"/>
            </a:ln>
          </p:spPr>
        </p:sp>
        <p:sp>
          <p:nvSpPr>
            <p:cNvPr id="993" name="original-2d:738"/>
            <p:cNvSpPr>
              <a:spLocks noGrp="1"/>
            </p:cNvSpPr>
            <p:nvPr/>
          </p:nvSpPr>
          <p:spPr>
            <a:xfrm>
              <a:off x="4947095" y="2210753"/>
              <a:ext cx="84723" cy="94121"/>
            </a:xfrm>
            <a:prstGeom prst="rect">
              <a:avLst/>
            </a:prstGeom>
            <a:solidFill>
              <a:srgbClr val="D4B4CC"/>
            </a:solidFill>
            <a:ln w="0">
              <a:noFill/>
              <a:prstDash val="solid"/>
            </a:ln>
          </p:spPr>
        </p:sp>
        <p:sp>
          <p:nvSpPr>
            <p:cNvPr id="994" name="original-2d:739"/>
            <p:cNvSpPr>
              <a:spLocks noGrp="1"/>
            </p:cNvSpPr>
            <p:nvPr/>
          </p:nvSpPr>
          <p:spPr>
            <a:xfrm>
              <a:off x="5031677" y="2210753"/>
              <a:ext cx="84723" cy="94121"/>
            </a:xfrm>
            <a:prstGeom prst="rect">
              <a:avLst/>
            </a:prstGeom>
            <a:solidFill>
              <a:srgbClr val="D4B4CC"/>
            </a:solidFill>
            <a:ln w="0">
              <a:noFill/>
              <a:prstDash val="solid"/>
            </a:ln>
          </p:spPr>
        </p:sp>
        <p:sp>
          <p:nvSpPr>
            <p:cNvPr id="995" name="original-2d:740"/>
            <p:cNvSpPr>
              <a:spLocks noGrp="1"/>
            </p:cNvSpPr>
            <p:nvPr/>
          </p:nvSpPr>
          <p:spPr>
            <a:xfrm>
              <a:off x="5116259" y="2210753"/>
              <a:ext cx="84723" cy="94121"/>
            </a:xfrm>
            <a:prstGeom prst="rect">
              <a:avLst/>
            </a:prstGeom>
            <a:solidFill>
              <a:srgbClr val="D4B4CC"/>
            </a:solidFill>
            <a:ln w="0">
              <a:noFill/>
              <a:prstDash val="solid"/>
            </a:ln>
          </p:spPr>
        </p:sp>
        <p:sp>
          <p:nvSpPr>
            <p:cNvPr id="996" name="original-2d:741"/>
            <p:cNvSpPr>
              <a:spLocks noGrp="1"/>
            </p:cNvSpPr>
            <p:nvPr/>
          </p:nvSpPr>
          <p:spPr>
            <a:xfrm>
              <a:off x="5200841" y="2210753"/>
              <a:ext cx="84723" cy="94121"/>
            </a:xfrm>
            <a:prstGeom prst="rect">
              <a:avLst/>
            </a:prstGeom>
            <a:solidFill>
              <a:srgbClr val="DCE8ED"/>
            </a:solidFill>
            <a:ln w="0">
              <a:noFill/>
              <a:prstDash val="solid"/>
            </a:ln>
          </p:spPr>
        </p:sp>
        <p:sp>
          <p:nvSpPr>
            <p:cNvPr id="997" name="original-2d:742"/>
            <p:cNvSpPr>
              <a:spLocks noGrp="1"/>
            </p:cNvSpPr>
            <p:nvPr/>
          </p:nvSpPr>
          <p:spPr>
            <a:xfrm>
              <a:off x="3593783" y="2304733"/>
              <a:ext cx="84723" cy="94121"/>
            </a:xfrm>
            <a:prstGeom prst="rect">
              <a:avLst/>
            </a:prstGeom>
            <a:solidFill>
              <a:srgbClr val="0072B2"/>
            </a:solidFill>
            <a:ln w="0">
              <a:noFill/>
              <a:prstDash val="solid"/>
            </a:ln>
          </p:spPr>
        </p:sp>
        <p:sp>
          <p:nvSpPr>
            <p:cNvPr id="998" name="original-2d:743"/>
            <p:cNvSpPr>
              <a:spLocks noGrp="1"/>
            </p:cNvSpPr>
            <p:nvPr/>
          </p:nvSpPr>
          <p:spPr>
            <a:xfrm>
              <a:off x="3678365" y="2304733"/>
              <a:ext cx="84723" cy="94121"/>
            </a:xfrm>
            <a:prstGeom prst="rect">
              <a:avLst/>
            </a:prstGeom>
            <a:solidFill>
              <a:srgbClr val="0072B2"/>
            </a:solidFill>
            <a:ln w="0">
              <a:noFill/>
              <a:prstDash val="solid"/>
            </a:ln>
          </p:spPr>
        </p:sp>
        <p:sp>
          <p:nvSpPr>
            <p:cNvPr id="999" name="original-2d:744"/>
            <p:cNvSpPr>
              <a:spLocks noGrp="1"/>
            </p:cNvSpPr>
            <p:nvPr/>
          </p:nvSpPr>
          <p:spPr>
            <a:xfrm>
              <a:off x="3762947" y="2304733"/>
              <a:ext cx="84723" cy="94121"/>
            </a:xfrm>
            <a:prstGeom prst="rect">
              <a:avLst/>
            </a:prstGeom>
            <a:solidFill>
              <a:srgbClr val="0072B2"/>
            </a:solidFill>
            <a:ln w="0">
              <a:noFill/>
              <a:prstDash val="solid"/>
            </a:ln>
          </p:spPr>
        </p:sp>
        <p:sp>
          <p:nvSpPr>
            <p:cNvPr id="1000" name="original-2d:745"/>
            <p:cNvSpPr>
              <a:spLocks noGrp="1"/>
            </p:cNvSpPr>
            <p:nvPr/>
          </p:nvSpPr>
          <p:spPr>
            <a:xfrm>
              <a:off x="3847529" y="2304733"/>
              <a:ext cx="84723" cy="94121"/>
            </a:xfrm>
            <a:prstGeom prst="rect">
              <a:avLst/>
            </a:prstGeom>
            <a:solidFill>
              <a:srgbClr val="0072B2"/>
            </a:solidFill>
            <a:ln w="0">
              <a:noFill/>
              <a:prstDash val="solid"/>
            </a:ln>
          </p:spPr>
        </p:sp>
        <p:sp>
          <p:nvSpPr>
            <p:cNvPr id="1001" name="original-2d:746"/>
            <p:cNvSpPr>
              <a:spLocks noGrp="1"/>
            </p:cNvSpPr>
            <p:nvPr/>
          </p:nvSpPr>
          <p:spPr>
            <a:xfrm>
              <a:off x="3932111" y="2304733"/>
              <a:ext cx="84723" cy="94121"/>
            </a:xfrm>
            <a:prstGeom prst="rect">
              <a:avLst/>
            </a:prstGeom>
            <a:solidFill>
              <a:srgbClr val="0072B2"/>
            </a:solidFill>
            <a:ln w="0">
              <a:noFill/>
              <a:prstDash val="solid"/>
            </a:ln>
          </p:spPr>
        </p:sp>
        <p:sp>
          <p:nvSpPr>
            <p:cNvPr id="1002" name="original-2d:747"/>
            <p:cNvSpPr>
              <a:spLocks noGrp="1"/>
            </p:cNvSpPr>
            <p:nvPr/>
          </p:nvSpPr>
          <p:spPr>
            <a:xfrm>
              <a:off x="4016693" y="2304733"/>
              <a:ext cx="84723" cy="94121"/>
            </a:xfrm>
            <a:prstGeom prst="rect">
              <a:avLst/>
            </a:prstGeom>
            <a:solidFill>
              <a:srgbClr val="0072B2"/>
            </a:solidFill>
            <a:ln w="0">
              <a:noFill/>
              <a:prstDash val="solid"/>
            </a:ln>
          </p:spPr>
        </p:sp>
        <p:sp>
          <p:nvSpPr>
            <p:cNvPr id="1003" name="original-2d:748"/>
            <p:cNvSpPr>
              <a:spLocks noGrp="1"/>
            </p:cNvSpPr>
            <p:nvPr/>
          </p:nvSpPr>
          <p:spPr>
            <a:xfrm>
              <a:off x="4101275" y="2304733"/>
              <a:ext cx="84723" cy="94121"/>
            </a:xfrm>
            <a:prstGeom prst="rect">
              <a:avLst/>
            </a:prstGeom>
            <a:solidFill>
              <a:srgbClr val="0072B2"/>
            </a:solidFill>
            <a:ln w="0">
              <a:noFill/>
              <a:prstDash val="solid"/>
            </a:ln>
          </p:spPr>
        </p:sp>
        <p:sp>
          <p:nvSpPr>
            <p:cNvPr id="1004" name="original-2d:749"/>
            <p:cNvSpPr>
              <a:spLocks noGrp="1"/>
            </p:cNvSpPr>
            <p:nvPr/>
          </p:nvSpPr>
          <p:spPr>
            <a:xfrm>
              <a:off x="4185857" y="2304733"/>
              <a:ext cx="84723" cy="94121"/>
            </a:xfrm>
            <a:prstGeom prst="rect">
              <a:avLst/>
            </a:prstGeom>
            <a:solidFill>
              <a:srgbClr val="D4B4CC"/>
            </a:solidFill>
            <a:ln w="0">
              <a:noFill/>
              <a:prstDash val="solid"/>
            </a:ln>
          </p:spPr>
        </p:sp>
        <p:sp>
          <p:nvSpPr>
            <p:cNvPr id="1005" name="original-2d:750"/>
            <p:cNvSpPr>
              <a:spLocks noGrp="1"/>
            </p:cNvSpPr>
            <p:nvPr/>
          </p:nvSpPr>
          <p:spPr>
            <a:xfrm>
              <a:off x="4270439" y="2304733"/>
              <a:ext cx="84723" cy="94121"/>
            </a:xfrm>
            <a:prstGeom prst="rect">
              <a:avLst/>
            </a:prstGeom>
            <a:solidFill>
              <a:srgbClr val="D4B4CC"/>
            </a:solidFill>
            <a:ln w="0">
              <a:noFill/>
              <a:prstDash val="solid"/>
            </a:ln>
          </p:spPr>
        </p:sp>
        <p:sp>
          <p:nvSpPr>
            <p:cNvPr id="1006" name="original-2d:751"/>
            <p:cNvSpPr>
              <a:spLocks noGrp="1"/>
            </p:cNvSpPr>
            <p:nvPr/>
          </p:nvSpPr>
          <p:spPr>
            <a:xfrm>
              <a:off x="4355021" y="2304733"/>
              <a:ext cx="84723" cy="94121"/>
            </a:xfrm>
            <a:prstGeom prst="rect">
              <a:avLst/>
            </a:prstGeom>
            <a:solidFill>
              <a:srgbClr val="D4B4CC"/>
            </a:solidFill>
            <a:ln w="0">
              <a:noFill/>
              <a:prstDash val="solid"/>
            </a:ln>
          </p:spPr>
        </p:sp>
        <p:sp>
          <p:nvSpPr>
            <p:cNvPr id="1007" name="original-2d:752"/>
            <p:cNvSpPr>
              <a:spLocks noGrp="1"/>
            </p:cNvSpPr>
            <p:nvPr/>
          </p:nvSpPr>
          <p:spPr>
            <a:xfrm>
              <a:off x="4439603" y="2304733"/>
              <a:ext cx="84723" cy="94121"/>
            </a:xfrm>
            <a:prstGeom prst="rect">
              <a:avLst/>
            </a:prstGeom>
            <a:solidFill>
              <a:srgbClr val="D4B4CC"/>
            </a:solidFill>
            <a:ln w="0">
              <a:noFill/>
              <a:prstDash val="solid"/>
            </a:ln>
          </p:spPr>
        </p:sp>
        <p:sp>
          <p:nvSpPr>
            <p:cNvPr id="1008" name="original-2d:753"/>
            <p:cNvSpPr>
              <a:spLocks noGrp="1"/>
            </p:cNvSpPr>
            <p:nvPr/>
          </p:nvSpPr>
          <p:spPr>
            <a:xfrm>
              <a:off x="4524185" y="2304733"/>
              <a:ext cx="84723" cy="94121"/>
            </a:xfrm>
            <a:prstGeom prst="rect">
              <a:avLst/>
            </a:prstGeom>
            <a:solidFill>
              <a:srgbClr val="D4B4CC"/>
            </a:solidFill>
            <a:ln w="0">
              <a:noFill/>
              <a:prstDash val="solid"/>
            </a:ln>
          </p:spPr>
        </p:sp>
        <p:sp>
          <p:nvSpPr>
            <p:cNvPr id="1009" name="original-2d:754"/>
            <p:cNvSpPr>
              <a:spLocks noGrp="1"/>
            </p:cNvSpPr>
            <p:nvPr/>
          </p:nvSpPr>
          <p:spPr>
            <a:xfrm>
              <a:off x="4608767" y="2304733"/>
              <a:ext cx="84723" cy="94121"/>
            </a:xfrm>
            <a:prstGeom prst="rect">
              <a:avLst/>
            </a:prstGeom>
            <a:solidFill>
              <a:srgbClr val="D4B4CC"/>
            </a:solidFill>
            <a:ln w="0">
              <a:noFill/>
              <a:prstDash val="solid"/>
            </a:ln>
          </p:spPr>
        </p:sp>
        <p:sp>
          <p:nvSpPr>
            <p:cNvPr id="1010" name="original-2d:755"/>
            <p:cNvSpPr>
              <a:spLocks noGrp="1"/>
            </p:cNvSpPr>
            <p:nvPr/>
          </p:nvSpPr>
          <p:spPr>
            <a:xfrm>
              <a:off x="4693349" y="2304733"/>
              <a:ext cx="84723" cy="94121"/>
            </a:xfrm>
            <a:prstGeom prst="rect">
              <a:avLst/>
            </a:prstGeom>
            <a:solidFill>
              <a:srgbClr val="D4B4CC"/>
            </a:solidFill>
            <a:ln w="0">
              <a:noFill/>
              <a:prstDash val="solid"/>
            </a:ln>
          </p:spPr>
        </p:sp>
        <p:sp>
          <p:nvSpPr>
            <p:cNvPr id="1011" name="original-2d:756"/>
            <p:cNvSpPr>
              <a:spLocks noGrp="1"/>
            </p:cNvSpPr>
            <p:nvPr/>
          </p:nvSpPr>
          <p:spPr>
            <a:xfrm>
              <a:off x="4777931" y="2304733"/>
              <a:ext cx="84723" cy="94121"/>
            </a:xfrm>
            <a:prstGeom prst="rect">
              <a:avLst/>
            </a:prstGeom>
            <a:solidFill>
              <a:srgbClr val="D4B4CC"/>
            </a:solidFill>
            <a:ln w="0">
              <a:noFill/>
              <a:prstDash val="solid"/>
            </a:ln>
          </p:spPr>
        </p:sp>
        <p:sp>
          <p:nvSpPr>
            <p:cNvPr id="1012" name="original-2d:757"/>
            <p:cNvSpPr>
              <a:spLocks noGrp="1"/>
            </p:cNvSpPr>
            <p:nvPr/>
          </p:nvSpPr>
          <p:spPr>
            <a:xfrm>
              <a:off x="4862513" y="2304733"/>
              <a:ext cx="84723" cy="94121"/>
            </a:xfrm>
            <a:prstGeom prst="rect">
              <a:avLst/>
            </a:prstGeom>
            <a:solidFill>
              <a:srgbClr val="D4B4CC"/>
            </a:solidFill>
            <a:ln w="0">
              <a:noFill/>
              <a:prstDash val="solid"/>
            </a:ln>
          </p:spPr>
        </p:sp>
        <p:sp>
          <p:nvSpPr>
            <p:cNvPr id="1013" name="original-2d:758"/>
            <p:cNvSpPr>
              <a:spLocks noGrp="1"/>
            </p:cNvSpPr>
            <p:nvPr/>
          </p:nvSpPr>
          <p:spPr>
            <a:xfrm>
              <a:off x="4947095" y="2304733"/>
              <a:ext cx="84723" cy="94121"/>
            </a:xfrm>
            <a:prstGeom prst="rect">
              <a:avLst/>
            </a:prstGeom>
            <a:solidFill>
              <a:srgbClr val="DCE8ED"/>
            </a:solidFill>
            <a:ln w="0">
              <a:noFill/>
              <a:prstDash val="solid"/>
            </a:ln>
          </p:spPr>
        </p:sp>
        <p:sp>
          <p:nvSpPr>
            <p:cNvPr id="1014" name="original-2d:759"/>
            <p:cNvSpPr>
              <a:spLocks noGrp="1"/>
            </p:cNvSpPr>
            <p:nvPr/>
          </p:nvSpPr>
          <p:spPr>
            <a:xfrm>
              <a:off x="5031677" y="2304733"/>
              <a:ext cx="84723" cy="94121"/>
            </a:xfrm>
            <a:prstGeom prst="rect">
              <a:avLst/>
            </a:prstGeom>
            <a:solidFill>
              <a:srgbClr val="DCE8ED"/>
            </a:solidFill>
            <a:ln w="0">
              <a:noFill/>
              <a:prstDash val="solid"/>
            </a:ln>
          </p:spPr>
        </p:sp>
        <p:sp>
          <p:nvSpPr>
            <p:cNvPr id="1015" name="original-2d:760"/>
            <p:cNvSpPr>
              <a:spLocks noGrp="1"/>
            </p:cNvSpPr>
            <p:nvPr/>
          </p:nvSpPr>
          <p:spPr>
            <a:xfrm>
              <a:off x="5116259" y="2304733"/>
              <a:ext cx="84723" cy="94121"/>
            </a:xfrm>
            <a:prstGeom prst="rect">
              <a:avLst/>
            </a:prstGeom>
            <a:solidFill>
              <a:srgbClr val="DCE8ED"/>
            </a:solidFill>
            <a:ln w="0">
              <a:noFill/>
              <a:prstDash val="solid"/>
            </a:ln>
          </p:spPr>
        </p:sp>
        <p:sp>
          <p:nvSpPr>
            <p:cNvPr id="1016" name="original-2d:761"/>
            <p:cNvSpPr>
              <a:spLocks noGrp="1"/>
            </p:cNvSpPr>
            <p:nvPr/>
          </p:nvSpPr>
          <p:spPr>
            <a:xfrm>
              <a:off x="5200841" y="2304733"/>
              <a:ext cx="84723" cy="94121"/>
            </a:xfrm>
            <a:prstGeom prst="rect">
              <a:avLst/>
            </a:prstGeom>
            <a:solidFill>
              <a:srgbClr val="DCE8ED"/>
            </a:solidFill>
            <a:ln w="0">
              <a:noFill/>
              <a:prstDash val="solid"/>
            </a:ln>
          </p:spPr>
        </p:sp>
        <p:sp>
          <p:nvSpPr>
            <p:cNvPr id="1017" name="original-2d:762"/>
            <p:cNvSpPr>
              <a:spLocks noGrp="1"/>
            </p:cNvSpPr>
            <p:nvPr/>
          </p:nvSpPr>
          <p:spPr>
            <a:xfrm>
              <a:off x="3593783" y="2398713"/>
              <a:ext cx="84723" cy="94121"/>
            </a:xfrm>
            <a:prstGeom prst="rect">
              <a:avLst/>
            </a:prstGeom>
            <a:solidFill>
              <a:srgbClr val="0072B2"/>
            </a:solidFill>
            <a:ln w="0">
              <a:noFill/>
              <a:prstDash val="solid"/>
            </a:ln>
          </p:spPr>
        </p:sp>
        <p:sp>
          <p:nvSpPr>
            <p:cNvPr id="1018" name="original-2d:763"/>
            <p:cNvSpPr>
              <a:spLocks noGrp="1"/>
            </p:cNvSpPr>
            <p:nvPr/>
          </p:nvSpPr>
          <p:spPr>
            <a:xfrm>
              <a:off x="3678365" y="2398713"/>
              <a:ext cx="84723" cy="94121"/>
            </a:xfrm>
            <a:prstGeom prst="rect">
              <a:avLst/>
            </a:prstGeom>
            <a:solidFill>
              <a:srgbClr val="0072B2"/>
            </a:solidFill>
            <a:ln w="0">
              <a:noFill/>
              <a:prstDash val="solid"/>
            </a:ln>
          </p:spPr>
        </p:sp>
        <p:sp>
          <p:nvSpPr>
            <p:cNvPr id="1019" name="original-2d:764"/>
            <p:cNvSpPr>
              <a:spLocks noGrp="1"/>
            </p:cNvSpPr>
            <p:nvPr/>
          </p:nvSpPr>
          <p:spPr>
            <a:xfrm>
              <a:off x="3762947" y="2398713"/>
              <a:ext cx="84723" cy="94121"/>
            </a:xfrm>
            <a:prstGeom prst="rect">
              <a:avLst/>
            </a:prstGeom>
            <a:solidFill>
              <a:srgbClr val="0072B2"/>
            </a:solidFill>
            <a:ln w="0">
              <a:noFill/>
              <a:prstDash val="solid"/>
            </a:ln>
          </p:spPr>
        </p:sp>
        <p:sp>
          <p:nvSpPr>
            <p:cNvPr id="1020" name="original-2d:765"/>
            <p:cNvSpPr>
              <a:spLocks noGrp="1"/>
            </p:cNvSpPr>
            <p:nvPr/>
          </p:nvSpPr>
          <p:spPr>
            <a:xfrm>
              <a:off x="3847529" y="2398713"/>
              <a:ext cx="84723" cy="94121"/>
            </a:xfrm>
            <a:prstGeom prst="rect">
              <a:avLst/>
            </a:prstGeom>
            <a:solidFill>
              <a:srgbClr val="0072B2"/>
            </a:solidFill>
            <a:ln w="0">
              <a:noFill/>
              <a:prstDash val="solid"/>
            </a:ln>
          </p:spPr>
        </p:sp>
        <p:sp>
          <p:nvSpPr>
            <p:cNvPr id="1021" name="original-2d:766"/>
            <p:cNvSpPr>
              <a:spLocks noGrp="1"/>
            </p:cNvSpPr>
            <p:nvPr/>
          </p:nvSpPr>
          <p:spPr>
            <a:xfrm>
              <a:off x="3932111" y="2398713"/>
              <a:ext cx="84723" cy="94121"/>
            </a:xfrm>
            <a:prstGeom prst="rect">
              <a:avLst/>
            </a:prstGeom>
            <a:solidFill>
              <a:srgbClr val="0072B2"/>
            </a:solidFill>
            <a:ln w="0">
              <a:noFill/>
              <a:prstDash val="solid"/>
            </a:ln>
          </p:spPr>
        </p:sp>
        <p:sp>
          <p:nvSpPr>
            <p:cNvPr id="1022" name="original-2d:767"/>
            <p:cNvSpPr>
              <a:spLocks noGrp="1"/>
            </p:cNvSpPr>
            <p:nvPr/>
          </p:nvSpPr>
          <p:spPr>
            <a:xfrm>
              <a:off x="4016693" y="2398713"/>
              <a:ext cx="84723" cy="94121"/>
            </a:xfrm>
            <a:prstGeom prst="rect">
              <a:avLst/>
            </a:prstGeom>
            <a:solidFill>
              <a:srgbClr val="0072B2"/>
            </a:solidFill>
            <a:ln w="0">
              <a:noFill/>
              <a:prstDash val="solid"/>
            </a:ln>
          </p:spPr>
        </p:sp>
        <p:sp>
          <p:nvSpPr>
            <p:cNvPr id="1023" name="original-2d:768"/>
            <p:cNvSpPr>
              <a:spLocks noGrp="1"/>
            </p:cNvSpPr>
            <p:nvPr/>
          </p:nvSpPr>
          <p:spPr>
            <a:xfrm>
              <a:off x="4101275" y="2398713"/>
              <a:ext cx="84723" cy="94121"/>
            </a:xfrm>
            <a:prstGeom prst="rect">
              <a:avLst/>
            </a:prstGeom>
            <a:solidFill>
              <a:srgbClr val="D4B4CC"/>
            </a:solidFill>
            <a:ln w="0">
              <a:noFill/>
              <a:prstDash val="solid"/>
            </a:ln>
          </p:spPr>
        </p:sp>
        <p:sp>
          <p:nvSpPr>
            <p:cNvPr id="1024" name="original-2d:769"/>
            <p:cNvSpPr>
              <a:spLocks noGrp="1"/>
            </p:cNvSpPr>
            <p:nvPr/>
          </p:nvSpPr>
          <p:spPr>
            <a:xfrm>
              <a:off x="4185857" y="2398713"/>
              <a:ext cx="84723" cy="94121"/>
            </a:xfrm>
            <a:prstGeom prst="rect">
              <a:avLst/>
            </a:prstGeom>
            <a:solidFill>
              <a:srgbClr val="D4B4CC"/>
            </a:solidFill>
            <a:ln w="0">
              <a:noFill/>
              <a:prstDash val="solid"/>
            </a:ln>
          </p:spPr>
        </p:sp>
        <p:sp>
          <p:nvSpPr>
            <p:cNvPr id="1025" name="original-2d:770"/>
            <p:cNvSpPr>
              <a:spLocks noGrp="1"/>
            </p:cNvSpPr>
            <p:nvPr/>
          </p:nvSpPr>
          <p:spPr>
            <a:xfrm>
              <a:off x="4270439" y="2398713"/>
              <a:ext cx="84723" cy="94121"/>
            </a:xfrm>
            <a:prstGeom prst="rect">
              <a:avLst/>
            </a:prstGeom>
            <a:solidFill>
              <a:srgbClr val="D4B4CC"/>
            </a:solidFill>
            <a:ln w="0">
              <a:noFill/>
              <a:prstDash val="solid"/>
            </a:ln>
          </p:spPr>
        </p:sp>
        <p:sp>
          <p:nvSpPr>
            <p:cNvPr id="1026" name="original-2d:771"/>
            <p:cNvSpPr>
              <a:spLocks noGrp="1"/>
            </p:cNvSpPr>
            <p:nvPr/>
          </p:nvSpPr>
          <p:spPr>
            <a:xfrm>
              <a:off x="4355021" y="2398713"/>
              <a:ext cx="84723" cy="94121"/>
            </a:xfrm>
            <a:prstGeom prst="rect">
              <a:avLst/>
            </a:prstGeom>
            <a:solidFill>
              <a:srgbClr val="D4B4CC"/>
            </a:solidFill>
            <a:ln w="0">
              <a:noFill/>
              <a:prstDash val="solid"/>
            </a:ln>
          </p:spPr>
        </p:sp>
        <p:sp>
          <p:nvSpPr>
            <p:cNvPr id="1027" name="original-2d:772"/>
            <p:cNvSpPr>
              <a:spLocks noGrp="1"/>
            </p:cNvSpPr>
            <p:nvPr/>
          </p:nvSpPr>
          <p:spPr>
            <a:xfrm>
              <a:off x="4439603" y="2398713"/>
              <a:ext cx="84723" cy="94121"/>
            </a:xfrm>
            <a:prstGeom prst="rect">
              <a:avLst/>
            </a:prstGeom>
            <a:solidFill>
              <a:srgbClr val="DCE8ED"/>
            </a:solidFill>
            <a:ln w="0">
              <a:noFill/>
              <a:prstDash val="solid"/>
            </a:ln>
          </p:spPr>
        </p:sp>
        <p:sp>
          <p:nvSpPr>
            <p:cNvPr id="1028" name="original-2d:773"/>
            <p:cNvSpPr>
              <a:spLocks noGrp="1"/>
            </p:cNvSpPr>
            <p:nvPr/>
          </p:nvSpPr>
          <p:spPr>
            <a:xfrm>
              <a:off x="4524185" y="2398713"/>
              <a:ext cx="84723" cy="94121"/>
            </a:xfrm>
            <a:prstGeom prst="rect">
              <a:avLst/>
            </a:prstGeom>
            <a:solidFill>
              <a:srgbClr val="DCE8ED"/>
            </a:solidFill>
            <a:ln w="0">
              <a:noFill/>
              <a:prstDash val="solid"/>
            </a:ln>
          </p:spPr>
        </p:sp>
        <p:sp>
          <p:nvSpPr>
            <p:cNvPr id="1029" name="original-2d:774"/>
            <p:cNvSpPr>
              <a:spLocks noGrp="1"/>
            </p:cNvSpPr>
            <p:nvPr/>
          </p:nvSpPr>
          <p:spPr>
            <a:xfrm>
              <a:off x="4608767" y="2398713"/>
              <a:ext cx="84723" cy="94121"/>
            </a:xfrm>
            <a:prstGeom prst="rect">
              <a:avLst/>
            </a:prstGeom>
            <a:solidFill>
              <a:srgbClr val="DCE8ED"/>
            </a:solidFill>
            <a:ln w="0">
              <a:noFill/>
              <a:prstDash val="solid"/>
            </a:ln>
          </p:spPr>
        </p:sp>
        <p:sp>
          <p:nvSpPr>
            <p:cNvPr id="1030" name="original-2d:775"/>
            <p:cNvSpPr>
              <a:spLocks noGrp="1"/>
            </p:cNvSpPr>
            <p:nvPr/>
          </p:nvSpPr>
          <p:spPr>
            <a:xfrm>
              <a:off x="4693349" y="2398713"/>
              <a:ext cx="84723" cy="94121"/>
            </a:xfrm>
            <a:prstGeom prst="rect">
              <a:avLst/>
            </a:prstGeom>
            <a:solidFill>
              <a:srgbClr val="DCE8ED"/>
            </a:solidFill>
            <a:ln w="0">
              <a:noFill/>
              <a:prstDash val="solid"/>
            </a:ln>
          </p:spPr>
        </p:sp>
        <p:sp>
          <p:nvSpPr>
            <p:cNvPr id="1031" name="original-2d:776"/>
            <p:cNvSpPr>
              <a:spLocks noGrp="1"/>
            </p:cNvSpPr>
            <p:nvPr/>
          </p:nvSpPr>
          <p:spPr>
            <a:xfrm>
              <a:off x="4777931" y="2398713"/>
              <a:ext cx="84723" cy="94121"/>
            </a:xfrm>
            <a:prstGeom prst="rect">
              <a:avLst/>
            </a:prstGeom>
            <a:solidFill>
              <a:srgbClr val="DCE8ED"/>
            </a:solidFill>
            <a:ln w="0">
              <a:noFill/>
              <a:prstDash val="solid"/>
            </a:ln>
          </p:spPr>
        </p:sp>
        <p:sp>
          <p:nvSpPr>
            <p:cNvPr id="1032" name="original-2d:777"/>
            <p:cNvSpPr>
              <a:spLocks noGrp="1"/>
            </p:cNvSpPr>
            <p:nvPr/>
          </p:nvSpPr>
          <p:spPr>
            <a:xfrm>
              <a:off x="4862513" y="2398713"/>
              <a:ext cx="84723" cy="94121"/>
            </a:xfrm>
            <a:prstGeom prst="rect">
              <a:avLst/>
            </a:prstGeom>
            <a:solidFill>
              <a:srgbClr val="DCE8ED"/>
            </a:solidFill>
            <a:ln w="0">
              <a:noFill/>
              <a:prstDash val="solid"/>
            </a:ln>
          </p:spPr>
        </p:sp>
        <p:sp>
          <p:nvSpPr>
            <p:cNvPr id="1033" name="original-2d:778"/>
            <p:cNvSpPr>
              <a:spLocks noGrp="1"/>
            </p:cNvSpPr>
            <p:nvPr/>
          </p:nvSpPr>
          <p:spPr>
            <a:xfrm>
              <a:off x="4947095" y="2398713"/>
              <a:ext cx="84723" cy="94121"/>
            </a:xfrm>
            <a:prstGeom prst="rect">
              <a:avLst/>
            </a:prstGeom>
            <a:solidFill>
              <a:srgbClr val="DCE8ED"/>
            </a:solidFill>
            <a:ln w="0">
              <a:noFill/>
              <a:prstDash val="solid"/>
            </a:ln>
          </p:spPr>
        </p:sp>
        <p:sp>
          <p:nvSpPr>
            <p:cNvPr id="1034" name="original-2d:779"/>
            <p:cNvSpPr>
              <a:spLocks noGrp="1"/>
            </p:cNvSpPr>
            <p:nvPr/>
          </p:nvSpPr>
          <p:spPr>
            <a:xfrm>
              <a:off x="5031677" y="2398713"/>
              <a:ext cx="84723" cy="94121"/>
            </a:xfrm>
            <a:prstGeom prst="rect">
              <a:avLst/>
            </a:prstGeom>
            <a:solidFill>
              <a:srgbClr val="DCE8ED"/>
            </a:solidFill>
            <a:ln w="0">
              <a:noFill/>
              <a:prstDash val="solid"/>
            </a:ln>
          </p:spPr>
        </p:sp>
        <p:sp>
          <p:nvSpPr>
            <p:cNvPr id="1035" name="original-2d:780"/>
            <p:cNvSpPr>
              <a:spLocks noGrp="1"/>
            </p:cNvSpPr>
            <p:nvPr/>
          </p:nvSpPr>
          <p:spPr>
            <a:xfrm>
              <a:off x="5116259" y="2398713"/>
              <a:ext cx="84723" cy="94121"/>
            </a:xfrm>
            <a:prstGeom prst="rect">
              <a:avLst/>
            </a:prstGeom>
            <a:solidFill>
              <a:srgbClr val="DCE8ED"/>
            </a:solidFill>
            <a:ln w="0">
              <a:noFill/>
              <a:prstDash val="solid"/>
            </a:ln>
          </p:spPr>
        </p:sp>
        <p:sp>
          <p:nvSpPr>
            <p:cNvPr id="1036" name="original-2d:781"/>
            <p:cNvSpPr>
              <a:spLocks noGrp="1"/>
            </p:cNvSpPr>
            <p:nvPr/>
          </p:nvSpPr>
          <p:spPr>
            <a:xfrm>
              <a:off x="5200841" y="2398713"/>
              <a:ext cx="84723" cy="94121"/>
            </a:xfrm>
            <a:prstGeom prst="rect">
              <a:avLst/>
            </a:prstGeom>
            <a:solidFill>
              <a:srgbClr val="DCE8ED"/>
            </a:solidFill>
            <a:ln w="0">
              <a:noFill/>
              <a:prstDash val="solid"/>
            </a:ln>
          </p:spPr>
        </p:sp>
        <p:sp>
          <p:nvSpPr>
            <p:cNvPr id="1037" name="original-2d:782"/>
            <p:cNvSpPr>
              <a:spLocks noGrp="1"/>
            </p:cNvSpPr>
            <p:nvPr/>
          </p:nvSpPr>
          <p:spPr>
            <a:xfrm>
              <a:off x="3593783" y="2492693"/>
              <a:ext cx="84723" cy="94121"/>
            </a:xfrm>
            <a:prstGeom prst="rect">
              <a:avLst/>
            </a:prstGeom>
            <a:solidFill>
              <a:srgbClr val="0072B2"/>
            </a:solidFill>
            <a:ln w="0">
              <a:noFill/>
              <a:prstDash val="solid"/>
            </a:ln>
          </p:spPr>
        </p:sp>
        <p:sp>
          <p:nvSpPr>
            <p:cNvPr id="1038" name="original-2d:783"/>
            <p:cNvSpPr>
              <a:spLocks noGrp="1"/>
            </p:cNvSpPr>
            <p:nvPr/>
          </p:nvSpPr>
          <p:spPr>
            <a:xfrm>
              <a:off x="3678365" y="2492693"/>
              <a:ext cx="84723" cy="94121"/>
            </a:xfrm>
            <a:prstGeom prst="rect">
              <a:avLst/>
            </a:prstGeom>
            <a:solidFill>
              <a:srgbClr val="0072B2"/>
            </a:solidFill>
            <a:ln w="0">
              <a:noFill/>
              <a:prstDash val="solid"/>
            </a:ln>
          </p:spPr>
        </p:sp>
        <p:sp>
          <p:nvSpPr>
            <p:cNvPr id="1039" name="original-2d:784"/>
            <p:cNvSpPr>
              <a:spLocks noGrp="1"/>
            </p:cNvSpPr>
            <p:nvPr/>
          </p:nvSpPr>
          <p:spPr>
            <a:xfrm>
              <a:off x="3762947" y="2492693"/>
              <a:ext cx="84723" cy="94121"/>
            </a:xfrm>
            <a:prstGeom prst="rect">
              <a:avLst/>
            </a:prstGeom>
            <a:solidFill>
              <a:srgbClr val="0072B2"/>
            </a:solidFill>
            <a:ln w="0">
              <a:noFill/>
              <a:prstDash val="solid"/>
            </a:ln>
          </p:spPr>
        </p:sp>
        <p:sp>
          <p:nvSpPr>
            <p:cNvPr id="1040" name="original-2d:785"/>
            <p:cNvSpPr>
              <a:spLocks noGrp="1"/>
            </p:cNvSpPr>
            <p:nvPr/>
          </p:nvSpPr>
          <p:spPr>
            <a:xfrm>
              <a:off x="3847529" y="2492693"/>
              <a:ext cx="84723" cy="94121"/>
            </a:xfrm>
            <a:prstGeom prst="rect">
              <a:avLst/>
            </a:prstGeom>
            <a:solidFill>
              <a:srgbClr val="0072B2"/>
            </a:solidFill>
            <a:ln w="0">
              <a:noFill/>
              <a:prstDash val="solid"/>
            </a:ln>
          </p:spPr>
        </p:sp>
        <p:sp>
          <p:nvSpPr>
            <p:cNvPr id="1041" name="original-2d:786"/>
            <p:cNvSpPr>
              <a:spLocks noGrp="1"/>
            </p:cNvSpPr>
            <p:nvPr/>
          </p:nvSpPr>
          <p:spPr>
            <a:xfrm>
              <a:off x="3932111" y="2492693"/>
              <a:ext cx="84723" cy="94121"/>
            </a:xfrm>
            <a:prstGeom prst="rect">
              <a:avLst/>
            </a:prstGeom>
            <a:solidFill>
              <a:srgbClr val="0072B2"/>
            </a:solidFill>
            <a:ln w="0">
              <a:noFill/>
              <a:prstDash val="solid"/>
            </a:ln>
          </p:spPr>
        </p:sp>
        <p:sp>
          <p:nvSpPr>
            <p:cNvPr id="1042" name="original-2d:787"/>
            <p:cNvSpPr>
              <a:spLocks noGrp="1"/>
            </p:cNvSpPr>
            <p:nvPr/>
          </p:nvSpPr>
          <p:spPr>
            <a:xfrm>
              <a:off x="4016693" y="2492693"/>
              <a:ext cx="84723" cy="94121"/>
            </a:xfrm>
            <a:prstGeom prst="rect">
              <a:avLst/>
            </a:prstGeom>
            <a:solidFill>
              <a:srgbClr val="D4B4CC"/>
            </a:solidFill>
            <a:ln w="0">
              <a:noFill/>
              <a:prstDash val="solid"/>
            </a:ln>
          </p:spPr>
        </p:sp>
        <p:sp>
          <p:nvSpPr>
            <p:cNvPr id="1043" name="original-2d:788"/>
            <p:cNvSpPr>
              <a:spLocks noGrp="1"/>
            </p:cNvSpPr>
            <p:nvPr/>
          </p:nvSpPr>
          <p:spPr>
            <a:xfrm>
              <a:off x="4101275" y="2492693"/>
              <a:ext cx="84723" cy="94121"/>
            </a:xfrm>
            <a:prstGeom prst="rect">
              <a:avLst/>
            </a:prstGeom>
            <a:solidFill>
              <a:srgbClr val="D4B4CC"/>
            </a:solidFill>
            <a:ln w="0">
              <a:noFill/>
              <a:prstDash val="solid"/>
            </a:ln>
          </p:spPr>
        </p:sp>
        <p:sp>
          <p:nvSpPr>
            <p:cNvPr id="1044" name="original-2d:789"/>
            <p:cNvSpPr>
              <a:spLocks noGrp="1"/>
            </p:cNvSpPr>
            <p:nvPr/>
          </p:nvSpPr>
          <p:spPr>
            <a:xfrm>
              <a:off x="4185857" y="2492693"/>
              <a:ext cx="84723" cy="94121"/>
            </a:xfrm>
            <a:prstGeom prst="rect">
              <a:avLst/>
            </a:prstGeom>
            <a:solidFill>
              <a:srgbClr val="D4B4CC"/>
            </a:solidFill>
            <a:ln w="0">
              <a:noFill/>
              <a:prstDash val="solid"/>
            </a:ln>
          </p:spPr>
        </p:sp>
        <p:sp>
          <p:nvSpPr>
            <p:cNvPr id="1045" name="original-2d:790"/>
            <p:cNvSpPr>
              <a:spLocks noGrp="1"/>
            </p:cNvSpPr>
            <p:nvPr/>
          </p:nvSpPr>
          <p:spPr>
            <a:xfrm>
              <a:off x="4270439" y="2492693"/>
              <a:ext cx="84723" cy="94121"/>
            </a:xfrm>
            <a:prstGeom prst="rect">
              <a:avLst/>
            </a:prstGeom>
            <a:solidFill>
              <a:srgbClr val="DCE8ED"/>
            </a:solidFill>
            <a:ln w="0">
              <a:noFill/>
              <a:prstDash val="solid"/>
            </a:ln>
          </p:spPr>
        </p:sp>
        <p:sp>
          <p:nvSpPr>
            <p:cNvPr id="1046" name="original-2d:791"/>
            <p:cNvSpPr>
              <a:spLocks noGrp="1"/>
            </p:cNvSpPr>
            <p:nvPr/>
          </p:nvSpPr>
          <p:spPr>
            <a:xfrm>
              <a:off x="4355021" y="2492693"/>
              <a:ext cx="84723" cy="94121"/>
            </a:xfrm>
            <a:prstGeom prst="rect">
              <a:avLst/>
            </a:prstGeom>
            <a:solidFill>
              <a:srgbClr val="DCE8ED"/>
            </a:solidFill>
            <a:ln w="0">
              <a:noFill/>
              <a:prstDash val="solid"/>
            </a:ln>
          </p:spPr>
        </p:sp>
        <p:sp>
          <p:nvSpPr>
            <p:cNvPr id="1047" name="original-2d:792"/>
            <p:cNvSpPr>
              <a:spLocks noGrp="1"/>
            </p:cNvSpPr>
            <p:nvPr/>
          </p:nvSpPr>
          <p:spPr>
            <a:xfrm>
              <a:off x="4439603" y="2492693"/>
              <a:ext cx="84723" cy="94121"/>
            </a:xfrm>
            <a:prstGeom prst="rect">
              <a:avLst/>
            </a:prstGeom>
            <a:solidFill>
              <a:srgbClr val="DCE8ED"/>
            </a:solidFill>
            <a:ln w="0">
              <a:noFill/>
              <a:prstDash val="solid"/>
            </a:ln>
          </p:spPr>
        </p:sp>
        <p:sp>
          <p:nvSpPr>
            <p:cNvPr id="1048" name="original-2d:793"/>
            <p:cNvSpPr>
              <a:spLocks noGrp="1"/>
            </p:cNvSpPr>
            <p:nvPr/>
          </p:nvSpPr>
          <p:spPr>
            <a:xfrm>
              <a:off x="4524185" y="2492693"/>
              <a:ext cx="84723" cy="94121"/>
            </a:xfrm>
            <a:prstGeom prst="rect">
              <a:avLst/>
            </a:prstGeom>
            <a:solidFill>
              <a:srgbClr val="DCE8ED"/>
            </a:solidFill>
            <a:ln w="0">
              <a:noFill/>
              <a:prstDash val="solid"/>
            </a:ln>
          </p:spPr>
        </p:sp>
        <p:sp>
          <p:nvSpPr>
            <p:cNvPr id="1049" name="original-2d:794"/>
            <p:cNvSpPr>
              <a:spLocks noGrp="1"/>
            </p:cNvSpPr>
            <p:nvPr/>
          </p:nvSpPr>
          <p:spPr>
            <a:xfrm>
              <a:off x="4608767" y="2492693"/>
              <a:ext cx="84723" cy="94121"/>
            </a:xfrm>
            <a:prstGeom prst="rect">
              <a:avLst/>
            </a:prstGeom>
            <a:solidFill>
              <a:srgbClr val="81C9BA"/>
            </a:solidFill>
            <a:ln w="0">
              <a:noFill/>
              <a:prstDash val="solid"/>
            </a:ln>
          </p:spPr>
        </p:sp>
        <p:sp>
          <p:nvSpPr>
            <p:cNvPr id="1050" name="original-2d:795"/>
            <p:cNvSpPr>
              <a:spLocks noGrp="1"/>
            </p:cNvSpPr>
            <p:nvPr/>
          </p:nvSpPr>
          <p:spPr>
            <a:xfrm>
              <a:off x="4693349" y="2492693"/>
              <a:ext cx="84723" cy="94121"/>
            </a:xfrm>
            <a:prstGeom prst="rect">
              <a:avLst/>
            </a:prstGeom>
            <a:solidFill>
              <a:srgbClr val="81C9BA"/>
            </a:solidFill>
            <a:ln w="0">
              <a:noFill/>
              <a:prstDash val="solid"/>
            </a:ln>
          </p:spPr>
        </p:sp>
        <p:sp>
          <p:nvSpPr>
            <p:cNvPr id="1051" name="original-2d:796"/>
            <p:cNvSpPr>
              <a:spLocks noGrp="1"/>
            </p:cNvSpPr>
            <p:nvPr/>
          </p:nvSpPr>
          <p:spPr>
            <a:xfrm>
              <a:off x="4777931" y="2492693"/>
              <a:ext cx="84723" cy="94121"/>
            </a:xfrm>
            <a:prstGeom prst="rect">
              <a:avLst/>
            </a:prstGeom>
            <a:solidFill>
              <a:srgbClr val="81C9BA"/>
            </a:solidFill>
            <a:ln w="0">
              <a:noFill/>
              <a:prstDash val="solid"/>
            </a:ln>
          </p:spPr>
        </p:sp>
        <p:sp>
          <p:nvSpPr>
            <p:cNvPr id="1052" name="original-2d:797"/>
            <p:cNvSpPr>
              <a:spLocks noGrp="1"/>
            </p:cNvSpPr>
            <p:nvPr/>
          </p:nvSpPr>
          <p:spPr>
            <a:xfrm>
              <a:off x="4862513" y="2492693"/>
              <a:ext cx="84723" cy="94121"/>
            </a:xfrm>
            <a:prstGeom prst="rect">
              <a:avLst/>
            </a:prstGeom>
            <a:solidFill>
              <a:srgbClr val="81C9BA"/>
            </a:solidFill>
            <a:ln w="0">
              <a:noFill/>
              <a:prstDash val="solid"/>
            </a:ln>
          </p:spPr>
        </p:sp>
        <p:sp>
          <p:nvSpPr>
            <p:cNvPr id="1053" name="original-2d:798"/>
            <p:cNvSpPr>
              <a:spLocks noGrp="1"/>
            </p:cNvSpPr>
            <p:nvPr/>
          </p:nvSpPr>
          <p:spPr>
            <a:xfrm>
              <a:off x="4947095" y="2492693"/>
              <a:ext cx="84723" cy="94121"/>
            </a:xfrm>
            <a:prstGeom prst="rect">
              <a:avLst/>
            </a:prstGeom>
            <a:solidFill>
              <a:srgbClr val="81C9BA"/>
            </a:solidFill>
            <a:ln w="0">
              <a:noFill/>
              <a:prstDash val="solid"/>
            </a:ln>
          </p:spPr>
        </p:sp>
        <p:sp>
          <p:nvSpPr>
            <p:cNvPr id="1054" name="original-2d:799"/>
            <p:cNvSpPr>
              <a:spLocks noGrp="1"/>
            </p:cNvSpPr>
            <p:nvPr/>
          </p:nvSpPr>
          <p:spPr>
            <a:xfrm>
              <a:off x="5031677" y="2492693"/>
              <a:ext cx="84723" cy="94121"/>
            </a:xfrm>
            <a:prstGeom prst="rect">
              <a:avLst/>
            </a:prstGeom>
            <a:solidFill>
              <a:srgbClr val="81C9BA"/>
            </a:solidFill>
            <a:ln w="0">
              <a:noFill/>
              <a:prstDash val="solid"/>
            </a:ln>
          </p:spPr>
        </p:sp>
        <p:sp>
          <p:nvSpPr>
            <p:cNvPr id="1055" name="original-2d:800"/>
            <p:cNvSpPr>
              <a:spLocks noGrp="1"/>
            </p:cNvSpPr>
            <p:nvPr/>
          </p:nvSpPr>
          <p:spPr>
            <a:xfrm>
              <a:off x="5116259" y="2492693"/>
              <a:ext cx="84723" cy="94121"/>
            </a:xfrm>
            <a:prstGeom prst="rect">
              <a:avLst/>
            </a:prstGeom>
            <a:solidFill>
              <a:srgbClr val="DCE8ED"/>
            </a:solidFill>
            <a:ln w="0">
              <a:noFill/>
              <a:prstDash val="solid"/>
            </a:ln>
          </p:spPr>
        </p:sp>
        <p:sp>
          <p:nvSpPr>
            <p:cNvPr id="1056" name="original-2d:801"/>
            <p:cNvSpPr>
              <a:spLocks noGrp="1"/>
            </p:cNvSpPr>
            <p:nvPr/>
          </p:nvSpPr>
          <p:spPr>
            <a:xfrm>
              <a:off x="5200841" y="2492693"/>
              <a:ext cx="84723" cy="94121"/>
            </a:xfrm>
            <a:prstGeom prst="rect">
              <a:avLst/>
            </a:prstGeom>
            <a:solidFill>
              <a:srgbClr val="DCE8ED"/>
            </a:solidFill>
            <a:ln w="0">
              <a:noFill/>
              <a:prstDash val="solid"/>
            </a:ln>
          </p:spPr>
        </p:sp>
        <p:sp>
          <p:nvSpPr>
            <p:cNvPr id="1057" name="original-2d:802"/>
            <p:cNvSpPr>
              <a:spLocks noGrp="1"/>
            </p:cNvSpPr>
            <p:nvPr/>
          </p:nvSpPr>
          <p:spPr>
            <a:xfrm>
              <a:off x="3593783" y="2586673"/>
              <a:ext cx="84723" cy="94121"/>
            </a:xfrm>
            <a:prstGeom prst="rect">
              <a:avLst/>
            </a:prstGeom>
            <a:solidFill>
              <a:srgbClr val="D4B4CC"/>
            </a:solidFill>
            <a:ln w="0">
              <a:noFill/>
              <a:prstDash val="solid"/>
            </a:ln>
          </p:spPr>
        </p:sp>
        <p:sp>
          <p:nvSpPr>
            <p:cNvPr id="1058" name="original-2d:803"/>
            <p:cNvSpPr>
              <a:spLocks noGrp="1"/>
            </p:cNvSpPr>
            <p:nvPr/>
          </p:nvSpPr>
          <p:spPr>
            <a:xfrm>
              <a:off x="3678365" y="2586673"/>
              <a:ext cx="84723" cy="94121"/>
            </a:xfrm>
            <a:prstGeom prst="rect">
              <a:avLst/>
            </a:prstGeom>
            <a:solidFill>
              <a:srgbClr val="0072B2"/>
            </a:solidFill>
            <a:ln w="0">
              <a:noFill/>
              <a:prstDash val="solid"/>
            </a:ln>
          </p:spPr>
        </p:sp>
        <p:sp>
          <p:nvSpPr>
            <p:cNvPr id="1059" name="original-2d:804"/>
            <p:cNvSpPr>
              <a:spLocks noGrp="1"/>
            </p:cNvSpPr>
            <p:nvPr/>
          </p:nvSpPr>
          <p:spPr>
            <a:xfrm>
              <a:off x="3762947" y="2586673"/>
              <a:ext cx="84723" cy="94121"/>
            </a:xfrm>
            <a:prstGeom prst="rect">
              <a:avLst/>
            </a:prstGeom>
            <a:solidFill>
              <a:srgbClr val="0072B2"/>
            </a:solidFill>
            <a:ln w="0">
              <a:noFill/>
              <a:prstDash val="solid"/>
            </a:ln>
          </p:spPr>
        </p:sp>
        <p:sp>
          <p:nvSpPr>
            <p:cNvPr id="1060" name="original-2d:805"/>
            <p:cNvSpPr>
              <a:spLocks noGrp="1"/>
            </p:cNvSpPr>
            <p:nvPr/>
          </p:nvSpPr>
          <p:spPr>
            <a:xfrm>
              <a:off x="3847529" y="2586673"/>
              <a:ext cx="84723" cy="94121"/>
            </a:xfrm>
            <a:prstGeom prst="rect">
              <a:avLst/>
            </a:prstGeom>
            <a:solidFill>
              <a:srgbClr val="D4B4CC"/>
            </a:solidFill>
            <a:ln w="0">
              <a:noFill/>
              <a:prstDash val="solid"/>
            </a:ln>
          </p:spPr>
        </p:sp>
        <p:sp>
          <p:nvSpPr>
            <p:cNvPr id="1061" name="original-2d:806"/>
            <p:cNvSpPr>
              <a:spLocks noGrp="1"/>
            </p:cNvSpPr>
            <p:nvPr/>
          </p:nvSpPr>
          <p:spPr>
            <a:xfrm>
              <a:off x="3932111" y="2586673"/>
              <a:ext cx="84723" cy="94121"/>
            </a:xfrm>
            <a:prstGeom prst="rect">
              <a:avLst/>
            </a:prstGeom>
            <a:solidFill>
              <a:srgbClr val="D4B4CC"/>
            </a:solidFill>
            <a:ln w="0">
              <a:noFill/>
              <a:prstDash val="solid"/>
            </a:ln>
          </p:spPr>
        </p:sp>
        <p:sp>
          <p:nvSpPr>
            <p:cNvPr id="1062" name="original-2d:807"/>
            <p:cNvSpPr>
              <a:spLocks noGrp="1"/>
            </p:cNvSpPr>
            <p:nvPr/>
          </p:nvSpPr>
          <p:spPr>
            <a:xfrm>
              <a:off x="4016693" y="2586673"/>
              <a:ext cx="84723" cy="94121"/>
            </a:xfrm>
            <a:prstGeom prst="rect">
              <a:avLst/>
            </a:prstGeom>
            <a:solidFill>
              <a:srgbClr val="D4B4CC"/>
            </a:solidFill>
            <a:ln w="0">
              <a:noFill/>
              <a:prstDash val="solid"/>
            </a:ln>
          </p:spPr>
        </p:sp>
        <p:sp>
          <p:nvSpPr>
            <p:cNvPr id="1063" name="original-2d:808"/>
            <p:cNvSpPr>
              <a:spLocks noGrp="1"/>
            </p:cNvSpPr>
            <p:nvPr/>
          </p:nvSpPr>
          <p:spPr>
            <a:xfrm>
              <a:off x="4101275" y="2586673"/>
              <a:ext cx="84723" cy="94121"/>
            </a:xfrm>
            <a:prstGeom prst="rect">
              <a:avLst/>
            </a:prstGeom>
            <a:solidFill>
              <a:srgbClr val="D4B4CC"/>
            </a:solidFill>
            <a:ln w="0">
              <a:noFill/>
              <a:prstDash val="solid"/>
            </a:ln>
          </p:spPr>
        </p:sp>
        <p:sp>
          <p:nvSpPr>
            <p:cNvPr id="1064" name="original-2d:809"/>
            <p:cNvSpPr>
              <a:spLocks noGrp="1"/>
            </p:cNvSpPr>
            <p:nvPr/>
          </p:nvSpPr>
          <p:spPr>
            <a:xfrm>
              <a:off x="4185857" y="2586673"/>
              <a:ext cx="84723" cy="94121"/>
            </a:xfrm>
            <a:prstGeom prst="rect">
              <a:avLst/>
            </a:prstGeom>
            <a:solidFill>
              <a:srgbClr val="DCE8ED"/>
            </a:solidFill>
            <a:ln w="0">
              <a:noFill/>
              <a:prstDash val="solid"/>
            </a:ln>
          </p:spPr>
        </p:sp>
        <p:sp>
          <p:nvSpPr>
            <p:cNvPr id="1065" name="original-2d:810"/>
            <p:cNvSpPr>
              <a:spLocks noGrp="1"/>
            </p:cNvSpPr>
            <p:nvPr/>
          </p:nvSpPr>
          <p:spPr>
            <a:xfrm>
              <a:off x="4270439" y="2586673"/>
              <a:ext cx="84723" cy="94121"/>
            </a:xfrm>
            <a:prstGeom prst="rect">
              <a:avLst/>
            </a:prstGeom>
            <a:solidFill>
              <a:srgbClr val="DCE8ED"/>
            </a:solidFill>
            <a:ln w="0">
              <a:noFill/>
              <a:prstDash val="solid"/>
            </a:ln>
          </p:spPr>
        </p:sp>
        <p:sp>
          <p:nvSpPr>
            <p:cNvPr id="1066" name="original-2d:811"/>
            <p:cNvSpPr>
              <a:spLocks noGrp="1"/>
            </p:cNvSpPr>
            <p:nvPr/>
          </p:nvSpPr>
          <p:spPr>
            <a:xfrm>
              <a:off x="4355021" y="2586673"/>
              <a:ext cx="84723" cy="94121"/>
            </a:xfrm>
            <a:prstGeom prst="rect">
              <a:avLst/>
            </a:prstGeom>
            <a:solidFill>
              <a:srgbClr val="81C9BA"/>
            </a:solidFill>
            <a:ln w="0">
              <a:noFill/>
              <a:prstDash val="solid"/>
            </a:ln>
          </p:spPr>
        </p:sp>
        <p:sp>
          <p:nvSpPr>
            <p:cNvPr id="1067" name="original-2d:812"/>
            <p:cNvSpPr>
              <a:spLocks noGrp="1"/>
            </p:cNvSpPr>
            <p:nvPr/>
          </p:nvSpPr>
          <p:spPr>
            <a:xfrm>
              <a:off x="4439603" y="2586673"/>
              <a:ext cx="84723" cy="94121"/>
            </a:xfrm>
            <a:prstGeom prst="rect">
              <a:avLst/>
            </a:prstGeom>
            <a:solidFill>
              <a:srgbClr val="81C9BA"/>
            </a:solidFill>
            <a:ln w="0">
              <a:noFill/>
              <a:prstDash val="solid"/>
            </a:ln>
          </p:spPr>
        </p:sp>
        <p:sp>
          <p:nvSpPr>
            <p:cNvPr id="1068" name="original-2d:813"/>
            <p:cNvSpPr>
              <a:spLocks noGrp="1"/>
            </p:cNvSpPr>
            <p:nvPr/>
          </p:nvSpPr>
          <p:spPr>
            <a:xfrm>
              <a:off x="4524185" y="2586673"/>
              <a:ext cx="84723" cy="94121"/>
            </a:xfrm>
            <a:prstGeom prst="rect">
              <a:avLst/>
            </a:prstGeom>
            <a:solidFill>
              <a:srgbClr val="81C9BA"/>
            </a:solidFill>
            <a:ln w="0">
              <a:noFill/>
              <a:prstDash val="solid"/>
            </a:ln>
          </p:spPr>
        </p:sp>
        <p:sp>
          <p:nvSpPr>
            <p:cNvPr id="1069" name="original-2d:814"/>
            <p:cNvSpPr>
              <a:spLocks noGrp="1"/>
            </p:cNvSpPr>
            <p:nvPr/>
          </p:nvSpPr>
          <p:spPr>
            <a:xfrm>
              <a:off x="4608767" y="2586673"/>
              <a:ext cx="84723" cy="94121"/>
            </a:xfrm>
            <a:prstGeom prst="rect">
              <a:avLst/>
            </a:prstGeom>
            <a:solidFill>
              <a:srgbClr val="81C9BA"/>
            </a:solidFill>
            <a:ln w="0">
              <a:noFill/>
              <a:prstDash val="solid"/>
            </a:ln>
          </p:spPr>
        </p:sp>
        <p:sp>
          <p:nvSpPr>
            <p:cNvPr id="1070" name="original-2d:815"/>
            <p:cNvSpPr>
              <a:spLocks noGrp="1"/>
            </p:cNvSpPr>
            <p:nvPr/>
          </p:nvSpPr>
          <p:spPr>
            <a:xfrm>
              <a:off x="4693349" y="2586673"/>
              <a:ext cx="84723" cy="94121"/>
            </a:xfrm>
            <a:prstGeom prst="rect">
              <a:avLst/>
            </a:prstGeom>
            <a:solidFill>
              <a:srgbClr val="81C9BA"/>
            </a:solidFill>
            <a:ln w="0">
              <a:noFill/>
              <a:prstDash val="solid"/>
            </a:ln>
          </p:spPr>
        </p:sp>
        <p:sp>
          <p:nvSpPr>
            <p:cNvPr id="1071" name="original-2d:816"/>
            <p:cNvSpPr>
              <a:spLocks noGrp="1"/>
            </p:cNvSpPr>
            <p:nvPr/>
          </p:nvSpPr>
          <p:spPr>
            <a:xfrm>
              <a:off x="4777931" y="2586673"/>
              <a:ext cx="84723" cy="94121"/>
            </a:xfrm>
            <a:prstGeom prst="rect">
              <a:avLst/>
            </a:prstGeom>
            <a:solidFill>
              <a:srgbClr val="81C9BA"/>
            </a:solidFill>
            <a:ln w="0">
              <a:noFill/>
              <a:prstDash val="solid"/>
            </a:ln>
          </p:spPr>
        </p:sp>
        <p:sp>
          <p:nvSpPr>
            <p:cNvPr id="1072" name="original-2d:817"/>
            <p:cNvSpPr>
              <a:spLocks noGrp="1"/>
            </p:cNvSpPr>
            <p:nvPr/>
          </p:nvSpPr>
          <p:spPr>
            <a:xfrm>
              <a:off x="4862513" y="2586673"/>
              <a:ext cx="84723" cy="94121"/>
            </a:xfrm>
            <a:prstGeom prst="rect">
              <a:avLst/>
            </a:prstGeom>
            <a:solidFill>
              <a:srgbClr val="81C9BA"/>
            </a:solidFill>
            <a:ln w="0">
              <a:noFill/>
              <a:prstDash val="solid"/>
            </a:ln>
          </p:spPr>
        </p:sp>
        <p:sp>
          <p:nvSpPr>
            <p:cNvPr id="1073" name="original-2d:818"/>
            <p:cNvSpPr>
              <a:spLocks noGrp="1"/>
            </p:cNvSpPr>
            <p:nvPr/>
          </p:nvSpPr>
          <p:spPr>
            <a:xfrm>
              <a:off x="4947095" y="2586673"/>
              <a:ext cx="84723" cy="94121"/>
            </a:xfrm>
            <a:prstGeom prst="rect">
              <a:avLst/>
            </a:prstGeom>
            <a:solidFill>
              <a:srgbClr val="81C9BA"/>
            </a:solidFill>
            <a:ln w="0">
              <a:noFill/>
              <a:prstDash val="solid"/>
            </a:ln>
          </p:spPr>
        </p:sp>
        <p:sp>
          <p:nvSpPr>
            <p:cNvPr id="1074" name="original-2d:819"/>
            <p:cNvSpPr>
              <a:spLocks noGrp="1"/>
            </p:cNvSpPr>
            <p:nvPr/>
          </p:nvSpPr>
          <p:spPr>
            <a:xfrm>
              <a:off x="5031677" y="2586673"/>
              <a:ext cx="84723" cy="94121"/>
            </a:xfrm>
            <a:prstGeom prst="rect">
              <a:avLst/>
            </a:prstGeom>
            <a:solidFill>
              <a:srgbClr val="81C9BA"/>
            </a:solidFill>
            <a:ln w="0">
              <a:noFill/>
              <a:prstDash val="solid"/>
            </a:ln>
          </p:spPr>
        </p:sp>
        <p:sp>
          <p:nvSpPr>
            <p:cNvPr id="1075" name="original-2d:820"/>
            <p:cNvSpPr>
              <a:spLocks noGrp="1"/>
            </p:cNvSpPr>
            <p:nvPr/>
          </p:nvSpPr>
          <p:spPr>
            <a:xfrm>
              <a:off x="5116259" y="2586673"/>
              <a:ext cx="84723" cy="94121"/>
            </a:xfrm>
            <a:prstGeom prst="rect">
              <a:avLst/>
            </a:prstGeom>
            <a:solidFill>
              <a:srgbClr val="81C9BA"/>
            </a:solidFill>
            <a:ln w="0">
              <a:noFill/>
              <a:prstDash val="solid"/>
            </a:ln>
          </p:spPr>
        </p:sp>
        <p:sp>
          <p:nvSpPr>
            <p:cNvPr id="1076" name="original-2d:821"/>
            <p:cNvSpPr>
              <a:spLocks noGrp="1"/>
            </p:cNvSpPr>
            <p:nvPr/>
          </p:nvSpPr>
          <p:spPr>
            <a:xfrm>
              <a:off x="5200841" y="2586673"/>
              <a:ext cx="84723" cy="94121"/>
            </a:xfrm>
            <a:prstGeom prst="rect">
              <a:avLst/>
            </a:prstGeom>
            <a:solidFill>
              <a:srgbClr val="DCE8ED"/>
            </a:solidFill>
            <a:ln w="0">
              <a:noFill/>
              <a:prstDash val="solid"/>
            </a:ln>
          </p:spPr>
        </p:sp>
        <p:sp>
          <p:nvSpPr>
            <p:cNvPr id="1077" name="original-2d:822"/>
            <p:cNvSpPr>
              <a:spLocks noGrp="1"/>
            </p:cNvSpPr>
            <p:nvPr/>
          </p:nvSpPr>
          <p:spPr>
            <a:xfrm>
              <a:off x="3593783" y="2680653"/>
              <a:ext cx="84723" cy="94121"/>
            </a:xfrm>
            <a:prstGeom prst="rect">
              <a:avLst/>
            </a:prstGeom>
            <a:solidFill>
              <a:srgbClr val="D4B4CC"/>
            </a:solidFill>
            <a:ln w="0">
              <a:noFill/>
              <a:prstDash val="solid"/>
            </a:ln>
          </p:spPr>
        </p:sp>
        <p:sp>
          <p:nvSpPr>
            <p:cNvPr id="1078" name="original-2d:823"/>
            <p:cNvSpPr>
              <a:spLocks noGrp="1"/>
            </p:cNvSpPr>
            <p:nvPr/>
          </p:nvSpPr>
          <p:spPr>
            <a:xfrm>
              <a:off x="3678365" y="2680653"/>
              <a:ext cx="84723" cy="94121"/>
            </a:xfrm>
            <a:prstGeom prst="rect">
              <a:avLst/>
            </a:prstGeom>
            <a:solidFill>
              <a:srgbClr val="D4B4CC"/>
            </a:solidFill>
            <a:ln w="0">
              <a:noFill/>
              <a:prstDash val="solid"/>
            </a:ln>
          </p:spPr>
        </p:sp>
        <p:sp>
          <p:nvSpPr>
            <p:cNvPr id="1079" name="original-2d:824"/>
            <p:cNvSpPr>
              <a:spLocks noGrp="1"/>
            </p:cNvSpPr>
            <p:nvPr/>
          </p:nvSpPr>
          <p:spPr>
            <a:xfrm>
              <a:off x="3762947" y="2680653"/>
              <a:ext cx="84723" cy="94121"/>
            </a:xfrm>
            <a:prstGeom prst="rect">
              <a:avLst/>
            </a:prstGeom>
            <a:solidFill>
              <a:srgbClr val="D4B4CC"/>
            </a:solidFill>
            <a:ln w="0">
              <a:noFill/>
              <a:prstDash val="solid"/>
            </a:ln>
          </p:spPr>
        </p:sp>
        <p:sp>
          <p:nvSpPr>
            <p:cNvPr id="1080" name="original-2d:825"/>
            <p:cNvSpPr>
              <a:spLocks noGrp="1"/>
            </p:cNvSpPr>
            <p:nvPr/>
          </p:nvSpPr>
          <p:spPr>
            <a:xfrm>
              <a:off x="3847529" y="2680653"/>
              <a:ext cx="84723" cy="94121"/>
            </a:xfrm>
            <a:prstGeom prst="rect">
              <a:avLst/>
            </a:prstGeom>
            <a:solidFill>
              <a:srgbClr val="D4B4CC"/>
            </a:solidFill>
            <a:ln w="0">
              <a:noFill/>
              <a:prstDash val="solid"/>
            </a:ln>
          </p:spPr>
        </p:sp>
        <p:sp>
          <p:nvSpPr>
            <p:cNvPr id="1081" name="original-2d:826"/>
            <p:cNvSpPr>
              <a:spLocks noGrp="1"/>
            </p:cNvSpPr>
            <p:nvPr/>
          </p:nvSpPr>
          <p:spPr>
            <a:xfrm>
              <a:off x="3932111" y="2680653"/>
              <a:ext cx="84723" cy="94121"/>
            </a:xfrm>
            <a:prstGeom prst="rect">
              <a:avLst/>
            </a:prstGeom>
            <a:solidFill>
              <a:srgbClr val="D4B4CC"/>
            </a:solidFill>
            <a:ln w="0">
              <a:noFill/>
              <a:prstDash val="solid"/>
            </a:ln>
          </p:spPr>
        </p:sp>
        <p:sp>
          <p:nvSpPr>
            <p:cNvPr id="1082" name="original-2d:827"/>
            <p:cNvSpPr>
              <a:spLocks noGrp="1"/>
            </p:cNvSpPr>
            <p:nvPr/>
          </p:nvSpPr>
          <p:spPr>
            <a:xfrm>
              <a:off x="4016693" y="2680653"/>
              <a:ext cx="84723" cy="94121"/>
            </a:xfrm>
            <a:prstGeom prst="rect">
              <a:avLst/>
            </a:prstGeom>
            <a:solidFill>
              <a:srgbClr val="DCE8ED"/>
            </a:solidFill>
            <a:ln w="0">
              <a:noFill/>
              <a:prstDash val="solid"/>
            </a:ln>
          </p:spPr>
        </p:sp>
        <p:sp>
          <p:nvSpPr>
            <p:cNvPr id="1083" name="original-2d:828"/>
            <p:cNvSpPr>
              <a:spLocks noGrp="1"/>
            </p:cNvSpPr>
            <p:nvPr/>
          </p:nvSpPr>
          <p:spPr>
            <a:xfrm>
              <a:off x="4101275" y="2680653"/>
              <a:ext cx="84723" cy="94121"/>
            </a:xfrm>
            <a:prstGeom prst="rect">
              <a:avLst/>
            </a:prstGeom>
            <a:solidFill>
              <a:srgbClr val="DCE8ED"/>
            </a:solidFill>
            <a:ln w="0">
              <a:noFill/>
              <a:prstDash val="solid"/>
            </a:ln>
          </p:spPr>
        </p:sp>
        <p:sp>
          <p:nvSpPr>
            <p:cNvPr id="1084" name="original-2d:829"/>
            <p:cNvSpPr>
              <a:spLocks noGrp="1"/>
            </p:cNvSpPr>
            <p:nvPr/>
          </p:nvSpPr>
          <p:spPr>
            <a:xfrm>
              <a:off x="4185857" y="2680653"/>
              <a:ext cx="84723" cy="94121"/>
            </a:xfrm>
            <a:prstGeom prst="rect">
              <a:avLst/>
            </a:prstGeom>
            <a:solidFill>
              <a:srgbClr val="81C9BA"/>
            </a:solidFill>
            <a:ln w="0">
              <a:noFill/>
              <a:prstDash val="solid"/>
            </a:ln>
          </p:spPr>
        </p:sp>
        <p:sp>
          <p:nvSpPr>
            <p:cNvPr id="1085" name="original-2d:830"/>
            <p:cNvSpPr>
              <a:spLocks noGrp="1"/>
            </p:cNvSpPr>
            <p:nvPr/>
          </p:nvSpPr>
          <p:spPr>
            <a:xfrm>
              <a:off x="4270439" y="2680653"/>
              <a:ext cx="84723" cy="94121"/>
            </a:xfrm>
            <a:prstGeom prst="rect">
              <a:avLst/>
            </a:prstGeom>
            <a:solidFill>
              <a:srgbClr val="81C9BA"/>
            </a:solidFill>
            <a:ln w="0">
              <a:noFill/>
              <a:prstDash val="solid"/>
            </a:ln>
          </p:spPr>
        </p:sp>
        <p:sp>
          <p:nvSpPr>
            <p:cNvPr id="1086" name="original-2d:831"/>
            <p:cNvSpPr>
              <a:spLocks noGrp="1"/>
            </p:cNvSpPr>
            <p:nvPr/>
          </p:nvSpPr>
          <p:spPr>
            <a:xfrm>
              <a:off x="4355021" y="2680653"/>
              <a:ext cx="84723" cy="94121"/>
            </a:xfrm>
            <a:prstGeom prst="rect">
              <a:avLst/>
            </a:prstGeom>
            <a:solidFill>
              <a:srgbClr val="81C9BA"/>
            </a:solidFill>
            <a:ln w="0">
              <a:noFill/>
              <a:prstDash val="solid"/>
            </a:ln>
          </p:spPr>
        </p:sp>
        <p:sp>
          <p:nvSpPr>
            <p:cNvPr id="1087" name="original-2d:832"/>
            <p:cNvSpPr>
              <a:spLocks noGrp="1"/>
            </p:cNvSpPr>
            <p:nvPr/>
          </p:nvSpPr>
          <p:spPr>
            <a:xfrm>
              <a:off x="4439603" y="2680653"/>
              <a:ext cx="84723" cy="94121"/>
            </a:xfrm>
            <a:prstGeom prst="rect">
              <a:avLst/>
            </a:prstGeom>
            <a:solidFill>
              <a:srgbClr val="81C9BA"/>
            </a:solidFill>
            <a:ln w="0">
              <a:noFill/>
              <a:prstDash val="solid"/>
            </a:ln>
          </p:spPr>
        </p:sp>
        <p:sp>
          <p:nvSpPr>
            <p:cNvPr id="1088" name="original-2d:833"/>
            <p:cNvSpPr>
              <a:spLocks noGrp="1"/>
            </p:cNvSpPr>
            <p:nvPr/>
          </p:nvSpPr>
          <p:spPr>
            <a:xfrm>
              <a:off x="4524185" y="2680653"/>
              <a:ext cx="84723" cy="94121"/>
            </a:xfrm>
            <a:prstGeom prst="rect">
              <a:avLst/>
            </a:prstGeom>
            <a:solidFill>
              <a:srgbClr val="81C9BA"/>
            </a:solidFill>
            <a:ln w="0">
              <a:noFill/>
              <a:prstDash val="solid"/>
            </a:ln>
          </p:spPr>
        </p:sp>
        <p:sp>
          <p:nvSpPr>
            <p:cNvPr id="1089" name="original-2d:834"/>
            <p:cNvSpPr>
              <a:spLocks noGrp="1"/>
            </p:cNvSpPr>
            <p:nvPr/>
          </p:nvSpPr>
          <p:spPr>
            <a:xfrm>
              <a:off x="4608767" y="2680653"/>
              <a:ext cx="84723" cy="94121"/>
            </a:xfrm>
            <a:prstGeom prst="rect">
              <a:avLst/>
            </a:prstGeom>
            <a:solidFill>
              <a:srgbClr val="81C9BA"/>
            </a:solidFill>
            <a:ln w="0">
              <a:noFill/>
              <a:prstDash val="solid"/>
            </a:ln>
          </p:spPr>
        </p:sp>
        <p:sp>
          <p:nvSpPr>
            <p:cNvPr id="1090" name="original-2d:835"/>
            <p:cNvSpPr>
              <a:spLocks noGrp="1"/>
            </p:cNvSpPr>
            <p:nvPr/>
          </p:nvSpPr>
          <p:spPr>
            <a:xfrm>
              <a:off x="4693349" y="2680653"/>
              <a:ext cx="84723" cy="94121"/>
            </a:xfrm>
            <a:prstGeom prst="rect">
              <a:avLst/>
            </a:prstGeom>
            <a:solidFill>
              <a:srgbClr val="81C9BA"/>
            </a:solidFill>
            <a:ln w="0">
              <a:noFill/>
              <a:prstDash val="solid"/>
            </a:ln>
          </p:spPr>
        </p:sp>
        <p:sp>
          <p:nvSpPr>
            <p:cNvPr id="1091" name="original-2d:836"/>
            <p:cNvSpPr>
              <a:spLocks noGrp="1"/>
            </p:cNvSpPr>
            <p:nvPr/>
          </p:nvSpPr>
          <p:spPr>
            <a:xfrm>
              <a:off x="4777931" y="2680653"/>
              <a:ext cx="84723" cy="94121"/>
            </a:xfrm>
            <a:prstGeom prst="rect">
              <a:avLst/>
            </a:prstGeom>
            <a:solidFill>
              <a:srgbClr val="009E73"/>
            </a:solidFill>
            <a:ln w="0">
              <a:noFill/>
              <a:prstDash val="solid"/>
            </a:ln>
          </p:spPr>
        </p:sp>
        <p:sp>
          <p:nvSpPr>
            <p:cNvPr id="1092" name="original-2d:837"/>
            <p:cNvSpPr>
              <a:spLocks noGrp="1"/>
            </p:cNvSpPr>
            <p:nvPr/>
          </p:nvSpPr>
          <p:spPr>
            <a:xfrm>
              <a:off x="4862513" y="2680653"/>
              <a:ext cx="84723" cy="94121"/>
            </a:xfrm>
            <a:prstGeom prst="rect">
              <a:avLst/>
            </a:prstGeom>
            <a:solidFill>
              <a:srgbClr val="81C9BA"/>
            </a:solidFill>
            <a:ln w="0">
              <a:noFill/>
              <a:prstDash val="solid"/>
            </a:ln>
          </p:spPr>
        </p:sp>
        <p:sp>
          <p:nvSpPr>
            <p:cNvPr id="1093" name="original-2d:838"/>
            <p:cNvSpPr>
              <a:spLocks noGrp="1"/>
            </p:cNvSpPr>
            <p:nvPr/>
          </p:nvSpPr>
          <p:spPr>
            <a:xfrm>
              <a:off x="4947095" y="2680653"/>
              <a:ext cx="84723" cy="94121"/>
            </a:xfrm>
            <a:prstGeom prst="rect">
              <a:avLst/>
            </a:prstGeom>
            <a:solidFill>
              <a:srgbClr val="81C9BA"/>
            </a:solidFill>
            <a:ln w="0">
              <a:noFill/>
              <a:prstDash val="solid"/>
            </a:ln>
          </p:spPr>
        </p:sp>
        <p:sp>
          <p:nvSpPr>
            <p:cNvPr id="1094" name="original-2d:839"/>
            <p:cNvSpPr>
              <a:spLocks noGrp="1"/>
            </p:cNvSpPr>
            <p:nvPr/>
          </p:nvSpPr>
          <p:spPr>
            <a:xfrm>
              <a:off x="5031677" y="2680653"/>
              <a:ext cx="84723" cy="94121"/>
            </a:xfrm>
            <a:prstGeom prst="rect">
              <a:avLst/>
            </a:prstGeom>
            <a:solidFill>
              <a:srgbClr val="81C9BA"/>
            </a:solidFill>
            <a:ln w="0">
              <a:noFill/>
              <a:prstDash val="solid"/>
            </a:ln>
          </p:spPr>
        </p:sp>
        <p:sp>
          <p:nvSpPr>
            <p:cNvPr id="1095" name="original-2d:840"/>
            <p:cNvSpPr>
              <a:spLocks noGrp="1"/>
            </p:cNvSpPr>
            <p:nvPr/>
          </p:nvSpPr>
          <p:spPr>
            <a:xfrm>
              <a:off x="5116259" y="2680653"/>
              <a:ext cx="84723" cy="94121"/>
            </a:xfrm>
            <a:prstGeom prst="rect">
              <a:avLst/>
            </a:prstGeom>
            <a:solidFill>
              <a:srgbClr val="81C9BA"/>
            </a:solidFill>
            <a:ln w="0">
              <a:noFill/>
              <a:prstDash val="solid"/>
            </a:ln>
          </p:spPr>
        </p:sp>
        <p:sp>
          <p:nvSpPr>
            <p:cNvPr id="1096" name="original-2d:841"/>
            <p:cNvSpPr>
              <a:spLocks noGrp="1"/>
            </p:cNvSpPr>
            <p:nvPr/>
          </p:nvSpPr>
          <p:spPr>
            <a:xfrm>
              <a:off x="5200841" y="2680653"/>
              <a:ext cx="84723" cy="94121"/>
            </a:xfrm>
            <a:prstGeom prst="rect">
              <a:avLst/>
            </a:prstGeom>
            <a:solidFill>
              <a:srgbClr val="DCE8ED"/>
            </a:solidFill>
            <a:ln w="0">
              <a:noFill/>
              <a:prstDash val="solid"/>
            </a:ln>
          </p:spPr>
        </p:sp>
        <p:sp>
          <p:nvSpPr>
            <p:cNvPr id="1097" name="original-2d:842"/>
            <p:cNvSpPr>
              <a:spLocks noGrp="1"/>
            </p:cNvSpPr>
            <p:nvPr/>
          </p:nvSpPr>
          <p:spPr>
            <a:xfrm>
              <a:off x="3593783" y="2774633"/>
              <a:ext cx="84723" cy="94121"/>
            </a:xfrm>
            <a:prstGeom prst="rect">
              <a:avLst/>
            </a:prstGeom>
            <a:solidFill>
              <a:srgbClr val="D4B4CC"/>
            </a:solidFill>
            <a:ln w="0">
              <a:noFill/>
              <a:prstDash val="solid"/>
            </a:ln>
          </p:spPr>
        </p:sp>
        <p:sp>
          <p:nvSpPr>
            <p:cNvPr id="1098" name="original-2d:843"/>
            <p:cNvSpPr>
              <a:spLocks noGrp="1"/>
            </p:cNvSpPr>
            <p:nvPr/>
          </p:nvSpPr>
          <p:spPr>
            <a:xfrm>
              <a:off x="3678365" y="2774633"/>
              <a:ext cx="84723" cy="94121"/>
            </a:xfrm>
            <a:prstGeom prst="rect">
              <a:avLst/>
            </a:prstGeom>
            <a:solidFill>
              <a:srgbClr val="D4B4CC"/>
            </a:solidFill>
            <a:ln w="0">
              <a:noFill/>
              <a:prstDash val="solid"/>
            </a:ln>
          </p:spPr>
        </p:sp>
        <p:sp>
          <p:nvSpPr>
            <p:cNvPr id="1099" name="original-2d:844"/>
            <p:cNvSpPr>
              <a:spLocks noGrp="1"/>
            </p:cNvSpPr>
            <p:nvPr/>
          </p:nvSpPr>
          <p:spPr>
            <a:xfrm>
              <a:off x="3762947" y="2774633"/>
              <a:ext cx="84723" cy="94121"/>
            </a:xfrm>
            <a:prstGeom prst="rect">
              <a:avLst/>
            </a:prstGeom>
            <a:solidFill>
              <a:srgbClr val="D4B4CC"/>
            </a:solidFill>
            <a:ln w="0">
              <a:noFill/>
              <a:prstDash val="solid"/>
            </a:ln>
          </p:spPr>
        </p:sp>
        <p:sp>
          <p:nvSpPr>
            <p:cNvPr id="1100" name="original-2d:845"/>
            <p:cNvSpPr>
              <a:spLocks noGrp="1"/>
            </p:cNvSpPr>
            <p:nvPr/>
          </p:nvSpPr>
          <p:spPr>
            <a:xfrm>
              <a:off x="3847529" y="2774633"/>
              <a:ext cx="84723" cy="94121"/>
            </a:xfrm>
            <a:prstGeom prst="rect">
              <a:avLst/>
            </a:prstGeom>
            <a:solidFill>
              <a:srgbClr val="DCE8ED"/>
            </a:solidFill>
            <a:ln w="0">
              <a:noFill/>
              <a:prstDash val="solid"/>
            </a:ln>
          </p:spPr>
        </p:sp>
        <p:sp>
          <p:nvSpPr>
            <p:cNvPr id="1101" name="original-2d:846"/>
            <p:cNvSpPr>
              <a:spLocks noGrp="1"/>
            </p:cNvSpPr>
            <p:nvPr/>
          </p:nvSpPr>
          <p:spPr>
            <a:xfrm>
              <a:off x="3932111" y="2774633"/>
              <a:ext cx="84723" cy="94121"/>
            </a:xfrm>
            <a:prstGeom prst="rect">
              <a:avLst/>
            </a:prstGeom>
            <a:solidFill>
              <a:srgbClr val="DCE8ED"/>
            </a:solidFill>
            <a:ln w="0">
              <a:noFill/>
              <a:prstDash val="solid"/>
            </a:ln>
          </p:spPr>
        </p:sp>
        <p:sp>
          <p:nvSpPr>
            <p:cNvPr id="1102" name="original-2d:847"/>
            <p:cNvSpPr>
              <a:spLocks noGrp="1"/>
            </p:cNvSpPr>
            <p:nvPr/>
          </p:nvSpPr>
          <p:spPr>
            <a:xfrm>
              <a:off x="4016693" y="2774633"/>
              <a:ext cx="84723" cy="94121"/>
            </a:xfrm>
            <a:prstGeom prst="rect">
              <a:avLst/>
            </a:prstGeom>
            <a:solidFill>
              <a:srgbClr val="81C9BA"/>
            </a:solidFill>
            <a:ln w="0">
              <a:noFill/>
              <a:prstDash val="solid"/>
            </a:ln>
          </p:spPr>
        </p:sp>
        <p:sp>
          <p:nvSpPr>
            <p:cNvPr id="1103" name="original-2d:848"/>
            <p:cNvSpPr>
              <a:spLocks noGrp="1"/>
            </p:cNvSpPr>
            <p:nvPr/>
          </p:nvSpPr>
          <p:spPr>
            <a:xfrm>
              <a:off x="4101275" y="2774633"/>
              <a:ext cx="84723" cy="94121"/>
            </a:xfrm>
            <a:prstGeom prst="rect">
              <a:avLst/>
            </a:prstGeom>
            <a:solidFill>
              <a:srgbClr val="81C9BA"/>
            </a:solidFill>
            <a:ln w="0">
              <a:noFill/>
              <a:prstDash val="solid"/>
            </a:ln>
          </p:spPr>
        </p:sp>
        <p:sp>
          <p:nvSpPr>
            <p:cNvPr id="1104" name="original-2d:849"/>
            <p:cNvSpPr>
              <a:spLocks noGrp="1"/>
            </p:cNvSpPr>
            <p:nvPr/>
          </p:nvSpPr>
          <p:spPr>
            <a:xfrm>
              <a:off x="4185857" y="2774633"/>
              <a:ext cx="84723" cy="94121"/>
            </a:xfrm>
            <a:prstGeom prst="rect">
              <a:avLst/>
            </a:prstGeom>
            <a:solidFill>
              <a:srgbClr val="81C9BA"/>
            </a:solidFill>
            <a:ln w="0">
              <a:noFill/>
              <a:prstDash val="solid"/>
            </a:ln>
          </p:spPr>
        </p:sp>
        <p:sp>
          <p:nvSpPr>
            <p:cNvPr id="1105" name="original-2d:850"/>
            <p:cNvSpPr>
              <a:spLocks noGrp="1"/>
            </p:cNvSpPr>
            <p:nvPr/>
          </p:nvSpPr>
          <p:spPr>
            <a:xfrm>
              <a:off x="4270439" y="2774633"/>
              <a:ext cx="84723" cy="94121"/>
            </a:xfrm>
            <a:prstGeom prst="rect">
              <a:avLst/>
            </a:prstGeom>
            <a:solidFill>
              <a:srgbClr val="81C9BA"/>
            </a:solidFill>
            <a:ln w="0">
              <a:noFill/>
              <a:prstDash val="solid"/>
            </a:ln>
          </p:spPr>
        </p:sp>
        <p:sp>
          <p:nvSpPr>
            <p:cNvPr id="1106" name="original-2d:851"/>
            <p:cNvSpPr>
              <a:spLocks noGrp="1"/>
            </p:cNvSpPr>
            <p:nvPr/>
          </p:nvSpPr>
          <p:spPr>
            <a:xfrm>
              <a:off x="4355021" y="2774633"/>
              <a:ext cx="84723" cy="94121"/>
            </a:xfrm>
            <a:prstGeom prst="rect">
              <a:avLst/>
            </a:prstGeom>
            <a:solidFill>
              <a:srgbClr val="81C9BA"/>
            </a:solidFill>
            <a:ln w="0">
              <a:noFill/>
              <a:prstDash val="solid"/>
            </a:ln>
          </p:spPr>
        </p:sp>
        <p:sp>
          <p:nvSpPr>
            <p:cNvPr id="1107" name="original-2d:852"/>
            <p:cNvSpPr>
              <a:spLocks noGrp="1"/>
            </p:cNvSpPr>
            <p:nvPr/>
          </p:nvSpPr>
          <p:spPr>
            <a:xfrm>
              <a:off x="4439603" y="2774633"/>
              <a:ext cx="84723" cy="94121"/>
            </a:xfrm>
            <a:prstGeom prst="rect">
              <a:avLst/>
            </a:prstGeom>
            <a:solidFill>
              <a:srgbClr val="81C9BA"/>
            </a:solidFill>
            <a:ln w="0">
              <a:noFill/>
              <a:prstDash val="solid"/>
            </a:ln>
          </p:spPr>
        </p:sp>
        <p:sp>
          <p:nvSpPr>
            <p:cNvPr id="1108" name="original-2d:853"/>
            <p:cNvSpPr>
              <a:spLocks noGrp="1"/>
            </p:cNvSpPr>
            <p:nvPr/>
          </p:nvSpPr>
          <p:spPr>
            <a:xfrm>
              <a:off x="4524185" y="2774633"/>
              <a:ext cx="84723" cy="94121"/>
            </a:xfrm>
            <a:prstGeom prst="rect">
              <a:avLst/>
            </a:prstGeom>
            <a:solidFill>
              <a:srgbClr val="81C9BA"/>
            </a:solidFill>
            <a:ln w="0">
              <a:noFill/>
              <a:prstDash val="solid"/>
            </a:ln>
          </p:spPr>
        </p:sp>
        <p:sp>
          <p:nvSpPr>
            <p:cNvPr id="1109" name="original-2d:854"/>
            <p:cNvSpPr>
              <a:spLocks noGrp="1"/>
            </p:cNvSpPr>
            <p:nvPr/>
          </p:nvSpPr>
          <p:spPr>
            <a:xfrm>
              <a:off x="4608767" y="2774633"/>
              <a:ext cx="84723" cy="94121"/>
            </a:xfrm>
            <a:prstGeom prst="rect">
              <a:avLst/>
            </a:prstGeom>
            <a:solidFill>
              <a:srgbClr val="81C9BA"/>
            </a:solidFill>
            <a:ln w="0">
              <a:noFill/>
              <a:prstDash val="solid"/>
            </a:ln>
          </p:spPr>
        </p:sp>
        <p:sp>
          <p:nvSpPr>
            <p:cNvPr id="1110" name="original-2d:855"/>
            <p:cNvSpPr>
              <a:spLocks noGrp="1"/>
            </p:cNvSpPr>
            <p:nvPr/>
          </p:nvSpPr>
          <p:spPr>
            <a:xfrm>
              <a:off x="4693349" y="2774633"/>
              <a:ext cx="84723" cy="94121"/>
            </a:xfrm>
            <a:prstGeom prst="rect">
              <a:avLst/>
            </a:prstGeom>
            <a:solidFill>
              <a:srgbClr val="009E73"/>
            </a:solidFill>
            <a:ln w="0">
              <a:noFill/>
              <a:prstDash val="solid"/>
            </a:ln>
          </p:spPr>
        </p:sp>
        <p:sp>
          <p:nvSpPr>
            <p:cNvPr id="1111" name="original-2d:856"/>
            <p:cNvSpPr>
              <a:spLocks noGrp="1"/>
            </p:cNvSpPr>
            <p:nvPr/>
          </p:nvSpPr>
          <p:spPr>
            <a:xfrm>
              <a:off x="4777931" y="2774633"/>
              <a:ext cx="84723" cy="94121"/>
            </a:xfrm>
            <a:prstGeom prst="rect">
              <a:avLst/>
            </a:prstGeom>
            <a:solidFill>
              <a:srgbClr val="009E73"/>
            </a:solidFill>
            <a:ln w="0">
              <a:noFill/>
              <a:prstDash val="solid"/>
            </a:ln>
          </p:spPr>
        </p:sp>
        <p:sp>
          <p:nvSpPr>
            <p:cNvPr id="1112" name="original-2d:857"/>
            <p:cNvSpPr>
              <a:spLocks noGrp="1"/>
            </p:cNvSpPr>
            <p:nvPr/>
          </p:nvSpPr>
          <p:spPr>
            <a:xfrm>
              <a:off x="4862513" y="2774633"/>
              <a:ext cx="84723" cy="94121"/>
            </a:xfrm>
            <a:prstGeom prst="rect">
              <a:avLst/>
            </a:prstGeom>
            <a:solidFill>
              <a:srgbClr val="009E73"/>
            </a:solidFill>
            <a:ln w="0">
              <a:noFill/>
              <a:prstDash val="solid"/>
            </a:ln>
          </p:spPr>
        </p:sp>
        <p:sp>
          <p:nvSpPr>
            <p:cNvPr id="1113" name="original-2d:858"/>
            <p:cNvSpPr>
              <a:spLocks noGrp="1"/>
            </p:cNvSpPr>
            <p:nvPr/>
          </p:nvSpPr>
          <p:spPr>
            <a:xfrm>
              <a:off x="4947095" y="2774633"/>
              <a:ext cx="84723" cy="94121"/>
            </a:xfrm>
            <a:prstGeom prst="rect">
              <a:avLst/>
            </a:prstGeom>
            <a:solidFill>
              <a:srgbClr val="009E73"/>
            </a:solidFill>
            <a:ln w="0">
              <a:noFill/>
              <a:prstDash val="solid"/>
            </a:ln>
          </p:spPr>
        </p:sp>
        <p:sp>
          <p:nvSpPr>
            <p:cNvPr id="1114" name="original-2d:859"/>
            <p:cNvSpPr>
              <a:spLocks noGrp="1"/>
            </p:cNvSpPr>
            <p:nvPr/>
          </p:nvSpPr>
          <p:spPr>
            <a:xfrm>
              <a:off x="5031677" y="2774633"/>
              <a:ext cx="84723" cy="94121"/>
            </a:xfrm>
            <a:prstGeom prst="rect">
              <a:avLst/>
            </a:prstGeom>
            <a:solidFill>
              <a:srgbClr val="81C9BA"/>
            </a:solidFill>
            <a:ln w="0">
              <a:noFill/>
              <a:prstDash val="solid"/>
            </a:ln>
          </p:spPr>
        </p:sp>
        <p:sp>
          <p:nvSpPr>
            <p:cNvPr id="1115" name="original-2d:860"/>
            <p:cNvSpPr>
              <a:spLocks noGrp="1"/>
            </p:cNvSpPr>
            <p:nvPr/>
          </p:nvSpPr>
          <p:spPr>
            <a:xfrm>
              <a:off x="5116259" y="2774633"/>
              <a:ext cx="84723" cy="94121"/>
            </a:xfrm>
            <a:prstGeom prst="rect">
              <a:avLst/>
            </a:prstGeom>
            <a:solidFill>
              <a:srgbClr val="81C9BA"/>
            </a:solidFill>
            <a:ln w="0">
              <a:noFill/>
              <a:prstDash val="solid"/>
            </a:ln>
          </p:spPr>
        </p:sp>
        <p:sp>
          <p:nvSpPr>
            <p:cNvPr id="1116" name="original-2d:861"/>
            <p:cNvSpPr>
              <a:spLocks noGrp="1"/>
            </p:cNvSpPr>
            <p:nvPr/>
          </p:nvSpPr>
          <p:spPr>
            <a:xfrm>
              <a:off x="5200841" y="2774633"/>
              <a:ext cx="84723" cy="94121"/>
            </a:xfrm>
            <a:prstGeom prst="rect">
              <a:avLst/>
            </a:prstGeom>
            <a:solidFill>
              <a:srgbClr val="81C9BA"/>
            </a:solidFill>
            <a:ln w="0">
              <a:noFill/>
              <a:prstDash val="solid"/>
            </a:ln>
          </p:spPr>
        </p:sp>
        <p:sp>
          <p:nvSpPr>
            <p:cNvPr id="1117" name="original-2d:862"/>
            <p:cNvSpPr>
              <a:spLocks noGrp="1"/>
            </p:cNvSpPr>
            <p:nvPr/>
          </p:nvSpPr>
          <p:spPr>
            <a:xfrm>
              <a:off x="3593783" y="2868613"/>
              <a:ext cx="84723" cy="94121"/>
            </a:xfrm>
            <a:prstGeom prst="rect">
              <a:avLst/>
            </a:prstGeom>
            <a:solidFill>
              <a:srgbClr val="DCE8ED"/>
            </a:solidFill>
            <a:ln w="0">
              <a:noFill/>
              <a:prstDash val="solid"/>
            </a:ln>
          </p:spPr>
        </p:sp>
        <p:sp>
          <p:nvSpPr>
            <p:cNvPr id="1118" name="original-2d:863"/>
            <p:cNvSpPr>
              <a:spLocks noGrp="1"/>
            </p:cNvSpPr>
            <p:nvPr/>
          </p:nvSpPr>
          <p:spPr>
            <a:xfrm>
              <a:off x="3678365" y="2868613"/>
              <a:ext cx="84723" cy="94121"/>
            </a:xfrm>
            <a:prstGeom prst="rect">
              <a:avLst/>
            </a:prstGeom>
            <a:solidFill>
              <a:srgbClr val="DCE8ED"/>
            </a:solidFill>
            <a:ln w="0">
              <a:noFill/>
              <a:prstDash val="solid"/>
            </a:ln>
          </p:spPr>
        </p:sp>
        <p:sp>
          <p:nvSpPr>
            <p:cNvPr id="1119" name="original-2d:864"/>
            <p:cNvSpPr>
              <a:spLocks noGrp="1"/>
            </p:cNvSpPr>
            <p:nvPr/>
          </p:nvSpPr>
          <p:spPr>
            <a:xfrm>
              <a:off x="3762947" y="2868613"/>
              <a:ext cx="84723" cy="94121"/>
            </a:xfrm>
            <a:prstGeom prst="rect">
              <a:avLst/>
            </a:prstGeom>
            <a:solidFill>
              <a:srgbClr val="DCE8ED"/>
            </a:solidFill>
            <a:ln w="0">
              <a:noFill/>
              <a:prstDash val="solid"/>
            </a:ln>
          </p:spPr>
        </p:sp>
        <p:sp>
          <p:nvSpPr>
            <p:cNvPr id="1120" name="original-2d:865"/>
            <p:cNvSpPr>
              <a:spLocks noGrp="1"/>
            </p:cNvSpPr>
            <p:nvPr/>
          </p:nvSpPr>
          <p:spPr>
            <a:xfrm>
              <a:off x="3847529" y="2868613"/>
              <a:ext cx="84723" cy="94121"/>
            </a:xfrm>
            <a:prstGeom prst="rect">
              <a:avLst/>
            </a:prstGeom>
            <a:solidFill>
              <a:srgbClr val="DCE8ED"/>
            </a:solidFill>
            <a:ln w="0">
              <a:noFill/>
              <a:prstDash val="solid"/>
            </a:ln>
          </p:spPr>
        </p:sp>
        <p:sp>
          <p:nvSpPr>
            <p:cNvPr id="1121" name="original-2d:866"/>
            <p:cNvSpPr>
              <a:spLocks noGrp="1"/>
            </p:cNvSpPr>
            <p:nvPr/>
          </p:nvSpPr>
          <p:spPr>
            <a:xfrm>
              <a:off x="3932111" y="2868613"/>
              <a:ext cx="84723" cy="94121"/>
            </a:xfrm>
            <a:prstGeom prst="rect">
              <a:avLst/>
            </a:prstGeom>
            <a:solidFill>
              <a:srgbClr val="DCE8ED"/>
            </a:solidFill>
            <a:ln w="0">
              <a:noFill/>
              <a:prstDash val="solid"/>
            </a:ln>
          </p:spPr>
        </p:sp>
        <p:sp>
          <p:nvSpPr>
            <p:cNvPr id="1122" name="original-2d:867"/>
            <p:cNvSpPr>
              <a:spLocks noGrp="1"/>
            </p:cNvSpPr>
            <p:nvPr/>
          </p:nvSpPr>
          <p:spPr>
            <a:xfrm>
              <a:off x="4016693" y="2868613"/>
              <a:ext cx="84723" cy="94121"/>
            </a:xfrm>
            <a:prstGeom prst="rect">
              <a:avLst/>
            </a:prstGeom>
            <a:solidFill>
              <a:srgbClr val="81C9BA"/>
            </a:solidFill>
            <a:ln w="0">
              <a:noFill/>
              <a:prstDash val="solid"/>
            </a:ln>
          </p:spPr>
        </p:sp>
        <p:sp>
          <p:nvSpPr>
            <p:cNvPr id="1123" name="original-2d:868"/>
            <p:cNvSpPr>
              <a:spLocks noGrp="1"/>
            </p:cNvSpPr>
            <p:nvPr/>
          </p:nvSpPr>
          <p:spPr>
            <a:xfrm>
              <a:off x="4101275" y="2868613"/>
              <a:ext cx="84723" cy="94121"/>
            </a:xfrm>
            <a:prstGeom prst="rect">
              <a:avLst/>
            </a:prstGeom>
            <a:solidFill>
              <a:srgbClr val="81C9BA"/>
            </a:solidFill>
            <a:ln w="0">
              <a:noFill/>
              <a:prstDash val="solid"/>
            </a:ln>
          </p:spPr>
        </p:sp>
        <p:sp>
          <p:nvSpPr>
            <p:cNvPr id="1124" name="original-2d:869"/>
            <p:cNvSpPr>
              <a:spLocks noGrp="1"/>
            </p:cNvSpPr>
            <p:nvPr/>
          </p:nvSpPr>
          <p:spPr>
            <a:xfrm>
              <a:off x="4185857" y="2868613"/>
              <a:ext cx="84723" cy="94121"/>
            </a:xfrm>
            <a:prstGeom prst="rect">
              <a:avLst/>
            </a:prstGeom>
            <a:solidFill>
              <a:srgbClr val="81C9BA"/>
            </a:solidFill>
            <a:ln w="0">
              <a:noFill/>
              <a:prstDash val="solid"/>
            </a:ln>
          </p:spPr>
        </p:sp>
        <p:sp>
          <p:nvSpPr>
            <p:cNvPr id="1125" name="original-2d:870"/>
            <p:cNvSpPr>
              <a:spLocks noGrp="1"/>
            </p:cNvSpPr>
            <p:nvPr/>
          </p:nvSpPr>
          <p:spPr>
            <a:xfrm>
              <a:off x="4270439" y="2868613"/>
              <a:ext cx="84723" cy="94121"/>
            </a:xfrm>
            <a:prstGeom prst="rect">
              <a:avLst/>
            </a:prstGeom>
            <a:solidFill>
              <a:srgbClr val="81C9BA"/>
            </a:solidFill>
            <a:ln w="0">
              <a:noFill/>
              <a:prstDash val="solid"/>
            </a:ln>
          </p:spPr>
        </p:sp>
        <p:sp>
          <p:nvSpPr>
            <p:cNvPr id="1126" name="original-2d:871"/>
            <p:cNvSpPr>
              <a:spLocks noGrp="1"/>
            </p:cNvSpPr>
            <p:nvPr/>
          </p:nvSpPr>
          <p:spPr>
            <a:xfrm>
              <a:off x="4355021" y="2868613"/>
              <a:ext cx="84723" cy="94121"/>
            </a:xfrm>
            <a:prstGeom prst="rect">
              <a:avLst/>
            </a:prstGeom>
            <a:solidFill>
              <a:srgbClr val="D55E00"/>
            </a:solidFill>
            <a:ln w="0">
              <a:noFill/>
              <a:prstDash val="solid"/>
            </a:ln>
          </p:spPr>
        </p:sp>
        <p:sp>
          <p:nvSpPr>
            <p:cNvPr id="1127" name="original-2d:872"/>
            <p:cNvSpPr>
              <a:spLocks noGrp="1"/>
            </p:cNvSpPr>
            <p:nvPr/>
          </p:nvSpPr>
          <p:spPr>
            <a:xfrm>
              <a:off x="4439603" y="2868613"/>
              <a:ext cx="84723" cy="94121"/>
            </a:xfrm>
            <a:prstGeom prst="rect">
              <a:avLst/>
            </a:prstGeom>
            <a:solidFill>
              <a:srgbClr val="D55E00"/>
            </a:solidFill>
            <a:ln w="0">
              <a:noFill/>
              <a:prstDash val="solid"/>
            </a:ln>
          </p:spPr>
        </p:sp>
        <p:sp>
          <p:nvSpPr>
            <p:cNvPr id="1128" name="original-2d:873"/>
            <p:cNvSpPr>
              <a:spLocks noGrp="1"/>
            </p:cNvSpPr>
            <p:nvPr/>
          </p:nvSpPr>
          <p:spPr>
            <a:xfrm>
              <a:off x="4524185" y="2868613"/>
              <a:ext cx="84723" cy="94121"/>
            </a:xfrm>
            <a:prstGeom prst="rect">
              <a:avLst/>
            </a:prstGeom>
            <a:solidFill>
              <a:srgbClr val="81C9BA"/>
            </a:solidFill>
            <a:ln w="0">
              <a:noFill/>
              <a:prstDash val="solid"/>
            </a:ln>
          </p:spPr>
        </p:sp>
        <p:sp>
          <p:nvSpPr>
            <p:cNvPr id="1129" name="original-2d:874"/>
            <p:cNvSpPr>
              <a:spLocks noGrp="1"/>
            </p:cNvSpPr>
            <p:nvPr/>
          </p:nvSpPr>
          <p:spPr>
            <a:xfrm>
              <a:off x="4608767" y="2868613"/>
              <a:ext cx="84723" cy="94121"/>
            </a:xfrm>
            <a:prstGeom prst="rect">
              <a:avLst/>
            </a:prstGeom>
            <a:solidFill>
              <a:srgbClr val="009E73"/>
            </a:solidFill>
            <a:ln w="0">
              <a:noFill/>
              <a:prstDash val="solid"/>
            </a:ln>
          </p:spPr>
        </p:sp>
        <p:sp>
          <p:nvSpPr>
            <p:cNvPr id="1130" name="original-2d:875"/>
            <p:cNvSpPr>
              <a:spLocks noGrp="1"/>
            </p:cNvSpPr>
            <p:nvPr/>
          </p:nvSpPr>
          <p:spPr>
            <a:xfrm>
              <a:off x="4693349" y="2868613"/>
              <a:ext cx="84723" cy="94121"/>
            </a:xfrm>
            <a:prstGeom prst="rect">
              <a:avLst/>
            </a:prstGeom>
            <a:solidFill>
              <a:srgbClr val="009E73"/>
            </a:solidFill>
            <a:ln w="0">
              <a:noFill/>
              <a:prstDash val="solid"/>
            </a:ln>
          </p:spPr>
        </p:sp>
        <p:sp>
          <p:nvSpPr>
            <p:cNvPr id="1131" name="original-2d:876"/>
            <p:cNvSpPr>
              <a:spLocks noGrp="1"/>
            </p:cNvSpPr>
            <p:nvPr/>
          </p:nvSpPr>
          <p:spPr>
            <a:xfrm>
              <a:off x="4777931" y="2868613"/>
              <a:ext cx="84723" cy="94121"/>
            </a:xfrm>
            <a:prstGeom prst="rect">
              <a:avLst/>
            </a:prstGeom>
            <a:solidFill>
              <a:srgbClr val="009E73"/>
            </a:solidFill>
            <a:ln w="0">
              <a:noFill/>
              <a:prstDash val="solid"/>
            </a:ln>
          </p:spPr>
        </p:sp>
        <p:sp>
          <p:nvSpPr>
            <p:cNvPr id="1132" name="original-2d:877"/>
            <p:cNvSpPr>
              <a:spLocks noGrp="1"/>
            </p:cNvSpPr>
            <p:nvPr/>
          </p:nvSpPr>
          <p:spPr>
            <a:xfrm>
              <a:off x="4862513" y="2868613"/>
              <a:ext cx="84723" cy="94121"/>
            </a:xfrm>
            <a:prstGeom prst="rect">
              <a:avLst/>
            </a:prstGeom>
            <a:solidFill>
              <a:srgbClr val="009E73"/>
            </a:solidFill>
            <a:ln w="0">
              <a:noFill/>
              <a:prstDash val="solid"/>
            </a:ln>
          </p:spPr>
        </p:sp>
        <p:sp>
          <p:nvSpPr>
            <p:cNvPr id="1133" name="original-2d:878"/>
            <p:cNvSpPr>
              <a:spLocks noGrp="1"/>
            </p:cNvSpPr>
            <p:nvPr/>
          </p:nvSpPr>
          <p:spPr>
            <a:xfrm>
              <a:off x="4947095" y="2868613"/>
              <a:ext cx="84723" cy="94121"/>
            </a:xfrm>
            <a:prstGeom prst="rect">
              <a:avLst/>
            </a:prstGeom>
            <a:solidFill>
              <a:srgbClr val="009E73"/>
            </a:solidFill>
            <a:ln w="0">
              <a:noFill/>
              <a:prstDash val="solid"/>
            </a:ln>
          </p:spPr>
        </p:sp>
        <p:sp>
          <p:nvSpPr>
            <p:cNvPr id="1134" name="original-2d:879"/>
            <p:cNvSpPr>
              <a:spLocks noGrp="1"/>
            </p:cNvSpPr>
            <p:nvPr/>
          </p:nvSpPr>
          <p:spPr>
            <a:xfrm>
              <a:off x="5031677" y="2868613"/>
              <a:ext cx="84723" cy="94121"/>
            </a:xfrm>
            <a:prstGeom prst="rect">
              <a:avLst/>
            </a:prstGeom>
            <a:solidFill>
              <a:srgbClr val="81C9BA"/>
            </a:solidFill>
            <a:ln w="0">
              <a:noFill/>
              <a:prstDash val="solid"/>
            </a:ln>
          </p:spPr>
        </p:sp>
        <p:sp>
          <p:nvSpPr>
            <p:cNvPr id="1135" name="original-2d:880"/>
            <p:cNvSpPr>
              <a:spLocks noGrp="1"/>
            </p:cNvSpPr>
            <p:nvPr/>
          </p:nvSpPr>
          <p:spPr>
            <a:xfrm>
              <a:off x="5116259" y="2868613"/>
              <a:ext cx="84723" cy="94121"/>
            </a:xfrm>
            <a:prstGeom prst="rect">
              <a:avLst/>
            </a:prstGeom>
            <a:solidFill>
              <a:srgbClr val="81C9BA"/>
            </a:solidFill>
            <a:ln w="0">
              <a:noFill/>
              <a:prstDash val="solid"/>
            </a:ln>
          </p:spPr>
        </p:sp>
        <p:sp>
          <p:nvSpPr>
            <p:cNvPr id="1136" name="original-2d:881"/>
            <p:cNvSpPr>
              <a:spLocks noGrp="1"/>
            </p:cNvSpPr>
            <p:nvPr/>
          </p:nvSpPr>
          <p:spPr>
            <a:xfrm>
              <a:off x="5200841" y="2868613"/>
              <a:ext cx="84723" cy="94121"/>
            </a:xfrm>
            <a:prstGeom prst="rect">
              <a:avLst/>
            </a:prstGeom>
            <a:solidFill>
              <a:srgbClr val="81C9BA"/>
            </a:solidFill>
            <a:ln w="0">
              <a:noFill/>
              <a:prstDash val="solid"/>
            </a:ln>
          </p:spPr>
        </p:sp>
        <p:sp>
          <p:nvSpPr>
            <p:cNvPr id="1137" name="original-2d:882"/>
            <p:cNvSpPr>
              <a:spLocks noGrp="1"/>
            </p:cNvSpPr>
            <p:nvPr/>
          </p:nvSpPr>
          <p:spPr>
            <a:xfrm>
              <a:off x="3593783" y="2962593"/>
              <a:ext cx="84723" cy="94121"/>
            </a:xfrm>
            <a:prstGeom prst="rect">
              <a:avLst/>
            </a:prstGeom>
            <a:solidFill>
              <a:srgbClr val="DCE8ED"/>
            </a:solidFill>
            <a:ln w="0">
              <a:noFill/>
              <a:prstDash val="solid"/>
            </a:ln>
          </p:spPr>
        </p:sp>
        <p:sp>
          <p:nvSpPr>
            <p:cNvPr id="1138" name="original-2d:883"/>
            <p:cNvSpPr>
              <a:spLocks noGrp="1"/>
            </p:cNvSpPr>
            <p:nvPr/>
          </p:nvSpPr>
          <p:spPr>
            <a:xfrm>
              <a:off x="3678365" y="2962593"/>
              <a:ext cx="84723" cy="94121"/>
            </a:xfrm>
            <a:prstGeom prst="rect">
              <a:avLst/>
            </a:prstGeom>
            <a:solidFill>
              <a:srgbClr val="DCE8ED"/>
            </a:solidFill>
            <a:ln w="0">
              <a:noFill/>
              <a:prstDash val="solid"/>
            </a:ln>
          </p:spPr>
        </p:sp>
        <p:sp>
          <p:nvSpPr>
            <p:cNvPr id="1139" name="original-2d:884"/>
            <p:cNvSpPr>
              <a:spLocks noGrp="1"/>
            </p:cNvSpPr>
            <p:nvPr/>
          </p:nvSpPr>
          <p:spPr>
            <a:xfrm>
              <a:off x="3762947" y="2962593"/>
              <a:ext cx="84723" cy="94121"/>
            </a:xfrm>
            <a:prstGeom prst="rect">
              <a:avLst/>
            </a:prstGeom>
            <a:solidFill>
              <a:srgbClr val="DCE8ED"/>
            </a:solidFill>
            <a:ln w="0">
              <a:noFill/>
              <a:prstDash val="solid"/>
            </a:ln>
          </p:spPr>
        </p:sp>
        <p:sp>
          <p:nvSpPr>
            <p:cNvPr id="1140" name="original-2d:885"/>
            <p:cNvSpPr>
              <a:spLocks noGrp="1"/>
            </p:cNvSpPr>
            <p:nvPr/>
          </p:nvSpPr>
          <p:spPr>
            <a:xfrm>
              <a:off x="3847529" y="2962593"/>
              <a:ext cx="84723" cy="94121"/>
            </a:xfrm>
            <a:prstGeom prst="rect">
              <a:avLst/>
            </a:prstGeom>
            <a:solidFill>
              <a:srgbClr val="DCE8ED"/>
            </a:solidFill>
            <a:ln w="0">
              <a:noFill/>
              <a:prstDash val="solid"/>
            </a:ln>
          </p:spPr>
        </p:sp>
        <p:sp>
          <p:nvSpPr>
            <p:cNvPr id="1141" name="original-2d:886"/>
            <p:cNvSpPr>
              <a:spLocks noGrp="1"/>
            </p:cNvSpPr>
            <p:nvPr/>
          </p:nvSpPr>
          <p:spPr>
            <a:xfrm>
              <a:off x="3932111" y="2962593"/>
              <a:ext cx="84723" cy="94121"/>
            </a:xfrm>
            <a:prstGeom prst="rect">
              <a:avLst/>
            </a:prstGeom>
            <a:solidFill>
              <a:srgbClr val="81C9BA"/>
            </a:solidFill>
            <a:ln w="0">
              <a:noFill/>
              <a:prstDash val="solid"/>
            </a:ln>
          </p:spPr>
        </p:sp>
        <p:sp>
          <p:nvSpPr>
            <p:cNvPr id="1142" name="original-2d:887"/>
            <p:cNvSpPr>
              <a:spLocks noGrp="1"/>
            </p:cNvSpPr>
            <p:nvPr/>
          </p:nvSpPr>
          <p:spPr>
            <a:xfrm>
              <a:off x="4016693" y="2962593"/>
              <a:ext cx="84723" cy="94121"/>
            </a:xfrm>
            <a:prstGeom prst="rect">
              <a:avLst/>
            </a:prstGeom>
            <a:solidFill>
              <a:srgbClr val="81C9BA"/>
            </a:solidFill>
            <a:ln w="0">
              <a:noFill/>
              <a:prstDash val="solid"/>
            </a:ln>
          </p:spPr>
        </p:sp>
        <p:sp>
          <p:nvSpPr>
            <p:cNvPr id="1143" name="original-2d:888"/>
            <p:cNvSpPr>
              <a:spLocks noGrp="1"/>
            </p:cNvSpPr>
            <p:nvPr/>
          </p:nvSpPr>
          <p:spPr>
            <a:xfrm>
              <a:off x="4101275" y="2962593"/>
              <a:ext cx="84723" cy="94121"/>
            </a:xfrm>
            <a:prstGeom prst="rect">
              <a:avLst/>
            </a:prstGeom>
            <a:solidFill>
              <a:srgbClr val="81C9BA"/>
            </a:solidFill>
            <a:ln w="0">
              <a:noFill/>
              <a:prstDash val="solid"/>
            </a:ln>
          </p:spPr>
        </p:sp>
        <p:sp>
          <p:nvSpPr>
            <p:cNvPr id="1144" name="original-2d:889"/>
            <p:cNvSpPr>
              <a:spLocks noGrp="1"/>
            </p:cNvSpPr>
            <p:nvPr/>
          </p:nvSpPr>
          <p:spPr>
            <a:xfrm>
              <a:off x="4185857" y="2962593"/>
              <a:ext cx="84723" cy="94121"/>
            </a:xfrm>
            <a:prstGeom prst="rect">
              <a:avLst/>
            </a:prstGeom>
            <a:solidFill>
              <a:srgbClr val="81C9BA"/>
            </a:solidFill>
            <a:ln w="0">
              <a:noFill/>
              <a:prstDash val="solid"/>
            </a:ln>
          </p:spPr>
        </p:sp>
        <p:sp>
          <p:nvSpPr>
            <p:cNvPr id="1145" name="original-2d:890"/>
            <p:cNvSpPr>
              <a:spLocks noGrp="1"/>
            </p:cNvSpPr>
            <p:nvPr/>
          </p:nvSpPr>
          <p:spPr>
            <a:xfrm>
              <a:off x="4270439" y="2962593"/>
              <a:ext cx="84723" cy="94121"/>
            </a:xfrm>
            <a:prstGeom prst="rect">
              <a:avLst/>
            </a:prstGeom>
            <a:solidFill>
              <a:srgbClr val="D55E00"/>
            </a:solidFill>
            <a:ln w="0">
              <a:noFill/>
              <a:prstDash val="solid"/>
            </a:ln>
          </p:spPr>
        </p:sp>
        <p:sp>
          <p:nvSpPr>
            <p:cNvPr id="1146" name="original-2d:891"/>
            <p:cNvSpPr>
              <a:spLocks noGrp="1"/>
            </p:cNvSpPr>
            <p:nvPr/>
          </p:nvSpPr>
          <p:spPr>
            <a:xfrm>
              <a:off x="4355021" y="2962593"/>
              <a:ext cx="84723" cy="94121"/>
            </a:xfrm>
            <a:prstGeom prst="rect">
              <a:avLst/>
            </a:prstGeom>
            <a:solidFill>
              <a:srgbClr val="D55E00"/>
            </a:solidFill>
            <a:ln w="0">
              <a:noFill/>
              <a:prstDash val="solid"/>
            </a:ln>
          </p:spPr>
        </p:sp>
        <p:sp>
          <p:nvSpPr>
            <p:cNvPr id="1147" name="original-2d:892"/>
            <p:cNvSpPr>
              <a:spLocks noGrp="1"/>
            </p:cNvSpPr>
            <p:nvPr/>
          </p:nvSpPr>
          <p:spPr>
            <a:xfrm>
              <a:off x="4439603" y="2962593"/>
              <a:ext cx="84723" cy="94121"/>
            </a:xfrm>
            <a:prstGeom prst="rect">
              <a:avLst/>
            </a:prstGeom>
            <a:solidFill>
              <a:srgbClr val="D55E00"/>
            </a:solidFill>
            <a:ln w="0">
              <a:noFill/>
              <a:prstDash val="solid"/>
            </a:ln>
          </p:spPr>
        </p:sp>
        <p:sp>
          <p:nvSpPr>
            <p:cNvPr id="1148" name="original-2d:893"/>
            <p:cNvSpPr>
              <a:spLocks noGrp="1"/>
            </p:cNvSpPr>
            <p:nvPr/>
          </p:nvSpPr>
          <p:spPr>
            <a:xfrm>
              <a:off x="4524185" y="2962593"/>
              <a:ext cx="84723" cy="94121"/>
            </a:xfrm>
            <a:prstGeom prst="rect">
              <a:avLst/>
            </a:prstGeom>
            <a:solidFill>
              <a:srgbClr val="D55E00"/>
            </a:solidFill>
            <a:ln w="0">
              <a:noFill/>
              <a:prstDash val="solid"/>
            </a:ln>
          </p:spPr>
        </p:sp>
        <p:sp>
          <p:nvSpPr>
            <p:cNvPr id="1149" name="original-2d:894"/>
            <p:cNvSpPr>
              <a:spLocks noGrp="1"/>
            </p:cNvSpPr>
            <p:nvPr/>
          </p:nvSpPr>
          <p:spPr>
            <a:xfrm>
              <a:off x="4608767" y="2962593"/>
              <a:ext cx="84723" cy="94121"/>
            </a:xfrm>
            <a:prstGeom prst="rect">
              <a:avLst/>
            </a:prstGeom>
            <a:solidFill>
              <a:srgbClr val="81C9BA"/>
            </a:solidFill>
            <a:ln w="0">
              <a:noFill/>
              <a:prstDash val="solid"/>
            </a:ln>
          </p:spPr>
        </p:sp>
        <p:sp>
          <p:nvSpPr>
            <p:cNvPr id="1150" name="original-2d:895"/>
            <p:cNvSpPr>
              <a:spLocks noGrp="1"/>
            </p:cNvSpPr>
            <p:nvPr/>
          </p:nvSpPr>
          <p:spPr>
            <a:xfrm>
              <a:off x="4693349" y="2962593"/>
              <a:ext cx="84723" cy="94121"/>
            </a:xfrm>
            <a:prstGeom prst="rect">
              <a:avLst/>
            </a:prstGeom>
            <a:solidFill>
              <a:srgbClr val="009E73"/>
            </a:solidFill>
            <a:ln w="0">
              <a:noFill/>
              <a:prstDash val="solid"/>
            </a:ln>
          </p:spPr>
        </p:sp>
        <p:sp>
          <p:nvSpPr>
            <p:cNvPr id="1151" name="original-2d:896"/>
            <p:cNvSpPr>
              <a:spLocks noGrp="1"/>
            </p:cNvSpPr>
            <p:nvPr/>
          </p:nvSpPr>
          <p:spPr>
            <a:xfrm>
              <a:off x="4777931" y="2962593"/>
              <a:ext cx="84723" cy="94121"/>
            </a:xfrm>
            <a:prstGeom prst="rect">
              <a:avLst/>
            </a:prstGeom>
            <a:solidFill>
              <a:srgbClr val="009E73"/>
            </a:solidFill>
            <a:ln w="0">
              <a:noFill/>
              <a:prstDash val="solid"/>
            </a:ln>
          </p:spPr>
        </p:sp>
        <p:sp>
          <p:nvSpPr>
            <p:cNvPr id="1152" name="original-2d:897"/>
            <p:cNvSpPr>
              <a:spLocks noGrp="1"/>
            </p:cNvSpPr>
            <p:nvPr/>
          </p:nvSpPr>
          <p:spPr>
            <a:xfrm>
              <a:off x="4862513" y="2962593"/>
              <a:ext cx="84723" cy="94121"/>
            </a:xfrm>
            <a:prstGeom prst="rect">
              <a:avLst/>
            </a:prstGeom>
            <a:solidFill>
              <a:srgbClr val="009E73"/>
            </a:solidFill>
            <a:ln w="0">
              <a:noFill/>
              <a:prstDash val="solid"/>
            </a:ln>
          </p:spPr>
        </p:sp>
        <p:sp>
          <p:nvSpPr>
            <p:cNvPr id="1153" name="original-2d:898"/>
            <p:cNvSpPr>
              <a:spLocks noGrp="1"/>
            </p:cNvSpPr>
            <p:nvPr/>
          </p:nvSpPr>
          <p:spPr>
            <a:xfrm>
              <a:off x="4947095" y="2962593"/>
              <a:ext cx="84723" cy="94121"/>
            </a:xfrm>
            <a:prstGeom prst="rect">
              <a:avLst/>
            </a:prstGeom>
            <a:solidFill>
              <a:srgbClr val="81C9BA"/>
            </a:solidFill>
            <a:ln w="0">
              <a:noFill/>
              <a:prstDash val="solid"/>
            </a:ln>
          </p:spPr>
        </p:sp>
        <p:sp>
          <p:nvSpPr>
            <p:cNvPr id="1154" name="original-2d:899"/>
            <p:cNvSpPr>
              <a:spLocks noGrp="1"/>
            </p:cNvSpPr>
            <p:nvPr/>
          </p:nvSpPr>
          <p:spPr>
            <a:xfrm>
              <a:off x="5031677" y="2962593"/>
              <a:ext cx="84723" cy="94121"/>
            </a:xfrm>
            <a:prstGeom prst="rect">
              <a:avLst/>
            </a:prstGeom>
            <a:solidFill>
              <a:srgbClr val="81C9BA"/>
            </a:solidFill>
            <a:ln w="0">
              <a:noFill/>
              <a:prstDash val="solid"/>
            </a:ln>
          </p:spPr>
        </p:sp>
        <p:sp>
          <p:nvSpPr>
            <p:cNvPr id="1155" name="original-2d:900"/>
            <p:cNvSpPr>
              <a:spLocks noGrp="1"/>
            </p:cNvSpPr>
            <p:nvPr/>
          </p:nvSpPr>
          <p:spPr>
            <a:xfrm>
              <a:off x="5116259" y="2962593"/>
              <a:ext cx="84723" cy="94121"/>
            </a:xfrm>
            <a:prstGeom prst="rect">
              <a:avLst/>
            </a:prstGeom>
            <a:solidFill>
              <a:srgbClr val="81C9BA"/>
            </a:solidFill>
            <a:ln w="0">
              <a:noFill/>
              <a:prstDash val="solid"/>
            </a:ln>
          </p:spPr>
        </p:sp>
        <p:sp>
          <p:nvSpPr>
            <p:cNvPr id="1156" name="original-2d:901"/>
            <p:cNvSpPr>
              <a:spLocks noGrp="1"/>
            </p:cNvSpPr>
            <p:nvPr/>
          </p:nvSpPr>
          <p:spPr>
            <a:xfrm>
              <a:off x="5200841" y="2962593"/>
              <a:ext cx="84723" cy="94121"/>
            </a:xfrm>
            <a:prstGeom prst="rect">
              <a:avLst/>
            </a:prstGeom>
            <a:solidFill>
              <a:srgbClr val="DCE8ED"/>
            </a:solidFill>
            <a:ln w="0">
              <a:noFill/>
              <a:prstDash val="solid"/>
            </a:ln>
          </p:spPr>
        </p:sp>
        <p:sp>
          <p:nvSpPr>
            <p:cNvPr id="1157" name="original-2d:902"/>
            <p:cNvSpPr>
              <a:spLocks noGrp="1"/>
            </p:cNvSpPr>
            <p:nvPr/>
          </p:nvSpPr>
          <p:spPr>
            <a:xfrm>
              <a:off x="3593783" y="3056573"/>
              <a:ext cx="84723" cy="94121"/>
            </a:xfrm>
            <a:prstGeom prst="rect">
              <a:avLst/>
            </a:prstGeom>
            <a:solidFill>
              <a:srgbClr val="DCE8ED"/>
            </a:solidFill>
            <a:ln w="0">
              <a:noFill/>
              <a:prstDash val="solid"/>
            </a:ln>
          </p:spPr>
        </p:sp>
        <p:sp>
          <p:nvSpPr>
            <p:cNvPr id="1158" name="original-2d:903"/>
            <p:cNvSpPr>
              <a:spLocks noGrp="1"/>
            </p:cNvSpPr>
            <p:nvPr/>
          </p:nvSpPr>
          <p:spPr>
            <a:xfrm>
              <a:off x="3678365" y="3056573"/>
              <a:ext cx="84723" cy="94121"/>
            </a:xfrm>
            <a:prstGeom prst="rect">
              <a:avLst/>
            </a:prstGeom>
            <a:solidFill>
              <a:srgbClr val="DCE8ED"/>
            </a:solidFill>
            <a:ln w="0">
              <a:noFill/>
              <a:prstDash val="solid"/>
            </a:ln>
          </p:spPr>
        </p:sp>
        <p:sp>
          <p:nvSpPr>
            <p:cNvPr id="1159" name="original-2d:904"/>
            <p:cNvSpPr>
              <a:spLocks noGrp="1"/>
            </p:cNvSpPr>
            <p:nvPr/>
          </p:nvSpPr>
          <p:spPr>
            <a:xfrm>
              <a:off x="3762947" y="3056573"/>
              <a:ext cx="84723" cy="94121"/>
            </a:xfrm>
            <a:prstGeom prst="rect">
              <a:avLst/>
            </a:prstGeom>
            <a:solidFill>
              <a:srgbClr val="DCE8ED"/>
            </a:solidFill>
            <a:ln w="0">
              <a:noFill/>
              <a:prstDash val="solid"/>
            </a:ln>
          </p:spPr>
        </p:sp>
        <p:sp>
          <p:nvSpPr>
            <p:cNvPr id="1160" name="original-2d:905"/>
            <p:cNvSpPr>
              <a:spLocks noGrp="1"/>
            </p:cNvSpPr>
            <p:nvPr/>
          </p:nvSpPr>
          <p:spPr>
            <a:xfrm>
              <a:off x="3847529" y="3056573"/>
              <a:ext cx="84723" cy="94121"/>
            </a:xfrm>
            <a:prstGeom prst="rect">
              <a:avLst/>
            </a:prstGeom>
            <a:solidFill>
              <a:srgbClr val="DCE8ED"/>
            </a:solidFill>
            <a:ln w="0">
              <a:noFill/>
              <a:prstDash val="solid"/>
            </a:ln>
          </p:spPr>
        </p:sp>
        <p:sp>
          <p:nvSpPr>
            <p:cNvPr id="1161" name="original-2d:906"/>
            <p:cNvSpPr>
              <a:spLocks noGrp="1"/>
            </p:cNvSpPr>
            <p:nvPr/>
          </p:nvSpPr>
          <p:spPr>
            <a:xfrm>
              <a:off x="3932111" y="3056573"/>
              <a:ext cx="84723" cy="94121"/>
            </a:xfrm>
            <a:prstGeom prst="rect">
              <a:avLst/>
            </a:prstGeom>
            <a:solidFill>
              <a:srgbClr val="81C9BA"/>
            </a:solidFill>
            <a:ln w="0">
              <a:noFill/>
              <a:prstDash val="solid"/>
            </a:ln>
          </p:spPr>
        </p:sp>
        <p:sp>
          <p:nvSpPr>
            <p:cNvPr id="1162" name="original-2d:907"/>
            <p:cNvSpPr>
              <a:spLocks noGrp="1"/>
            </p:cNvSpPr>
            <p:nvPr/>
          </p:nvSpPr>
          <p:spPr>
            <a:xfrm>
              <a:off x="4016693" y="3056573"/>
              <a:ext cx="84723" cy="94121"/>
            </a:xfrm>
            <a:prstGeom prst="rect">
              <a:avLst/>
            </a:prstGeom>
            <a:solidFill>
              <a:srgbClr val="81C9BA"/>
            </a:solidFill>
            <a:ln w="0">
              <a:noFill/>
              <a:prstDash val="solid"/>
            </a:ln>
          </p:spPr>
        </p:sp>
        <p:sp>
          <p:nvSpPr>
            <p:cNvPr id="1163" name="original-2d:908"/>
            <p:cNvSpPr>
              <a:spLocks noGrp="1"/>
            </p:cNvSpPr>
            <p:nvPr/>
          </p:nvSpPr>
          <p:spPr>
            <a:xfrm>
              <a:off x="4101275" y="3056573"/>
              <a:ext cx="84723" cy="94121"/>
            </a:xfrm>
            <a:prstGeom prst="rect">
              <a:avLst/>
            </a:prstGeom>
            <a:solidFill>
              <a:srgbClr val="81C9BA"/>
            </a:solidFill>
            <a:ln w="0">
              <a:noFill/>
              <a:prstDash val="solid"/>
            </a:ln>
          </p:spPr>
        </p:sp>
        <p:sp>
          <p:nvSpPr>
            <p:cNvPr id="1164" name="original-2d:909"/>
            <p:cNvSpPr>
              <a:spLocks noGrp="1"/>
            </p:cNvSpPr>
            <p:nvPr/>
          </p:nvSpPr>
          <p:spPr>
            <a:xfrm>
              <a:off x="4185857" y="3056573"/>
              <a:ext cx="84723" cy="94121"/>
            </a:xfrm>
            <a:prstGeom prst="rect">
              <a:avLst/>
            </a:prstGeom>
            <a:solidFill>
              <a:srgbClr val="81C9BA"/>
            </a:solidFill>
            <a:ln w="0">
              <a:noFill/>
              <a:prstDash val="solid"/>
            </a:ln>
          </p:spPr>
        </p:sp>
        <p:sp>
          <p:nvSpPr>
            <p:cNvPr id="1165" name="original-2d:910"/>
            <p:cNvSpPr>
              <a:spLocks noGrp="1"/>
            </p:cNvSpPr>
            <p:nvPr/>
          </p:nvSpPr>
          <p:spPr>
            <a:xfrm>
              <a:off x="4270439" y="3056573"/>
              <a:ext cx="84723" cy="94121"/>
            </a:xfrm>
            <a:prstGeom prst="rect">
              <a:avLst/>
            </a:prstGeom>
            <a:solidFill>
              <a:srgbClr val="D55E00"/>
            </a:solidFill>
            <a:ln w="0">
              <a:noFill/>
              <a:prstDash val="solid"/>
            </a:ln>
          </p:spPr>
        </p:sp>
        <p:sp>
          <p:nvSpPr>
            <p:cNvPr id="1166" name="original-2d:911"/>
            <p:cNvSpPr>
              <a:spLocks noGrp="1"/>
            </p:cNvSpPr>
            <p:nvPr/>
          </p:nvSpPr>
          <p:spPr>
            <a:xfrm>
              <a:off x="4355021" y="3056573"/>
              <a:ext cx="84723" cy="94121"/>
            </a:xfrm>
            <a:prstGeom prst="rect">
              <a:avLst/>
            </a:prstGeom>
            <a:solidFill>
              <a:srgbClr val="D55E00"/>
            </a:solidFill>
            <a:ln w="0">
              <a:noFill/>
              <a:prstDash val="solid"/>
            </a:ln>
          </p:spPr>
        </p:sp>
        <p:sp>
          <p:nvSpPr>
            <p:cNvPr id="1167" name="original-2d:912"/>
            <p:cNvSpPr>
              <a:spLocks noGrp="1"/>
            </p:cNvSpPr>
            <p:nvPr/>
          </p:nvSpPr>
          <p:spPr>
            <a:xfrm>
              <a:off x="4439603" y="3056573"/>
              <a:ext cx="84723" cy="94121"/>
            </a:xfrm>
            <a:prstGeom prst="rect">
              <a:avLst/>
            </a:prstGeom>
            <a:solidFill>
              <a:srgbClr val="D55E00"/>
            </a:solidFill>
            <a:ln w="0">
              <a:noFill/>
              <a:prstDash val="solid"/>
            </a:ln>
          </p:spPr>
        </p:sp>
        <p:sp>
          <p:nvSpPr>
            <p:cNvPr id="1168" name="original-2d:913"/>
            <p:cNvSpPr>
              <a:spLocks noGrp="1"/>
            </p:cNvSpPr>
            <p:nvPr/>
          </p:nvSpPr>
          <p:spPr>
            <a:xfrm>
              <a:off x="4524185" y="3056573"/>
              <a:ext cx="84723" cy="94121"/>
            </a:xfrm>
            <a:prstGeom prst="rect">
              <a:avLst/>
            </a:prstGeom>
            <a:solidFill>
              <a:srgbClr val="D55E00"/>
            </a:solidFill>
            <a:ln w="0">
              <a:noFill/>
              <a:prstDash val="solid"/>
            </a:ln>
          </p:spPr>
        </p:sp>
        <p:sp>
          <p:nvSpPr>
            <p:cNvPr id="1169" name="original-2d:914"/>
            <p:cNvSpPr>
              <a:spLocks noGrp="1"/>
            </p:cNvSpPr>
            <p:nvPr/>
          </p:nvSpPr>
          <p:spPr>
            <a:xfrm>
              <a:off x="4608767" y="3056573"/>
              <a:ext cx="84723" cy="94121"/>
            </a:xfrm>
            <a:prstGeom prst="rect">
              <a:avLst/>
            </a:prstGeom>
            <a:solidFill>
              <a:srgbClr val="81C9BA"/>
            </a:solidFill>
            <a:ln w="0">
              <a:noFill/>
              <a:prstDash val="solid"/>
            </a:ln>
          </p:spPr>
        </p:sp>
        <p:sp>
          <p:nvSpPr>
            <p:cNvPr id="1170" name="original-2d:915"/>
            <p:cNvSpPr>
              <a:spLocks noGrp="1"/>
            </p:cNvSpPr>
            <p:nvPr/>
          </p:nvSpPr>
          <p:spPr>
            <a:xfrm>
              <a:off x="4693349" y="3056573"/>
              <a:ext cx="84723" cy="94121"/>
            </a:xfrm>
            <a:prstGeom prst="rect">
              <a:avLst/>
            </a:prstGeom>
            <a:solidFill>
              <a:srgbClr val="81C9BA"/>
            </a:solidFill>
            <a:ln w="0">
              <a:noFill/>
              <a:prstDash val="solid"/>
            </a:ln>
          </p:spPr>
        </p:sp>
        <p:sp>
          <p:nvSpPr>
            <p:cNvPr id="1171" name="original-2d:916"/>
            <p:cNvSpPr>
              <a:spLocks noGrp="1"/>
            </p:cNvSpPr>
            <p:nvPr/>
          </p:nvSpPr>
          <p:spPr>
            <a:xfrm>
              <a:off x="4777931" y="3056573"/>
              <a:ext cx="84723" cy="94121"/>
            </a:xfrm>
            <a:prstGeom prst="rect">
              <a:avLst/>
            </a:prstGeom>
            <a:solidFill>
              <a:srgbClr val="81C9BA"/>
            </a:solidFill>
            <a:ln w="0">
              <a:noFill/>
              <a:prstDash val="solid"/>
            </a:ln>
          </p:spPr>
        </p:sp>
        <p:sp>
          <p:nvSpPr>
            <p:cNvPr id="1172" name="original-2d:917"/>
            <p:cNvSpPr>
              <a:spLocks noGrp="1"/>
            </p:cNvSpPr>
            <p:nvPr/>
          </p:nvSpPr>
          <p:spPr>
            <a:xfrm>
              <a:off x="4862513" y="3056573"/>
              <a:ext cx="84723" cy="94121"/>
            </a:xfrm>
            <a:prstGeom prst="rect">
              <a:avLst/>
            </a:prstGeom>
            <a:solidFill>
              <a:srgbClr val="81C9BA"/>
            </a:solidFill>
            <a:ln w="0">
              <a:noFill/>
              <a:prstDash val="solid"/>
            </a:ln>
          </p:spPr>
        </p:sp>
        <p:sp>
          <p:nvSpPr>
            <p:cNvPr id="1173" name="original-2d:918"/>
            <p:cNvSpPr>
              <a:spLocks noGrp="1"/>
            </p:cNvSpPr>
            <p:nvPr/>
          </p:nvSpPr>
          <p:spPr>
            <a:xfrm>
              <a:off x="4947095" y="3056573"/>
              <a:ext cx="84723" cy="94121"/>
            </a:xfrm>
            <a:prstGeom prst="rect">
              <a:avLst/>
            </a:prstGeom>
            <a:solidFill>
              <a:srgbClr val="81C9BA"/>
            </a:solidFill>
            <a:ln w="0">
              <a:noFill/>
              <a:prstDash val="solid"/>
            </a:ln>
          </p:spPr>
        </p:sp>
        <p:sp>
          <p:nvSpPr>
            <p:cNvPr id="1174" name="original-2d:919"/>
            <p:cNvSpPr>
              <a:spLocks noGrp="1"/>
            </p:cNvSpPr>
            <p:nvPr/>
          </p:nvSpPr>
          <p:spPr>
            <a:xfrm>
              <a:off x="5031677" y="3056573"/>
              <a:ext cx="84723" cy="94121"/>
            </a:xfrm>
            <a:prstGeom prst="rect">
              <a:avLst/>
            </a:prstGeom>
            <a:solidFill>
              <a:srgbClr val="81C9BA"/>
            </a:solidFill>
            <a:ln w="0">
              <a:noFill/>
              <a:prstDash val="solid"/>
            </a:ln>
          </p:spPr>
        </p:sp>
        <p:sp>
          <p:nvSpPr>
            <p:cNvPr id="1175" name="original-2d:920"/>
            <p:cNvSpPr>
              <a:spLocks noGrp="1"/>
            </p:cNvSpPr>
            <p:nvPr/>
          </p:nvSpPr>
          <p:spPr>
            <a:xfrm>
              <a:off x="5116259" y="3056573"/>
              <a:ext cx="84723" cy="94121"/>
            </a:xfrm>
            <a:prstGeom prst="rect">
              <a:avLst/>
            </a:prstGeom>
            <a:solidFill>
              <a:srgbClr val="81C9BA"/>
            </a:solidFill>
            <a:ln w="0">
              <a:noFill/>
              <a:prstDash val="solid"/>
            </a:ln>
          </p:spPr>
        </p:sp>
        <p:sp>
          <p:nvSpPr>
            <p:cNvPr id="1176" name="original-2d:921"/>
            <p:cNvSpPr>
              <a:spLocks noGrp="1"/>
            </p:cNvSpPr>
            <p:nvPr/>
          </p:nvSpPr>
          <p:spPr>
            <a:xfrm>
              <a:off x="5200841" y="3056573"/>
              <a:ext cx="84723" cy="94121"/>
            </a:xfrm>
            <a:prstGeom prst="rect">
              <a:avLst/>
            </a:prstGeom>
            <a:solidFill>
              <a:srgbClr val="DCE8ED"/>
            </a:solidFill>
            <a:ln w="0">
              <a:noFill/>
              <a:prstDash val="solid"/>
            </a:ln>
          </p:spPr>
        </p:sp>
        <p:sp>
          <p:nvSpPr>
            <p:cNvPr id="1177" name="original-2d:922"/>
            <p:cNvSpPr>
              <a:spLocks noGrp="1"/>
            </p:cNvSpPr>
            <p:nvPr/>
          </p:nvSpPr>
          <p:spPr>
            <a:xfrm>
              <a:off x="3593783" y="3150553"/>
              <a:ext cx="84723" cy="94121"/>
            </a:xfrm>
            <a:prstGeom prst="rect">
              <a:avLst/>
            </a:prstGeom>
            <a:solidFill>
              <a:srgbClr val="DCE8ED"/>
            </a:solidFill>
            <a:ln w="0">
              <a:noFill/>
              <a:prstDash val="solid"/>
            </a:ln>
          </p:spPr>
        </p:sp>
        <p:sp>
          <p:nvSpPr>
            <p:cNvPr id="1178" name="original-2d:923"/>
            <p:cNvSpPr>
              <a:spLocks noGrp="1"/>
            </p:cNvSpPr>
            <p:nvPr/>
          </p:nvSpPr>
          <p:spPr>
            <a:xfrm>
              <a:off x="3678365" y="3150553"/>
              <a:ext cx="84723" cy="94121"/>
            </a:xfrm>
            <a:prstGeom prst="rect">
              <a:avLst/>
            </a:prstGeom>
            <a:solidFill>
              <a:srgbClr val="DCE8ED"/>
            </a:solidFill>
            <a:ln w="0">
              <a:noFill/>
              <a:prstDash val="solid"/>
            </a:ln>
          </p:spPr>
        </p:sp>
        <p:sp>
          <p:nvSpPr>
            <p:cNvPr id="1179" name="original-2d:924"/>
            <p:cNvSpPr>
              <a:spLocks noGrp="1"/>
            </p:cNvSpPr>
            <p:nvPr/>
          </p:nvSpPr>
          <p:spPr>
            <a:xfrm>
              <a:off x="3762947" y="3150553"/>
              <a:ext cx="84723" cy="94121"/>
            </a:xfrm>
            <a:prstGeom prst="rect">
              <a:avLst/>
            </a:prstGeom>
            <a:solidFill>
              <a:srgbClr val="DCE8ED"/>
            </a:solidFill>
            <a:ln w="0">
              <a:noFill/>
              <a:prstDash val="solid"/>
            </a:ln>
          </p:spPr>
        </p:sp>
        <p:sp>
          <p:nvSpPr>
            <p:cNvPr id="1180" name="original-2d:925"/>
            <p:cNvSpPr>
              <a:spLocks noGrp="1"/>
            </p:cNvSpPr>
            <p:nvPr/>
          </p:nvSpPr>
          <p:spPr>
            <a:xfrm>
              <a:off x="3847529" y="3150553"/>
              <a:ext cx="84723" cy="94121"/>
            </a:xfrm>
            <a:prstGeom prst="rect">
              <a:avLst/>
            </a:prstGeom>
            <a:solidFill>
              <a:srgbClr val="DCE8ED"/>
            </a:solidFill>
            <a:ln w="0">
              <a:noFill/>
              <a:prstDash val="solid"/>
            </a:ln>
          </p:spPr>
        </p:sp>
        <p:sp>
          <p:nvSpPr>
            <p:cNvPr id="1181" name="original-2d:926"/>
            <p:cNvSpPr>
              <a:spLocks noGrp="1"/>
            </p:cNvSpPr>
            <p:nvPr/>
          </p:nvSpPr>
          <p:spPr>
            <a:xfrm>
              <a:off x="3932111" y="3150553"/>
              <a:ext cx="84723" cy="94121"/>
            </a:xfrm>
            <a:prstGeom prst="rect">
              <a:avLst/>
            </a:prstGeom>
            <a:solidFill>
              <a:srgbClr val="DCE8ED"/>
            </a:solidFill>
            <a:ln w="0">
              <a:noFill/>
              <a:prstDash val="solid"/>
            </a:ln>
          </p:spPr>
        </p:sp>
        <p:sp>
          <p:nvSpPr>
            <p:cNvPr id="1182" name="original-2d:927"/>
            <p:cNvSpPr>
              <a:spLocks noGrp="1"/>
            </p:cNvSpPr>
            <p:nvPr/>
          </p:nvSpPr>
          <p:spPr>
            <a:xfrm>
              <a:off x="4016693" y="3150553"/>
              <a:ext cx="84723" cy="94121"/>
            </a:xfrm>
            <a:prstGeom prst="rect">
              <a:avLst/>
            </a:prstGeom>
            <a:solidFill>
              <a:srgbClr val="81C9BA"/>
            </a:solidFill>
            <a:ln w="0">
              <a:noFill/>
              <a:prstDash val="solid"/>
            </a:ln>
          </p:spPr>
        </p:sp>
        <p:sp>
          <p:nvSpPr>
            <p:cNvPr id="1183" name="original-2d:928"/>
            <p:cNvSpPr>
              <a:spLocks noGrp="1"/>
            </p:cNvSpPr>
            <p:nvPr/>
          </p:nvSpPr>
          <p:spPr>
            <a:xfrm>
              <a:off x="4101275" y="3150553"/>
              <a:ext cx="84723" cy="94121"/>
            </a:xfrm>
            <a:prstGeom prst="rect">
              <a:avLst/>
            </a:prstGeom>
            <a:solidFill>
              <a:srgbClr val="81C9BA"/>
            </a:solidFill>
            <a:ln w="0">
              <a:noFill/>
              <a:prstDash val="solid"/>
            </a:ln>
          </p:spPr>
        </p:sp>
        <p:sp>
          <p:nvSpPr>
            <p:cNvPr id="1184" name="original-2d:929"/>
            <p:cNvSpPr>
              <a:spLocks noGrp="1"/>
            </p:cNvSpPr>
            <p:nvPr/>
          </p:nvSpPr>
          <p:spPr>
            <a:xfrm>
              <a:off x="4185857" y="3150553"/>
              <a:ext cx="84723" cy="94121"/>
            </a:xfrm>
            <a:prstGeom prst="rect">
              <a:avLst/>
            </a:prstGeom>
            <a:solidFill>
              <a:srgbClr val="81C9BA"/>
            </a:solidFill>
            <a:ln w="0">
              <a:noFill/>
              <a:prstDash val="solid"/>
            </a:ln>
          </p:spPr>
        </p:sp>
        <p:sp>
          <p:nvSpPr>
            <p:cNvPr id="1185" name="original-2d:930"/>
            <p:cNvSpPr>
              <a:spLocks noGrp="1"/>
            </p:cNvSpPr>
            <p:nvPr/>
          </p:nvSpPr>
          <p:spPr>
            <a:xfrm>
              <a:off x="4270439" y="3150553"/>
              <a:ext cx="84723" cy="94121"/>
            </a:xfrm>
            <a:prstGeom prst="rect">
              <a:avLst/>
            </a:prstGeom>
            <a:solidFill>
              <a:srgbClr val="81C9BA"/>
            </a:solidFill>
            <a:ln w="0">
              <a:noFill/>
              <a:prstDash val="solid"/>
            </a:ln>
          </p:spPr>
        </p:sp>
        <p:sp>
          <p:nvSpPr>
            <p:cNvPr id="1186" name="original-2d:931"/>
            <p:cNvSpPr>
              <a:spLocks noGrp="1"/>
            </p:cNvSpPr>
            <p:nvPr/>
          </p:nvSpPr>
          <p:spPr>
            <a:xfrm>
              <a:off x="4355021" y="3150553"/>
              <a:ext cx="84723" cy="94121"/>
            </a:xfrm>
            <a:prstGeom prst="rect">
              <a:avLst/>
            </a:prstGeom>
            <a:solidFill>
              <a:srgbClr val="D55E00"/>
            </a:solidFill>
            <a:ln w="0">
              <a:noFill/>
              <a:prstDash val="solid"/>
            </a:ln>
          </p:spPr>
        </p:sp>
        <p:sp>
          <p:nvSpPr>
            <p:cNvPr id="1187" name="original-2d:932"/>
            <p:cNvSpPr>
              <a:spLocks noGrp="1"/>
            </p:cNvSpPr>
            <p:nvPr/>
          </p:nvSpPr>
          <p:spPr>
            <a:xfrm>
              <a:off x="4439603" y="3150553"/>
              <a:ext cx="84723" cy="94121"/>
            </a:xfrm>
            <a:prstGeom prst="rect">
              <a:avLst/>
            </a:prstGeom>
            <a:solidFill>
              <a:srgbClr val="D55E00"/>
            </a:solidFill>
            <a:ln w="0">
              <a:noFill/>
              <a:prstDash val="solid"/>
            </a:ln>
          </p:spPr>
        </p:sp>
        <p:sp>
          <p:nvSpPr>
            <p:cNvPr id="1188" name="original-2d:933"/>
            <p:cNvSpPr>
              <a:spLocks noGrp="1"/>
            </p:cNvSpPr>
            <p:nvPr/>
          </p:nvSpPr>
          <p:spPr>
            <a:xfrm>
              <a:off x="4524185" y="3150553"/>
              <a:ext cx="84723" cy="94121"/>
            </a:xfrm>
            <a:prstGeom prst="rect">
              <a:avLst/>
            </a:prstGeom>
            <a:solidFill>
              <a:srgbClr val="81C9BA"/>
            </a:solidFill>
            <a:ln w="0">
              <a:noFill/>
              <a:prstDash val="solid"/>
            </a:ln>
          </p:spPr>
        </p:sp>
        <p:sp>
          <p:nvSpPr>
            <p:cNvPr id="1189" name="original-2d:934"/>
            <p:cNvSpPr>
              <a:spLocks noGrp="1"/>
            </p:cNvSpPr>
            <p:nvPr/>
          </p:nvSpPr>
          <p:spPr>
            <a:xfrm>
              <a:off x="4608767" y="3150553"/>
              <a:ext cx="84723" cy="94121"/>
            </a:xfrm>
            <a:prstGeom prst="rect">
              <a:avLst/>
            </a:prstGeom>
            <a:solidFill>
              <a:srgbClr val="81C9BA"/>
            </a:solidFill>
            <a:ln w="0">
              <a:noFill/>
              <a:prstDash val="solid"/>
            </a:ln>
          </p:spPr>
        </p:sp>
        <p:sp>
          <p:nvSpPr>
            <p:cNvPr id="1190" name="original-2d:935"/>
            <p:cNvSpPr>
              <a:spLocks noGrp="1"/>
            </p:cNvSpPr>
            <p:nvPr/>
          </p:nvSpPr>
          <p:spPr>
            <a:xfrm>
              <a:off x="4693349" y="3150553"/>
              <a:ext cx="84723" cy="94121"/>
            </a:xfrm>
            <a:prstGeom prst="rect">
              <a:avLst/>
            </a:prstGeom>
            <a:solidFill>
              <a:srgbClr val="81C9BA"/>
            </a:solidFill>
            <a:ln w="0">
              <a:noFill/>
              <a:prstDash val="solid"/>
            </a:ln>
          </p:spPr>
        </p:sp>
        <p:sp>
          <p:nvSpPr>
            <p:cNvPr id="1191" name="original-2d:936"/>
            <p:cNvSpPr>
              <a:spLocks noGrp="1"/>
            </p:cNvSpPr>
            <p:nvPr/>
          </p:nvSpPr>
          <p:spPr>
            <a:xfrm>
              <a:off x="4777931" y="3150553"/>
              <a:ext cx="84723" cy="94121"/>
            </a:xfrm>
            <a:prstGeom prst="rect">
              <a:avLst/>
            </a:prstGeom>
            <a:solidFill>
              <a:srgbClr val="81C9BA"/>
            </a:solidFill>
            <a:ln w="0">
              <a:noFill/>
              <a:prstDash val="solid"/>
            </a:ln>
          </p:spPr>
        </p:sp>
        <p:sp>
          <p:nvSpPr>
            <p:cNvPr id="1192" name="original-2d:937"/>
            <p:cNvSpPr>
              <a:spLocks noGrp="1"/>
            </p:cNvSpPr>
            <p:nvPr/>
          </p:nvSpPr>
          <p:spPr>
            <a:xfrm>
              <a:off x="4862513" y="3150553"/>
              <a:ext cx="84723" cy="94121"/>
            </a:xfrm>
            <a:prstGeom prst="rect">
              <a:avLst/>
            </a:prstGeom>
            <a:solidFill>
              <a:srgbClr val="81C9BA"/>
            </a:solidFill>
            <a:ln w="0">
              <a:noFill/>
              <a:prstDash val="solid"/>
            </a:ln>
          </p:spPr>
        </p:sp>
        <p:sp>
          <p:nvSpPr>
            <p:cNvPr id="1193" name="original-2d:938"/>
            <p:cNvSpPr>
              <a:spLocks noGrp="1"/>
            </p:cNvSpPr>
            <p:nvPr/>
          </p:nvSpPr>
          <p:spPr>
            <a:xfrm>
              <a:off x="4947095" y="3150553"/>
              <a:ext cx="84723" cy="94121"/>
            </a:xfrm>
            <a:prstGeom prst="rect">
              <a:avLst/>
            </a:prstGeom>
            <a:solidFill>
              <a:srgbClr val="81C9BA"/>
            </a:solidFill>
            <a:ln w="0">
              <a:noFill/>
              <a:prstDash val="solid"/>
            </a:ln>
          </p:spPr>
        </p:sp>
        <p:sp>
          <p:nvSpPr>
            <p:cNvPr id="1194" name="original-2d:939"/>
            <p:cNvSpPr>
              <a:spLocks noGrp="1"/>
            </p:cNvSpPr>
            <p:nvPr/>
          </p:nvSpPr>
          <p:spPr>
            <a:xfrm>
              <a:off x="5031677" y="3150553"/>
              <a:ext cx="84723" cy="94121"/>
            </a:xfrm>
            <a:prstGeom prst="rect">
              <a:avLst/>
            </a:prstGeom>
            <a:solidFill>
              <a:srgbClr val="81C9BA"/>
            </a:solidFill>
            <a:ln w="0">
              <a:noFill/>
              <a:prstDash val="solid"/>
            </a:ln>
          </p:spPr>
        </p:sp>
        <p:sp>
          <p:nvSpPr>
            <p:cNvPr id="1195" name="original-2d:940"/>
            <p:cNvSpPr>
              <a:spLocks noGrp="1"/>
            </p:cNvSpPr>
            <p:nvPr/>
          </p:nvSpPr>
          <p:spPr>
            <a:xfrm>
              <a:off x="5116259" y="3150553"/>
              <a:ext cx="84723" cy="94121"/>
            </a:xfrm>
            <a:prstGeom prst="rect">
              <a:avLst/>
            </a:prstGeom>
            <a:solidFill>
              <a:srgbClr val="DCE8ED"/>
            </a:solidFill>
            <a:ln w="0">
              <a:noFill/>
              <a:prstDash val="solid"/>
            </a:ln>
          </p:spPr>
        </p:sp>
        <p:sp>
          <p:nvSpPr>
            <p:cNvPr id="1196" name="original-2d:941"/>
            <p:cNvSpPr>
              <a:spLocks noGrp="1"/>
            </p:cNvSpPr>
            <p:nvPr/>
          </p:nvSpPr>
          <p:spPr>
            <a:xfrm>
              <a:off x="5200841" y="3150553"/>
              <a:ext cx="84723" cy="94121"/>
            </a:xfrm>
            <a:prstGeom prst="rect">
              <a:avLst/>
            </a:prstGeom>
            <a:solidFill>
              <a:srgbClr val="DCE8ED"/>
            </a:solidFill>
            <a:ln w="0">
              <a:noFill/>
              <a:prstDash val="solid"/>
            </a:ln>
          </p:spPr>
        </p:sp>
        <p:sp>
          <p:nvSpPr>
            <p:cNvPr id="1197" name="original-2d:942"/>
            <p:cNvSpPr>
              <a:spLocks noGrp="1"/>
            </p:cNvSpPr>
            <p:nvPr/>
          </p:nvSpPr>
          <p:spPr>
            <a:xfrm>
              <a:off x="3593783" y="3244533"/>
              <a:ext cx="84723" cy="94121"/>
            </a:xfrm>
            <a:prstGeom prst="rect">
              <a:avLst/>
            </a:prstGeom>
            <a:solidFill>
              <a:srgbClr val="DCE8ED"/>
            </a:solidFill>
            <a:ln w="0">
              <a:noFill/>
              <a:prstDash val="solid"/>
            </a:ln>
          </p:spPr>
        </p:sp>
        <p:sp>
          <p:nvSpPr>
            <p:cNvPr id="1198" name="original-2d:943"/>
            <p:cNvSpPr>
              <a:spLocks noGrp="1"/>
            </p:cNvSpPr>
            <p:nvPr/>
          </p:nvSpPr>
          <p:spPr>
            <a:xfrm>
              <a:off x="3678365" y="3244533"/>
              <a:ext cx="84723" cy="94121"/>
            </a:xfrm>
            <a:prstGeom prst="rect">
              <a:avLst/>
            </a:prstGeom>
            <a:solidFill>
              <a:srgbClr val="DCE8ED"/>
            </a:solidFill>
            <a:ln w="0">
              <a:noFill/>
              <a:prstDash val="solid"/>
            </a:ln>
          </p:spPr>
        </p:sp>
        <p:sp>
          <p:nvSpPr>
            <p:cNvPr id="1199" name="original-2d:944"/>
            <p:cNvSpPr>
              <a:spLocks noGrp="1"/>
            </p:cNvSpPr>
            <p:nvPr/>
          </p:nvSpPr>
          <p:spPr>
            <a:xfrm>
              <a:off x="3762947" y="3244533"/>
              <a:ext cx="84723" cy="94121"/>
            </a:xfrm>
            <a:prstGeom prst="rect">
              <a:avLst/>
            </a:prstGeom>
            <a:solidFill>
              <a:srgbClr val="DCE8ED"/>
            </a:solidFill>
            <a:ln w="0">
              <a:noFill/>
              <a:prstDash val="solid"/>
            </a:ln>
          </p:spPr>
        </p:sp>
        <p:sp>
          <p:nvSpPr>
            <p:cNvPr id="1200" name="original-2d:945"/>
            <p:cNvSpPr>
              <a:spLocks noGrp="1"/>
            </p:cNvSpPr>
            <p:nvPr/>
          </p:nvSpPr>
          <p:spPr>
            <a:xfrm>
              <a:off x="3847529" y="3244533"/>
              <a:ext cx="84723" cy="94121"/>
            </a:xfrm>
            <a:prstGeom prst="rect">
              <a:avLst/>
            </a:prstGeom>
            <a:solidFill>
              <a:srgbClr val="DCE8ED"/>
            </a:solidFill>
            <a:ln w="0">
              <a:noFill/>
              <a:prstDash val="solid"/>
            </a:ln>
          </p:spPr>
        </p:sp>
        <p:sp>
          <p:nvSpPr>
            <p:cNvPr id="1201" name="original-2d:946"/>
            <p:cNvSpPr>
              <a:spLocks noGrp="1"/>
            </p:cNvSpPr>
            <p:nvPr/>
          </p:nvSpPr>
          <p:spPr>
            <a:xfrm>
              <a:off x="3932111" y="3244533"/>
              <a:ext cx="84723" cy="94121"/>
            </a:xfrm>
            <a:prstGeom prst="rect">
              <a:avLst/>
            </a:prstGeom>
            <a:solidFill>
              <a:srgbClr val="DCE8ED"/>
            </a:solidFill>
            <a:ln w="0">
              <a:noFill/>
              <a:prstDash val="solid"/>
            </a:ln>
          </p:spPr>
        </p:sp>
        <p:sp>
          <p:nvSpPr>
            <p:cNvPr id="1202" name="original-2d:947"/>
            <p:cNvSpPr>
              <a:spLocks noGrp="1"/>
            </p:cNvSpPr>
            <p:nvPr/>
          </p:nvSpPr>
          <p:spPr>
            <a:xfrm>
              <a:off x="4016693" y="3244533"/>
              <a:ext cx="84723" cy="94121"/>
            </a:xfrm>
            <a:prstGeom prst="rect">
              <a:avLst/>
            </a:prstGeom>
            <a:solidFill>
              <a:srgbClr val="81C9BA"/>
            </a:solidFill>
            <a:ln w="0">
              <a:noFill/>
              <a:prstDash val="solid"/>
            </a:ln>
          </p:spPr>
        </p:sp>
        <p:sp>
          <p:nvSpPr>
            <p:cNvPr id="1203" name="original-2d:948"/>
            <p:cNvSpPr>
              <a:spLocks noGrp="1"/>
            </p:cNvSpPr>
            <p:nvPr/>
          </p:nvSpPr>
          <p:spPr>
            <a:xfrm>
              <a:off x="4101275" y="3244533"/>
              <a:ext cx="84723" cy="94121"/>
            </a:xfrm>
            <a:prstGeom prst="rect">
              <a:avLst/>
            </a:prstGeom>
            <a:solidFill>
              <a:srgbClr val="81C9BA"/>
            </a:solidFill>
            <a:ln w="0">
              <a:noFill/>
              <a:prstDash val="solid"/>
            </a:ln>
          </p:spPr>
        </p:sp>
        <p:sp>
          <p:nvSpPr>
            <p:cNvPr id="1204" name="original-2d:949"/>
            <p:cNvSpPr>
              <a:spLocks noGrp="1"/>
            </p:cNvSpPr>
            <p:nvPr/>
          </p:nvSpPr>
          <p:spPr>
            <a:xfrm>
              <a:off x="4185857" y="3244533"/>
              <a:ext cx="84723" cy="94121"/>
            </a:xfrm>
            <a:prstGeom prst="rect">
              <a:avLst/>
            </a:prstGeom>
            <a:solidFill>
              <a:srgbClr val="81C9BA"/>
            </a:solidFill>
            <a:ln w="0">
              <a:noFill/>
              <a:prstDash val="solid"/>
            </a:ln>
          </p:spPr>
        </p:sp>
        <p:sp>
          <p:nvSpPr>
            <p:cNvPr id="1205" name="original-2d:950"/>
            <p:cNvSpPr>
              <a:spLocks noGrp="1"/>
            </p:cNvSpPr>
            <p:nvPr/>
          </p:nvSpPr>
          <p:spPr>
            <a:xfrm>
              <a:off x="4270439" y="3244533"/>
              <a:ext cx="84723" cy="94121"/>
            </a:xfrm>
            <a:prstGeom prst="rect">
              <a:avLst/>
            </a:prstGeom>
            <a:solidFill>
              <a:srgbClr val="81C9BA"/>
            </a:solidFill>
            <a:ln w="0">
              <a:noFill/>
              <a:prstDash val="solid"/>
            </a:ln>
          </p:spPr>
        </p:sp>
        <p:sp>
          <p:nvSpPr>
            <p:cNvPr id="1206" name="original-2d:951"/>
            <p:cNvSpPr>
              <a:spLocks noGrp="1"/>
            </p:cNvSpPr>
            <p:nvPr/>
          </p:nvSpPr>
          <p:spPr>
            <a:xfrm>
              <a:off x="4355021" y="3244533"/>
              <a:ext cx="84723" cy="94121"/>
            </a:xfrm>
            <a:prstGeom prst="rect">
              <a:avLst/>
            </a:prstGeom>
            <a:solidFill>
              <a:srgbClr val="81C9BA"/>
            </a:solidFill>
            <a:ln w="0">
              <a:noFill/>
              <a:prstDash val="solid"/>
            </a:ln>
          </p:spPr>
        </p:sp>
        <p:sp>
          <p:nvSpPr>
            <p:cNvPr id="1207" name="original-2d:952"/>
            <p:cNvSpPr>
              <a:spLocks noGrp="1"/>
            </p:cNvSpPr>
            <p:nvPr/>
          </p:nvSpPr>
          <p:spPr>
            <a:xfrm>
              <a:off x="4439603" y="3244533"/>
              <a:ext cx="84723" cy="94121"/>
            </a:xfrm>
            <a:prstGeom prst="rect">
              <a:avLst/>
            </a:prstGeom>
            <a:solidFill>
              <a:srgbClr val="81C9BA"/>
            </a:solidFill>
            <a:ln w="0">
              <a:noFill/>
              <a:prstDash val="solid"/>
            </a:ln>
          </p:spPr>
        </p:sp>
        <p:sp>
          <p:nvSpPr>
            <p:cNvPr id="1208" name="original-2d:953"/>
            <p:cNvSpPr>
              <a:spLocks noGrp="1"/>
            </p:cNvSpPr>
            <p:nvPr/>
          </p:nvSpPr>
          <p:spPr>
            <a:xfrm>
              <a:off x="4524185" y="3244533"/>
              <a:ext cx="84723" cy="94121"/>
            </a:xfrm>
            <a:prstGeom prst="rect">
              <a:avLst/>
            </a:prstGeom>
            <a:solidFill>
              <a:srgbClr val="81C9BA"/>
            </a:solidFill>
            <a:ln w="0">
              <a:noFill/>
              <a:prstDash val="solid"/>
            </a:ln>
          </p:spPr>
        </p:sp>
        <p:sp>
          <p:nvSpPr>
            <p:cNvPr id="1209" name="original-2d:954"/>
            <p:cNvSpPr>
              <a:spLocks noGrp="1"/>
            </p:cNvSpPr>
            <p:nvPr/>
          </p:nvSpPr>
          <p:spPr>
            <a:xfrm>
              <a:off x="4608767" y="3244533"/>
              <a:ext cx="84723" cy="94121"/>
            </a:xfrm>
            <a:prstGeom prst="rect">
              <a:avLst/>
            </a:prstGeom>
            <a:solidFill>
              <a:srgbClr val="81C9BA"/>
            </a:solidFill>
            <a:ln w="0">
              <a:noFill/>
              <a:prstDash val="solid"/>
            </a:ln>
          </p:spPr>
        </p:sp>
        <p:sp>
          <p:nvSpPr>
            <p:cNvPr id="1210" name="original-2d:955"/>
            <p:cNvSpPr>
              <a:spLocks noGrp="1"/>
            </p:cNvSpPr>
            <p:nvPr/>
          </p:nvSpPr>
          <p:spPr>
            <a:xfrm>
              <a:off x="4693349" y="3244533"/>
              <a:ext cx="84723" cy="94121"/>
            </a:xfrm>
            <a:prstGeom prst="rect">
              <a:avLst/>
            </a:prstGeom>
            <a:solidFill>
              <a:srgbClr val="81C9BA"/>
            </a:solidFill>
            <a:ln w="0">
              <a:noFill/>
              <a:prstDash val="solid"/>
            </a:ln>
          </p:spPr>
        </p:sp>
        <p:sp>
          <p:nvSpPr>
            <p:cNvPr id="1211" name="original-2d:956"/>
            <p:cNvSpPr>
              <a:spLocks noGrp="1"/>
            </p:cNvSpPr>
            <p:nvPr/>
          </p:nvSpPr>
          <p:spPr>
            <a:xfrm>
              <a:off x="4777931" y="3244533"/>
              <a:ext cx="84723" cy="94121"/>
            </a:xfrm>
            <a:prstGeom prst="rect">
              <a:avLst/>
            </a:prstGeom>
            <a:solidFill>
              <a:srgbClr val="81C9BA"/>
            </a:solidFill>
            <a:ln w="0">
              <a:noFill/>
              <a:prstDash val="solid"/>
            </a:ln>
          </p:spPr>
        </p:sp>
        <p:sp>
          <p:nvSpPr>
            <p:cNvPr id="1212" name="original-2d:957"/>
            <p:cNvSpPr>
              <a:spLocks noGrp="1"/>
            </p:cNvSpPr>
            <p:nvPr/>
          </p:nvSpPr>
          <p:spPr>
            <a:xfrm>
              <a:off x="4862513" y="3244533"/>
              <a:ext cx="84723" cy="94121"/>
            </a:xfrm>
            <a:prstGeom prst="rect">
              <a:avLst/>
            </a:prstGeom>
            <a:solidFill>
              <a:srgbClr val="81C9BA"/>
            </a:solidFill>
            <a:ln w="0">
              <a:noFill/>
              <a:prstDash val="solid"/>
            </a:ln>
          </p:spPr>
        </p:sp>
        <p:sp>
          <p:nvSpPr>
            <p:cNvPr id="1213" name="original-2d:958"/>
            <p:cNvSpPr>
              <a:spLocks noGrp="1"/>
            </p:cNvSpPr>
            <p:nvPr/>
          </p:nvSpPr>
          <p:spPr>
            <a:xfrm>
              <a:off x="4947095" y="3244533"/>
              <a:ext cx="84723" cy="94121"/>
            </a:xfrm>
            <a:prstGeom prst="rect">
              <a:avLst/>
            </a:prstGeom>
            <a:solidFill>
              <a:srgbClr val="DCE8ED"/>
            </a:solidFill>
            <a:ln w="0">
              <a:noFill/>
              <a:prstDash val="solid"/>
            </a:ln>
          </p:spPr>
        </p:sp>
        <p:sp>
          <p:nvSpPr>
            <p:cNvPr id="1214" name="original-2d:959"/>
            <p:cNvSpPr>
              <a:spLocks noGrp="1"/>
            </p:cNvSpPr>
            <p:nvPr/>
          </p:nvSpPr>
          <p:spPr>
            <a:xfrm>
              <a:off x="5031677" y="3244533"/>
              <a:ext cx="84723" cy="94121"/>
            </a:xfrm>
            <a:prstGeom prst="rect">
              <a:avLst/>
            </a:prstGeom>
            <a:solidFill>
              <a:srgbClr val="DCE8ED"/>
            </a:solidFill>
            <a:ln w="0">
              <a:noFill/>
              <a:prstDash val="solid"/>
            </a:ln>
          </p:spPr>
        </p:sp>
        <p:sp>
          <p:nvSpPr>
            <p:cNvPr id="1215" name="original-2d:960"/>
            <p:cNvSpPr>
              <a:spLocks noGrp="1"/>
            </p:cNvSpPr>
            <p:nvPr/>
          </p:nvSpPr>
          <p:spPr>
            <a:xfrm>
              <a:off x="5116259" y="3244533"/>
              <a:ext cx="84723" cy="94121"/>
            </a:xfrm>
            <a:prstGeom prst="rect">
              <a:avLst/>
            </a:prstGeom>
            <a:solidFill>
              <a:srgbClr val="DCE8ED"/>
            </a:solidFill>
            <a:ln w="0">
              <a:noFill/>
              <a:prstDash val="solid"/>
            </a:ln>
          </p:spPr>
        </p:sp>
        <p:sp>
          <p:nvSpPr>
            <p:cNvPr id="1216" name="original-2d:961"/>
            <p:cNvSpPr>
              <a:spLocks noGrp="1"/>
            </p:cNvSpPr>
            <p:nvPr/>
          </p:nvSpPr>
          <p:spPr>
            <a:xfrm>
              <a:off x="5200841" y="3244533"/>
              <a:ext cx="84723" cy="94121"/>
            </a:xfrm>
            <a:prstGeom prst="rect">
              <a:avLst/>
            </a:prstGeom>
            <a:solidFill>
              <a:srgbClr val="DCE8ED"/>
            </a:solidFill>
            <a:ln w="0">
              <a:noFill/>
              <a:prstDash val="solid"/>
            </a:ln>
          </p:spPr>
        </p:sp>
        <p:sp>
          <p:nvSpPr>
            <p:cNvPr id="1217" name="original-2d:962"/>
            <p:cNvSpPr>
              <a:spLocks noGrp="1"/>
            </p:cNvSpPr>
            <p:nvPr/>
          </p:nvSpPr>
          <p:spPr>
            <a:xfrm>
              <a:off x="359378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18" name="original-2d:963"/>
            <p:cNvSpPr>
              <a:spLocks noGrp="1"/>
            </p:cNvSpPr>
            <p:nvPr/>
          </p:nvSpPr>
          <p:spPr>
            <a:xfrm>
              <a:off x="367836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19" name="original-2d:964"/>
            <p:cNvSpPr>
              <a:spLocks noGrp="1"/>
            </p:cNvSpPr>
            <p:nvPr/>
          </p:nvSpPr>
          <p:spPr>
            <a:xfrm>
              <a:off x="376294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0" name="original-2d:965"/>
            <p:cNvSpPr>
              <a:spLocks noGrp="1"/>
            </p:cNvSpPr>
            <p:nvPr/>
          </p:nvSpPr>
          <p:spPr>
            <a:xfrm>
              <a:off x="384752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1" name="original-2d:966"/>
            <p:cNvSpPr>
              <a:spLocks noGrp="1"/>
            </p:cNvSpPr>
            <p:nvPr/>
          </p:nvSpPr>
          <p:spPr>
            <a:xfrm>
              <a:off x="393211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2" name="original-2d:967"/>
            <p:cNvSpPr>
              <a:spLocks noGrp="1"/>
            </p:cNvSpPr>
            <p:nvPr/>
          </p:nvSpPr>
          <p:spPr>
            <a:xfrm>
              <a:off x="401669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3" name="original-2d:968"/>
            <p:cNvSpPr>
              <a:spLocks noGrp="1"/>
            </p:cNvSpPr>
            <p:nvPr/>
          </p:nvSpPr>
          <p:spPr>
            <a:xfrm>
              <a:off x="410127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4" name="original-2d:969"/>
            <p:cNvSpPr>
              <a:spLocks noGrp="1"/>
            </p:cNvSpPr>
            <p:nvPr/>
          </p:nvSpPr>
          <p:spPr>
            <a:xfrm>
              <a:off x="418585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5" name="original-2d:970"/>
            <p:cNvSpPr>
              <a:spLocks noGrp="1"/>
            </p:cNvSpPr>
            <p:nvPr/>
          </p:nvSpPr>
          <p:spPr>
            <a:xfrm>
              <a:off x="427043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6" name="original-2d:971"/>
            <p:cNvSpPr>
              <a:spLocks noGrp="1"/>
            </p:cNvSpPr>
            <p:nvPr/>
          </p:nvSpPr>
          <p:spPr>
            <a:xfrm>
              <a:off x="435502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7" name="original-2d:972"/>
            <p:cNvSpPr>
              <a:spLocks noGrp="1"/>
            </p:cNvSpPr>
            <p:nvPr/>
          </p:nvSpPr>
          <p:spPr>
            <a:xfrm>
              <a:off x="443960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8" name="original-2d:973"/>
            <p:cNvSpPr>
              <a:spLocks noGrp="1"/>
            </p:cNvSpPr>
            <p:nvPr/>
          </p:nvSpPr>
          <p:spPr>
            <a:xfrm>
              <a:off x="452418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29" name="original-2d:974"/>
            <p:cNvSpPr>
              <a:spLocks noGrp="1"/>
            </p:cNvSpPr>
            <p:nvPr/>
          </p:nvSpPr>
          <p:spPr>
            <a:xfrm>
              <a:off x="460876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0" name="original-2d:975"/>
            <p:cNvSpPr>
              <a:spLocks noGrp="1"/>
            </p:cNvSpPr>
            <p:nvPr/>
          </p:nvSpPr>
          <p:spPr>
            <a:xfrm>
              <a:off x="469334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1" name="original-2d:976"/>
            <p:cNvSpPr>
              <a:spLocks noGrp="1"/>
            </p:cNvSpPr>
            <p:nvPr/>
          </p:nvSpPr>
          <p:spPr>
            <a:xfrm>
              <a:off x="477793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2" name="original-2d:977"/>
            <p:cNvSpPr>
              <a:spLocks noGrp="1"/>
            </p:cNvSpPr>
            <p:nvPr/>
          </p:nvSpPr>
          <p:spPr>
            <a:xfrm>
              <a:off x="486251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3" name="original-2d:978"/>
            <p:cNvSpPr>
              <a:spLocks noGrp="1"/>
            </p:cNvSpPr>
            <p:nvPr/>
          </p:nvSpPr>
          <p:spPr>
            <a:xfrm>
              <a:off x="4947095"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4" name="original-2d:979"/>
            <p:cNvSpPr>
              <a:spLocks noGrp="1"/>
            </p:cNvSpPr>
            <p:nvPr/>
          </p:nvSpPr>
          <p:spPr>
            <a:xfrm>
              <a:off x="5031677"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5" name="original-2d:980"/>
            <p:cNvSpPr>
              <a:spLocks noGrp="1"/>
            </p:cNvSpPr>
            <p:nvPr/>
          </p:nvSpPr>
          <p:spPr>
            <a:xfrm>
              <a:off x="5116259"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6" name="original-2d:981"/>
            <p:cNvSpPr>
              <a:spLocks noGrp="1"/>
            </p:cNvSpPr>
            <p:nvPr/>
          </p:nvSpPr>
          <p:spPr>
            <a:xfrm>
              <a:off x="5200841"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7" name="original-2d:982"/>
            <p:cNvSpPr>
              <a:spLocks noGrp="1"/>
            </p:cNvSpPr>
            <p:nvPr/>
          </p:nvSpPr>
          <p:spPr>
            <a:xfrm>
              <a:off x="5285423" y="1646873"/>
              <a:ext cx="705" cy="1691640"/>
            </a:xfrm>
            <a:custGeom>
              <a:avLst/>
              <a:gdLst/>
              <a:ahLst/>
              <a:cxnLst/>
              <a:pathLst>
                <a:path w="953" h="2286000">
                  <a:moveTo>
                    <a:pt x="0" y="0"/>
                  </a:moveTo>
                  <a:lnTo>
                    <a:pt x="0" y="2286000"/>
                  </a:lnTo>
                </a:path>
              </a:pathLst>
            </a:custGeom>
            <a:noFill/>
            <a:ln w="3172">
              <a:solidFill>
                <a:srgbClr val="7B8790">
                  <a:alpha val="35000"/>
                </a:srgbClr>
              </a:solidFill>
              <a:prstDash val="solid"/>
            </a:ln>
          </p:spPr>
        </p:sp>
        <p:sp>
          <p:nvSpPr>
            <p:cNvPr id="1238" name="original-2d:983"/>
            <p:cNvSpPr>
              <a:spLocks noGrp="1"/>
            </p:cNvSpPr>
            <p:nvPr/>
          </p:nvSpPr>
          <p:spPr>
            <a:xfrm>
              <a:off x="3593783" y="16468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39" name="original-2d:984"/>
            <p:cNvSpPr>
              <a:spLocks noGrp="1"/>
            </p:cNvSpPr>
            <p:nvPr/>
          </p:nvSpPr>
          <p:spPr>
            <a:xfrm>
              <a:off x="3593783" y="17408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0" name="original-2d:985"/>
            <p:cNvSpPr>
              <a:spLocks noGrp="1"/>
            </p:cNvSpPr>
            <p:nvPr/>
          </p:nvSpPr>
          <p:spPr>
            <a:xfrm>
              <a:off x="3593783" y="18348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1" name="original-2d:986"/>
            <p:cNvSpPr>
              <a:spLocks noGrp="1"/>
            </p:cNvSpPr>
            <p:nvPr/>
          </p:nvSpPr>
          <p:spPr>
            <a:xfrm>
              <a:off x="3593783" y="19288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2" name="original-2d:987"/>
            <p:cNvSpPr>
              <a:spLocks noGrp="1"/>
            </p:cNvSpPr>
            <p:nvPr/>
          </p:nvSpPr>
          <p:spPr>
            <a:xfrm>
              <a:off x="3593783" y="20227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3" name="original-2d:988"/>
            <p:cNvSpPr>
              <a:spLocks noGrp="1"/>
            </p:cNvSpPr>
            <p:nvPr/>
          </p:nvSpPr>
          <p:spPr>
            <a:xfrm>
              <a:off x="3593783" y="21167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4" name="original-2d:989"/>
            <p:cNvSpPr>
              <a:spLocks noGrp="1"/>
            </p:cNvSpPr>
            <p:nvPr/>
          </p:nvSpPr>
          <p:spPr>
            <a:xfrm>
              <a:off x="3593783" y="22107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5" name="original-2d:990"/>
            <p:cNvSpPr>
              <a:spLocks noGrp="1"/>
            </p:cNvSpPr>
            <p:nvPr/>
          </p:nvSpPr>
          <p:spPr>
            <a:xfrm>
              <a:off x="3593783" y="23047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6" name="original-2d:991"/>
            <p:cNvSpPr>
              <a:spLocks noGrp="1"/>
            </p:cNvSpPr>
            <p:nvPr/>
          </p:nvSpPr>
          <p:spPr>
            <a:xfrm>
              <a:off x="3593783" y="23987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7" name="original-2d:992"/>
            <p:cNvSpPr>
              <a:spLocks noGrp="1"/>
            </p:cNvSpPr>
            <p:nvPr/>
          </p:nvSpPr>
          <p:spPr>
            <a:xfrm>
              <a:off x="3593783" y="24926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8" name="original-2d:993"/>
            <p:cNvSpPr>
              <a:spLocks noGrp="1"/>
            </p:cNvSpPr>
            <p:nvPr/>
          </p:nvSpPr>
          <p:spPr>
            <a:xfrm>
              <a:off x="3593783" y="25866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49" name="original-2d:994"/>
            <p:cNvSpPr>
              <a:spLocks noGrp="1"/>
            </p:cNvSpPr>
            <p:nvPr/>
          </p:nvSpPr>
          <p:spPr>
            <a:xfrm>
              <a:off x="3593783" y="26806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0" name="original-2d:995"/>
            <p:cNvSpPr>
              <a:spLocks noGrp="1"/>
            </p:cNvSpPr>
            <p:nvPr/>
          </p:nvSpPr>
          <p:spPr>
            <a:xfrm>
              <a:off x="3593783" y="27746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1" name="original-2d:996"/>
            <p:cNvSpPr>
              <a:spLocks noGrp="1"/>
            </p:cNvSpPr>
            <p:nvPr/>
          </p:nvSpPr>
          <p:spPr>
            <a:xfrm>
              <a:off x="3593783" y="28686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2" name="original-2d:997"/>
            <p:cNvSpPr>
              <a:spLocks noGrp="1"/>
            </p:cNvSpPr>
            <p:nvPr/>
          </p:nvSpPr>
          <p:spPr>
            <a:xfrm>
              <a:off x="3593783" y="296259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3" name="original-2d:998"/>
            <p:cNvSpPr>
              <a:spLocks noGrp="1"/>
            </p:cNvSpPr>
            <p:nvPr/>
          </p:nvSpPr>
          <p:spPr>
            <a:xfrm>
              <a:off x="3593783" y="305657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4" name="original-2d:999"/>
            <p:cNvSpPr>
              <a:spLocks noGrp="1"/>
            </p:cNvSpPr>
            <p:nvPr/>
          </p:nvSpPr>
          <p:spPr>
            <a:xfrm>
              <a:off x="3593783" y="315055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5" name="original-2d:1000"/>
            <p:cNvSpPr>
              <a:spLocks noGrp="1"/>
            </p:cNvSpPr>
            <p:nvPr/>
          </p:nvSpPr>
          <p:spPr>
            <a:xfrm>
              <a:off x="3593783" y="324453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6" name="original-2d:1001"/>
            <p:cNvSpPr>
              <a:spLocks noGrp="1"/>
            </p:cNvSpPr>
            <p:nvPr/>
          </p:nvSpPr>
          <p:spPr>
            <a:xfrm>
              <a:off x="3593783" y="3338513"/>
              <a:ext cx="1691640" cy="705"/>
            </a:xfrm>
            <a:custGeom>
              <a:avLst/>
              <a:gdLst/>
              <a:ahLst/>
              <a:cxnLst/>
              <a:pathLst>
                <a:path w="2286000" h="953">
                  <a:moveTo>
                    <a:pt x="0" y="0"/>
                  </a:moveTo>
                  <a:lnTo>
                    <a:pt x="2286000" y="0"/>
                  </a:lnTo>
                </a:path>
              </a:pathLst>
            </a:custGeom>
            <a:noFill/>
            <a:ln w="3172">
              <a:solidFill>
                <a:srgbClr val="7B8790">
                  <a:alpha val="35000"/>
                </a:srgbClr>
              </a:solidFill>
              <a:prstDash val="solid"/>
            </a:ln>
          </p:spPr>
        </p:sp>
        <p:sp>
          <p:nvSpPr>
            <p:cNvPr id="1257" name="original-2d:1002"/>
            <p:cNvSpPr>
              <a:spLocks noGrp="1"/>
            </p:cNvSpPr>
            <p:nvPr/>
          </p:nvSpPr>
          <p:spPr>
            <a:xfrm>
              <a:off x="3593783" y="1646873"/>
              <a:ext cx="1691640" cy="1691640"/>
            </a:xfrm>
            <a:prstGeom prst="rect">
              <a:avLst/>
            </a:prstGeom>
            <a:noFill/>
            <a:ln w="8810">
              <a:solidFill>
                <a:srgbClr val="263238"/>
              </a:solidFill>
              <a:prstDash val="solid"/>
            </a:ln>
          </p:spPr>
        </p:sp>
        <p:sp>
          <p:nvSpPr>
            <p:cNvPr id="1258" name="original-2d:1003"/>
            <p:cNvSpPr>
              <a:spLocks noGrp="1"/>
            </p:cNvSpPr>
            <p:nvPr/>
          </p:nvSpPr>
          <p:spPr>
            <a:xfrm>
              <a:off x="3655372" y="2364071"/>
              <a:ext cx="1646884" cy="665384"/>
            </a:xfrm>
            <a:custGeom>
              <a:avLst/>
              <a:gdLst/>
              <a:ahLst/>
              <a:cxnLst/>
              <a:pathLst>
                <a:path w="2225519" h="899168">
                  <a:moveTo>
                    <a:pt x="0" y="899168"/>
                  </a:moveTo>
                  <a:lnTo>
                    <a:pt x="2225519" y="0"/>
                  </a:lnTo>
                </a:path>
              </a:pathLst>
            </a:custGeom>
            <a:noFill/>
            <a:ln w="42291">
              <a:solidFill>
                <a:srgbClr val="FFFFFF"/>
              </a:solidFill>
              <a:prstDash val="solid"/>
            </a:ln>
          </p:spPr>
        </p:sp>
        <p:sp>
          <p:nvSpPr>
            <p:cNvPr id="1259" name="original-2d:1004"/>
            <p:cNvSpPr>
              <a:spLocks noGrp="1"/>
            </p:cNvSpPr>
            <p:nvPr/>
          </p:nvSpPr>
          <p:spPr>
            <a:xfrm>
              <a:off x="3655372" y="2364071"/>
              <a:ext cx="1646884" cy="665384"/>
            </a:xfrm>
            <a:custGeom>
              <a:avLst/>
              <a:gdLst/>
              <a:ahLst/>
              <a:cxnLst/>
              <a:pathLst>
                <a:path w="2225519" h="899168">
                  <a:moveTo>
                    <a:pt x="0" y="899168"/>
                  </a:moveTo>
                  <a:lnTo>
                    <a:pt x="2225519" y="0"/>
                  </a:lnTo>
                </a:path>
              </a:pathLst>
            </a:custGeom>
            <a:noFill/>
            <a:ln w="18326">
              <a:solidFill>
                <a:srgbClr val="7B8790"/>
              </a:solidFill>
              <a:prstDash val="solid"/>
            </a:ln>
          </p:spPr>
        </p:sp>
        <p:sp>
          <p:nvSpPr>
            <p:cNvPr id="1260" name="original-2d:1005"/>
            <p:cNvSpPr>
              <a:spLocks noGrp="1"/>
            </p:cNvSpPr>
            <p:nvPr/>
          </p:nvSpPr>
          <p:spPr>
            <a:xfrm>
              <a:off x="5217879" y="2362204"/>
              <a:ext cx="84377" cy="61823"/>
            </a:xfrm>
            <a:custGeom>
              <a:avLst/>
              <a:gdLst/>
              <a:ahLst/>
              <a:cxnLst/>
              <a:pathLst>
                <a:path w="114023" h="83545">
                  <a:moveTo>
                    <a:pt x="114023" y="2523"/>
                  </a:moveTo>
                  <a:lnTo>
                    <a:pt x="0" y="0"/>
                  </a:lnTo>
                  <a:lnTo>
                    <a:pt x="33754" y="83545"/>
                  </a:lnTo>
                  <a:close/>
                </a:path>
              </a:pathLst>
            </a:custGeom>
            <a:solidFill>
              <a:srgbClr val="7B8790"/>
            </a:solidFill>
            <a:ln w="0">
              <a:noFill/>
              <a:prstDash val="solid"/>
            </a:ln>
          </p:spPr>
        </p:sp>
        <p:sp>
          <p:nvSpPr>
            <p:cNvPr id="1261" name="original-2d:1006"/>
            <p:cNvSpPr>
              <a:spLocks noGrp="1"/>
            </p:cNvSpPr>
            <p:nvPr/>
          </p:nvSpPr>
          <p:spPr>
            <a:xfrm>
              <a:off x="5330450" y="2145567"/>
              <a:ext cx="232601" cy="253746"/>
            </a:xfrm>
            <a:prstGeom prst="rect">
              <a:avLst/>
            </a:prstGeom>
            <a:noFill/>
            <a:ln w="0">
              <a:noFill/>
              <a:prstDash val="solid"/>
            </a:ln>
          </p:spPr>
          <p:txBody>
            <a:bodyPr wrap="none" lIns="0" tIns="0" rIns="0" bIns="0" anchor="ctr">
              <a:normAutofit/>
            </a:bodyPr>
            <a:lstStyle>
              <a:defPPr algn="ctr">
                <a:defRPr sz="1610" b="0">
                  <a:solidFill>
                    <a:srgbClr val="7B8790"/>
                  </a:solidFill>
                  <a:latin typeface="Arial" panose="020B0604020202090204"/>
                  <a:ea typeface="Arial" panose="020B0604020202090204"/>
                  <a:cs typeface="Arial" panose="020B0604020202090204"/>
                </a:defRPr>
              </a:defPPr>
              <a:lvl1pPr algn="ctr">
                <a:defRPr sz="1610" b="0">
                  <a:solidFill>
                    <a:srgbClr val="7B8790"/>
                  </a:solidFill>
                  <a:latin typeface="Arial" panose="020B0604020202090204"/>
                  <a:ea typeface="Arial" panose="020B0604020202090204"/>
                  <a:cs typeface="Arial" panose="020B0604020202090204"/>
                </a:defRPr>
              </a:lvl1pPr>
              <a:lvl2pPr algn="ctr">
                <a:defRPr sz="1610" b="0">
                  <a:solidFill>
                    <a:srgbClr val="7B8790"/>
                  </a:solidFill>
                  <a:latin typeface="Arial" panose="020B0604020202090204"/>
                  <a:ea typeface="Arial" panose="020B0604020202090204"/>
                  <a:cs typeface="Arial" panose="020B0604020202090204"/>
                </a:defRPr>
              </a:lvl2pPr>
              <a:lvl3pPr algn="ctr">
                <a:defRPr sz="1610" b="0">
                  <a:solidFill>
                    <a:srgbClr val="7B8790"/>
                  </a:solidFill>
                  <a:latin typeface="Arial" panose="020B0604020202090204"/>
                  <a:ea typeface="Arial" panose="020B0604020202090204"/>
                  <a:cs typeface="Arial" panose="020B0604020202090204"/>
                </a:defRPr>
              </a:lvl3pPr>
              <a:lvl4pPr algn="ctr">
                <a:defRPr sz="1610" b="0">
                  <a:solidFill>
                    <a:srgbClr val="7B8790"/>
                  </a:solidFill>
                  <a:latin typeface="Arial" panose="020B0604020202090204"/>
                  <a:ea typeface="Arial" panose="020B0604020202090204"/>
                  <a:cs typeface="Arial" panose="020B0604020202090204"/>
                </a:defRPr>
              </a:lvl4pPr>
              <a:lvl5pPr algn="ctr">
                <a:defRPr sz="1610" b="0">
                  <a:solidFill>
                    <a:srgbClr val="7B8790"/>
                  </a:solidFill>
                  <a:latin typeface="Arial" panose="020B0604020202090204"/>
                  <a:ea typeface="Arial" panose="020B0604020202090204"/>
                  <a:cs typeface="Arial" panose="020B0604020202090204"/>
                </a:defRPr>
              </a:lvl5pPr>
              <a:lvl6pPr algn="ctr">
                <a:defRPr sz="1610" b="0">
                  <a:solidFill>
                    <a:srgbClr val="7B8790"/>
                  </a:solidFill>
                  <a:latin typeface="Arial" panose="020B0604020202090204"/>
                  <a:ea typeface="Arial" panose="020B0604020202090204"/>
                  <a:cs typeface="Arial" panose="020B0604020202090204"/>
                </a:defRPr>
              </a:lvl6pPr>
              <a:lvl7pPr algn="ctr">
                <a:defRPr sz="1610" b="0">
                  <a:solidFill>
                    <a:srgbClr val="7B8790"/>
                  </a:solidFill>
                  <a:latin typeface="Arial" panose="020B0604020202090204"/>
                  <a:ea typeface="Arial" panose="020B0604020202090204"/>
                  <a:cs typeface="Arial" panose="020B0604020202090204"/>
                </a:defRPr>
              </a:lvl7pPr>
              <a:lvl8pPr algn="ctr">
                <a:defRPr sz="1610" b="0">
                  <a:solidFill>
                    <a:srgbClr val="7B8790"/>
                  </a:solidFill>
                  <a:latin typeface="Arial" panose="020B0604020202090204"/>
                  <a:ea typeface="Arial" panose="020B0604020202090204"/>
                  <a:cs typeface="Arial" panose="020B0604020202090204"/>
                </a:defRPr>
              </a:lvl8pPr>
              <a:lvl9pPr algn="ctr">
                <a:defRPr sz="1610" b="0">
                  <a:solidFill>
                    <a:srgbClr val="7B8790"/>
                  </a:solidFill>
                  <a:latin typeface="Arial" panose="020B0604020202090204"/>
                  <a:ea typeface="Arial" panose="020B0604020202090204"/>
                  <a:cs typeface="Arial" panose="020B0604020202090204"/>
                </a:defRPr>
              </a:lvl9pPr>
            </a:lstStyle>
            <a:p>
              <a:pPr algn="ctr">
                <a:buNone/>
                <a:defRPr sz="1610" b="0">
                  <a:solidFill>
                    <a:srgbClr val="7B8790"/>
                  </a:solidFill>
                  <a:latin typeface="Arial" panose="020B0604020202090204"/>
                  <a:ea typeface="Arial" panose="020B0604020202090204"/>
                  <a:cs typeface="Arial" panose="020B0604020202090204"/>
                </a:defRPr>
              </a:pPr>
              <a:r>
                <a:rPr sz="1610" b="0">
                  <a:solidFill>
                    <a:srgbClr val="7B8790"/>
                  </a:solidFill>
                  <a:latin typeface="Arial" panose="020B0604020202090204"/>
                  <a:ea typeface="Arial" panose="020B0604020202090204"/>
                  <a:cs typeface="Arial" panose="020B0604020202090204"/>
                </a:rPr>
                <a:t>d</a:t>
              </a:r>
              <a:endParaRPr sz="1610" b="0">
                <a:solidFill>
                  <a:srgbClr val="7B8790"/>
                </a:solidFill>
                <a:latin typeface="Arial" panose="020B0604020202090204"/>
                <a:ea typeface="Arial" panose="020B0604020202090204"/>
                <a:cs typeface="Arial" panose="020B0604020202090204"/>
              </a:endParaRPr>
            </a:p>
          </p:txBody>
        </p:sp>
        <p:sp>
          <p:nvSpPr>
            <p:cNvPr id="1262" name="original-2d:1007"/>
            <p:cNvSpPr>
              <a:spLocks noGrp="1"/>
            </p:cNvSpPr>
            <p:nvPr/>
          </p:nvSpPr>
          <p:spPr>
            <a:xfrm>
              <a:off x="3693005" y="2338215"/>
              <a:ext cx="234807" cy="581168"/>
            </a:xfrm>
            <a:custGeom>
              <a:avLst/>
              <a:gdLst/>
              <a:ahLst/>
              <a:cxnLst/>
              <a:pathLst>
                <a:path w="317307" h="785362">
                  <a:moveTo>
                    <a:pt x="0" y="0"/>
                  </a:moveTo>
                  <a:lnTo>
                    <a:pt x="317307" y="785362"/>
                  </a:lnTo>
                </a:path>
              </a:pathLst>
            </a:custGeom>
            <a:noFill/>
            <a:ln w="7754">
              <a:solidFill>
                <a:srgbClr val="263238"/>
              </a:solidFill>
              <a:prstDash val="dash"/>
            </a:ln>
          </p:spPr>
        </p:sp>
        <p:sp>
          <p:nvSpPr>
            <p:cNvPr id="1263" name="original-2d:1008"/>
            <p:cNvSpPr>
              <a:spLocks noGrp="1"/>
            </p:cNvSpPr>
            <p:nvPr/>
          </p:nvSpPr>
          <p:spPr>
            <a:xfrm>
              <a:off x="3650714" y="2295924"/>
              <a:ext cx="84582" cy="84582"/>
            </a:xfrm>
            <a:prstGeom prst="ellipse">
              <a:avLst/>
            </a:prstGeom>
            <a:solidFill>
              <a:srgbClr val="0072B2"/>
            </a:solidFill>
            <a:ln w="7049">
              <a:solidFill>
                <a:srgbClr val="263238"/>
              </a:solidFill>
              <a:prstDash val="solid"/>
            </a:ln>
          </p:spPr>
        </p:sp>
        <p:sp>
          <p:nvSpPr>
            <p:cNvPr id="1264" name="original-2d:1009"/>
            <p:cNvSpPr>
              <a:spLocks noGrp="1"/>
            </p:cNvSpPr>
            <p:nvPr/>
          </p:nvSpPr>
          <p:spPr>
            <a:xfrm>
              <a:off x="3898913" y="2890484"/>
              <a:ext cx="57798" cy="57798"/>
            </a:xfrm>
            <a:prstGeom prst="ellipse">
              <a:avLst/>
            </a:prstGeom>
            <a:solidFill>
              <a:srgbClr val="0072B2"/>
            </a:solidFill>
            <a:ln w="7049">
              <a:solidFill>
                <a:srgbClr val="263238"/>
              </a:solidFill>
              <a:prstDash val="solid"/>
            </a:ln>
          </p:spPr>
        </p:sp>
        <p:sp>
          <p:nvSpPr>
            <p:cNvPr id="1265" name="original-2d:1010"/>
            <p:cNvSpPr>
              <a:spLocks noGrp="1"/>
            </p:cNvSpPr>
            <p:nvPr/>
          </p:nvSpPr>
          <p:spPr>
            <a:xfrm>
              <a:off x="3955076" y="2855153"/>
              <a:ext cx="18483" cy="45747"/>
            </a:xfrm>
            <a:custGeom>
              <a:avLst/>
              <a:gdLst/>
              <a:ahLst/>
              <a:cxnLst/>
              <a:pathLst>
                <a:path w="24977" h="61820">
                  <a:moveTo>
                    <a:pt x="24977" y="61820"/>
                  </a:moveTo>
                  <a:lnTo>
                    <a:pt x="0" y="0"/>
                  </a:lnTo>
                </a:path>
              </a:pathLst>
            </a:custGeom>
            <a:noFill/>
            <a:ln w="5639">
              <a:solidFill>
                <a:srgbClr val="263238"/>
              </a:solidFill>
              <a:prstDash val="solid"/>
            </a:ln>
          </p:spPr>
        </p:sp>
        <p:sp>
          <p:nvSpPr>
            <p:cNvPr id="1266" name="original-2d:1011"/>
            <p:cNvSpPr>
              <a:spLocks noGrp="1"/>
            </p:cNvSpPr>
            <p:nvPr/>
          </p:nvSpPr>
          <p:spPr>
            <a:xfrm>
              <a:off x="3909329" y="2855153"/>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67" name="original-2d:1012"/>
            <p:cNvSpPr>
              <a:spLocks noGrp="1"/>
            </p:cNvSpPr>
            <p:nvPr/>
          </p:nvSpPr>
          <p:spPr>
            <a:xfrm>
              <a:off x="4869351" y="1862940"/>
              <a:ext cx="234807" cy="581168"/>
            </a:xfrm>
            <a:custGeom>
              <a:avLst/>
              <a:gdLst/>
              <a:ahLst/>
              <a:cxnLst/>
              <a:pathLst>
                <a:path w="317307" h="785362">
                  <a:moveTo>
                    <a:pt x="0" y="0"/>
                  </a:moveTo>
                  <a:lnTo>
                    <a:pt x="317307" y="785362"/>
                  </a:lnTo>
                </a:path>
              </a:pathLst>
            </a:custGeom>
            <a:noFill/>
            <a:ln w="7754">
              <a:solidFill>
                <a:srgbClr val="263238"/>
              </a:solidFill>
              <a:prstDash val="dash"/>
            </a:ln>
          </p:spPr>
        </p:sp>
        <p:sp>
          <p:nvSpPr>
            <p:cNvPr id="1268" name="original-2d:1013"/>
            <p:cNvSpPr>
              <a:spLocks noGrp="1"/>
            </p:cNvSpPr>
            <p:nvPr/>
          </p:nvSpPr>
          <p:spPr>
            <a:xfrm>
              <a:off x="4827060" y="1820649"/>
              <a:ext cx="84582" cy="84582"/>
            </a:xfrm>
            <a:prstGeom prst="ellipse">
              <a:avLst/>
            </a:prstGeom>
            <a:solidFill>
              <a:srgbClr val="CC79A7"/>
            </a:solidFill>
            <a:ln w="7049">
              <a:solidFill>
                <a:srgbClr val="263238"/>
              </a:solidFill>
              <a:prstDash val="solid"/>
            </a:ln>
          </p:spPr>
        </p:sp>
        <p:sp>
          <p:nvSpPr>
            <p:cNvPr id="1269" name="original-2d:1014"/>
            <p:cNvSpPr>
              <a:spLocks noGrp="1"/>
            </p:cNvSpPr>
            <p:nvPr/>
          </p:nvSpPr>
          <p:spPr>
            <a:xfrm>
              <a:off x="5075259" y="2415209"/>
              <a:ext cx="57798" cy="57798"/>
            </a:xfrm>
            <a:prstGeom prst="ellipse">
              <a:avLst/>
            </a:prstGeom>
            <a:solidFill>
              <a:srgbClr val="CC79A7"/>
            </a:solidFill>
            <a:ln w="7049">
              <a:solidFill>
                <a:srgbClr val="263238"/>
              </a:solidFill>
              <a:prstDash val="solid"/>
            </a:ln>
          </p:spPr>
        </p:sp>
        <p:sp>
          <p:nvSpPr>
            <p:cNvPr id="1270" name="original-2d:1015"/>
            <p:cNvSpPr>
              <a:spLocks noGrp="1"/>
            </p:cNvSpPr>
            <p:nvPr/>
          </p:nvSpPr>
          <p:spPr>
            <a:xfrm>
              <a:off x="5131422" y="2379878"/>
              <a:ext cx="18483" cy="45747"/>
            </a:xfrm>
            <a:custGeom>
              <a:avLst/>
              <a:gdLst/>
              <a:ahLst/>
              <a:cxnLst/>
              <a:pathLst>
                <a:path w="24977" h="61820">
                  <a:moveTo>
                    <a:pt x="24977" y="61820"/>
                  </a:moveTo>
                  <a:lnTo>
                    <a:pt x="0" y="0"/>
                  </a:lnTo>
                </a:path>
              </a:pathLst>
            </a:custGeom>
            <a:noFill/>
            <a:ln w="5639">
              <a:solidFill>
                <a:srgbClr val="263238"/>
              </a:solidFill>
              <a:prstDash val="solid"/>
            </a:ln>
          </p:spPr>
        </p:sp>
        <p:sp>
          <p:nvSpPr>
            <p:cNvPr id="1271" name="original-2d:1016"/>
            <p:cNvSpPr>
              <a:spLocks noGrp="1"/>
            </p:cNvSpPr>
            <p:nvPr/>
          </p:nvSpPr>
          <p:spPr>
            <a:xfrm>
              <a:off x="5085675" y="2379878"/>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72" name="original-2d:1017"/>
            <p:cNvSpPr>
              <a:spLocks noGrp="1"/>
            </p:cNvSpPr>
            <p:nvPr/>
          </p:nvSpPr>
          <p:spPr>
            <a:xfrm>
              <a:off x="4319927" y="2760958"/>
              <a:ext cx="117248" cy="290199"/>
            </a:xfrm>
            <a:custGeom>
              <a:avLst/>
              <a:gdLst/>
              <a:ahLst/>
              <a:cxnLst/>
              <a:pathLst>
                <a:path w="158443" h="392161">
                  <a:moveTo>
                    <a:pt x="158443" y="392161"/>
                  </a:moveTo>
                  <a:lnTo>
                    <a:pt x="0" y="0"/>
                  </a:lnTo>
                </a:path>
              </a:pathLst>
            </a:custGeom>
            <a:noFill/>
            <a:ln w="7754">
              <a:solidFill>
                <a:srgbClr val="263238"/>
              </a:solidFill>
              <a:prstDash val="dash"/>
            </a:ln>
          </p:spPr>
        </p:sp>
        <p:sp>
          <p:nvSpPr>
            <p:cNvPr id="1273" name="original-2d:1018"/>
            <p:cNvSpPr>
              <a:spLocks noGrp="1"/>
            </p:cNvSpPr>
            <p:nvPr/>
          </p:nvSpPr>
          <p:spPr>
            <a:xfrm>
              <a:off x="4394884" y="3008866"/>
              <a:ext cx="84582" cy="84582"/>
            </a:xfrm>
            <a:prstGeom prst="ellipse">
              <a:avLst/>
            </a:prstGeom>
            <a:solidFill>
              <a:srgbClr val="D55E00"/>
            </a:solidFill>
            <a:ln w="7049">
              <a:solidFill>
                <a:srgbClr val="263238"/>
              </a:solidFill>
              <a:prstDash val="solid"/>
            </a:ln>
          </p:spPr>
        </p:sp>
        <p:sp>
          <p:nvSpPr>
            <p:cNvPr id="1274" name="original-2d:1019"/>
            <p:cNvSpPr>
              <a:spLocks noGrp="1"/>
            </p:cNvSpPr>
            <p:nvPr/>
          </p:nvSpPr>
          <p:spPr>
            <a:xfrm>
              <a:off x="4291028" y="2732059"/>
              <a:ext cx="57798" cy="57798"/>
            </a:xfrm>
            <a:prstGeom prst="ellipse">
              <a:avLst/>
            </a:prstGeom>
            <a:solidFill>
              <a:srgbClr val="D55E00"/>
            </a:solidFill>
            <a:ln w="7049">
              <a:solidFill>
                <a:srgbClr val="263238"/>
              </a:solidFill>
              <a:prstDash val="solid"/>
            </a:ln>
          </p:spPr>
        </p:sp>
        <p:sp>
          <p:nvSpPr>
            <p:cNvPr id="1275" name="original-2d:1020"/>
            <p:cNvSpPr>
              <a:spLocks noGrp="1"/>
            </p:cNvSpPr>
            <p:nvPr/>
          </p:nvSpPr>
          <p:spPr>
            <a:xfrm>
              <a:off x="4365674" y="2742475"/>
              <a:ext cx="18483" cy="45747"/>
            </a:xfrm>
            <a:custGeom>
              <a:avLst/>
              <a:gdLst/>
              <a:ahLst/>
              <a:cxnLst/>
              <a:pathLst>
                <a:path w="24977" h="61820">
                  <a:moveTo>
                    <a:pt x="0" y="0"/>
                  </a:moveTo>
                  <a:lnTo>
                    <a:pt x="24977" y="61820"/>
                  </a:lnTo>
                </a:path>
              </a:pathLst>
            </a:custGeom>
            <a:noFill/>
            <a:ln w="5639">
              <a:solidFill>
                <a:srgbClr val="263238"/>
              </a:solidFill>
              <a:prstDash val="solid"/>
            </a:ln>
          </p:spPr>
        </p:sp>
        <p:sp>
          <p:nvSpPr>
            <p:cNvPr id="1276" name="original-2d:1021"/>
            <p:cNvSpPr>
              <a:spLocks noGrp="1"/>
            </p:cNvSpPr>
            <p:nvPr/>
          </p:nvSpPr>
          <p:spPr>
            <a:xfrm>
              <a:off x="4338410" y="2788222"/>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77" name="original-2d:1022"/>
            <p:cNvSpPr>
              <a:spLocks noGrp="1"/>
            </p:cNvSpPr>
            <p:nvPr/>
          </p:nvSpPr>
          <p:spPr>
            <a:xfrm>
              <a:off x="4712042" y="2602533"/>
              <a:ext cx="117248" cy="290199"/>
            </a:xfrm>
            <a:custGeom>
              <a:avLst/>
              <a:gdLst/>
              <a:ahLst/>
              <a:cxnLst/>
              <a:pathLst>
                <a:path w="158443" h="392161">
                  <a:moveTo>
                    <a:pt x="158443" y="392161"/>
                  </a:moveTo>
                  <a:lnTo>
                    <a:pt x="0" y="0"/>
                  </a:lnTo>
                </a:path>
              </a:pathLst>
            </a:custGeom>
            <a:noFill/>
            <a:ln w="7754">
              <a:solidFill>
                <a:srgbClr val="263238"/>
              </a:solidFill>
              <a:prstDash val="dash"/>
            </a:ln>
          </p:spPr>
        </p:sp>
        <p:sp>
          <p:nvSpPr>
            <p:cNvPr id="1278" name="original-2d:1023"/>
            <p:cNvSpPr>
              <a:spLocks noGrp="1"/>
            </p:cNvSpPr>
            <p:nvPr/>
          </p:nvSpPr>
          <p:spPr>
            <a:xfrm>
              <a:off x="4786999" y="2850441"/>
              <a:ext cx="84582" cy="84582"/>
            </a:xfrm>
            <a:prstGeom prst="ellipse">
              <a:avLst/>
            </a:prstGeom>
            <a:solidFill>
              <a:srgbClr val="009E73"/>
            </a:solidFill>
            <a:ln w="7049">
              <a:solidFill>
                <a:srgbClr val="263238"/>
              </a:solidFill>
              <a:prstDash val="solid"/>
            </a:ln>
          </p:spPr>
        </p:sp>
        <p:sp>
          <p:nvSpPr>
            <p:cNvPr id="1279" name="original-2d:1024"/>
            <p:cNvSpPr>
              <a:spLocks noGrp="1"/>
            </p:cNvSpPr>
            <p:nvPr/>
          </p:nvSpPr>
          <p:spPr>
            <a:xfrm>
              <a:off x="4683144" y="2573634"/>
              <a:ext cx="57798" cy="57798"/>
            </a:xfrm>
            <a:prstGeom prst="ellipse">
              <a:avLst/>
            </a:prstGeom>
            <a:solidFill>
              <a:srgbClr val="009E73"/>
            </a:solidFill>
            <a:ln w="7049">
              <a:solidFill>
                <a:srgbClr val="263238"/>
              </a:solidFill>
              <a:prstDash val="solid"/>
            </a:ln>
          </p:spPr>
        </p:sp>
        <p:sp>
          <p:nvSpPr>
            <p:cNvPr id="1280" name="original-2d:1025"/>
            <p:cNvSpPr>
              <a:spLocks noGrp="1"/>
            </p:cNvSpPr>
            <p:nvPr/>
          </p:nvSpPr>
          <p:spPr>
            <a:xfrm>
              <a:off x="4757789" y="2584050"/>
              <a:ext cx="18483" cy="45747"/>
            </a:xfrm>
            <a:custGeom>
              <a:avLst/>
              <a:gdLst/>
              <a:ahLst/>
              <a:cxnLst/>
              <a:pathLst>
                <a:path w="24977" h="61820">
                  <a:moveTo>
                    <a:pt x="0" y="0"/>
                  </a:moveTo>
                  <a:lnTo>
                    <a:pt x="24977" y="61820"/>
                  </a:lnTo>
                </a:path>
              </a:pathLst>
            </a:custGeom>
            <a:noFill/>
            <a:ln w="5639">
              <a:solidFill>
                <a:srgbClr val="263238"/>
              </a:solidFill>
              <a:prstDash val="solid"/>
            </a:ln>
          </p:spPr>
        </p:sp>
        <p:sp>
          <p:nvSpPr>
            <p:cNvPr id="1281" name="original-2d:1026"/>
            <p:cNvSpPr>
              <a:spLocks noGrp="1"/>
            </p:cNvSpPr>
            <p:nvPr/>
          </p:nvSpPr>
          <p:spPr>
            <a:xfrm>
              <a:off x="4730525" y="2629797"/>
              <a:ext cx="45747" cy="18483"/>
            </a:xfrm>
            <a:custGeom>
              <a:avLst/>
              <a:gdLst/>
              <a:ahLst/>
              <a:cxnLst/>
              <a:pathLst>
                <a:path w="61820" h="24977">
                  <a:moveTo>
                    <a:pt x="61820" y="0"/>
                  </a:moveTo>
                  <a:lnTo>
                    <a:pt x="0" y="24977"/>
                  </a:lnTo>
                </a:path>
              </a:pathLst>
            </a:custGeom>
            <a:noFill/>
            <a:ln w="5639">
              <a:solidFill>
                <a:srgbClr val="263238"/>
              </a:solidFill>
              <a:prstDash val="solid"/>
            </a:ln>
          </p:spPr>
        </p:sp>
        <p:sp>
          <p:nvSpPr>
            <p:cNvPr id="1282" name="original-2d:1027"/>
            <p:cNvSpPr>
              <a:spLocks noGrp="1"/>
            </p:cNvSpPr>
            <p:nvPr/>
          </p:nvSpPr>
          <p:spPr>
            <a:xfrm>
              <a:off x="4453890" y="3381375"/>
              <a:ext cx="705" cy="259080"/>
            </a:xfrm>
            <a:custGeom>
              <a:avLst/>
              <a:gdLst/>
              <a:ahLst/>
              <a:cxnLst/>
              <a:pathLst>
                <a:path w="953" h="161925">
                  <a:moveTo>
                    <a:pt x="0" y="0"/>
                  </a:moveTo>
                  <a:lnTo>
                    <a:pt x="0" y="161925"/>
                  </a:lnTo>
                </a:path>
              </a:pathLst>
            </a:custGeom>
            <a:noFill/>
            <a:ln w="10573">
              <a:solidFill>
                <a:srgbClr val="91A5B4"/>
              </a:solidFill>
              <a:prstDash val="solid"/>
            </a:ln>
          </p:spPr>
        </p:sp>
        <p:sp>
          <p:nvSpPr>
            <p:cNvPr id="1283" name="original-2d:1028"/>
            <p:cNvSpPr>
              <a:spLocks noGrp="1"/>
            </p:cNvSpPr>
            <p:nvPr/>
          </p:nvSpPr>
          <p:spPr>
            <a:xfrm>
              <a:off x="4435705" y="3549015"/>
              <a:ext cx="36370" cy="91440"/>
            </a:xfrm>
            <a:custGeom>
              <a:avLst/>
              <a:gdLst/>
              <a:ahLst/>
              <a:cxnLst/>
              <a:pathLst>
                <a:path w="49149" h="57150">
                  <a:moveTo>
                    <a:pt x="24575" y="57150"/>
                  </a:moveTo>
                  <a:lnTo>
                    <a:pt x="49149" y="0"/>
                  </a:lnTo>
                  <a:lnTo>
                    <a:pt x="0" y="0"/>
                  </a:lnTo>
                  <a:close/>
                </a:path>
              </a:pathLst>
            </a:custGeom>
            <a:solidFill>
              <a:srgbClr val="91A5B4"/>
            </a:solidFill>
            <a:ln w="0">
              <a:noFill/>
              <a:prstDash val="solid"/>
            </a:ln>
          </p:spPr>
        </p:sp>
        <p:sp>
          <p:nvSpPr>
            <p:cNvPr id="1284" name="original-2d:1029"/>
            <p:cNvSpPr>
              <a:spLocks noGrp="1"/>
            </p:cNvSpPr>
            <p:nvPr/>
          </p:nvSpPr>
          <p:spPr>
            <a:xfrm>
              <a:off x="3474720" y="3878580"/>
              <a:ext cx="1807274" cy="715"/>
            </a:xfrm>
            <a:custGeom>
              <a:avLst/>
              <a:gdLst/>
              <a:ahLst/>
              <a:cxnLst/>
              <a:pathLst>
                <a:path w="3409950" h="953">
                  <a:moveTo>
                    <a:pt x="0" y="0"/>
                  </a:moveTo>
                  <a:lnTo>
                    <a:pt x="3409950" y="0"/>
                  </a:lnTo>
                </a:path>
              </a:pathLst>
            </a:custGeom>
            <a:noFill/>
            <a:ln w="8077">
              <a:solidFill>
                <a:srgbClr val="263238"/>
              </a:solidFill>
              <a:prstDash val="solid"/>
            </a:ln>
          </p:spPr>
        </p:sp>
        <p:sp>
          <p:nvSpPr>
            <p:cNvPr id="1285" name="original-2d:1030"/>
            <p:cNvSpPr>
              <a:spLocks noGrp="1"/>
            </p:cNvSpPr>
            <p:nvPr/>
          </p:nvSpPr>
          <p:spPr>
            <a:xfrm>
              <a:off x="5236559" y="3850934"/>
              <a:ext cx="45434" cy="55293"/>
            </a:xfrm>
            <a:custGeom>
              <a:avLst/>
              <a:gdLst/>
              <a:ahLst/>
              <a:cxnLst/>
              <a:pathLst>
                <a:path w="85725" h="73724">
                  <a:moveTo>
                    <a:pt x="85725" y="36862"/>
                  </a:moveTo>
                  <a:lnTo>
                    <a:pt x="0" y="0"/>
                  </a:lnTo>
                  <a:lnTo>
                    <a:pt x="0" y="73724"/>
                  </a:lnTo>
                  <a:close/>
                </a:path>
              </a:pathLst>
            </a:custGeom>
            <a:solidFill>
              <a:srgbClr val="263238"/>
            </a:solidFill>
            <a:ln w="0">
              <a:noFill/>
              <a:prstDash val="solid"/>
            </a:ln>
          </p:spPr>
        </p:sp>
        <p:sp>
          <p:nvSpPr>
            <p:cNvPr id="1286" name="original-2d:1031"/>
            <p:cNvSpPr>
              <a:spLocks noGrp="1"/>
            </p:cNvSpPr>
            <p:nvPr/>
          </p:nvSpPr>
          <p:spPr>
            <a:xfrm>
              <a:off x="3457219" y="3774996"/>
              <a:ext cx="216738" cy="207169"/>
            </a:xfrm>
            <a:prstGeom prst="rect">
              <a:avLst/>
            </a:prstGeom>
            <a:solidFill>
              <a:srgbClr val="0072B2"/>
            </a:solidFill>
            <a:ln w="4039">
              <a:solidFill>
                <a:srgbClr val="263238"/>
              </a:solidFill>
              <a:prstDash val="solid"/>
            </a:ln>
          </p:spPr>
        </p:sp>
        <p:sp>
          <p:nvSpPr>
            <p:cNvPr id="1287" name="original-2d:1032"/>
            <p:cNvSpPr>
              <a:spLocks noGrp="1"/>
            </p:cNvSpPr>
            <p:nvPr/>
          </p:nvSpPr>
          <p:spPr>
            <a:xfrm>
              <a:off x="3550444" y="3857149"/>
              <a:ext cx="30290" cy="42863"/>
            </a:xfrm>
            <a:prstGeom prst="ellipse">
              <a:avLst/>
            </a:prstGeom>
            <a:solidFill>
              <a:srgbClr val="263238"/>
            </a:solidFill>
            <a:ln w="0">
              <a:noFill/>
              <a:prstDash val="solid"/>
            </a:ln>
          </p:spPr>
        </p:sp>
        <p:sp>
          <p:nvSpPr>
            <p:cNvPr id="1288" name="original-2d:1033"/>
            <p:cNvSpPr>
              <a:spLocks noGrp="1"/>
            </p:cNvSpPr>
            <p:nvPr/>
          </p:nvSpPr>
          <p:spPr>
            <a:xfrm>
              <a:off x="3999065" y="3774996"/>
              <a:ext cx="216738" cy="207169"/>
            </a:xfrm>
            <a:prstGeom prst="rect">
              <a:avLst/>
            </a:prstGeom>
            <a:solidFill>
              <a:srgbClr val="D55E00"/>
            </a:solidFill>
            <a:ln w="4039">
              <a:solidFill>
                <a:srgbClr val="263238"/>
              </a:solidFill>
              <a:prstDash val="solid"/>
            </a:ln>
          </p:spPr>
        </p:sp>
        <p:sp>
          <p:nvSpPr>
            <p:cNvPr id="1289" name="original-2d:1034"/>
            <p:cNvSpPr>
              <a:spLocks noGrp="1"/>
            </p:cNvSpPr>
            <p:nvPr/>
          </p:nvSpPr>
          <p:spPr>
            <a:xfrm>
              <a:off x="4092289" y="3857149"/>
              <a:ext cx="30290" cy="42863"/>
            </a:xfrm>
            <a:prstGeom prst="ellipse">
              <a:avLst/>
            </a:prstGeom>
            <a:solidFill>
              <a:srgbClr val="263238"/>
            </a:solidFill>
            <a:ln w="0">
              <a:noFill/>
              <a:prstDash val="solid"/>
            </a:ln>
          </p:spPr>
        </p:sp>
        <p:sp>
          <p:nvSpPr>
            <p:cNvPr id="1290" name="original-2d:1035"/>
            <p:cNvSpPr>
              <a:spLocks noGrp="1"/>
            </p:cNvSpPr>
            <p:nvPr/>
          </p:nvSpPr>
          <p:spPr>
            <a:xfrm>
              <a:off x="4540910" y="3774996"/>
              <a:ext cx="216738" cy="207169"/>
            </a:xfrm>
            <a:prstGeom prst="rect">
              <a:avLst/>
            </a:prstGeom>
            <a:solidFill>
              <a:srgbClr val="009E73"/>
            </a:solidFill>
            <a:ln w="4039">
              <a:solidFill>
                <a:srgbClr val="263238"/>
              </a:solidFill>
              <a:prstDash val="solid"/>
            </a:ln>
          </p:spPr>
        </p:sp>
        <p:sp>
          <p:nvSpPr>
            <p:cNvPr id="1291" name="original-2d:1036"/>
            <p:cNvSpPr>
              <a:spLocks noGrp="1"/>
            </p:cNvSpPr>
            <p:nvPr/>
          </p:nvSpPr>
          <p:spPr>
            <a:xfrm>
              <a:off x="4634135" y="3857149"/>
              <a:ext cx="30290" cy="42863"/>
            </a:xfrm>
            <a:prstGeom prst="ellipse">
              <a:avLst/>
            </a:prstGeom>
            <a:solidFill>
              <a:srgbClr val="263238"/>
            </a:solidFill>
            <a:ln w="0">
              <a:noFill/>
              <a:prstDash val="solid"/>
            </a:ln>
          </p:spPr>
        </p:sp>
        <p:sp>
          <p:nvSpPr>
            <p:cNvPr id="1292" name="original-2d:1037"/>
            <p:cNvSpPr>
              <a:spLocks noGrp="1"/>
            </p:cNvSpPr>
            <p:nvPr/>
          </p:nvSpPr>
          <p:spPr>
            <a:xfrm>
              <a:off x="5082756" y="3774996"/>
              <a:ext cx="216738" cy="207169"/>
            </a:xfrm>
            <a:prstGeom prst="rect">
              <a:avLst/>
            </a:prstGeom>
            <a:solidFill>
              <a:srgbClr val="CC79A7"/>
            </a:solidFill>
            <a:ln w="4039">
              <a:solidFill>
                <a:srgbClr val="263238"/>
              </a:solidFill>
              <a:prstDash val="solid"/>
            </a:ln>
          </p:spPr>
        </p:sp>
        <p:sp>
          <p:nvSpPr>
            <p:cNvPr id="1293" name="original-2d:1038"/>
            <p:cNvSpPr>
              <a:spLocks noGrp="1"/>
            </p:cNvSpPr>
            <p:nvPr/>
          </p:nvSpPr>
          <p:spPr>
            <a:xfrm>
              <a:off x="5175980" y="3857149"/>
              <a:ext cx="30290" cy="42863"/>
            </a:xfrm>
            <a:prstGeom prst="ellipse">
              <a:avLst/>
            </a:prstGeom>
            <a:solidFill>
              <a:srgbClr val="263238"/>
            </a:solidFill>
            <a:ln w="0">
              <a:noFill/>
              <a:prstDash val="solid"/>
            </a:ln>
          </p:spPr>
        </p:sp>
        <p:sp>
          <p:nvSpPr>
            <p:cNvPr id="1294" name="original-2d:1039"/>
            <p:cNvSpPr>
              <a:spLocks noGrp="1"/>
            </p:cNvSpPr>
            <p:nvPr/>
          </p:nvSpPr>
          <p:spPr>
            <a:xfrm>
              <a:off x="5332476" y="3735705"/>
              <a:ext cx="156496" cy="257175"/>
            </a:xfrm>
            <a:prstGeom prst="rect">
              <a:avLst/>
            </a:prstGeom>
            <a:noFill/>
            <a:ln w="0">
              <a:noFill/>
              <a:prstDash val="solid"/>
            </a:ln>
          </p:spPr>
          <p:txBody>
            <a:bodyPr wrap="none" lIns="0" tIns="0" rIns="0" bIns="0" anchor="ctr">
              <a:normAutofit/>
            </a:bodyPr>
            <a:lstStyle>
              <a:defPPr algn="ctr">
                <a:defRPr sz="1575" b="0">
                  <a:solidFill>
                    <a:srgbClr val="7B8790"/>
                  </a:solidFill>
                  <a:latin typeface="Arial" panose="020B0604020202090204"/>
                  <a:ea typeface="Arial" panose="020B0604020202090204"/>
                  <a:cs typeface="Arial" panose="020B0604020202090204"/>
                </a:defRPr>
              </a:defPPr>
              <a:lvl1pPr algn="ctr">
                <a:defRPr sz="1575" b="0">
                  <a:solidFill>
                    <a:srgbClr val="7B8790"/>
                  </a:solidFill>
                  <a:latin typeface="Arial" panose="020B0604020202090204"/>
                  <a:ea typeface="Arial" panose="020B0604020202090204"/>
                  <a:cs typeface="Arial" panose="020B0604020202090204"/>
                </a:defRPr>
              </a:lvl1pPr>
              <a:lvl2pPr algn="ctr">
                <a:defRPr sz="1575" b="0">
                  <a:solidFill>
                    <a:srgbClr val="7B8790"/>
                  </a:solidFill>
                  <a:latin typeface="Arial" panose="020B0604020202090204"/>
                  <a:ea typeface="Arial" panose="020B0604020202090204"/>
                  <a:cs typeface="Arial" panose="020B0604020202090204"/>
                </a:defRPr>
              </a:lvl2pPr>
              <a:lvl3pPr algn="ctr">
                <a:defRPr sz="1575" b="0">
                  <a:solidFill>
                    <a:srgbClr val="7B8790"/>
                  </a:solidFill>
                  <a:latin typeface="Arial" panose="020B0604020202090204"/>
                  <a:ea typeface="Arial" panose="020B0604020202090204"/>
                  <a:cs typeface="Arial" panose="020B0604020202090204"/>
                </a:defRPr>
              </a:lvl3pPr>
              <a:lvl4pPr algn="ctr">
                <a:defRPr sz="1575" b="0">
                  <a:solidFill>
                    <a:srgbClr val="7B8790"/>
                  </a:solidFill>
                  <a:latin typeface="Arial" panose="020B0604020202090204"/>
                  <a:ea typeface="Arial" panose="020B0604020202090204"/>
                  <a:cs typeface="Arial" panose="020B0604020202090204"/>
                </a:defRPr>
              </a:lvl4pPr>
              <a:lvl5pPr algn="ctr">
                <a:defRPr sz="1575" b="0">
                  <a:solidFill>
                    <a:srgbClr val="7B8790"/>
                  </a:solidFill>
                  <a:latin typeface="Arial" panose="020B0604020202090204"/>
                  <a:ea typeface="Arial" panose="020B0604020202090204"/>
                  <a:cs typeface="Arial" panose="020B0604020202090204"/>
                </a:defRPr>
              </a:lvl5pPr>
              <a:lvl6pPr algn="ctr">
                <a:defRPr sz="1575" b="0">
                  <a:solidFill>
                    <a:srgbClr val="7B8790"/>
                  </a:solidFill>
                  <a:latin typeface="Arial" panose="020B0604020202090204"/>
                  <a:ea typeface="Arial" panose="020B0604020202090204"/>
                  <a:cs typeface="Arial" panose="020B0604020202090204"/>
                </a:defRPr>
              </a:lvl6pPr>
              <a:lvl7pPr algn="ctr">
                <a:defRPr sz="1575" b="0">
                  <a:solidFill>
                    <a:srgbClr val="7B8790"/>
                  </a:solidFill>
                  <a:latin typeface="Arial" panose="020B0604020202090204"/>
                  <a:ea typeface="Arial" panose="020B0604020202090204"/>
                  <a:cs typeface="Arial" panose="020B0604020202090204"/>
                </a:defRPr>
              </a:lvl7pPr>
              <a:lvl8pPr algn="ctr">
                <a:defRPr sz="1575" b="0">
                  <a:solidFill>
                    <a:srgbClr val="7B8790"/>
                  </a:solidFill>
                  <a:latin typeface="Arial" panose="020B0604020202090204"/>
                  <a:ea typeface="Arial" panose="020B0604020202090204"/>
                  <a:cs typeface="Arial" panose="020B0604020202090204"/>
                </a:defRPr>
              </a:lvl8pPr>
              <a:lvl9pPr algn="ctr">
                <a:defRPr sz="1575" b="0">
                  <a:solidFill>
                    <a:srgbClr val="7B8790"/>
                  </a:solidFill>
                  <a:latin typeface="Arial" panose="020B0604020202090204"/>
                  <a:ea typeface="Arial" panose="020B0604020202090204"/>
                  <a:cs typeface="Arial" panose="020B0604020202090204"/>
                </a:defRPr>
              </a:lvl9pPr>
            </a:lstStyle>
            <a:p>
              <a:pPr algn="ctr">
                <a:buNone/>
                <a:defRPr sz="1575" b="0">
                  <a:solidFill>
                    <a:srgbClr val="7B8790"/>
                  </a:solidFill>
                  <a:latin typeface="Arial" panose="020B0604020202090204"/>
                  <a:ea typeface="Arial" panose="020B0604020202090204"/>
                  <a:cs typeface="Arial" panose="020B0604020202090204"/>
                </a:defRPr>
              </a:pPr>
              <a:r>
                <a:rPr sz="1575" b="0">
                  <a:solidFill>
                    <a:srgbClr val="7B8790"/>
                  </a:solidFill>
                  <a:latin typeface="Arial" panose="020B0604020202090204"/>
                  <a:ea typeface="Arial" panose="020B0604020202090204"/>
                  <a:cs typeface="Arial" panose="020B0604020202090204"/>
                </a:rPr>
                <a:t>d</a:t>
              </a:r>
              <a:endParaRPr sz="1575" b="0">
                <a:solidFill>
                  <a:srgbClr val="7B8790"/>
                </a:solidFill>
                <a:latin typeface="Arial" panose="020B0604020202090204"/>
                <a:ea typeface="Arial" panose="020B0604020202090204"/>
                <a:cs typeface="Arial" panose="020B0604020202090204"/>
              </a:endParaRPr>
            </a:p>
          </p:txBody>
        </p:sp>
        <p:sp>
          <p:nvSpPr>
            <p:cNvPr id="1295" name="projection-3d:source-239"/>
            <p:cNvSpPr>
              <a:spLocks noGrp="1"/>
            </p:cNvSpPr>
            <p:nvPr/>
          </p:nvSpPr>
          <p:spPr>
            <a:xfrm>
              <a:off x="6003661" y="2698775"/>
              <a:ext cx="82205" cy="377236"/>
            </a:xfrm>
            <a:prstGeom prst="line">
              <a:avLst/>
            </a:prstGeom>
            <a:ln w="5156">
              <a:solidFill>
                <a:srgbClr val="0072B2">
                  <a:alpha val="96000"/>
                </a:srgbClr>
              </a:solidFill>
              <a:prstDash val="dash"/>
            </a:ln>
          </p:spPr>
        </p:sp>
        <p:sp>
          <p:nvSpPr>
            <p:cNvPr id="1296" name="projection-3d:source-240"/>
            <p:cNvSpPr>
              <a:spLocks noGrp="1"/>
            </p:cNvSpPr>
            <p:nvPr/>
          </p:nvSpPr>
          <p:spPr>
            <a:xfrm>
              <a:off x="5997429" y="2690825"/>
              <a:ext cx="12463" cy="15901"/>
            </a:xfrm>
            <a:prstGeom prst="ellipse">
              <a:avLst/>
            </a:prstGeom>
            <a:solidFill>
              <a:srgbClr val="0072B2">
                <a:alpha val="95000"/>
              </a:srgbClr>
            </a:solidFill>
            <a:ln>
              <a:noFill/>
            </a:ln>
          </p:spPr>
          <p:txBody>
            <a:bodyPr anchor="ctr"/>
            <a:lstStyle/>
            <a:p>
              <a:pPr algn="ctr">
                <a:buNone/>
              </a:pPr>
            </a:p>
          </p:txBody>
        </p:sp>
        <p:sp>
          <p:nvSpPr>
            <p:cNvPr id="1297" name="projection-3d:source-241"/>
            <p:cNvSpPr>
              <a:spLocks noGrp="1"/>
            </p:cNvSpPr>
            <p:nvPr/>
          </p:nvSpPr>
          <p:spPr>
            <a:xfrm>
              <a:off x="5648325" y="1666875"/>
              <a:ext cx="486598" cy="1434511"/>
            </a:xfrm>
            <a:custGeom>
              <a:avLst/>
              <a:gdLst/>
              <a:ahLst/>
              <a:cxnLst/>
              <a:rect l="l" t="t" r="r" b="b"/>
              <a:pathLst>
                <a:path w="367" h="848">
                  <a:moveTo>
                    <a:pt x="0" y="0"/>
                  </a:moveTo>
                  <a:moveTo>
                    <a:pt x="296" y="835"/>
                  </a:moveTo>
                  <a:lnTo>
                    <a:pt x="326" y="819"/>
                  </a:lnTo>
                  <a:lnTo>
                    <a:pt x="367" y="832"/>
                  </a:lnTo>
                  <a:lnTo>
                    <a:pt x="332" y="848"/>
                  </a:lnTo>
                  <a:close/>
                </a:path>
              </a:pathLst>
            </a:custGeom>
            <a:solidFill>
              <a:srgbClr val="0072B2">
                <a:alpha val="100000"/>
              </a:srgbClr>
            </a:solidFill>
            <a:ln>
              <a:noFill/>
            </a:ln>
          </p:spPr>
          <p:txBody>
            <a:bodyPr anchor="ctr"/>
            <a:lstStyle/>
            <a:p>
              <a:pPr algn="ctr">
                <a:buNone/>
              </a:pPr>
            </a:p>
          </p:txBody>
        </p:sp>
        <p:sp>
          <p:nvSpPr>
            <p:cNvPr id="1298" name="projection-3d:source-242"/>
            <p:cNvSpPr>
              <a:spLocks noGrp="1"/>
            </p:cNvSpPr>
            <p:nvPr/>
          </p:nvSpPr>
          <p:spPr>
            <a:xfrm flipH="1">
              <a:off x="6507495" y="2761366"/>
              <a:ext cx="31821" cy="150556"/>
            </a:xfrm>
            <a:prstGeom prst="line">
              <a:avLst/>
            </a:prstGeom>
            <a:ln w="5156">
              <a:solidFill>
                <a:srgbClr val="DD7D32">
                  <a:alpha val="96000"/>
                </a:srgbClr>
              </a:solidFill>
              <a:prstDash val="dash"/>
            </a:ln>
          </p:spPr>
        </p:sp>
        <p:sp>
          <p:nvSpPr>
            <p:cNvPr id="1299" name="projection-3d:source-243"/>
            <p:cNvSpPr>
              <a:spLocks noGrp="1"/>
            </p:cNvSpPr>
            <p:nvPr/>
          </p:nvSpPr>
          <p:spPr>
            <a:xfrm>
              <a:off x="6533085" y="2753415"/>
              <a:ext cx="12463" cy="15901"/>
            </a:xfrm>
            <a:prstGeom prst="ellipse">
              <a:avLst/>
            </a:prstGeom>
            <a:solidFill>
              <a:srgbClr val="DD7D32">
                <a:alpha val="95000"/>
              </a:srgbClr>
            </a:solidFill>
            <a:ln>
              <a:noFill/>
            </a:ln>
          </p:spPr>
          <p:txBody>
            <a:bodyPr anchor="ctr"/>
            <a:lstStyle/>
            <a:p>
              <a:pPr algn="ctr">
                <a:buNone/>
              </a:pPr>
            </a:p>
          </p:txBody>
        </p:sp>
        <p:sp>
          <p:nvSpPr>
            <p:cNvPr id="1300" name="projection-3d:source-244"/>
            <p:cNvSpPr>
              <a:spLocks noGrp="1"/>
            </p:cNvSpPr>
            <p:nvPr/>
          </p:nvSpPr>
          <p:spPr>
            <a:xfrm>
              <a:off x="5648325" y="1666875"/>
              <a:ext cx="908228" cy="1270422"/>
            </a:xfrm>
            <a:custGeom>
              <a:avLst/>
              <a:gdLst/>
              <a:ahLst/>
              <a:cxnLst/>
              <a:rect l="l" t="t" r="r" b="b"/>
              <a:pathLst>
                <a:path w="685" h="751">
                  <a:moveTo>
                    <a:pt x="0" y="0"/>
                  </a:moveTo>
                  <a:moveTo>
                    <a:pt x="614" y="738"/>
                  </a:moveTo>
                  <a:lnTo>
                    <a:pt x="644" y="722"/>
                  </a:lnTo>
                  <a:lnTo>
                    <a:pt x="685" y="735"/>
                  </a:lnTo>
                  <a:lnTo>
                    <a:pt x="650" y="751"/>
                  </a:lnTo>
                  <a:close/>
                </a:path>
              </a:pathLst>
            </a:custGeom>
            <a:solidFill>
              <a:srgbClr val="DD7D32">
                <a:alpha val="100000"/>
              </a:srgbClr>
            </a:solidFill>
            <a:ln>
              <a:noFill/>
            </a:ln>
          </p:spPr>
          <p:txBody>
            <a:bodyPr anchor="ctr"/>
            <a:lstStyle/>
            <a:p>
              <a:pPr algn="ctr">
                <a:buNone/>
              </a:pPr>
            </a:p>
          </p:txBody>
        </p:sp>
        <p:sp>
          <p:nvSpPr>
            <p:cNvPr id="1301" name="projection-3d:source-245"/>
            <p:cNvSpPr>
              <a:spLocks noGrp="1"/>
            </p:cNvSpPr>
            <p:nvPr/>
          </p:nvSpPr>
          <p:spPr>
            <a:xfrm>
              <a:off x="6800515" y="2284324"/>
              <a:ext cx="59665" cy="470276"/>
            </a:xfrm>
            <a:prstGeom prst="line">
              <a:avLst/>
            </a:prstGeom>
            <a:ln w="5156">
              <a:solidFill>
                <a:srgbClr val="0CA37A">
                  <a:alpha val="96000"/>
                </a:srgbClr>
              </a:solidFill>
              <a:prstDash val="dash"/>
            </a:ln>
          </p:spPr>
        </p:sp>
        <p:sp>
          <p:nvSpPr>
            <p:cNvPr id="1302" name="projection-3d:source-246"/>
            <p:cNvSpPr>
              <a:spLocks noGrp="1"/>
            </p:cNvSpPr>
            <p:nvPr/>
          </p:nvSpPr>
          <p:spPr>
            <a:xfrm>
              <a:off x="6794283" y="2276373"/>
              <a:ext cx="12463" cy="15901"/>
            </a:xfrm>
            <a:prstGeom prst="ellipse">
              <a:avLst/>
            </a:prstGeom>
            <a:solidFill>
              <a:srgbClr val="0CA37A">
                <a:alpha val="95000"/>
              </a:srgbClr>
            </a:solidFill>
            <a:ln>
              <a:noFill/>
            </a:ln>
          </p:spPr>
          <p:txBody>
            <a:bodyPr anchor="ctr"/>
            <a:lstStyle/>
            <a:p>
              <a:pPr algn="ctr">
                <a:buNone/>
              </a:pPr>
            </a:p>
          </p:txBody>
        </p:sp>
        <p:sp>
          <p:nvSpPr>
            <p:cNvPr id="1303" name="projection-3d:source-247"/>
            <p:cNvSpPr>
              <a:spLocks noGrp="1"/>
            </p:cNvSpPr>
            <p:nvPr/>
          </p:nvSpPr>
          <p:spPr>
            <a:xfrm>
              <a:off x="5648325" y="1666875"/>
              <a:ext cx="1260912" cy="1113099"/>
            </a:xfrm>
            <a:custGeom>
              <a:avLst/>
              <a:gdLst/>
              <a:ahLst/>
              <a:cxnLst/>
              <a:rect l="l" t="t" r="r" b="b"/>
              <a:pathLst>
                <a:path w="951" h="658">
                  <a:moveTo>
                    <a:pt x="0" y="0"/>
                  </a:moveTo>
                  <a:moveTo>
                    <a:pt x="880" y="645"/>
                  </a:moveTo>
                  <a:lnTo>
                    <a:pt x="910" y="629"/>
                  </a:lnTo>
                  <a:lnTo>
                    <a:pt x="951" y="642"/>
                  </a:lnTo>
                  <a:lnTo>
                    <a:pt x="916" y="658"/>
                  </a:lnTo>
                  <a:close/>
                </a:path>
              </a:pathLst>
            </a:custGeom>
            <a:solidFill>
              <a:srgbClr val="0CA37A">
                <a:alpha val="100000"/>
              </a:srgbClr>
            </a:solidFill>
            <a:ln>
              <a:noFill/>
            </a:ln>
          </p:spPr>
          <p:txBody>
            <a:bodyPr anchor="ctr"/>
            <a:lstStyle/>
            <a:p>
              <a:pPr algn="ctr">
                <a:buNone/>
              </a:pPr>
            </a:p>
          </p:txBody>
        </p:sp>
        <p:sp>
          <p:nvSpPr>
            <p:cNvPr id="1304" name="projection-3d:source-248"/>
            <p:cNvSpPr>
              <a:spLocks noGrp="1"/>
            </p:cNvSpPr>
            <p:nvPr/>
          </p:nvSpPr>
          <p:spPr>
            <a:xfrm>
              <a:off x="7069668" y="2395972"/>
              <a:ext cx="46406" cy="257129"/>
            </a:xfrm>
            <a:prstGeom prst="line">
              <a:avLst/>
            </a:prstGeom>
            <a:ln w="5156">
              <a:solidFill>
                <a:srgbClr val="CC79A7">
                  <a:alpha val="96000"/>
                </a:srgbClr>
              </a:solidFill>
              <a:prstDash val="dash"/>
            </a:ln>
          </p:spPr>
        </p:sp>
        <p:sp>
          <p:nvSpPr>
            <p:cNvPr id="1305" name="projection-3d:source-249"/>
            <p:cNvSpPr>
              <a:spLocks noGrp="1"/>
            </p:cNvSpPr>
            <p:nvPr/>
          </p:nvSpPr>
          <p:spPr>
            <a:xfrm>
              <a:off x="7063437" y="2388021"/>
              <a:ext cx="12463" cy="15901"/>
            </a:xfrm>
            <a:prstGeom prst="ellipse">
              <a:avLst/>
            </a:prstGeom>
            <a:solidFill>
              <a:srgbClr val="CC79A7">
                <a:alpha val="95000"/>
              </a:srgbClr>
            </a:solidFill>
            <a:ln>
              <a:noFill/>
            </a:ln>
          </p:spPr>
          <p:txBody>
            <a:bodyPr anchor="ctr"/>
            <a:lstStyle/>
            <a:p>
              <a:pPr algn="ctr">
                <a:buNone/>
              </a:pPr>
            </a:p>
          </p:txBody>
        </p:sp>
        <p:sp>
          <p:nvSpPr>
            <p:cNvPr id="1306" name="projection-3d:source-250"/>
            <p:cNvSpPr>
              <a:spLocks noGrp="1"/>
            </p:cNvSpPr>
            <p:nvPr/>
          </p:nvSpPr>
          <p:spPr>
            <a:xfrm>
              <a:off x="5648325" y="1666875"/>
              <a:ext cx="1516807" cy="1011601"/>
            </a:xfrm>
            <a:custGeom>
              <a:avLst/>
              <a:gdLst/>
              <a:ahLst/>
              <a:cxnLst/>
              <a:rect l="l" t="t" r="r" b="b"/>
              <a:pathLst>
                <a:path w="1144" h="598">
                  <a:moveTo>
                    <a:pt x="0" y="0"/>
                  </a:moveTo>
                  <a:moveTo>
                    <a:pt x="1073" y="585"/>
                  </a:moveTo>
                  <a:lnTo>
                    <a:pt x="1103" y="569"/>
                  </a:lnTo>
                  <a:lnTo>
                    <a:pt x="1144" y="582"/>
                  </a:lnTo>
                  <a:lnTo>
                    <a:pt x="1109" y="598"/>
                  </a:lnTo>
                  <a:close/>
                </a:path>
              </a:pathLst>
            </a:custGeom>
            <a:solidFill>
              <a:srgbClr val="CC79A7">
                <a:alpha val="100000"/>
              </a:srgbClr>
            </a:solidFill>
            <a:ln>
              <a:noFill/>
            </a:ln>
          </p:spPr>
          <p:txBody>
            <a:bodyPr anchor="ctr"/>
            <a:lstStyle/>
            <a:p>
              <a:pPr algn="ctr">
                <a:buNone/>
              </a:pPr>
            </a:p>
          </p:txBody>
        </p:sp>
        <p:sp>
          <p:nvSpPr>
            <p:cNvPr id="1307" name="projection-3d:frame"/>
            <p:cNvSpPr>
              <a:spLocks noGrp="1"/>
            </p:cNvSpPr>
            <p:nvPr/>
          </p:nvSpPr>
          <p:spPr>
            <a:xfrm>
              <a:off x="5753100" y="1646873"/>
              <a:ext cx="1857375" cy="1691640"/>
            </a:xfrm>
            <a:prstGeom prst="rect">
              <a:avLst/>
            </a:prstGeom>
            <a:noFill/>
            <a:ln w="8810">
              <a:solidFill>
                <a:srgbClr val="263238"/>
              </a:solidFill>
              <a:prstDash val="solid"/>
            </a:ln>
          </p:spPr>
        </p:sp>
        <p:sp>
          <p:nvSpPr>
            <p:cNvPr id="1308" name="projection-3d:down-arrow-1027"/>
            <p:cNvSpPr>
              <a:spLocks noGrp="1"/>
            </p:cNvSpPr>
            <p:nvPr/>
          </p:nvSpPr>
          <p:spPr>
            <a:xfrm>
              <a:off x="6667500" y="3381375"/>
              <a:ext cx="705" cy="259080"/>
            </a:xfrm>
            <a:custGeom>
              <a:avLst/>
              <a:gdLst/>
              <a:ahLst/>
              <a:cxnLst/>
              <a:pathLst>
                <a:path w="953" h="161925">
                  <a:moveTo>
                    <a:pt x="0" y="0"/>
                  </a:moveTo>
                  <a:lnTo>
                    <a:pt x="0" y="161925"/>
                  </a:lnTo>
                </a:path>
              </a:pathLst>
            </a:custGeom>
            <a:noFill/>
            <a:ln w="10573">
              <a:solidFill>
                <a:srgbClr val="91A5B4"/>
              </a:solidFill>
              <a:prstDash val="solid"/>
            </a:ln>
          </p:spPr>
        </p:sp>
        <p:sp>
          <p:nvSpPr>
            <p:cNvPr id="1309" name="projection-3d:down-arrow-1028"/>
            <p:cNvSpPr>
              <a:spLocks noGrp="1"/>
            </p:cNvSpPr>
            <p:nvPr/>
          </p:nvSpPr>
          <p:spPr>
            <a:xfrm>
              <a:off x="6649315" y="3549015"/>
              <a:ext cx="36370" cy="91440"/>
            </a:xfrm>
            <a:custGeom>
              <a:avLst/>
              <a:gdLst/>
              <a:ahLst/>
              <a:cxnLst/>
              <a:pathLst>
                <a:path w="49149" h="57150">
                  <a:moveTo>
                    <a:pt x="24575" y="57150"/>
                  </a:moveTo>
                  <a:lnTo>
                    <a:pt x="49149" y="0"/>
                  </a:lnTo>
                  <a:lnTo>
                    <a:pt x="0" y="0"/>
                  </a:lnTo>
                  <a:close/>
                </a:path>
              </a:pathLst>
            </a:custGeom>
            <a:solidFill>
              <a:srgbClr val="91A5B4"/>
            </a:solidFill>
            <a:ln w="0">
              <a:noFill/>
              <a:prstDash val="solid"/>
            </a:ln>
          </p:spPr>
        </p:sp>
      </p:grpSp>
      <p:grpSp>
        <p:nvGrpSpPr>
          <p:cNvPr id="1310" name="position-certificate"/>
          <p:cNvGrpSpPr/>
          <p:nvPr/>
        </p:nvGrpSpPr>
        <p:grpSpPr>
          <a:xfrm>
            <a:off x="0" y="0"/>
            <a:ext cx="24955500" cy="8572500"/>
            <a:chOff x="0" y="0"/>
            <a:chExt cx="24955500" cy="8572500"/>
          </a:xfrm>
        </p:grpSpPr>
        <p:sp>
          <p:nvSpPr>
            <p:cNvPr id="1311" name="four:position-certificate:textbox:1040"/>
            <p:cNvSpPr>
              <a:spLocks noGrp="1"/>
            </p:cNvSpPr>
            <p:nvPr/>
          </p:nvSpPr>
          <p:spPr>
            <a:xfrm>
              <a:off x="8572500" y="1057275"/>
              <a:ext cx="2857500" cy="304800"/>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Position certificate</a:t>
              </a:r>
              <a:endParaRPr sz="1875" b="1">
                <a:solidFill>
                  <a:srgbClr val="263238"/>
                </a:solidFill>
                <a:latin typeface="Arial" panose="020B0604020202090204"/>
                <a:ea typeface="Arial" panose="020B0604020202090204"/>
                <a:cs typeface="Arial" panose="020B0604020202090204"/>
              </a:endParaRPr>
            </a:p>
          </p:txBody>
        </p:sp>
        <p:sp>
          <p:nvSpPr>
            <p:cNvPr id="1312" name="four:position-certificate:line:1041"/>
            <p:cNvSpPr>
              <a:spLocks noGrp="1"/>
            </p:cNvSpPr>
            <p:nvPr/>
          </p:nvSpPr>
          <p:spPr>
            <a:xfrm>
              <a:off x="11811000" y="1171575"/>
              <a:ext cx="314325" cy="953"/>
            </a:xfrm>
            <a:custGeom>
              <a:avLst/>
              <a:gdLst/>
              <a:ahLst/>
              <a:cxnLst/>
              <a:pathLst>
                <a:path w="314325" h="953">
                  <a:moveTo>
                    <a:pt x="0" y="0"/>
                  </a:moveTo>
                  <a:lnTo>
                    <a:pt x="314325" y="0"/>
                  </a:lnTo>
                </a:path>
              </a:pathLst>
            </a:custGeom>
            <a:noFill/>
            <a:ln w="11430">
              <a:solidFill>
                <a:srgbClr val="263238"/>
              </a:solidFill>
              <a:prstDash val="solid"/>
            </a:ln>
          </p:spPr>
        </p:sp>
        <p:sp>
          <p:nvSpPr>
            <p:cNvPr id="1313" name="four:position-certificate:reference-box-key:1042"/>
            <p:cNvSpPr>
              <a:spLocks noGrp="1"/>
            </p:cNvSpPr>
            <p:nvPr/>
          </p:nvSpPr>
          <p:spPr>
            <a:xfrm>
              <a:off x="11887200" y="1104900"/>
              <a:ext cx="171450" cy="133350"/>
            </a:xfrm>
            <a:prstGeom prst="rect">
              <a:avLst/>
            </a:prstGeom>
            <a:solidFill>
              <a:srgbClr val="92C0D9"/>
            </a:solidFill>
            <a:ln w="7620">
              <a:solidFill>
                <a:srgbClr val="263238"/>
              </a:solidFill>
              <a:prstDash val="solid"/>
            </a:ln>
          </p:spPr>
        </p:sp>
        <p:sp>
          <p:nvSpPr>
            <p:cNvPr id="1314" name="four:position-certificate:regular-node:1043"/>
            <p:cNvSpPr>
              <a:spLocks noGrp="1"/>
            </p:cNvSpPr>
            <p:nvPr/>
          </p:nvSpPr>
          <p:spPr>
            <a:xfrm>
              <a:off x="11953875" y="1152525"/>
              <a:ext cx="38100" cy="38100"/>
            </a:xfrm>
            <a:prstGeom prst="ellipse">
              <a:avLst/>
            </a:prstGeom>
            <a:solidFill>
              <a:srgbClr val="263238"/>
            </a:solidFill>
            <a:ln w="0">
              <a:noFill/>
              <a:prstDash val="solid"/>
            </a:ln>
          </p:spPr>
        </p:sp>
        <p:sp>
          <p:nvSpPr>
            <p:cNvPr id="1315" name="four:position-certificate:textbox:1044"/>
            <p:cNvSpPr>
              <a:spLocks noGrp="1"/>
            </p:cNvSpPr>
            <p:nvPr/>
          </p:nvSpPr>
          <p:spPr>
            <a:xfrm>
              <a:off x="12192000" y="990600"/>
              <a:ext cx="419100"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q</a:t>
              </a:r>
              <a:r>
                <a:rPr sz="1190" b="0" baseline="-25000">
                  <a:solidFill>
                    <a:srgbClr val="263238"/>
                  </a:solidFill>
                  <a:latin typeface="Arial" panose="020B0604020202090204"/>
                  <a:ea typeface="Arial" panose="020B0604020202090204"/>
                  <a:cs typeface="Arial" panose="020B0604020202090204"/>
                </a:rPr>
                <a:t>i</a:t>
              </a:r>
              <a:endParaRPr sz="1190" b="0" baseline="-25000">
                <a:solidFill>
                  <a:srgbClr val="263238"/>
                </a:solidFill>
                <a:latin typeface="Arial" panose="020B0604020202090204"/>
                <a:ea typeface="Arial" panose="020B0604020202090204"/>
                <a:cs typeface="Arial" panose="020B0604020202090204"/>
              </a:endParaRPr>
            </a:p>
          </p:txBody>
        </p:sp>
        <p:sp>
          <p:nvSpPr>
            <p:cNvPr id="1316" name="four:position-certificate:line:1045"/>
            <p:cNvSpPr>
              <a:spLocks noGrp="1"/>
            </p:cNvSpPr>
            <p:nvPr/>
          </p:nvSpPr>
          <p:spPr>
            <a:xfrm>
              <a:off x="13001625" y="1171575"/>
              <a:ext cx="314325" cy="953"/>
            </a:xfrm>
            <a:custGeom>
              <a:avLst/>
              <a:gdLst/>
              <a:ahLst/>
              <a:cxnLst/>
              <a:pathLst>
                <a:path w="314325" h="953">
                  <a:moveTo>
                    <a:pt x="0" y="0"/>
                  </a:moveTo>
                  <a:lnTo>
                    <a:pt x="314325" y="0"/>
                  </a:lnTo>
                </a:path>
              </a:pathLst>
            </a:custGeom>
            <a:noFill/>
            <a:ln w="11430">
              <a:solidFill>
                <a:srgbClr val="263238"/>
              </a:solidFill>
              <a:prstDash val="dash"/>
            </a:ln>
          </p:spPr>
        </p:sp>
        <p:sp>
          <p:nvSpPr>
            <p:cNvPr id="1317" name="four:position-certificate:line:1046"/>
            <p:cNvSpPr>
              <a:spLocks noGrp="1"/>
            </p:cNvSpPr>
            <p:nvPr/>
          </p:nvSpPr>
          <p:spPr>
            <a:xfrm>
              <a:off x="13154025" y="1095375"/>
              <a:ext cx="953" cy="152400"/>
            </a:xfrm>
            <a:custGeom>
              <a:avLst/>
              <a:gdLst/>
              <a:ahLst/>
              <a:cxnLst/>
              <a:pathLst>
                <a:path w="953" h="152400">
                  <a:moveTo>
                    <a:pt x="0" y="0"/>
                  </a:moveTo>
                  <a:lnTo>
                    <a:pt x="0" y="152400"/>
                  </a:lnTo>
                </a:path>
              </a:pathLst>
            </a:custGeom>
            <a:noFill/>
            <a:ln w="11430">
              <a:solidFill>
                <a:srgbClr val="263238"/>
              </a:solidFill>
              <a:prstDash val="dash"/>
            </a:ln>
          </p:spPr>
        </p:sp>
        <p:sp>
          <p:nvSpPr>
            <p:cNvPr id="1318" name="four:position-certificate:line:1047"/>
            <p:cNvSpPr>
              <a:spLocks noGrp="1"/>
            </p:cNvSpPr>
            <p:nvPr/>
          </p:nvSpPr>
          <p:spPr>
            <a:xfrm>
              <a:off x="13115925" y="1095375"/>
              <a:ext cx="76200" cy="953"/>
            </a:xfrm>
            <a:custGeom>
              <a:avLst/>
              <a:gdLst/>
              <a:ahLst/>
              <a:cxnLst/>
              <a:pathLst>
                <a:path w="76200" h="953">
                  <a:moveTo>
                    <a:pt x="0" y="0"/>
                  </a:moveTo>
                  <a:lnTo>
                    <a:pt x="76200" y="0"/>
                  </a:lnTo>
                </a:path>
              </a:pathLst>
            </a:custGeom>
            <a:noFill/>
            <a:ln w="11430">
              <a:solidFill>
                <a:srgbClr val="263238"/>
              </a:solidFill>
              <a:prstDash val="solid"/>
            </a:ln>
          </p:spPr>
        </p:sp>
        <p:sp>
          <p:nvSpPr>
            <p:cNvPr id="1319" name="four:position-certificate:textbox:1048"/>
            <p:cNvSpPr>
              <a:spLocks noGrp="1"/>
            </p:cNvSpPr>
            <p:nvPr/>
          </p:nvSpPr>
          <p:spPr>
            <a:xfrm>
              <a:off x="13382625" y="990600"/>
              <a:ext cx="419100"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u</a:t>
              </a:r>
              <a:r>
                <a:rPr sz="1190" b="0" baseline="-25000">
                  <a:solidFill>
                    <a:srgbClr val="263238"/>
                  </a:solidFill>
                  <a:latin typeface="Arial" panose="020B0604020202090204"/>
                  <a:ea typeface="Arial" panose="020B0604020202090204"/>
                  <a:cs typeface="Arial" panose="020B0604020202090204"/>
                </a:rPr>
                <a:t>i</a:t>
              </a:r>
              <a:endParaRPr sz="1190" b="0" baseline="-25000">
                <a:solidFill>
                  <a:srgbClr val="263238"/>
                </a:solidFill>
                <a:latin typeface="Arial" panose="020B0604020202090204"/>
                <a:ea typeface="Arial" panose="020B0604020202090204"/>
                <a:cs typeface="Arial" panose="020B0604020202090204"/>
              </a:endParaRPr>
            </a:p>
          </p:txBody>
        </p:sp>
        <p:sp>
          <p:nvSpPr>
            <p:cNvPr id="1320" name="four:position-certificate:textbox:1049"/>
            <p:cNvSpPr>
              <a:spLocks noGrp="1"/>
            </p:cNvSpPr>
            <p:nvPr/>
          </p:nvSpPr>
          <p:spPr>
            <a:xfrm>
              <a:off x="8648700" y="1400175"/>
              <a:ext cx="2762250" cy="276225"/>
            </a:xfrm>
            <a:prstGeom prst="rect">
              <a:avLst/>
            </a:prstGeom>
            <a:noFill/>
            <a:ln w="0">
              <a:noFill/>
              <a:prstDash val="solid"/>
            </a:ln>
          </p:spPr>
          <p:txBody>
            <a:bodyPr wrap="none" lIns="0" tIns="0" rIns="0" bIns="0" anchor="ctr">
              <a:normAutofit/>
            </a:bodyPr>
            <a:lstStyle>
              <a:defPPr algn="ctr">
                <a:defRPr sz="1650" b="1">
                  <a:solidFill>
                    <a:srgbClr val="263238"/>
                  </a:solidFill>
                  <a:latin typeface="Arial" panose="020B0604020202090204"/>
                  <a:ea typeface="Arial" panose="020B0604020202090204"/>
                  <a:cs typeface="Arial" panose="020B0604020202090204"/>
                </a:defRPr>
              </a:defPPr>
            </a:lstStyle>
            <a:p>
              <a:pPr algn="ctr">
                <a:defRPr sz="1650" b="1">
                  <a:solidFill>
                    <a:srgbClr val="263238"/>
                  </a:solidFill>
                  <a:latin typeface="Arial" panose="020B0604020202090204"/>
                  <a:ea typeface="Arial" panose="020B0604020202090204"/>
                  <a:cs typeface="Arial" panose="020B0604020202090204"/>
                </a:defRPr>
              </a:pPr>
              <a:r>
                <a:rPr sz="1650" b="1">
                  <a:solidFill>
                    <a:srgbClr val="263238"/>
                  </a:solidFill>
                  <a:latin typeface="Arial" panose="020B0604020202090204"/>
                  <a:ea typeface="Arial" panose="020B0604020202090204"/>
                  <a:cs typeface="Arial" panose="020B0604020202090204"/>
                </a:rPr>
                <a:t>Geometry only</a:t>
              </a:r>
              <a:endParaRPr sz="1650" b="1">
                <a:solidFill>
                  <a:srgbClr val="263238"/>
                </a:solidFill>
                <a:latin typeface="Arial" panose="020B0604020202090204"/>
                <a:ea typeface="Arial" panose="020B0604020202090204"/>
                <a:cs typeface="Arial" panose="020B0604020202090204"/>
              </a:endParaRPr>
            </a:p>
          </p:txBody>
        </p:sp>
        <p:sp>
          <p:nvSpPr>
            <p:cNvPr id="1321" name="four:position-certificate:textbox:1050"/>
            <p:cNvSpPr>
              <a:spLocks noGrp="1"/>
            </p:cNvSpPr>
            <p:nvPr/>
          </p:nvSpPr>
          <p:spPr>
            <a:xfrm>
              <a:off x="8610600" y="18002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22" name="four:position-certificate:textbox:1051"/>
            <p:cNvSpPr>
              <a:spLocks noGrp="1"/>
            </p:cNvSpPr>
            <p:nvPr/>
          </p:nvSpPr>
          <p:spPr>
            <a:xfrm>
              <a:off x="8610600" y="24860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23" name="four:position-certificate:line:1052"/>
            <p:cNvSpPr>
              <a:spLocks noGrp="1"/>
            </p:cNvSpPr>
            <p:nvPr/>
          </p:nvSpPr>
          <p:spPr>
            <a:xfrm>
              <a:off x="9043988" y="2124075"/>
              <a:ext cx="100013" cy="400050"/>
            </a:xfrm>
            <a:custGeom>
              <a:avLst/>
              <a:gdLst/>
              <a:ahLst/>
              <a:cxnLst/>
              <a:pathLst>
                <a:path w="100013" h="400050">
                  <a:moveTo>
                    <a:pt x="0" y="0"/>
                  </a:moveTo>
                  <a:lnTo>
                    <a:pt x="100013" y="400050"/>
                  </a:lnTo>
                </a:path>
              </a:pathLst>
            </a:custGeom>
            <a:noFill/>
            <a:ln w="10478">
              <a:solidFill>
                <a:srgbClr val="0072B2">
                  <a:alpha val="48000"/>
                </a:srgbClr>
              </a:solidFill>
              <a:prstDash val="solid"/>
            </a:ln>
          </p:spPr>
        </p:sp>
        <p:sp>
          <p:nvSpPr>
            <p:cNvPr id="1324" name="four:position-certificate:line:1053"/>
            <p:cNvSpPr>
              <a:spLocks noGrp="1"/>
            </p:cNvSpPr>
            <p:nvPr/>
          </p:nvSpPr>
          <p:spPr>
            <a:xfrm>
              <a:off x="9777413" y="2124075"/>
              <a:ext cx="33338" cy="400050"/>
            </a:xfrm>
            <a:custGeom>
              <a:avLst/>
              <a:gdLst/>
              <a:ahLst/>
              <a:cxnLst/>
              <a:pathLst>
                <a:path w="33338" h="400050">
                  <a:moveTo>
                    <a:pt x="0" y="0"/>
                  </a:moveTo>
                  <a:lnTo>
                    <a:pt x="33338" y="400050"/>
                  </a:lnTo>
                </a:path>
              </a:pathLst>
            </a:custGeom>
            <a:noFill/>
            <a:ln w="10478">
              <a:solidFill>
                <a:srgbClr val="D55E00">
                  <a:alpha val="48000"/>
                </a:srgbClr>
              </a:solidFill>
              <a:prstDash val="solid"/>
            </a:ln>
          </p:spPr>
        </p:sp>
        <p:sp>
          <p:nvSpPr>
            <p:cNvPr id="1325" name="four:position-certificate:line:1054"/>
            <p:cNvSpPr>
              <a:spLocks noGrp="1"/>
            </p:cNvSpPr>
            <p:nvPr/>
          </p:nvSpPr>
          <p:spPr>
            <a:xfrm>
              <a:off x="10477500" y="2124075"/>
              <a:ext cx="33338" cy="400050"/>
            </a:xfrm>
            <a:custGeom>
              <a:avLst/>
              <a:gdLst/>
              <a:ahLst/>
              <a:cxnLst/>
              <a:pathLst>
                <a:path w="33338" h="400050">
                  <a:moveTo>
                    <a:pt x="33338" y="0"/>
                  </a:moveTo>
                  <a:lnTo>
                    <a:pt x="0" y="400050"/>
                  </a:lnTo>
                </a:path>
              </a:pathLst>
            </a:custGeom>
            <a:noFill/>
            <a:ln w="10478">
              <a:solidFill>
                <a:srgbClr val="009E73">
                  <a:alpha val="48000"/>
                </a:srgbClr>
              </a:solidFill>
              <a:prstDash val="solid"/>
            </a:ln>
          </p:spPr>
        </p:sp>
        <p:sp>
          <p:nvSpPr>
            <p:cNvPr id="1326" name="four:position-certificate:line:1055"/>
            <p:cNvSpPr>
              <a:spLocks noGrp="1"/>
            </p:cNvSpPr>
            <p:nvPr/>
          </p:nvSpPr>
          <p:spPr>
            <a:xfrm>
              <a:off x="11144250" y="2124075"/>
              <a:ext cx="100013" cy="400050"/>
            </a:xfrm>
            <a:custGeom>
              <a:avLst/>
              <a:gdLst/>
              <a:ahLst/>
              <a:cxnLst/>
              <a:pathLst>
                <a:path w="100013" h="400050">
                  <a:moveTo>
                    <a:pt x="100013" y="0"/>
                  </a:moveTo>
                  <a:lnTo>
                    <a:pt x="0" y="400050"/>
                  </a:lnTo>
                </a:path>
              </a:pathLst>
            </a:custGeom>
            <a:noFill/>
            <a:ln w="10478">
              <a:solidFill>
                <a:srgbClr val="CC79A7">
                  <a:alpha val="48000"/>
                </a:srgbClr>
              </a:solidFill>
              <a:prstDash val="solid"/>
            </a:ln>
          </p:spPr>
        </p:sp>
        <p:sp>
          <p:nvSpPr>
            <p:cNvPr id="1327" name="four:position-certificate:line:1056"/>
            <p:cNvSpPr>
              <a:spLocks noGrp="1"/>
            </p:cNvSpPr>
            <p:nvPr/>
          </p:nvSpPr>
          <p:spPr>
            <a:xfrm>
              <a:off x="8915400" y="1990725"/>
              <a:ext cx="2457450" cy="953"/>
            </a:xfrm>
            <a:custGeom>
              <a:avLst/>
              <a:gdLst/>
              <a:ahLst/>
              <a:cxnLst/>
              <a:pathLst>
                <a:path w="2457450" h="953">
                  <a:moveTo>
                    <a:pt x="0" y="0"/>
                  </a:moveTo>
                  <a:lnTo>
                    <a:pt x="2457450" y="0"/>
                  </a:lnTo>
                </a:path>
              </a:pathLst>
            </a:custGeom>
            <a:noFill/>
            <a:ln w="12383">
              <a:solidFill>
                <a:srgbClr val="263238"/>
              </a:solidFill>
              <a:prstDash val="dash"/>
            </a:ln>
          </p:spPr>
        </p:sp>
        <p:sp>
          <p:nvSpPr>
            <p:cNvPr id="1328" name="four:position-certificate:polygon:1057"/>
            <p:cNvSpPr>
              <a:spLocks noGrp="1"/>
            </p:cNvSpPr>
            <p:nvPr/>
          </p:nvSpPr>
          <p:spPr>
            <a:xfrm>
              <a:off x="11306175" y="19620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29" name="four:position-certificate:line:1058"/>
            <p:cNvSpPr>
              <a:spLocks noGrp="1"/>
            </p:cNvSpPr>
            <p:nvPr/>
          </p:nvSpPr>
          <p:spPr>
            <a:xfrm>
              <a:off x="9043988" y="1876425"/>
              <a:ext cx="953" cy="228600"/>
            </a:xfrm>
            <a:custGeom>
              <a:avLst/>
              <a:gdLst/>
              <a:ahLst/>
              <a:cxnLst/>
              <a:pathLst>
                <a:path w="953" h="228600">
                  <a:moveTo>
                    <a:pt x="0" y="0"/>
                  </a:moveTo>
                  <a:lnTo>
                    <a:pt x="0" y="228600"/>
                  </a:lnTo>
                </a:path>
              </a:pathLst>
            </a:custGeom>
            <a:noFill/>
            <a:ln w="15240">
              <a:solidFill>
                <a:srgbClr val="0072B2"/>
              </a:solidFill>
              <a:prstDash val="dash"/>
            </a:ln>
          </p:spPr>
        </p:sp>
        <p:sp>
          <p:nvSpPr>
            <p:cNvPr id="1330" name="four:position-certificate:line:1059"/>
            <p:cNvSpPr>
              <a:spLocks noGrp="1"/>
            </p:cNvSpPr>
            <p:nvPr/>
          </p:nvSpPr>
          <p:spPr>
            <a:xfrm>
              <a:off x="9005888" y="1876425"/>
              <a:ext cx="76200" cy="953"/>
            </a:xfrm>
            <a:custGeom>
              <a:avLst/>
              <a:gdLst/>
              <a:ahLst/>
              <a:cxnLst/>
              <a:pathLst>
                <a:path w="76200" h="953">
                  <a:moveTo>
                    <a:pt x="0" y="0"/>
                  </a:moveTo>
                  <a:lnTo>
                    <a:pt x="76200" y="0"/>
                  </a:lnTo>
                </a:path>
              </a:pathLst>
            </a:custGeom>
            <a:noFill/>
            <a:ln w="15240">
              <a:solidFill>
                <a:srgbClr val="0072B2"/>
              </a:solidFill>
              <a:prstDash val="solid"/>
            </a:ln>
          </p:spPr>
        </p:sp>
        <p:sp>
          <p:nvSpPr>
            <p:cNvPr id="1331" name="four:position-certificate:regular-node:1060"/>
            <p:cNvSpPr>
              <a:spLocks noGrp="1"/>
            </p:cNvSpPr>
            <p:nvPr/>
          </p:nvSpPr>
          <p:spPr>
            <a:xfrm>
              <a:off x="9022080" y="1968818"/>
              <a:ext cx="43815" cy="43815"/>
            </a:xfrm>
            <a:prstGeom prst="ellipse">
              <a:avLst/>
            </a:prstGeom>
            <a:solidFill>
              <a:srgbClr val="0072B2"/>
            </a:solidFill>
            <a:ln w="0">
              <a:noFill/>
              <a:prstDash val="solid"/>
            </a:ln>
          </p:spPr>
        </p:sp>
        <p:sp>
          <p:nvSpPr>
            <p:cNvPr id="1332" name="four:position-certificate:line:1061"/>
            <p:cNvSpPr>
              <a:spLocks noGrp="1"/>
            </p:cNvSpPr>
            <p:nvPr/>
          </p:nvSpPr>
          <p:spPr>
            <a:xfrm>
              <a:off x="9777413" y="1876425"/>
              <a:ext cx="953" cy="228600"/>
            </a:xfrm>
            <a:custGeom>
              <a:avLst/>
              <a:gdLst/>
              <a:ahLst/>
              <a:cxnLst/>
              <a:pathLst>
                <a:path w="953" h="228600">
                  <a:moveTo>
                    <a:pt x="0" y="0"/>
                  </a:moveTo>
                  <a:lnTo>
                    <a:pt x="0" y="228600"/>
                  </a:lnTo>
                </a:path>
              </a:pathLst>
            </a:custGeom>
            <a:noFill/>
            <a:ln w="15240">
              <a:solidFill>
                <a:srgbClr val="D55E00"/>
              </a:solidFill>
              <a:prstDash val="dash"/>
            </a:ln>
          </p:spPr>
        </p:sp>
        <p:sp>
          <p:nvSpPr>
            <p:cNvPr id="1333" name="four:position-certificate:line:1062"/>
            <p:cNvSpPr>
              <a:spLocks noGrp="1"/>
            </p:cNvSpPr>
            <p:nvPr/>
          </p:nvSpPr>
          <p:spPr>
            <a:xfrm>
              <a:off x="9739313" y="1876425"/>
              <a:ext cx="76200" cy="953"/>
            </a:xfrm>
            <a:custGeom>
              <a:avLst/>
              <a:gdLst/>
              <a:ahLst/>
              <a:cxnLst/>
              <a:pathLst>
                <a:path w="76200" h="953">
                  <a:moveTo>
                    <a:pt x="0" y="0"/>
                  </a:moveTo>
                  <a:lnTo>
                    <a:pt x="76200" y="0"/>
                  </a:lnTo>
                </a:path>
              </a:pathLst>
            </a:custGeom>
            <a:noFill/>
            <a:ln w="15240">
              <a:solidFill>
                <a:srgbClr val="D55E00"/>
              </a:solidFill>
              <a:prstDash val="solid"/>
            </a:ln>
          </p:spPr>
        </p:sp>
        <p:sp>
          <p:nvSpPr>
            <p:cNvPr id="1334" name="four:position-certificate:regular-node:1063"/>
            <p:cNvSpPr>
              <a:spLocks noGrp="1"/>
            </p:cNvSpPr>
            <p:nvPr/>
          </p:nvSpPr>
          <p:spPr>
            <a:xfrm>
              <a:off x="9755505" y="1968818"/>
              <a:ext cx="43815" cy="43815"/>
            </a:xfrm>
            <a:prstGeom prst="ellipse">
              <a:avLst/>
            </a:prstGeom>
            <a:solidFill>
              <a:srgbClr val="D55E00"/>
            </a:solidFill>
            <a:ln w="0">
              <a:noFill/>
              <a:prstDash val="solid"/>
            </a:ln>
          </p:spPr>
        </p:sp>
        <p:sp>
          <p:nvSpPr>
            <p:cNvPr id="1335" name="four:position-certificate:line:1064"/>
            <p:cNvSpPr>
              <a:spLocks noGrp="1"/>
            </p:cNvSpPr>
            <p:nvPr/>
          </p:nvSpPr>
          <p:spPr>
            <a:xfrm>
              <a:off x="10510838" y="1876425"/>
              <a:ext cx="953" cy="228600"/>
            </a:xfrm>
            <a:custGeom>
              <a:avLst/>
              <a:gdLst/>
              <a:ahLst/>
              <a:cxnLst/>
              <a:pathLst>
                <a:path w="953" h="228600">
                  <a:moveTo>
                    <a:pt x="0" y="0"/>
                  </a:moveTo>
                  <a:lnTo>
                    <a:pt x="0" y="228600"/>
                  </a:lnTo>
                </a:path>
              </a:pathLst>
            </a:custGeom>
            <a:noFill/>
            <a:ln w="15240">
              <a:solidFill>
                <a:srgbClr val="009E73"/>
              </a:solidFill>
              <a:prstDash val="dash"/>
            </a:ln>
          </p:spPr>
        </p:sp>
        <p:sp>
          <p:nvSpPr>
            <p:cNvPr id="1336" name="four:position-certificate:line:1065"/>
            <p:cNvSpPr>
              <a:spLocks noGrp="1"/>
            </p:cNvSpPr>
            <p:nvPr/>
          </p:nvSpPr>
          <p:spPr>
            <a:xfrm>
              <a:off x="10472738" y="1876425"/>
              <a:ext cx="76200" cy="953"/>
            </a:xfrm>
            <a:custGeom>
              <a:avLst/>
              <a:gdLst/>
              <a:ahLst/>
              <a:cxnLst/>
              <a:pathLst>
                <a:path w="76200" h="953">
                  <a:moveTo>
                    <a:pt x="0" y="0"/>
                  </a:moveTo>
                  <a:lnTo>
                    <a:pt x="76200" y="0"/>
                  </a:lnTo>
                </a:path>
              </a:pathLst>
            </a:custGeom>
            <a:noFill/>
            <a:ln w="15240">
              <a:solidFill>
                <a:srgbClr val="009E73"/>
              </a:solidFill>
              <a:prstDash val="solid"/>
            </a:ln>
          </p:spPr>
        </p:sp>
        <p:sp>
          <p:nvSpPr>
            <p:cNvPr id="1337" name="four:position-certificate:regular-node:1066"/>
            <p:cNvSpPr>
              <a:spLocks noGrp="1"/>
            </p:cNvSpPr>
            <p:nvPr/>
          </p:nvSpPr>
          <p:spPr>
            <a:xfrm>
              <a:off x="10488930" y="1968818"/>
              <a:ext cx="43815" cy="43815"/>
            </a:xfrm>
            <a:prstGeom prst="ellipse">
              <a:avLst/>
            </a:prstGeom>
            <a:solidFill>
              <a:srgbClr val="009E73"/>
            </a:solidFill>
            <a:ln w="0">
              <a:noFill/>
              <a:prstDash val="solid"/>
            </a:ln>
          </p:spPr>
        </p:sp>
        <p:sp>
          <p:nvSpPr>
            <p:cNvPr id="1338" name="four:position-certificate:line:1067"/>
            <p:cNvSpPr>
              <a:spLocks noGrp="1"/>
            </p:cNvSpPr>
            <p:nvPr/>
          </p:nvSpPr>
          <p:spPr>
            <a:xfrm>
              <a:off x="11244263" y="1876425"/>
              <a:ext cx="953" cy="228600"/>
            </a:xfrm>
            <a:custGeom>
              <a:avLst/>
              <a:gdLst/>
              <a:ahLst/>
              <a:cxnLst/>
              <a:pathLst>
                <a:path w="953" h="228600">
                  <a:moveTo>
                    <a:pt x="0" y="0"/>
                  </a:moveTo>
                  <a:lnTo>
                    <a:pt x="0" y="228600"/>
                  </a:lnTo>
                </a:path>
              </a:pathLst>
            </a:custGeom>
            <a:noFill/>
            <a:ln w="15240">
              <a:solidFill>
                <a:srgbClr val="CC79A7"/>
              </a:solidFill>
              <a:prstDash val="dash"/>
            </a:ln>
          </p:spPr>
        </p:sp>
        <p:sp>
          <p:nvSpPr>
            <p:cNvPr id="1339" name="four:position-certificate:line:1068"/>
            <p:cNvSpPr>
              <a:spLocks noGrp="1"/>
            </p:cNvSpPr>
            <p:nvPr/>
          </p:nvSpPr>
          <p:spPr>
            <a:xfrm>
              <a:off x="11206163" y="1876425"/>
              <a:ext cx="76200" cy="953"/>
            </a:xfrm>
            <a:custGeom>
              <a:avLst/>
              <a:gdLst/>
              <a:ahLst/>
              <a:cxnLst/>
              <a:pathLst>
                <a:path w="76200" h="953">
                  <a:moveTo>
                    <a:pt x="0" y="0"/>
                  </a:moveTo>
                  <a:lnTo>
                    <a:pt x="76200" y="0"/>
                  </a:lnTo>
                </a:path>
              </a:pathLst>
            </a:custGeom>
            <a:noFill/>
            <a:ln w="15240">
              <a:solidFill>
                <a:srgbClr val="CC79A7"/>
              </a:solidFill>
              <a:prstDash val="solid"/>
            </a:ln>
          </p:spPr>
        </p:sp>
        <p:sp>
          <p:nvSpPr>
            <p:cNvPr id="1340" name="four:position-certificate:regular-node:1069"/>
            <p:cNvSpPr>
              <a:spLocks noGrp="1"/>
            </p:cNvSpPr>
            <p:nvPr/>
          </p:nvSpPr>
          <p:spPr>
            <a:xfrm>
              <a:off x="11222355" y="1968818"/>
              <a:ext cx="43815" cy="43815"/>
            </a:xfrm>
            <a:prstGeom prst="ellipse">
              <a:avLst/>
            </a:prstGeom>
            <a:solidFill>
              <a:srgbClr val="CC79A7"/>
            </a:solidFill>
            <a:ln w="0">
              <a:noFill/>
              <a:prstDash val="solid"/>
            </a:ln>
          </p:spPr>
        </p:sp>
        <p:sp>
          <p:nvSpPr>
            <p:cNvPr id="1341" name="four:position-certificate:line:1070"/>
            <p:cNvSpPr>
              <a:spLocks noGrp="1"/>
            </p:cNvSpPr>
            <p:nvPr/>
          </p:nvSpPr>
          <p:spPr>
            <a:xfrm>
              <a:off x="8915400" y="2676525"/>
              <a:ext cx="2457450" cy="953"/>
            </a:xfrm>
            <a:custGeom>
              <a:avLst/>
              <a:gdLst/>
              <a:ahLst/>
              <a:cxnLst/>
              <a:pathLst>
                <a:path w="2457450" h="953">
                  <a:moveTo>
                    <a:pt x="0" y="0"/>
                  </a:moveTo>
                  <a:lnTo>
                    <a:pt x="2457450" y="0"/>
                  </a:lnTo>
                </a:path>
              </a:pathLst>
            </a:custGeom>
            <a:noFill/>
            <a:ln w="14288">
              <a:solidFill>
                <a:srgbClr val="263238"/>
              </a:solidFill>
              <a:prstDash val="solid"/>
            </a:ln>
          </p:spPr>
        </p:sp>
        <p:sp>
          <p:nvSpPr>
            <p:cNvPr id="1342" name="four:position-certificate:polygon:1071"/>
            <p:cNvSpPr>
              <a:spLocks noGrp="1"/>
            </p:cNvSpPr>
            <p:nvPr/>
          </p:nvSpPr>
          <p:spPr>
            <a:xfrm>
              <a:off x="11306175" y="26478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43" name="four:position-certificate:interval-A:1072"/>
            <p:cNvSpPr>
              <a:spLocks noGrp="1"/>
            </p:cNvSpPr>
            <p:nvPr/>
          </p:nvSpPr>
          <p:spPr>
            <a:xfrm>
              <a:off x="9010650" y="2543175"/>
              <a:ext cx="266700" cy="266700"/>
            </a:xfrm>
            <a:prstGeom prst="rect">
              <a:avLst/>
            </a:prstGeom>
            <a:solidFill>
              <a:srgbClr val="0072B2"/>
            </a:solidFill>
            <a:ln w="7620">
              <a:solidFill>
                <a:srgbClr val="263238"/>
              </a:solidFill>
              <a:prstDash val="solid"/>
            </a:ln>
          </p:spPr>
        </p:sp>
        <p:sp>
          <p:nvSpPr>
            <p:cNvPr id="1344" name="four:position-certificate:regular-node:1073"/>
            <p:cNvSpPr>
              <a:spLocks noGrp="1"/>
            </p:cNvSpPr>
            <p:nvPr/>
          </p:nvSpPr>
          <p:spPr>
            <a:xfrm>
              <a:off x="9120188" y="2652713"/>
              <a:ext cx="47625" cy="47625"/>
            </a:xfrm>
            <a:prstGeom prst="ellipse">
              <a:avLst/>
            </a:prstGeom>
            <a:solidFill>
              <a:srgbClr val="263238"/>
            </a:solidFill>
            <a:ln w="0">
              <a:noFill/>
              <a:prstDash val="solid"/>
            </a:ln>
          </p:spPr>
        </p:sp>
        <p:sp>
          <p:nvSpPr>
            <p:cNvPr id="1345" name="four:position-certificate:interval-C:1074"/>
            <p:cNvSpPr>
              <a:spLocks noGrp="1"/>
            </p:cNvSpPr>
            <p:nvPr/>
          </p:nvSpPr>
          <p:spPr>
            <a:xfrm>
              <a:off x="9677400" y="2543175"/>
              <a:ext cx="266700" cy="266700"/>
            </a:xfrm>
            <a:prstGeom prst="rect">
              <a:avLst/>
            </a:prstGeom>
            <a:solidFill>
              <a:srgbClr val="D55E00"/>
            </a:solidFill>
            <a:ln w="7620">
              <a:solidFill>
                <a:srgbClr val="263238"/>
              </a:solidFill>
              <a:prstDash val="solid"/>
            </a:ln>
          </p:spPr>
        </p:sp>
        <p:sp>
          <p:nvSpPr>
            <p:cNvPr id="1346" name="four:position-certificate:regular-node:1075"/>
            <p:cNvSpPr>
              <a:spLocks noGrp="1"/>
            </p:cNvSpPr>
            <p:nvPr/>
          </p:nvSpPr>
          <p:spPr>
            <a:xfrm>
              <a:off x="9786938" y="2652713"/>
              <a:ext cx="47625" cy="47625"/>
            </a:xfrm>
            <a:prstGeom prst="ellipse">
              <a:avLst/>
            </a:prstGeom>
            <a:solidFill>
              <a:srgbClr val="263238"/>
            </a:solidFill>
            <a:ln w="0">
              <a:noFill/>
              <a:prstDash val="solid"/>
            </a:ln>
          </p:spPr>
        </p:sp>
        <p:sp>
          <p:nvSpPr>
            <p:cNvPr id="1347" name="four:position-certificate:interval-D:1076"/>
            <p:cNvSpPr>
              <a:spLocks noGrp="1"/>
            </p:cNvSpPr>
            <p:nvPr/>
          </p:nvSpPr>
          <p:spPr>
            <a:xfrm>
              <a:off x="10344150" y="2543175"/>
              <a:ext cx="266700" cy="266700"/>
            </a:xfrm>
            <a:prstGeom prst="rect">
              <a:avLst/>
            </a:prstGeom>
            <a:solidFill>
              <a:srgbClr val="009E73"/>
            </a:solidFill>
            <a:ln w="7620">
              <a:solidFill>
                <a:srgbClr val="263238"/>
              </a:solidFill>
              <a:prstDash val="solid"/>
            </a:ln>
          </p:spPr>
        </p:sp>
        <p:sp>
          <p:nvSpPr>
            <p:cNvPr id="1348" name="four:position-certificate:regular-node:1077"/>
            <p:cNvSpPr>
              <a:spLocks noGrp="1"/>
            </p:cNvSpPr>
            <p:nvPr/>
          </p:nvSpPr>
          <p:spPr>
            <a:xfrm>
              <a:off x="10453688" y="2652713"/>
              <a:ext cx="47625" cy="47625"/>
            </a:xfrm>
            <a:prstGeom prst="ellipse">
              <a:avLst/>
            </a:prstGeom>
            <a:solidFill>
              <a:srgbClr val="263238"/>
            </a:solidFill>
            <a:ln w="0">
              <a:noFill/>
              <a:prstDash val="solid"/>
            </a:ln>
          </p:spPr>
        </p:sp>
        <p:sp>
          <p:nvSpPr>
            <p:cNvPr id="1349" name="four:position-certificate:interval-B:1078"/>
            <p:cNvSpPr>
              <a:spLocks noGrp="1"/>
            </p:cNvSpPr>
            <p:nvPr/>
          </p:nvSpPr>
          <p:spPr>
            <a:xfrm>
              <a:off x="11010900" y="2543175"/>
              <a:ext cx="266700" cy="266700"/>
            </a:xfrm>
            <a:prstGeom prst="rect">
              <a:avLst/>
            </a:prstGeom>
            <a:solidFill>
              <a:srgbClr val="CC79A7"/>
            </a:solidFill>
            <a:ln w="7620">
              <a:solidFill>
                <a:srgbClr val="263238"/>
              </a:solidFill>
              <a:prstDash val="solid"/>
            </a:ln>
          </p:spPr>
        </p:sp>
        <p:sp>
          <p:nvSpPr>
            <p:cNvPr id="1350" name="four:position-certificate:regular-node:1079"/>
            <p:cNvSpPr>
              <a:spLocks noGrp="1"/>
            </p:cNvSpPr>
            <p:nvPr/>
          </p:nvSpPr>
          <p:spPr>
            <a:xfrm>
              <a:off x="11120438" y="2652713"/>
              <a:ext cx="47625" cy="47625"/>
            </a:xfrm>
            <a:prstGeom prst="ellipse">
              <a:avLst/>
            </a:prstGeom>
            <a:solidFill>
              <a:srgbClr val="263238"/>
            </a:solidFill>
            <a:ln w="0">
              <a:noFill/>
              <a:prstDash val="solid"/>
            </a:ln>
          </p:spPr>
        </p:sp>
        <p:sp>
          <p:nvSpPr>
            <p:cNvPr id="1351" name="four:position-certificate:textbox:1080"/>
            <p:cNvSpPr>
              <a:spLocks noGrp="1"/>
            </p:cNvSpPr>
            <p:nvPr/>
          </p:nvSpPr>
          <p:spPr>
            <a:xfrm>
              <a:off x="11887200" y="1400175"/>
              <a:ext cx="2762250" cy="276225"/>
            </a:xfrm>
            <a:prstGeom prst="rect">
              <a:avLst/>
            </a:prstGeom>
            <a:noFill/>
            <a:ln w="0">
              <a:noFill/>
              <a:prstDash val="solid"/>
            </a:ln>
          </p:spPr>
          <p:txBody>
            <a:bodyPr wrap="none" lIns="0" tIns="0" rIns="0" bIns="0" anchor="ctr">
              <a:normAutofit/>
            </a:bodyPr>
            <a:lstStyle>
              <a:defPPr algn="ctr">
                <a:defRPr sz="1650" b="1">
                  <a:solidFill>
                    <a:srgbClr val="263238"/>
                  </a:solidFill>
                  <a:latin typeface="Arial" panose="020B0604020202090204"/>
                  <a:ea typeface="Arial" panose="020B0604020202090204"/>
                  <a:cs typeface="Arial" panose="020B0604020202090204"/>
                </a:defRPr>
              </a:defPPr>
            </a:lstStyle>
            <a:p>
              <a:pPr algn="ctr">
                <a:defRPr sz="1650" b="1">
                  <a:solidFill>
                    <a:srgbClr val="263238"/>
                  </a:solidFill>
                  <a:latin typeface="Arial" panose="020B0604020202090204"/>
                  <a:ea typeface="Arial" panose="020B0604020202090204"/>
                  <a:cs typeface="Arial" panose="020B0604020202090204"/>
                </a:defRPr>
              </a:pPr>
              <a:r>
                <a:rPr sz="1650" b="1">
                  <a:solidFill>
                    <a:srgbClr val="263238"/>
                  </a:solidFill>
                  <a:latin typeface="Arial" panose="020B0604020202090204"/>
                  <a:ea typeface="Arial" panose="020B0604020202090204"/>
                  <a:cs typeface="Arial" panose="020B0604020202090204"/>
                </a:rPr>
                <a:t>Geometry + hierarchy</a:t>
              </a:r>
              <a:endParaRPr sz="1650" b="1">
                <a:solidFill>
                  <a:srgbClr val="263238"/>
                </a:solidFill>
                <a:latin typeface="Arial" panose="020B0604020202090204"/>
                <a:ea typeface="Arial" panose="020B0604020202090204"/>
                <a:cs typeface="Arial" panose="020B0604020202090204"/>
              </a:endParaRPr>
            </a:p>
          </p:txBody>
        </p:sp>
        <p:sp>
          <p:nvSpPr>
            <p:cNvPr id="1352" name="four:position-certificate:textbox:1081"/>
            <p:cNvSpPr>
              <a:spLocks noGrp="1"/>
            </p:cNvSpPr>
            <p:nvPr/>
          </p:nvSpPr>
          <p:spPr>
            <a:xfrm>
              <a:off x="11849100" y="18002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u</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53" name="four:position-certificate:textbox:1082"/>
            <p:cNvSpPr>
              <a:spLocks noGrp="1"/>
            </p:cNvSpPr>
            <p:nvPr/>
          </p:nvSpPr>
          <p:spPr>
            <a:xfrm>
              <a:off x="11849100" y="2486025"/>
              <a:ext cx="266700" cy="342900"/>
            </a:xfrm>
            <a:prstGeom prst="rect">
              <a:avLst/>
            </a:prstGeom>
            <a:noFill/>
            <a:ln w="0">
              <a:noFill/>
              <a:prstDash val="solid"/>
            </a:ln>
          </p:spPr>
          <p:txBody>
            <a:bodyPr wrap="none" lIns="0" tIns="0" rIns="0" bIns="0" anchor="ctr">
              <a:normAutofit/>
            </a:bodyPr>
            <a:lstStyle>
              <a:defPPr algn="ctr">
                <a:defRPr sz="1650" b="0">
                  <a:solidFill>
                    <a:srgbClr val="7B8790"/>
                  </a:solidFill>
                  <a:latin typeface="Arial" panose="020B0604020202090204"/>
                  <a:ea typeface="Arial" panose="020B0604020202090204"/>
                  <a:cs typeface="Arial" panose="020B0604020202090204"/>
                </a:defRPr>
              </a:defPPr>
            </a:lstStyle>
            <a:p>
              <a:pPr algn="ctr">
                <a:defRPr sz="1650" b="0">
                  <a:solidFill>
                    <a:srgbClr val="7B8790"/>
                  </a:solidFill>
                  <a:latin typeface="Arial" panose="020B0604020202090204"/>
                  <a:ea typeface="Arial" panose="020B0604020202090204"/>
                  <a:cs typeface="Arial" panose="020B0604020202090204"/>
                </a:defRPr>
              </a:pPr>
              <a:r>
                <a:rPr sz="1650" b="0">
                  <a:solidFill>
                    <a:srgbClr val="7B8790"/>
                  </a:solidFill>
                  <a:latin typeface="Arial" panose="020B0604020202090204"/>
                  <a:ea typeface="Arial" panose="020B0604020202090204"/>
                  <a:cs typeface="Arial" panose="020B0604020202090204"/>
                </a:rPr>
                <a:t>q</a:t>
              </a:r>
              <a:r>
                <a:rPr sz="1190" b="0" baseline="-25000">
                  <a:solidFill>
                    <a:srgbClr val="7B8790"/>
                  </a:solidFill>
                  <a:latin typeface="Arial" panose="020B0604020202090204"/>
                  <a:ea typeface="Arial" panose="020B0604020202090204"/>
                  <a:cs typeface="Arial" panose="020B0604020202090204"/>
                </a:rPr>
                <a:t>i</a:t>
              </a:r>
              <a:endParaRPr sz="1190" b="0" baseline="-25000">
                <a:solidFill>
                  <a:srgbClr val="7B8790"/>
                </a:solidFill>
                <a:latin typeface="Arial" panose="020B0604020202090204"/>
                <a:ea typeface="Arial" panose="020B0604020202090204"/>
                <a:cs typeface="Arial" panose="020B0604020202090204"/>
              </a:endParaRPr>
            </a:p>
          </p:txBody>
        </p:sp>
        <p:sp>
          <p:nvSpPr>
            <p:cNvPr id="1354" name="four:position-certificate:line:1083"/>
            <p:cNvSpPr>
              <a:spLocks noGrp="1"/>
            </p:cNvSpPr>
            <p:nvPr/>
          </p:nvSpPr>
          <p:spPr>
            <a:xfrm>
              <a:off x="12382500" y="2124075"/>
              <a:ext cx="953" cy="400050"/>
            </a:xfrm>
            <a:custGeom>
              <a:avLst/>
              <a:gdLst/>
              <a:ahLst/>
              <a:cxnLst/>
              <a:pathLst>
                <a:path w="953" h="400050">
                  <a:moveTo>
                    <a:pt x="0" y="0"/>
                  </a:moveTo>
                  <a:lnTo>
                    <a:pt x="0" y="400050"/>
                  </a:lnTo>
                </a:path>
              </a:pathLst>
            </a:custGeom>
            <a:noFill/>
            <a:ln w="10478">
              <a:solidFill>
                <a:srgbClr val="0072B2">
                  <a:alpha val="48000"/>
                </a:srgbClr>
              </a:solidFill>
              <a:prstDash val="solid"/>
            </a:ln>
          </p:spPr>
        </p:sp>
        <p:sp>
          <p:nvSpPr>
            <p:cNvPr id="1355" name="four:position-certificate:line:1084"/>
            <p:cNvSpPr>
              <a:spLocks noGrp="1"/>
            </p:cNvSpPr>
            <p:nvPr/>
          </p:nvSpPr>
          <p:spPr>
            <a:xfrm>
              <a:off x="13049250" y="2124075"/>
              <a:ext cx="800100" cy="400050"/>
            </a:xfrm>
            <a:custGeom>
              <a:avLst/>
              <a:gdLst/>
              <a:ahLst/>
              <a:cxnLst/>
              <a:pathLst>
                <a:path w="800100" h="400050">
                  <a:moveTo>
                    <a:pt x="800100" y="0"/>
                  </a:moveTo>
                  <a:lnTo>
                    <a:pt x="0" y="400050"/>
                  </a:lnTo>
                </a:path>
              </a:pathLst>
            </a:custGeom>
            <a:noFill/>
            <a:ln w="10478">
              <a:solidFill>
                <a:srgbClr val="D55E00">
                  <a:alpha val="48000"/>
                </a:srgbClr>
              </a:solidFill>
              <a:prstDash val="solid"/>
            </a:ln>
          </p:spPr>
        </p:sp>
        <p:sp>
          <p:nvSpPr>
            <p:cNvPr id="1356" name="four:position-certificate:line:1085"/>
            <p:cNvSpPr>
              <a:spLocks noGrp="1"/>
            </p:cNvSpPr>
            <p:nvPr/>
          </p:nvSpPr>
          <p:spPr>
            <a:xfrm>
              <a:off x="13716000" y="2124075"/>
              <a:ext cx="866775" cy="400050"/>
            </a:xfrm>
            <a:custGeom>
              <a:avLst/>
              <a:gdLst/>
              <a:ahLst/>
              <a:cxnLst/>
              <a:pathLst>
                <a:path w="866775" h="400050">
                  <a:moveTo>
                    <a:pt x="866775" y="0"/>
                  </a:moveTo>
                  <a:lnTo>
                    <a:pt x="0" y="400050"/>
                  </a:lnTo>
                </a:path>
              </a:pathLst>
            </a:custGeom>
            <a:noFill/>
            <a:ln w="10478">
              <a:solidFill>
                <a:srgbClr val="009E73">
                  <a:alpha val="48000"/>
                </a:srgbClr>
              </a:solidFill>
              <a:prstDash val="solid"/>
            </a:ln>
          </p:spPr>
        </p:sp>
        <p:sp>
          <p:nvSpPr>
            <p:cNvPr id="1357" name="four:position-certificate:line:1086"/>
            <p:cNvSpPr>
              <a:spLocks noGrp="1"/>
            </p:cNvSpPr>
            <p:nvPr/>
          </p:nvSpPr>
          <p:spPr>
            <a:xfrm>
              <a:off x="13115925" y="2124075"/>
              <a:ext cx="1266825" cy="400050"/>
            </a:xfrm>
            <a:custGeom>
              <a:avLst/>
              <a:gdLst/>
              <a:ahLst/>
              <a:cxnLst/>
              <a:pathLst>
                <a:path w="1266825" h="400050">
                  <a:moveTo>
                    <a:pt x="0" y="0"/>
                  </a:moveTo>
                  <a:lnTo>
                    <a:pt x="1266825" y="400050"/>
                  </a:lnTo>
                </a:path>
              </a:pathLst>
            </a:custGeom>
            <a:noFill/>
            <a:ln w="10478">
              <a:solidFill>
                <a:srgbClr val="CC79A7">
                  <a:alpha val="48000"/>
                </a:srgbClr>
              </a:solidFill>
              <a:prstDash val="solid"/>
            </a:ln>
          </p:spPr>
        </p:sp>
        <p:sp>
          <p:nvSpPr>
            <p:cNvPr id="1358" name="four:position-certificate:line:1087"/>
            <p:cNvSpPr>
              <a:spLocks noGrp="1"/>
            </p:cNvSpPr>
            <p:nvPr/>
          </p:nvSpPr>
          <p:spPr>
            <a:xfrm>
              <a:off x="12153900" y="1990725"/>
              <a:ext cx="2457450" cy="953"/>
            </a:xfrm>
            <a:custGeom>
              <a:avLst/>
              <a:gdLst/>
              <a:ahLst/>
              <a:cxnLst/>
              <a:pathLst>
                <a:path w="2457450" h="953">
                  <a:moveTo>
                    <a:pt x="0" y="0"/>
                  </a:moveTo>
                  <a:lnTo>
                    <a:pt x="2457450" y="0"/>
                  </a:lnTo>
                </a:path>
              </a:pathLst>
            </a:custGeom>
            <a:noFill/>
            <a:ln w="12383">
              <a:solidFill>
                <a:srgbClr val="263238"/>
              </a:solidFill>
              <a:prstDash val="dash"/>
            </a:ln>
          </p:spPr>
        </p:sp>
        <p:sp>
          <p:nvSpPr>
            <p:cNvPr id="1359" name="four:position-certificate:polygon:1088"/>
            <p:cNvSpPr>
              <a:spLocks noGrp="1"/>
            </p:cNvSpPr>
            <p:nvPr/>
          </p:nvSpPr>
          <p:spPr>
            <a:xfrm>
              <a:off x="14544675" y="19620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60" name="four:position-certificate:line:1089"/>
            <p:cNvSpPr>
              <a:spLocks noGrp="1"/>
            </p:cNvSpPr>
            <p:nvPr/>
          </p:nvSpPr>
          <p:spPr>
            <a:xfrm>
              <a:off x="12382500" y="1876425"/>
              <a:ext cx="953" cy="228600"/>
            </a:xfrm>
            <a:custGeom>
              <a:avLst/>
              <a:gdLst/>
              <a:ahLst/>
              <a:cxnLst/>
              <a:pathLst>
                <a:path w="953" h="228600">
                  <a:moveTo>
                    <a:pt x="0" y="0"/>
                  </a:moveTo>
                  <a:lnTo>
                    <a:pt x="0" y="228600"/>
                  </a:lnTo>
                </a:path>
              </a:pathLst>
            </a:custGeom>
            <a:noFill/>
            <a:ln w="15240">
              <a:solidFill>
                <a:srgbClr val="0072B2"/>
              </a:solidFill>
              <a:prstDash val="dash"/>
            </a:ln>
          </p:spPr>
        </p:sp>
        <p:sp>
          <p:nvSpPr>
            <p:cNvPr id="1361" name="four:position-certificate:line:1090"/>
            <p:cNvSpPr>
              <a:spLocks noGrp="1"/>
            </p:cNvSpPr>
            <p:nvPr/>
          </p:nvSpPr>
          <p:spPr>
            <a:xfrm>
              <a:off x="12344400" y="1876425"/>
              <a:ext cx="76200" cy="953"/>
            </a:xfrm>
            <a:custGeom>
              <a:avLst/>
              <a:gdLst/>
              <a:ahLst/>
              <a:cxnLst/>
              <a:pathLst>
                <a:path w="76200" h="953">
                  <a:moveTo>
                    <a:pt x="0" y="0"/>
                  </a:moveTo>
                  <a:lnTo>
                    <a:pt x="76200" y="0"/>
                  </a:lnTo>
                </a:path>
              </a:pathLst>
            </a:custGeom>
            <a:noFill/>
            <a:ln w="15240">
              <a:solidFill>
                <a:srgbClr val="0072B2"/>
              </a:solidFill>
              <a:prstDash val="solid"/>
            </a:ln>
          </p:spPr>
        </p:sp>
        <p:sp>
          <p:nvSpPr>
            <p:cNvPr id="1362" name="four:position-certificate:regular-node:1091"/>
            <p:cNvSpPr>
              <a:spLocks noGrp="1"/>
            </p:cNvSpPr>
            <p:nvPr/>
          </p:nvSpPr>
          <p:spPr>
            <a:xfrm>
              <a:off x="12360593" y="1968818"/>
              <a:ext cx="43815" cy="43815"/>
            </a:xfrm>
            <a:prstGeom prst="ellipse">
              <a:avLst/>
            </a:prstGeom>
            <a:solidFill>
              <a:srgbClr val="0072B2"/>
            </a:solidFill>
            <a:ln w="0">
              <a:noFill/>
              <a:prstDash val="solid"/>
            </a:ln>
          </p:spPr>
        </p:sp>
        <p:sp>
          <p:nvSpPr>
            <p:cNvPr id="1363" name="four:position-certificate:line:1092"/>
            <p:cNvSpPr>
              <a:spLocks noGrp="1"/>
            </p:cNvSpPr>
            <p:nvPr/>
          </p:nvSpPr>
          <p:spPr>
            <a:xfrm>
              <a:off x="13849350" y="1876425"/>
              <a:ext cx="953" cy="228600"/>
            </a:xfrm>
            <a:custGeom>
              <a:avLst/>
              <a:gdLst/>
              <a:ahLst/>
              <a:cxnLst/>
              <a:pathLst>
                <a:path w="953" h="228600">
                  <a:moveTo>
                    <a:pt x="0" y="0"/>
                  </a:moveTo>
                  <a:lnTo>
                    <a:pt x="0" y="228600"/>
                  </a:lnTo>
                </a:path>
              </a:pathLst>
            </a:custGeom>
            <a:noFill/>
            <a:ln w="15240">
              <a:solidFill>
                <a:srgbClr val="D55E00"/>
              </a:solidFill>
              <a:prstDash val="dash"/>
            </a:ln>
          </p:spPr>
        </p:sp>
        <p:sp>
          <p:nvSpPr>
            <p:cNvPr id="1364" name="four:position-certificate:line:1093"/>
            <p:cNvSpPr>
              <a:spLocks noGrp="1"/>
            </p:cNvSpPr>
            <p:nvPr/>
          </p:nvSpPr>
          <p:spPr>
            <a:xfrm>
              <a:off x="13811250" y="1876425"/>
              <a:ext cx="76200" cy="953"/>
            </a:xfrm>
            <a:custGeom>
              <a:avLst/>
              <a:gdLst/>
              <a:ahLst/>
              <a:cxnLst/>
              <a:pathLst>
                <a:path w="76200" h="953">
                  <a:moveTo>
                    <a:pt x="0" y="0"/>
                  </a:moveTo>
                  <a:lnTo>
                    <a:pt x="76200" y="0"/>
                  </a:lnTo>
                </a:path>
              </a:pathLst>
            </a:custGeom>
            <a:noFill/>
            <a:ln w="15240">
              <a:solidFill>
                <a:srgbClr val="D55E00"/>
              </a:solidFill>
              <a:prstDash val="solid"/>
            </a:ln>
          </p:spPr>
        </p:sp>
        <p:sp>
          <p:nvSpPr>
            <p:cNvPr id="1365" name="four:position-certificate:regular-node:1094"/>
            <p:cNvSpPr>
              <a:spLocks noGrp="1"/>
            </p:cNvSpPr>
            <p:nvPr/>
          </p:nvSpPr>
          <p:spPr>
            <a:xfrm>
              <a:off x="13827443" y="1968818"/>
              <a:ext cx="43815" cy="43815"/>
            </a:xfrm>
            <a:prstGeom prst="ellipse">
              <a:avLst/>
            </a:prstGeom>
            <a:solidFill>
              <a:srgbClr val="D55E00"/>
            </a:solidFill>
            <a:ln w="0">
              <a:noFill/>
              <a:prstDash val="solid"/>
            </a:ln>
          </p:spPr>
        </p:sp>
        <p:sp>
          <p:nvSpPr>
            <p:cNvPr id="1366" name="four:position-certificate:line:1095"/>
            <p:cNvSpPr>
              <a:spLocks noGrp="1"/>
            </p:cNvSpPr>
            <p:nvPr/>
          </p:nvSpPr>
          <p:spPr>
            <a:xfrm>
              <a:off x="14582775" y="1876425"/>
              <a:ext cx="953" cy="228600"/>
            </a:xfrm>
            <a:custGeom>
              <a:avLst/>
              <a:gdLst/>
              <a:ahLst/>
              <a:cxnLst/>
              <a:pathLst>
                <a:path w="953" h="228600">
                  <a:moveTo>
                    <a:pt x="0" y="0"/>
                  </a:moveTo>
                  <a:lnTo>
                    <a:pt x="0" y="228600"/>
                  </a:lnTo>
                </a:path>
              </a:pathLst>
            </a:custGeom>
            <a:noFill/>
            <a:ln w="15240">
              <a:solidFill>
                <a:srgbClr val="009E73"/>
              </a:solidFill>
              <a:prstDash val="dash"/>
            </a:ln>
          </p:spPr>
        </p:sp>
        <p:sp>
          <p:nvSpPr>
            <p:cNvPr id="1367" name="four:position-certificate:line:1096"/>
            <p:cNvSpPr>
              <a:spLocks noGrp="1"/>
            </p:cNvSpPr>
            <p:nvPr/>
          </p:nvSpPr>
          <p:spPr>
            <a:xfrm>
              <a:off x="14544675" y="1876425"/>
              <a:ext cx="76200" cy="953"/>
            </a:xfrm>
            <a:custGeom>
              <a:avLst/>
              <a:gdLst/>
              <a:ahLst/>
              <a:cxnLst/>
              <a:pathLst>
                <a:path w="76200" h="953">
                  <a:moveTo>
                    <a:pt x="0" y="0"/>
                  </a:moveTo>
                  <a:lnTo>
                    <a:pt x="76200" y="0"/>
                  </a:lnTo>
                </a:path>
              </a:pathLst>
            </a:custGeom>
            <a:noFill/>
            <a:ln w="15240">
              <a:solidFill>
                <a:srgbClr val="009E73"/>
              </a:solidFill>
              <a:prstDash val="solid"/>
            </a:ln>
          </p:spPr>
        </p:sp>
        <p:sp>
          <p:nvSpPr>
            <p:cNvPr id="1368" name="four:position-certificate:regular-node:1097"/>
            <p:cNvSpPr>
              <a:spLocks noGrp="1"/>
            </p:cNvSpPr>
            <p:nvPr/>
          </p:nvSpPr>
          <p:spPr>
            <a:xfrm>
              <a:off x="14560868" y="1968818"/>
              <a:ext cx="43815" cy="43815"/>
            </a:xfrm>
            <a:prstGeom prst="ellipse">
              <a:avLst/>
            </a:prstGeom>
            <a:solidFill>
              <a:srgbClr val="009E73"/>
            </a:solidFill>
            <a:ln w="0">
              <a:noFill/>
              <a:prstDash val="solid"/>
            </a:ln>
          </p:spPr>
        </p:sp>
        <p:sp>
          <p:nvSpPr>
            <p:cNvPr id="1369" name="four:position-certificate:line:1098"/>
            <p:cNvSpPr>
              <a:spLocks noGrp="1"/>
            </p:cNvSpPr>
            <p:nvPr/>
          </p:nvSpPr>
          <p:spPr>
            <a:xfrm>
              <a:off x="13115925" y="1876425"/>
              <a:ext cx="953" cy="228600"/>
            </a:xfrm>
            <a:custGeom>
              <a:avLst/>
              <a:gdLst/>
              <a:ahLst/>
              <a:cxnLst/>
              <a:pathLst>
                <a:path w="953" h="228600">
                  <a:moveTo>
                    <a:pt x="0" y="0"/>
                  </a:moveTo>
                  <a:lnTo>
                    <a:pt x="0" y="228600"/>
                  </a:lnTo>
                </a:path>
              </a:pathLst>
            </a:custGeom>
            <a:noFill/>
            <a:ln w="15240">
              <a:solidFill>
                <a:srgbClr val="CC79A7"/>
              </a:solidFill>
              <a:prstDash val="dash"/>
            </a:ln>
          </p:spPr>
        </p:sp>
        <p:sp>
          <p:nvSpPr>
            <p:cNvPr id="1370" name="four:position-certificate:line:1099"/>
            <p:cNvSpPr>
              <a:spLocks noGrp="1"/>
            </p:cNvSpPr>
            <p:nvPr/>
          </p:nvSpPr>
          <p:spPr>
            <a:xfrm>
              <a:off x="13077825" y="1876425"/>
              <a:ext cx="76200" cy="953"/>
            </a:xfrm>
            <a:custGeom>
              <a:avLst/>
              <a:gdLst/>
              <a:ahLst/>
              <a:cxnLst/>
              <a:pathLst>
                <a:path w="76200" h="953">
                  <a:moveTo>
                    <a:pt x="0" y="0"/>
                  </a:moveTo>
                  <a:lnTo>
                    <a:pt x="76200" y="0"/>
                  </a:lnTo>
                </a:path>
              </a:pathLst>
            </a:custGeom>
            <a:noFill/>
            <a:ln w="15240">
              <a:solidFill>
                <a:srgbClr val="CC79A7"/>
              </a:solidFill>
              <a:prstDash val="solid"/>
            </a:ln>
          </p:spPr>
        </p:sp>
        <p:sp>
          <p:nvSpPr>
            <p:cNvPr id="1371" name="four:position-certificate:regular-node:1100"/>
            <p:cNvSpPr>
              <a:spLocks noGrp="1"/>
            </p:cNvSpPr>
            <p:nvPr/>
          </p:nvSpPr>
          <p:spPr>
            <a:xfrm>
              <a:off x="13094018" y="1968818"/>
              <a:ext cx="43815" cy="43815"/>
            </a:xfrm>
            <a:prstGeom prst="ellipse">
              <a:avLst/>
            </a:prstGeom>
            <a:solidFill>
              <a:srgbClr val="CC79A7"/>
            </a:solidFill>
            <a:ln w="0">
              <a:noFill/>
              <a:prstDash val="solid"/>
            </a:ln>
          </p:spPr>
        </p:sp>
        <p:sp>
          <p:nvSpPr>
            <p:cNvPr id="1372" name="four:position-certificate:line:1101"/>
            <p:cNvSpPr>
              <a:spLocks noGrp="1"/>
            </p:cNvSpPr>
            <p:nvPr/>
          </p:nvSpPr>
          <p:spPr>
            <a:xfrm>
              <a:off x="12153900" y="2676525"/>
              <a:ext cx="2457450" cy="953"/>
            </a:xfrm>
            <a:custGeom>
              <a:avLst/>
              <a:gdLst/>
              <a:ahLst/>
              <a:cxnLst/>
              <a:pathLst>
                <a:path w="2457450" h="953">
                  <a:moveTo>
                    <a:pt x="0" y="0"/>
                  </a:moveTo>
                  <a:lnTo>
                    <a:pt x="2457450" y="0"/>
                  </a:lnTo>
                </a:path>
              </a:pathLst>
            </a:custGeom>
            <a:noFill/>
            <a:ln w="14288">
              <a:solidFill>
                <a:srgbClr val="263238"/>
              </a:solidFill>
              <a:prstDash val="solid"/>
            </a:ln>
          </p:spPr>
        </p:sp>
        <p:sp>
          <p:nvSpPr>
            <p:cNvPr id="1373" name="four:position-certificate:polygon:1102"/>
            <p:cNvSpPr>
              <a:spLocks noGrp="1"/>
            </p:cNvSpPr>
            <p:nvPr/>
          </p:nvSpPr>
          <p:spPr>
            <a:xfrm>
              <a:off x="14544675" y="26478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374" name="four:position-certificate:interval-A:1103"/>
            <p:cNvSpPr>
              <a:spLocks noGrp="1"/>
            </p:cNvSpPr>
            <p:nvPr/>
          </p:nvSpPr>
          <p:spPr>
            <a:xfrm>
              <a:off x="12249150" y="2543175"/>
              <a:ext cx="266700" cy="266700"/>
            </a:xfrm>
            <a:prstGeom prst="rect">
              <a:avLst/>
            </a:prstGeom>
            <a:solidFill>
              <a:srgbClr val="0072B2"/>
            </a:solidFill>
            <a:ln w="7620">
              <a:solidFill>
                <a:srgbClr val="263238"/>
              </a:solidFill>
              <a:prstDash val="solid"/>
            </a:ln>
          </p:spPr>
        </p:sp>
        <p:sp>
          <p:nvSpPr>
            <p:cNvPr id="1375" name="four:position-certificate:regular-node:1104"/>
            <p:cNvSpPr>
              <a:spLocks noGrp="1"/>
            </p:cNvSpPr>
            <p:nvPr/>
          </p:nvSpPr>
          <p:spPr>
            <a:xfrm>
              <a:off x="12358688" y="2652713"/>
              <a:ext cx="47625" cy="47625"/>
            </a:xfrm>
            <a:prstGeom prst="ellipse">
              <a:avLst/>
            </a:prstGeom>
            <a:solidFill>
              <a:srgbClr val="263238"/>
            </a:solidFill>
            <a:ln w="0">
              <a:noFill/>
              <a:prstDash val="solid"/>
            </a:ln>
          </p:spPr>
        </p:sp>
        <p:sp>
          <p:nvSpPr>
            <p:cNvPr id="1376" name="four:position-certificate:interval-C:1105"/>
            <p:cNvSpPr>
              <a:spLocks noGrp="1"/>
            </p:cNvSpPr>
            <p:nvPr/>
          </p:nvSpPr>
          <p:spPr>
            <a:xfrm>
              <a:off x="12915900" y="2543175"/>
              <a:ext cx="266700" cy="266700"/>
            </a:xfrm>
            <a:prstGeom prst="rect">
              <a:avLst/>
            </a:prstGeom>
            <a:solidFill>
              <a:srgbClr val="D55E00"/>
            </a:solidFill>
            <a:ln w="7620">
              <a:solidFill>
                <a:srgbClr val="263238"/>
              </a:solidFill>
              <a:prstDash val="solid"/>
            </a:ln>
          </p:spPr>
        </p:sp>
        <p:sp>
          <p:nvSpPr>
            <p:cNvPr id="1377" name="four:position-certificate:regular-node:1106"/>
            <p:cNvSpPr>
              <a:spLocks noGrp="1"/>
            </p:cNvSpPr>
            <p:nvPr/>
          </p:nvSpPr>
          <p:spPr>
            <a:xfrm>
              <a:off x="13025438" y="2652713"/>
              <a:ext cx="47625" cy="47625"/>
            </a:xfrm>
            <a:prstGeom prst="ellipse">
              <a:avLst/>
            </a:prstGeom>
            <a:solidFill>
              <a:srgbClr val="263238"/>
            </a:solidFill>
            <a:ln w="0">
              <a:noFill/>
              <a:prstDash val="solid"/>
            </a:ln>
          </p:spPr>
        </p:sp>
        <p:sp>
          <p:nvSpPr>
            <p:cNvPr id="1378" name="four:position-certificate:interval-D:1107"/>
            <p:cNvSpPr>
              <a:spLocks noGrp="1"/>
            </p:cNvSpPr>
            <p:nvPr/>
          </p:nvSpPr>
          <p:spPr>
            <a:xfrm>
              <a:off x="13582650" y="2543175"/>
              <a:ext cx="266700" cy="266700"/>
            </a:xfrm>
            <a:prstGeom prst="rect">
              <a:avLst/>
            </a:prstGeom>
            <a:solidFill>
              <a:srgbClr val="009E73"/>
            </a:solidFill>
            <a:ln w="7620">
              <a:solidFill>
                <a:srgbClr val="263238"/>
              </a:solidFill>
              <a:prstDash val="solid"/>
            </a:ln>
          </p:spPr>
        </p:sp>
        <p:sp>
          <p:nvSpPr>
            <p:cNvPr id="1379" name="four:position-certificate:regular-node:1108"/>
            <p:cNvSpPr>
              <a:spLocks noGrp="1"/>
            </p:cNvSpPr>
            <p:nvPr/>
          </p:nvSpPr>
          <p:spPr>
            <a:xfrm>
              <a:off x="13692188" y="2652713"/>
              <a:ext cx="47625" cy="47625"/>
            </a:xfrm>
            <a:prstGeom prst="ellipse">
              <a:avLst/>
            </a:prstGeom>
            <a:solidFill>
              <a:srgbClr val="263238"/>
            </a:solidFill>
            <a:ln w="0">
              <a:noFill/>
              <a:prstDash val="solid"/>
            </a:ln>
          </p:spPr>
        </p:sp>
        <p:sp>
          <p:nvSpPr>
            <p:cNvPr id="1380" name="four:position-certificate:interval-B:1109"/>
            <p:cNvSpPr>
              <a:spLocks noGrp="1"/>
            </p:cNvSpPr>
            <p:nvPr/>
          </p:nvSpPr>
          <p:spPr>
            <a:xfrm>
              <a:off x="14249400" y="2543175"/>
              <a:ext cx="266700" cy="266700"/>
            </a:xfrm>
            <a:prstGeom prst="rect">
              <a:avLst/>
            </a:prstGeom>
            <a:solidFill>
              <a:srgbClr val="CC79A7"/>
            </a:solidFill>
            <a:ln w="7620">
              <a:solidFill>
                <a:srgbClr val="263238"/>
              </a:solidFill>
              <a:prstDash val="solid"/>
            </a:ln>
          </p:spPr>
        </p:sp>
        <p:sp>
          <p:nvSpPr>
            <p:cNvPr id="1381" name="four:position-certificate:regular-node:1110"/>
            <p:cNvSpPr>
              <a:spLocks noGrp="1"/>
            </p:cNvSpPr>
            <p:nvPr/>
          </p:nvSpPr>
          <p:spPr>
            <a:xfrm>
              <a:off x="14358938" y="2652713"/>
              <a:ext cx="47625" cy="47625"/>
            </a:xfrm>
            <a:prstGeom prst="ellipse">
              <a:avLst/>
            </a:prstGeom>
            <a:solidFill>
              <a:srgbClr val="263238"/>
            </a:solidFill>
            <a:ln w="0">
              <a:noFill/>
              <a:prstDash val="solid"/>
            </a:ln>
          </p:spPr>
        </p:sp>
        <p:sp>
          <p:nvSpPr>
            <p:cNvPr id="1382" name="four:position-certificate:line:1111"/>
            <p:cNvSpPr>
              <a:spLocks noGrp="1"/>
            </p:cNvSpPr>
            <p:nvPr/>
          </p:nvSpPr>
          <p:spPr>
            <a:xfrm>
              <a:off x="9043988" y="2143125"/>
              <a:ext cx="953" cy="352425"/>
            </a:xfrm>
            <a:custGeom>
              <a:avLst/>
              <a:gdLst/>
              <a:ahLst/>
              <a:cxnLst/>
              <a:pathLst>
                <a:path w="953" h="352425">
                  <a:moveTo>
                    <a:pt x="0" y="0"/>
                  </a:moveTo>
                  <a:lnTo>
                    <a:pt x="0" y="352425"/>
                  </a:lnTo>
                </a:path>
              </a:pathLst>
            </a:custGeom>
            <a:noFill/>
            <a:ln w="9525">
              <a:solidFill>
                <a:srgbClr val="0072B2">
                  <a:alpha val="65000"/>
                </a:srgbClr>
              </a:solidFill>
              <a:prstDash val="dash"/>
            </a:ln>
          </p:spPr>
        </p:sp>
        <p:sp>
          <p:nvSpPr>
            <p:cNvPr id="1383" name="four:position-certificate:line:1112"/>
            <p:cNvSpPr>
              <a:spLocks noGrp="1"/>
            </p:cNvSpPr>
            <p:nvPr/>
          </p:nvSpPr>
          <p:spPr>
            <a:xfrm>
              <a:off x="9043988" y="2857500"/>
              <a:ext cx="953" cy="590550"/>
            </a:xfrm>
            <a:custGeom>
              <a:avLst/>
              <a:gdLst/>
              <a:ahLst/>
              <a:cxnLst/>
              <a:pathLst>
                <a:path w="953" h="590550">
                  <a:moveTo>
                    <a:pt x="0" y="0"/>
                  </a:moveTo>
                  <a:lnTo>
                    <a:pt x="0" y="590550"/>
                  </a:lnTo>
                </a:path>
              </a:pathLst>
            </a:custGeom>
            <a:noFill/>
            <a:ln w="9525">
              <a:solidFill>
                <a:srgbClr val="0072B2">
                  <a:alpha val="65000"/>
                </a:srgbClr>
              </a:solidFill>
              <a:prstDash val="dash"/>
            </a:ln>
          </p:spPr>
        </p:sp>
        <p:sp>
          <p:nvSpPr>
            <p:cNvPr id="1384" name="four:position-certificate:line:1113"/>
            <p:cNvSpPr>
              <a:spLocks noGrp="1"/>
            </p:cNvSpPr>
            <p:nvPr/>
          </p:nvSpPr>
          <p:spPr>
            <a:xfrm>
              <a:off x="9144000" y="2828925"/>
              <a:ext cx="953" cy="619125"/>
            </a:xfrm>
            <a:custGeom>
              <a:avLst/>
              <a:gdLst/>
              <a:ahLst/>
              <a:cxnLst/>
              <a:pathLst>
                <a:path w="953" h="619125">
                  <a:moveTo>
                    <a:pt x="0" y="0"/>
                  </a:moveTo>
                  <a:lnTo>
                    <a:pt x="0" y="619125"/>
                  </a:lnTo>
                </a:path>
              </a:pathLst>
            </a:custGeom>
            <a:noFill/>
            <a:ln w="10478">
              <a:solidFill>
                <a:srgbClr val="0072B2"/>
              </a:solidFill>
              <a:prstDash val="solid"/>
            </a:ln>
          </p:spPr>
        </p:sp>
        <p:sp>
          <p:nvSpPr>
            <p:cNvPr id="1385" name="four:position-certificate:line:1114"/>
            <p:cNvSpPr>
              <a:spLocks noGrp="1"/>
            </p:cNvSpPr>
            <p:nvPr/>
          </p:nvSpPr>
          <p:spPr>
            <a:xfrm>
              <a:off x="9043988" y="3381375"/>
              <a:ext cx="100013" cy="953"/>
            </a:xfrm>
            <a:custGeom>
              <a:avLst/>
              <a:gdLst/>
              <a:ahLst/>
              <a:cxnLst/>
              <a:pathLst>
                <a:path w="100013" h="953">
                  <a:moveTo>
                    <a:pt x="0" y="0"/>
                  </a:moveTo>
                  <a:lnTo>
                    <a:pt x="100013" y="0"/>
                  </a:lnTo>
                </a:path>
              </a:pathLst>
            </a:custGeom>
            <a:noFill/>
            <a:ln w="15240">
              <a:solidFill>
                <a:srgbClr val="0072B2"/>
              </a:solidFill>
              <a:prstDash val="solid"/>
            </a:ln>
          </p:spPr>
        </p:sp>
        <p:sp>
          <p:nvSpPr>
            <p:cNvPr id="1386" name="four:position-certificate:polygon:1115"/>
            <p:cNvSpPr>
              <a:spLocks noGrp="1"/>
            </p:cNvSpPr>
            <p:nvPr/>
          </p:nvSpPr>
          <p:spPr>
            <a:xfrm>
              <a:off x="9105900" y="3364992"/>
              <a:ext cx="38100" cy="32766"/>
            </a:xfrm>
            <a:custGeom>
              <a:avLst/>
              <a:gdLst/>
              <a:ahLst/>
              <a:cxnLst/>
              <a:pathLst>
                <a:path w="38100" h="32766">
                  <a:moveTo>
                    <a:pt x="38100" y="16383"/>
                  </a:moveTo>
                  <a:lnTo>
                    <a:pt x="0" y="0"/>
                  </a:lnTo>
                  <a:lnTo>
                    <a:pt x="0" y="32766"/>
                  </a:lnTo>
                  <a:close/>
                </a:path>
              </a:pathLst>
            </a:custGeom>
            <a:solidFill>
              <a:srgbClr val="0072B2"/>
            </a:solidFill>
            <a:ln w="0">
              <a:noFill/>
              <a:prstDash val="solid"/>
            </a:ln>
          </p:spPr>
        </p:sp>
        <p:sp>
          <p:nvSpPr>
            <p:cNvPr id="1387" name="four:position-certificate:polygon:1116"/>
            <p:cNvSpPr>
              <a:spLocks noGrp="1"/>
            </p:cNvSpPr>
            <p:nvPr/>
          </p:nvSpPr>
          <p:spPr>
            <a:xfrm>
              <a:off x="9043988" y="3364992"/>
              <a:ext cx="38100" cy="32766"/>
            </a:xfrm>
            <a:custGeom>
              <a:avLst/>
              <a:gdLst/>
              <a:ahLst/>
              <a:cxnLst/>
              <a:pathLst>
                <a:path w="38100" h="32766">
                  <a:moveTo>
                    <a:pt x="0" y="16383"/>
                  </a:moveTo>
                  <a:lnTo>
                    <a:pt x="38100" y="32766"/>
                  </a:lnTo>
                  <a:lnTo>
                    <a:pt x="38100" y="0"/>
                  </a:lnTo>
                  <a:close/>
                </a:path>
              </a:pathLst>
            </a:custGeom>
            <a:solidFill>
              <a:srgbClr val="0072B2"/>
            </a:solidFill>
            <a:ln w="0">
              <a:noFill/>
              <a:prstDash val="solid"/>
            </a:ln>
          </p:spPr>
        </p:sp>
        <p:sp>
          <p:nvSpPr>
            <p:cNvPr id="1388" name="four:position-certificate:textbox:1117"/>
            <p:cNvSpPr>
              <a:spLocks noGrp="1"/>
            </p:cNvSpPr>
            <p:nvPr/>
          </p:nvSpPr>
          <p:spPr>
            <a:xfrm>
              <a:off x="8617744" y="3009900"/>
              <a:ext cx="952500" cy="342900"/>
            </a:xfrm>
            <a:prstGeom prst="rect">
              <a:avLst/>
            </a:prstGeom>
            <a:solidFill>
              <a:srgbClr val="F7F9FA"/>
            </a:solidFill>
            <a:ln w="0">
              <a:noFill/>
              <a:prstDash val="solid"/>
            </a:ln>
          </p:spPr>
          <p:txBody>
            <a:bodyPr wrap="none" lIns="0" tIns="0" rIns="0" bIns="0" anchor="ctr">
              <a:normAutofit/>
            </a:bodyPr>
            <a:lstStyle>
              <a:defPPr algn="ctr">
                <a:defRPr sz="2175" b="0">
                  <a:solidFill>
                    <a:srgbClr val="0072B2"/>
                  </a:solidFill>
                  <a:latin typeface="Arial" panose="020B0604020202090204"/>
                  <a:ea typeface="Arial" panose="020B0604020202090204"/>
                  <a:cs typeface="Arial" panose="020B0604020202090204"/>
                </a:defRPr>
              </a:defPPr>
            </a:lstStyle>
            <a:p>
              <a:pPr algn="ctr">
                <a:defRPr sz="2175" b="0">
                  <a:solidFill>
                    <a:srgbClr val="0072B2"/>
                  </a:solidFill>
                  <a:latin typeface="Arial" panose="020B0604020202090204"/>
                  <a:ea typeface="Arial" panose="020B0604020202090204"/>
                  <a:cs typeface="Arial" panose="020B0604020202090204"/>
                </a:defRPr>
              </a:pPr>
              <a:r>
                <a:rPr sz="2175" b="0">
                  <a:solidFill>
                    <a:srgbClr val="0072B2"/>
                  </a:solidFill>
                  <a:latin typeface="Arial" panose="020B0604020202090204"/>
                  <a:ea typeface="Arial" panose="020B0604020202090204"/>
                  <a:cs typeface="Arial" panose="020B0604020202090204"/>
                </a:rPr>
                <a:t>τ</a:t>
              </a:r>
              <a:r>
                <a:rPr sz="1565" b="0" baseline="-25000">
                  <a:solidFill>
                    <a:srgbClr val="0072B2"/>
                  </a:solidFill>
                  <a:latin typeface="Arial" panose="020B0604020202090204"/>
                  <a:ea typeface="Arial" panose="020B0604020202090204"/>
                  <a:cs typeface="Arial" panose="020B0604020202090204"/>
                </a:rPr>
                <a:t>free</a:t>
              </a:r>
              <a:endParaRPr sz="1565" b="0" baseline="-25000">
                <a:solidFill>
                  <a:srgbClr val="0072B2"/>
                </a:solidFill>
                <a:latin typeface="Arial" panose="020B0604020202090204"/>
                <a:ea typeface="Arial" panose="020B0604020202090204"/>
                <a:cs typeface="Arial" panose="020B0604020202090204"/>
              </a:endParaRPr>
            </a:p>
          </p:txBody>
        </p:sp>
        <p:sp>
          <p:nvSpPr>
            <p:cNvPr id="1389" name="four:position-certificate:textbox:1118"/>
            <p:cNvSpPr>
              <a:spLocks noGrp="1"/>
            </p:cNvSpPr>
            <p:nvPr/>
          </p:nvSpPr>
          <p:spPr>
            <a:xfrm>
              <a:off x="10010775" y="3105150"/>
              <a:ext cx="1371600" cy="238125"/>
            </a:xfrm>
            <a:prstGeom prst="rect">
              <a:avLst/>
            </a:prstGeom>
            <a:noFill/>
            <a:ln w="0">
              <a:noFill/>
              <a:prstDash val="solid"/>
            </a:ln>
          </p:spPr>
          <p:txBody>
            <a:bodyPr wrap="none" lIns="0" tIns="0" rIns="0" bIns="0" anchor="ctr">
              <a:normAutofit/>
            </a:bodyPr>
            <a:lstStyle>
              <a:defPPr algn="ctr">
                <a:defRPr sz="1425" b="0">
                  <a:solidFill>
                    <a:srgbClr val="7B8790"/>
                  </a:solidFill>
                  <a:latin typeface="Arial" panose="020B0604020202090204"/>
                  <a:ea typeface="Arial" panose="020B0604020202090204"/>
                  <a:cs typeface="Arial" panose="020B0604020202090204"/>
                </a:defRPr>
              </a:defPPr>
            </a:lstStyle>
            <a:p>
              <a:pPr algn="ctr">
                <a:defRPr sz="1425" b="0">
                  <a:solidFill>
                    <a:srgbClr val="7B8790"/>
                  </a:solidFill>
                  <a:latin typeface="Arial" panose="020B0604020202090204"/>
                  <a:ea typeface="Arial" panose="020B0604020202090204"/>
                  <a:cs typeface="Arial" panose="020B0604020202090204"/>
                </a:defRPr>
              </a:pPr>
              <a:r>
                <a:rPr sz="1425" b="0">
                  <a:solidFill>
                    <a:srgbClr val="7B8790"/>
                  </a:solidFill>
                  <a:latin typeface="Arial" panose="020B0604020202090204"/>
                  <a:ea typeface="Arial" panose="020B0604020202090204"/>
                  <a:cs typeface="Arial" panose="020B0604020202090204"/>
                </a:rPr>
                <a:t>Geometry cost</a:t>
              </a:r>
              <a:endParaRPr sz="1425" b="0">
                <a:solidFill>
                  <a:srgbClr val="7B8790"/>
                </a:solidFill>
                <a:latin typeface="Arial" panose="020B0604020202090204"/>
                <a:ea typeface="Arial" panose="020B0604020202090204"/>
                <a:cs typeface="Arial" panose="020B0604020202090204"/>
              </a:endParaRPr>
            </a:p>
          </p:txBody>
        </p:sp>
        <p:sp>
          <p:nvSpPr>
            <p:cNvPr id="1390" name="four:position-certificate:line:1119"/>
            <p:cNvSpPr>
              <a:spLocks noGrp="1"/>
            </p:cNvSpPr>
            <p:nvPr/>
          </p:nvSpPr>
          <p:spPr>
            <a:xfrm>
              <a:off x="13115925" y="2143125"/>
              <a:ext cx="953" cy="352425"/>
            </a:xfrm>
            <a:custGeom>
              <a:avLst/>
              <a:gdLst/>
              <a:ahLst/>
              <a:cxnLst/>
              <a:pathLst>
                <a:path w="953" h="352425">
                  <a:moveTo>
                    <a:pt x="0" y="0"/>
                  </a:moveTo>
                  <a:lnTo>
                    <a:pt x="0" y="352425"/>
                  </a:lnTo>
                </a:path>
              </a:pathLst>
            </a:custGeom>
            <a:noFill/>
            <a:ln w="11430">
              <a:solidFill>
                <a:srgbClr val="CC79A7">
                  <a:alpha val="70000"/>
                </a:srgbClr>
              </a:solidFill>
              <a:prstDash val="dash"/>
            </a:ln>
          </p:spPr>
        </p:sp>
        <p:sp>
          <p:nvSpPr>
            <p:cNvPr id="1391" name="four:position-certificate:line:1120"/>
            <p:cNvSpPr>
              <a:spLocks noGrp="1"/>
            </p:cNvSpPr>
            <p:nvPr/>
          </p:nvSpPr>
          <p:spPr>
            <a:xfrm>
              <a:off x="13115925" y="2857500"/>
              <a:ext cx="953" cy="590550"/>
            </a:xfrm>
            <a:custGeom>
              <a:avLst/>
              <a:gdLst/>
              <a:ahLst/>
              <a:cxnLst/>
              <a:pathLst>
                <a:path w="953" h="590550">
                  <a:moveTo>
                    <a:pt x="0" y="0"/>
                  </a:moveTo>
                  <a:lnTo>
                    <a:pt x="0" y="590550"/>
                  </a:lnTo>
                </a:path>
              </a:pathLst>
            </a:custGeom>
            <a:noFill/>
            <a:ln w="11430">
              <a:solidFill>
                <a:srgbClr val="CC79A7">
                  <a:alpha val="70000"/>
                </a:srgbClr>
              </a:solidFill>
              <a:prstDash val="dash"/>
            </a:ln>
          </p:spPr>
        </p:sp>
        <p:sp>
          <p:nvSpPr>
            <p:cNvPr id="1392" name="four:position-certificate:line:1121"/>
            <p:cNvSpPr>
              <a:spLocks noGrp="1"/>
            </p:cNvSpPr>
            <p:nvPr/>
          </p:nvSpPr>
          <p:spPr>
            <a:xfrm>
              <a:off x="14382750" y="2828925"/>
              <a:ext cx="953" cy="619125"/>
            </a:xfrm>
            <a:custGeom>
              <a:avLst/>
              <a:gdLst/>
              <a:ahLst/>
              <a:cxnLst/>
              <a:pathLst>
                <a:path w="953" h="619125">
                  <a:moveTo>
                    <a:pt x="0" y="0"/>
                  </a:moveTo>
                  <a:lnTo>
                    <a:pt x="0" y="619125"/>
                  </a:lnTo>
                </a:path>
              </a:pathLst>
            </a:custGeom>
            <a:noFill/>
            <a:ln w="11430">
              <a:solidFill>
                <a:srgbClr val="CC79A7"/>
              </a:solidFill>
              <a:prstDash val="solid"/>
            </a:ln>
          </p:spPr>
        </p:sp>
        <p:sp>
          <p:nvSpPr>
            <p:cNvPr id="1393" name="four:position-certificate:line:1122"/>
            <p:cNvSpPr>
              <a:spLocks noGrp="1"/>
            </p:cNvSpPr>
            <p:nvPr/>
          </p:nvSpPr>
          <p:spPr>
            <a:xfrm>
              <a:off x="13115925" y="3381375"/>
              <a:ext cx="1266825" cy="953"/>
            </a:xfrm>
            <a:custGeom>
              <a:avLst/>
              <a:gdLst/>
              <a:ahLst/>
              <a:cxnLst/>
              <a:pathLst>
                <a:path w="1266825" h="953">
                  <a:moveTo>
                    <a:pt x="0" y="0"/>
                  </a:moveTo>
                  <a:lnTo>
                    <a:pt x="1266825" y="0"/>
                  </a:lnTo>
                </a:path>
              </a:pathLst>
            </a:custGeom>
            <a:noFill/>
            <a:ln w="15240">
              <a:solidFill>
                <a:srgbClr val="CC79A7"/>
              </a:solidFill>
              <a:prstDash val="solid"/>
            </a:ln>
          </p:spPr>
        </p:sp>
        <p:sp>
          <p:nvSpPr>
            <p:cNvPr id="1394" name="four:position-certificate:polygon:1123"/>
            <p:cNvSpPr>
              <a:spLocks noGrp="1"/>
            </p:cNvSpPr>
            <p:nvPr/>
          </p:nvSpPr>
          <p:spPr>
            <a:xfrm>
              <a:off x="14325600" y="3356801"/>
              <a:ext cx="57150" cy="49149"/>
            </a:xfrm>
            <a:custGeom>
              <a:avLst/>
              <a:gdLst/>
              <a:ahLst/>
              <a:cxnLst/>
              <a:pathLst>
                <a:path w="57150" h="49149">
                  <a:moveTo>
                    <a:pt x="57150" y="24574"/>
                  </a:moveTo>
                  <a:lnTo>
                    <a:pt x="0" y="0"/>
                  </a:lnTo>
                  <a:lnTo>
                    <a:pt x="0" y="49149"/>
                  </a:lnTo>
                  <a:close/>
                </a:path>
              </a:pathLst>
            </a:custGeom>
            <a:solidFill>
              <a:srgbClr val="CC79A7"/>
            </a:solidFill>
            <a:ln w="0">
              <a:noFill/>
              <a:prstDash val="solid"/>
            </a:ln>
          </p:spPr>
        </p:sp>
        <p:sp>
          <p:nvSpPr>
            <p:cNvPr id="1395" name="four:position-certificate:polygon:1124"/>
            <p:cNvSpPr>
              <a:spLocks noGrp="1"/>
            </p:cNvSpPr>
            <p:nvPr/>
          </p:nvSpPr>
          <p:spPr>
            <a:xfrm>
              <a:off x="13115925" y="3356801"/>
              <a:ext cx="57150" cy="49149"/>
            </a:xfrm>
            <a:custGeom>
              <a:avLst/>
              <a:gdLst/>
              <a:ahLst/>
              <a:cxnLst/>
              <a:pathLst>
                <a:path w="57150" h="49149">
                  <a:moveTo>
                    <a:pt x="0" y="24574"/>
                  </a:moveTo>
                  <a:lnTo>
                    <a:pt x="57150" y="49149"/>
                  </a:lnTo>
                  <a:lnTo>
                    <a:pt x="57150" y="0"/>
                  </a:lnTo>
                  <a:close/>
                </a:path>
              </a:pathLst>
            </a:custGeom>
            <a:solidFill>
              <a:srgbClr val="CC79A7"/>
            </a:solidFill>
            <a:ln w="0">
              <a:noFill/>
              <a:prstDash val="solid"/>
            </a:ln>
          </p:spPr>
        </p:sp>
        <p:sp>
          <p:nvSpPr>
            <p:cNvPr id="1396" name="four:position-certificate:textbox:1125"/>
            <p:cNvSpPr>
              <a:spLocks noGrp="1"/>
            </p:cNvSpPr>
            <p:nvPr/>
          </p:nvSpPr>
          <p:spPr>
            <a:xfrm>
              <a:off x="13425488" y="3009900"/>
              <a:ext cx="647700" cy="342900"/>
            </a:xfrm>
            <a:prstGeom prst="rect">
              <a:avLst/>
            </a:prstGeom>
            <a:solidFill>
              <a:srgbClr val="F7F9FA"/>
            </a:solidFill>
            <a:ln w="0">
              <a:noFill/>
              <a:prstDash val="solid"/>
            </a:ln>
          </p:spPr>
          <p:txBody>
            <a:bodyPr wrap="none" lIns="0" tIns="0" rIns="0" bIns="0" anchor="ctr">
              <a:normAutofit/>
            </a:bodyPr>
            <a:lstStyle>
              <a:defPPr algn="ctr">
                <a:defRPr sz="2175" b="0">
                  <a:solidFill>
                    <a:srgbClr val="CC79A7"/>
                  </a:solidFill>
                  <a:latin typeface="Arial" panose="020B0604020202090204"/>
                  <a:ea typeface="Arial" panose="020B0604020202090204"/>
                  <a:cs typeface="Arial" panose="020B0604020202090204"/>
                </a:defRPr>
              </a:defPPr>
            </a:lstStyle>
            <a:p>
              <a:pPr algn="ctr">
                <a:defRPr sz="2175" b="0">
                  <a:solidFill>
                    <a:srgbClr val="CC79A7"/>
                  </a:solidFill>
                  <a:latin typeface="Arial" panose="020B0604020202090204"/>
                  <a:ea typeface="Arial" panose="020B0604020202090204"/>
                  <a:cs typeface="Arial" panose="020B0604020202090204"/>
                </a:defRPr>
              </a:pPr>
              <a:r>
                <a:rPr sz="2175" b="0">
                  <a:solidFill>
                    <a:srgbClr val="CC79A7"/>
                  </a:solidFill>
                  <a:latin typeface="Arial" panose="020B0604020202090204"/>
                  <a:ea typeface="Arial" panose="020B0604020202090204"/>
                  <a:cs typeface="Arial" panose="020B0604020202090204"/>
                </a:rPr>
                <a:t>τ</a:t>
              </a:r>
              <a:r>
                <a:rPr sz="1565" b="0" baseline="32000">
                  <a:solidFill>
                    <a:srgbClr val="CC79A7"/>
                  </a:solidFill>
                  <a:latin typeface="Arial" panose="020B0604020202090204"/>
                  <a:ea typeface="Arial" panose="020B0604020202090204"/>
                  <a:cs typeface="Arial" panose="020B0604020202090204"/>
                </a:rPr>
                <a:t>*</a:t>
              </a:r>
              <a:endParaRPr sz="1565" b="0" baseline="32000">
                <a:solidFill>
                  <a:srgbClr val="CC79A7"/>
                </a:solidFill>
                <a:latin typeface="Arial" panose="020B0604020202090204"/>
                <a:ea typeface="Arial" panose="020B0604020202090204"/>
                <a:cs typeface="Arial" panose="020B0604020202090204"/>
              </a:endParaRPr>
            </a:p>
          </p:txBody>
        </p:sp>
        <p:sp>
          <p:nvSpPr>
            <p:cNvPr id="1397" name="four:position-certificate:textbox:1126"/>
            <p:cNvSpPr>
              <a:spLocks noGrp="1"/>
            </p:cNvSpPr>
            <p:nvPr/>
          </p:nvSpPr>
          <p:spPr>
            <a:xfrm>
              <a:off x="8629650" y="3629025"/>
              <a:ext cx="285750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vl1pPr algn="ctr">
                <a:defRPr sz="1875" b="0">
                  <a:solidFill>
                    <a:srgbClr val="263238"/>
                  </a:solidFill>
                  <a:latin typeface="Arial" panose="020B0604020202090204"/>
                  <a:ea typeface="Arial" panose="020B0604020202090204"/>
                  <a:cs typeface="Arial" panose="020B0604020202090204"/>
                </a:defRPr>
              </a:lvl1pPr>
              <a:lvl2pPr algn="ctr">
                <a:defRPr sz="1875" b="0">
                  <a:solidFill>
                    <a:srgbClr val="263238"/>
                  </a:solidFill>
                  <a:latin typeface="Arial" panose="020B0604020202090204"/>
                  <a:ea typeface="Arial" panose="020B0604020202090204"/>
                  <a:cs typeface="Arial" panose="020B0604020202090204"/>
                </a:defRPr>
              </a:lvl2pPr>
              <a:lvl3pPr algn="ctr">
                <a:defRPr sz="1875" b="0">
                  <a:solidFill>
                    <a:srgbClr val="263238"/>
                  </a:solidFill>
                  <a:latin typeface="Arial" panose="020B0604020202090204"/>
                  <a:ea typeface="Arial" panose="020B0604020202090204"/>
                  <a:cs typeface="Arial" panose="020B0604020202090204"/>
                </a:defRPr>
              </a:lvl3pPr>
              <a:lvl4pPr algn="ctr">
                <a:defRPr sz="1875" b="0">
                  <a:solidFill>
                    <a:srgbClr val="263238"/>
                  </a:solidFill>
                  <a:latin typeface="Arial" panose="020B0604020202090204"/>
                  <a:ea typeface="Arial" panose="020B0604020202090204"/>
                  <a:cs typeface="Arial" panose="020B0604020202090204"/>
                </a:defRPr>
              </a:lvl4pPr>
              <a:lvl5pPr algn="ctr">
                <a:defRPr sz="1875" b="0">
                  <a:solidFill>
                    <a:srgbClr val="263238"/>
                  </a:solidFill>
                  <a:latin typeface="Arial" panose="020B0604020202090204"/>
                  <a:ea typeface="Arial" panose="020B0604020202090204"/>
                  <a:cs typeface="Arial" panose="020B0604020202090204"/>
                </a:defRPr>
              </a:lvl5pPr>
              <a:lvl6pPr algn="ctr">
                <a:defRPr sz="1875" b="0">
                  <a:solidFill>
                    <a:srgbClr val="263238"/>
                  </a:solidFill>
                  <a:latin typeface="Arial" panose="020B0604020202090204"/>
                  <a:ea typeface="Arial" panose="020B0604020202090204"/>
                  <a:cs typeface="Arial" panose="020B0604020202090204"/>
                </a:defRPr>
              </a:lvl6pPr>
              <a:lvl7pPr algn="ctr">
                <a:defRPr sz="1875" b="0">
                  <a:solidFill>
                    <a:srgbClr val="263238"/>
                  </a:solidFill>
                  <a:latin typeface="Arial" panose="020B0604020202090204"/>
                  <a:ea typeface="Arial" panose="020B0604020202090204"/>
                  <a:cs typeface="Arial" panose="020B0604020202090204"/>
                </a:defRPr>
              </a:lvl7pPr>
              <a:lvl8pPr algn="ctr">
                <a:defRPr sz="1875" b="0">
                  <a:solidFill>
                    <a:srgbClr val="263238"/>
                  </a:solidFill>
                  <a:latin typeface="Arial" panose="020B0604020202090204"/>
                  <a:ea typeface="Arial" panose="020B0604020202090204"/>
                  <a:cs typeface="Arial" panose="020B0604020202090204"/>
                </a:defRPr>
              </a:lvl8pPr>
              <a:lvl9pPr algn="ctr">
                <a:defRPr sz="1875" b="0">
                  <a:solidFill>
                    <a:srgbClr val="263238"/>
                  </a:solidFill>
                  <a:latin typeface="Arial" panose="020B0604020202090204"/>
                  <a:ea typeface="Arial" panose="020B0604020202090204"/>
                  <a:cs typeface="Arial" panose="020B0604020202090204"/>
                </a:defRPr>
              </a:lvl9pPr>
            </a:lstStyle>
            <a:p>
              <a:pPr algn="ctr">
                <a:buNone/>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τ</a:t>
              </a:r>
              <a:r>
                <a:rPr sz="1350" b="0" baseline="-25000">
                  <a:solidFill>
                    <a:srgbClr val="263238"/>
                  </a:solidFill>
                  <a:latin typeface="Arial" panose="020B0604020202090204"/>
                  <a:ea typeface="Arial" panose="020B0604020202090204"/>
                  <a:cs typeface="Arial" panose="020B0604020202090204"/>
                </a:rPr>
                <a:t>free</a:t>
              </a:r>
              <a:endParaRPr sz="1350" b="0" baseline="-25000">
                <a:solidFill>
                  <a:srgbClr val="263238"/>
                </a:solidFill>
                <a:latin typeface="Arial" panose="020B0604020202090204"/>
                <a:ea typeface="Arial" panose="020B0604020202090204"/>
                <a:cs typeface="Arial" panose="020B0604020202090204"/>
              </a:endParaRPr>
            </a:p>
          </p:txBody>
        </p:sp>
        <p:sp>
          <p:nvSpPr>
            <p:cNvPr id="1398" name="four:position-certificate:textbox:1127"/>
            <p:cNvSpPr>
              <a:spLocks noGrp="1"/>
            </p:cNvSpPr>
            <p:nvPr/>
          </p:nvSpPr>
          <p:spPr>
            <a:xfrm>
              <a:off x="11811000" y="3629025"/>
              <a:ext cx="3009900"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vl1pPr algn="ctr">
                <a:defRPr sz="1950" b="0">
                  <a:solidFill>
                    <a:srgbClr val="263238"/>
                  </a:solidFill>
                  <a:latin typeface="Arial" panose="020B0604020202090204"/>
                  <a:ea typeface="Arial" panose="020B0604020202090204"/>
                  <a:cs typeface="Arial" panose="020B0604020202090204"/>
                </a:defRPr>
              </a:lvl1pPr>
              <a:lvl2pPr algn="ctr">
                <a:defRPr sz="1950" b="0">
                  <a:solidFill>
                    <a:srgbClr val="263238"/>
                  </a:solidFill>
                  <a:latin typeface="Arial" panose="020B0604020202090204"/>
                  <a:ea typeface="Arial" panose="020B0604020202090204"/>
                  <a:cs typeface="Arial" panose="020B0604020202090204"/>
                </a:defRPr>
              </a:lvl2pPr>
              <a:lvl3pPr algn="ctr">
                <a:defRPr sz="1950" b="0">
                  <a:solidFill>
                    <a:srgbClr val="263238"/>
                  </a:solidFill>
                  <a:latin typeface="Arial" panose="020B0604020202090204"/>
                  <a:ea typeface="Arial" panose="020B0604020202090204"/>
                  <a:cs typeface="Arial" panose="020B0604020202090204"/>
                </a:defRPr>
              </a:lvl3pPr>
              <a:lvl4pPr algn="ctr">
                <a:defRPr sz="1950" b="0">
                  <a:solidFill>
                    <a:srgbClr val="263238"/>
                  </a:solidFill>
                  <a:latin typeface="Arial" panose="020B0604020202090204"/>
                  <a:ea typeface="Arial" panose="020B0604020202090204"/>
                  <a:cs typeface="Arial" panose="020B0604020202090204"/>
                </a:defRPr>
              </a:lvl4pPr>
              <a:lvl5pPr algn="ctr">
                <a:defRPr sz="1950" b="0">
                  <a:solidFill>
                    <a:srgbClr val="263238"/>
                  </a:solidFill>
                  <a:latin typeface="Arial" panose="020B0604020202090204"/>
                  <a:ea typeface="Arial" panose="020B0604020202090204"/>
                  <a:cs typeface="Arial" panose="020B0604020202090204"/>
                </a:defRPr>
              </a:lvl5pPr>
              <a:lvl6pPr algn="ctr">
                <a:defRPr sz="1950" b="0">
                  <a:solidFill>
                    <a:srgbClr val="263238"/>
                  </a:solidFill>
                  <a:latin typeface="Arial" panose="020B0604020202090204"/>
                  <a:ea typeface="Arial" panose="020B0604020202090204"/>
                  <a:cs typeface="Arial" panose="020B0604020202090204"/>
                </a:defRPr>
              </a:lvl6pPr>
              <a:lvl7pPr algn="ctr">
                <a:defRPr sz="1950" b="0">
                  <a:solidFill>
                    <a:srgbClr val="263238"/>
                  </a:solidFill>
                  <a:latin typeface="Arial" panose="020B0604020202090204"/>
                  <a:ea typeface="Arial" panose="020B0604020202090204"/>
                  <a:cs typeface="Arial" panose="020B0604020202090204"/>
                </a:defRPr>
              </a:lvl7pPr>
              <a:lvl8pPr algn="ctr">
                <a:defRPr sz="1950" b="0">
                  <a:solidFill>
                    <a:srgbClr val="263238"/>
                  </a:solidFill>
                  <a:latin typeface="Arial" panose="020B0604020202090204"/>
                  <a:ea typeface="Arial" panose="020B0604020202090204"/>
                  <a:cs typeface="Arial" panose="020B0604020202090204"/>
                </a:defRPr>
              </a:lvl8pPr>
              <a:lvl9pPr algn="ctr">
                <a:defRPr sz="1950" b="0">
                  <a:solidFill>
                    <a:srgbClr val="263238"/>
                  </a:solidFill>
                  <a:latin typeface="Arial" panose="020B0604020202090204"/>
                  <a:ea typeface="Arial" panose="020B0604020202090204"/>
                  <a:cs typeface="Arial" panose="020B0604020202090204"/>
                </a:defRPr>
              </a:lvl9pPr>
            </a:lstStyle>
            <a:p>
              <a:pPr algn="ctr">
                <a:buNone/>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τ</a:t>
              </a:r>
              <a:r>
                <a:rPr sz="1405" b="0" baseline="32000">
                  <a:solidFill>
                    <a:srgbClr val="263238"/>
                  </a:solidFill>
                  <a:latin typeface="Arial" panose="020B0604020202090204"/>
                  <a:ea typeface="Arial" panose="020B0604020202090204"/>
                  <a:cs typeface="Arial" panose="020B0604020202090204"/>
                </a:rPr>
                <a:t>*</a:t>
              </a:r>
              <a:endParaRPr sz="1405" b="0" baseline="32000">
                <a:solidFill>
                  <a:srgbClr val="263238"/>
                </a:solidFill>
                <a:latin typeface="Arial" panose="020B0604020202090204"/>
                <a:ea typeface="Arial" panose="020B0604020202090204"/>
                <a:cs typeface="Arial" panose="020B0604020202090204"/>
              </a:endParaRPr>
            </a:p>
          </p:txBody>
        </p:sp>
      </p:grpSp>
      <p:grpSp>
        <p:nvGrpSpPr>
          <p:cNvPr id="1399" name="certificate-flow"/>
          <p:cNvGrpSpPr/>
          <p:nvPr/>
        </p:nvGrpSpPr>
        <p:grpSpPr>
          <a:xfrm>
            <a:off x="0" y="0"/>
            <a:ext cx="24955500" cy="8572500"/>
            <a:chOff x="0" y="0"/>
            <a:chExt cx="24955500" cy="8572500"/>
          </a:xfrm>
        </p:grpSpPr>
        <p:sp>
          <p:nvSpPr>
            <p:cNvPr id="1400" name="four:certificate-flow:line:1128"/>
            <p:cNvSpPr>
              <a:spLocks noGrp="1"/>
            </p:cNvSpPr>
            <p:nvPr/>
          </p:nvSpPr>
          <p:spPr>
            <a:xfrm>
              <a:off x="11601450" y="4162425"/>
              <a:ext cx="953" cy="542925"/>
            </a:xfrm>
            <a:custGeom>
              <a:avLst/>
              <a:gdLst/>
              <a:ahLst/>
              <a:cxnLst/>
              <a:pathLst>
                <a:path w="953" h="542925">
                  <a:moveTo>
                    <a:pt x="0" y="0"/>
                  </a:moveTo>
                  <a:lnTo>
                    <a:pt x="0" y="542925"/>
                  </a:lnTo>
                </a:path>
              </a:pathLst>
            </a:custGeom>
            <a:noFill/>
            <a:ln w="19050">
              <a:solidFill>
                <a:srgbClr val="7895A8"/>
              </a:solidFill>
              <a:prstDash val="solid"/>
            </a:ln>
          </p:spPr>
        </p:sp>
        <p:sp>
          <p:nvSpPr>
            <p:cNvPr id="1401" name="four:certificate-flow:polygon:1129"/>
            <p:cNvSpPr>
              <a:spLocks noGrp="1"/>
            </p:cNvSpPr>
            <p:nvPr/>
          </p:nvSpPr>
          <p:spPr>
            <a:xfrm>
              <a:off x="11564588" y="4619625"/>
              <a:ext cx="73723" cy="85725"/>
            </a:xfrm>
            <a:custGeom>
              <a:avLst/>
              <a:gdLst/>
              <a:ahLst/>
              <a:cxnLst/>
              <a:pathLst>
                <a:path w="73723" h="85725">
                  <a:moveTo>
                    <a:pt x="36862" y="85725"/>
                  </a:moveTo>
                  <a:lnTo>
                    <a:pt x="73723" y="0"/>
                  </a:lnTo>
                  <a:lnTo>
                    <a:pt x="0" y="0"/>
                  </a:lnTo>
                  <a:close/>
                </a:path>
              </a:pathLst>
            </a:custGeom>
            <a:solidFill>
              <a:srgbClr val="7895A8"/>
            </a:solidFill>
            <a:ln w="0">
              <a:noFill/>
              <a:prstDash val="solid"/>
            </a:ln>
          </p:spPr>
        </p:sp>
        <p:sp>
          <p:nvSpPr>
            <p:cNvPr id="1402" name="four:certificate-flow:textbox:1130"/>
            <p:cNvSpPr>
              <a:spLocks noGrp="1"/>
            </p:cNvSpPr>
            <p:nvPr/>
          </p:nvSpPr>
          <p:spPr>
            <a:xfrm>
              <a:off x="8572500" y="4257675"/>
              <a:ext cx="2857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H = </a:t>
              </a:r>
              <a:r>
                <a:rPr sz="2025" b="0">
                  <a:solidFill>
                    <a:srgbClr val="7B8790"/>
                  </a:solidFill>
                  <a:latin typeface="Arial" panose="020B0604020202090204"/>
                  <a:ea typeface="Arial" panose="020B0604020202090204"/>
                  <a:cs typeface="Arial" panose="020B0604020202090204"/>
                </a:rPr>
                <a:t>τ</a:t>
              </a:r>
              <a:r>
                <a:rPr sz="1460" b="0" baseline="32000">
                  <a:solidFill>
                    <a:srgbClr val="7B8790"/>
                  </a:solidFill>
                  <a:latin typeface="Arial" panose="020B0604020202090204"/>
                  <a:ea typeface="Arial" panose="020B0604020202090204"/>
                  <a:cs typeface="Arial" panose="020B0604020202090204"/>
                </a:rPr>
                <a:t>*</a:t>
              </a:r>
              <a:r>
                <a:rPr sz="2025" b="0">
                  <a:solidFill>
                    <a:srgbClr val="7B8790"/>
                  </a:solidFill>
                  <a:latin typeface="Arial" panose="020B0604020202090204"/>
                  <a:ea typeface="Arial" panose="020B0604020202090204"/>
                  <a:cs typeface="Arial" panose="020B0604020202090204"/>
                </a:rPr>
                <a:t> − </a:t>
              </a:r>
              <a:r>
                <a:rPr sz="2025" b="0">
                  <a:solidFill>
                    <a:srgbClr val="7B8790"/>
                  </a:solidFill>
                  <a:latin typeface="Arial" panose="020B0604020202090204"/>
                  <a:ea typeface="Arial" panose="020B0604020202090204"/>
                  <a:cs typeface="Arial" panose="020B0604020202090204"/>
                </a:rPr>
                <a:t>τ</a:t>
              </a:r>
              <a:r>
                <a:rPr sz="1460" b="0" baseline="-25000">
                  <a:solidFill>
                    <a:srgbClr val="7B8790"/>
                  </a:solidFill>
                  <a:latin typeface="Arial" panose="020B0604020202090204"/>
                  <a:ea typeface="Arial" panose="020B0604020202090204"/>
                  <a:cs typeface="Arial" panose="020B0604020202090204"/>
                </a:rPr>
                <a:t>free</a:t>
              </a:r>
              <a:endParaRPr sz="1460" b="0" baseline="-25000">
                <a:solidFill>
                  <a:srgbClr val="7B8790"/>
                </a:solidFill>
                <a:latin typeface="Arial" panose="020B0604020202090204"/>
                <a:ea typeface="Arial" panose="020B0604020202090204"/>
                <a:cs typeface="Arial" panose="020B0604020202090204"/>
              </a:endParaRPr>
            </a:p>
          </p:txBody>
        </p:sp>
        <p:sp>
          <p:nvSpPr>
            <p:cNvPr id="1403" name="four:certificate-flow:textbox:1131"/>
            <p:cNvSpPr>
              <a:spLocks noGrp="1"/>
            </p:cNvSpPr>
            <p:nvPr/>
          </p:nvSpPr>
          <p:spPr>
            <a:xfrm>
              <a:off x="11830050" y="4257675"/>
              <a:ext cx="1524000" cy="342900"/>
            </a:xfrm>
            <a:prstGeom prst="rect">
              <a:avLst/>
            </a:prstGeom>
            <a:noFill/>
            <a:ln w="0">
              <a:noFill/>
              <a:prstDash val="solid"/>
            </a:ln>
          </p:spPr>
          <p:txBody>
            <a:bodyPr wrap="none" lIns="0" tIns="0" rIns="0" bIns="0" anchor="ctr">
              <a:normAutofit/>
            </a:bodyPr>
            <a:lstStyle>
              <a:defPPr algn="ctr">
                <a:defRPr sz="2250" b="0">
                  <a:solidFill>
                    <a:srgbClr val="7B8790"/>
                  </a:solidFill>
                  <a:latin typeface="Arial" panose="020B0604020202090204"/>
                  <a:ea typeface="Arial" panose="020B0604020202090204"/>
                  <a:cs typeface="Arial" panose="020B0604020202090204"/>
                </a:defRPr>
              </a:defPPr>
            </a:lstStyle>
            <a:p>
              <a:pPr algn="ctr">
                <a:defRPr sz="2250" b="0">
                  <a:solidFill>
                    <a:srgbClr val="7B8790"/>
                  </a:solidFill>
                  <a:latin typeface="Arial" panose="020B0604020202090204"/>
                  <a:ea typeface="Arial" panose="020B0604020202090204"/>
                  <a:cs typeface="Arial" panose="020B0604020202090204"/>
                </a:defRPr>
              </a:pPr>
              <a:r>
                <a:rPr sz="2250" b="0">
                  <a:solidFill>
                    <a:srgbClr val="7B8790"/>
                  </a:solidFill>
                  <a:latin typeface="Arial" panose="020B0604020202090204"/>
                  <a:ea typeface="Arial" panose="020B0604020202090204"/>
                  <a:cs typeface="Arial" panose="020B0604020202090204"/>
                </a:rPr>
                <a:t>H &gt; θ</a:t>
              </a:r>
              <a:endParaRPr sz="2250" b="0">
                <a:solidFill>
                  <a:srgbClr val="7B8790"/>
                </a:solidFill>
                <a:latin typeface="Arial" panose="020B0604020202090204"/>
                <a:ea typeface="Arial" panose="020B0604020202090204"/>
                <a:cs typeface="Arial" panose="020B0604020202090204"/>
              </a:endParaRPr>
            </a:p>
          </p:txBody>
        </p:sp>
      </p:grpSp>
      <p:grpSp>
        <p:nvGrpSpPr>
          <p:cNvPr id="1404" name="selective-relaxation"/>
          <p:cNvGrpSpPr/>
          <p:nvPr/>
        </p:nvGrpSpPr>
        <p:grpSpPr>
          <a:xfrm>
            <a:off x="0" y="0"/>
            <a:ext cx="24955500" cy="8572500"/>
            <a:chOff x="0" y="0"/>
            <a:chExt cx="24955500" cy="8572500"/>
          </a:xfrm>
        </p:grpSpPr>
        <p:sp>
          <p:nvSpPr>
            <p:cNvPr id="1405" name="four:selective-relaxation:textbox:1132"/>
            <p:cNvSpPr>
              <a:spLocks noGrp="1"/>
            </p:cNvSpPr>
            <p:nvPr/>
          </p:nvSpPr>
          <p:spPr>
            <a:xfrm>
              <a:off x="8572500" y="4867275"/>
              <a:ext cx="4219575" cy="304800"/>
            </a:xfrm>
            <a:prstGeom prst="rect">
              <a:avLst/>
            </a:prstGeom>
            <a:noFill/>
            <a:ln w="0">
              <a:noFill/>
              <a:prstDash val="solid"/>
            </a:ln>
          </p:spPr>
          <p:txBody>
            <a:bodyPr wrap="none" lIns="0" tIns="0" rIns="0" bIns="0" anchor="ctr">
              <a:normAutofit/>
            </a:bodyPr>
            <a:lstStyle>
              <a:defPPr algn="l">
                <a:defRPr sz="1875" b="1">
                  <a:solidFill>
                    <a:srgbClr val="263238"/>
                  </a:solidFill>
                  <a:latin typeface="Arial" panose="020B0604020202090204"/>
                  <a:ea typeface="Arial" panose="020B0604020202090204"/>
                  <a:cs typeface="Arial" panose="020B0604020202090204"/>
                </a:defRPr>
              </a:defPPr>
            </a:lstStyle>
            <a:p>
              <a:pPr algn="l">
                <a:defRPr sz="1875" b="1">
                  <a:solidFill>
                    <a:srgbClr val="263238"/>
                  </a:solidFill>
                  <a:latin typeface="Arial" panose="020B0604020202090204"/>
                  <a:ea typeface="Arial" panose="020B0604020202090204"/>
                  <a:cs typeface="Arial" panose="020B0604020202090204"/>
                </a:defRPr>
              </a:pPr>
              <a:r>
                <a:rPr sz="1875" b="1">
                  <a:solidFill>
                    <a:srgbClr val="263238"/>
                  </a:solidFill>
                  <a:latin typeface="Arial" panose="020B0604020202090204"/>
                  <a:ea typeface="Arial" panose="020B0604020202090204"/>
                  <a:cs typeface="Arial" panose="020B0604020202090204"/>
                </a:rPr>
                <a:t>Selective relaxation</a:t>
              </a:r>
              <a:endParaRPr sz="1875" b="1">
                <a:solidFill>
                  <a:srgbClr val="263238"/>
                </a:solidFill>
                <a:latin typeface="Arial" panose="020B0604020202090204"/>
                <a:ea typeface="Arial" panose="020B0604020202090204"/>
                <a:cs typeface="Arial" panose="020B0604020202090204"/>
              </a:endParaRPr>
            </a:p>
          </p:txBody>
        </p:sp>
        <p:sp>
          <p:nvSpPr>
            <p:cNvPr id="1406" name="four:selective-relaxation:textbox:1133"/>
            <p:cNvSpPr>
              <a:spLocks noGrp="1"/>
            </p:cNvSpPr>
            <p:nvPr/>
          </p:nvSpPr>
          <p:spPr>
            <a:xfrm>
              <a:off x="8572500" y="5172075"/>
              <a:ext cx="1333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γ</a:t>
              </a:r>
              <a:r>
                <a:rPr sz="1460" b="0" baseline="-25000">
                  <a:solidFill>
                    <a:srgbClr val="7B8790"/>
                  </a:solidFill>
                  <a:latin typeface="Arial" panose="020B0604020202090204"/>
                  <a:ea typeface="Arial" panose="020B0604020202090204"/>
                  <a:cs typeface="Arial" panose="020B0604020202090204"/>
                </a:rPr>
                <a:t>v</a:t>
              </a:r>
              <a:r>
                <a:rPr sz="2025" b="0">
                  <a:solidFill>
                    <a:srgbClr val="7B8790"/>
                  </a:solidFill>
                  <a:latin typeface="Arial" panose="020B0604020202090204"/>
                  <a:ea typeface="Arial" panose="020B0604020202090204"/>
                  <a:cs typeface="Arial" panose="020B0604020202090204"/>
                </a:rPr>
                <a:t> ≤ κ</a:t>
              </a:r>
              <a:endParaRPr sz="2025" b="0">
                <a:solidFill>
                  <a:srgbClr val="7B8790"/>
                </a:solidFill>
                <a:latin typeface="Arial" panose="020B0604020202090204"/>
                <a:ea typeface="Arial" panose="020B0604020202090204"/>
                <a:cs typeface="Arial" panose="020B0604020202090204"/>
              </a:endParaRPr>
            </a:p>
          </p:txBody>
        </p:sp>
        <p:sp>
          <p:nvSpPr>
            <p:cNvPr id="1407" name="four:selective-relaxation:textbox:1134"/>
            <p:cNvSpPr>
              <a:spLocks noGrp="1"/>
            </p:cNvSpPr>
            <p:nvPr/>
          </p:nvSpPr>
          <p:spPr>
            <a:xfrm>
              <a:off x="8572500" y="5467350"/>
              <a:ext cx="1333500" cy="219075"/>
            </a:xfrm>
            <a:prstGeom prst="rect">
              <a:avLst/>
            </a:prstGeom>
            <a:noFill/>
            <a:ln w="0">
              <a:noFill/>
              <a:prstDash val="solid"/>
            </a:ln>
          </p:spPr>
          <p:txBody>
            <a:bodyPr wrap="none" lIns="0" tIns="0" rIns="0" bIns="0" anchor="ctr">
              <a:normAutofit/>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Expand</a:t>
              </a:r>
              <a:endParaRPr sz="1425" b="1">
                <a:solidFill>
                  <a:srgbClr val="7B8790"/>
                </a:solidFill>
                <a:latin typeface="Arial" panose="020B0604020202090204"/>
                <a:ea typeface="Arial" panose="020B0604020202090204"/>
                <a:cs typeface="Arial" panose="020B0604020202090204"/>
              </a:endParaRPr>
            </a:p>
          </p:txBody>
        </p:sp>
        <p:sp>
          <p:nvSpPr>
            <p:cNvPr id="1408" name="four:selective-relaxation:textbox:1135"/>
            <p:cNvSpPr>
              <a:spLocks noGrp="1"/>
            </p:cNvSpPr>
            <p:nvPr/>
          </p:nvSpPr>
          <p:spPr>
            <a:xfrm>
              <a:off x="10039350" y="5172075"/>
              <a:ext cx="1333500" cy="342900"/>
            </a:xfrm>
            <a:prstGeom prst="rect">
              <a:avLst/>
            </a:prstGeom>
            <a:noFill/>
            <a:ln w="0">
              <a:noFill/>
              <a:prstDash val="solid"/>
            </a:ln>
          </p:spPr>
          <p:txBody>
            <a:bodyPr wrap="none" lIns="0" tIns="0" rIns="0" bIns="0" anchor="ctr">
              <a:normAutofit/>
            </a:bodyPr>
            <a:lstStyle>
              <a:defPPr algn="ctr">
                <a:defRPr sz="2025" b="0">
                  <a:solidFill>
                    <a:srgbClr val="7B8790"/>
                  </a:solidFill>
                  <a:latin typeface="Arial" panose="020B0604020202090204"/>
                  <a:ea typeface="Arial" panose="020B0604020202090204"/>
                  <a:cs typeface="Arial" panose="020B0604020202090204"/>
                </a:defRPr>
              </a:defPPr>
            </a:lstStyle>
            <a:p>
              <a:pPr algn="ctr">
                <a:defRPr sz="2025" b="0">
                  <a:solidFill>
                    <a:srgbClr val="7B8790"/>
                  </a:solidFill>
                  <a:latin typeface="Arial" panose="020B0604020202090204"/>
                  <a:ea typeface="Arial" panose="020B0604020202090204"/>
                  <a:cs typeface="Arial" panose="020B0604020202090204"/>
                </a:defRPr>
              </a:pPr>
              <a:r>
                <a:rPr sz="2025" b="0">
                  <a:solidFill>
                    <a:srgbClr val="7B8790"/>
                  </a:solidFill>
                  <a:latin typeface="Arial" panose="020B0604020202090204"/>
                  <a:ea typeface="Arial" panose="020B0604020202090204"/>
                  <a:cs typeface="Arial" panose="020B0604020202090204"/>
                </a:rPr>
                <a:t>γ</a:t>
              </a:r>
              <a:r>
                <a:rPr sz="1460" b="0" baseline="-25000">
                  <a:solidFill>
                    <a:srgbClr val="7B8790"/>
                  </a:solidFill>
                  <a:latin typeface="Arial" panose="020B0604020202090204"/>
                  <a:ea typeface="Arial" panose="020B0604020202090204"/>
                  <a:cs typeface="Arial" panose="020B0604020202090204"/>
                </a:rPr>
                <a:t>v</a:t>
              </a:r>
              <a:r>
                <a:rPr sz="2025" b="0">
                  <a:solidFill>
                    <a:srgbClr val="7B8790"/>
                  </a:solidFill>
                  <a:latin typeface="Arial" panose="020B0604020202090204"/>
                  <a:ea typeface="Arial" panose="020B0604020202090204"/>
                  <a:cs typeface="Arial" panose="020B0604020202090204"/>
                </a:rPr>
                <a:t> &gt; κ</a:t>
              </a:r>
              <a:endParaRPr sz="2025" b="0">
                <a:solidFill>
                  <a:srgbClr val="7B8790"/>
                </a:solidFill>
                <a:latin typeface="Arial" panose="020B0604020202090204"/>
                <a:ea typeface="Arial" panose="020B0604020202090204"/>
                <a:cs typeface="Arial" panose="020B0604020202090204"/>
              </a:endParaRPr>
            </a:p>
          </p:txBody>
        </p:sp>
        <p:sp>
          <p:nvSpPr>
            <p:cNvPr id="1409" name="four:selective-relaxation:textbox:1136"/>
            <p:cNvSpPr>
              <a:spLocks noGrp="1"/>
            </p:cNvSpPr>
            <p:nvPr/>
          </p:nvSpPr>
          <p:spPr>
            <a:xfrm>
              <a:off x="10039350" y="5467350"/>
              <a:ext cx="1333500" cy="219075"/>
            </a:xfrm>
            <a:prstGeom prst="rect">
              <a:avLst/>
            </a:prstGeom>
            <a:noFill/>
            <a:ln w="0">
              <a:noFill/>
              <a:prstDash val="solid"/>
            </a:ln>
          </p:spPr>
          <p:txBody>
            <a:bodyPr wrap="none" lIns="0" tIns="0" rIns="0" bIns="0" anchor="ctr">
              <a:normAutofit/>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Retain</a:t>
              </a:r>
              <a:endParaRPr sz="1425" b="1">
                <a:solidFill>
                  <a:srgbClr val="7B8790"/>
                </a:solidFill>
                <a:latin typeface="Arial" panose="020B0604020202090204"/>
                <a:ea typeface="Arial" panose="020B0604020202090204"/>
                <a:cs typeface="Arial" panose="020B0604020202090204"/>
              </a:endParaRPr>
            </a:p>
          </p:txBody>
        </p:sp>
        <p:sp>
          <p:nvSpPr>
            <p:cNvPr id="1410" name="four:selective-relaxation:line:1137"/>
            <p:cNvSpPr>
              <a:spLocks noGrp="1"/>
            </p:cNvSpPr>
            <p:nvPr/>
          </p:nvSpPr>
          <p:spPr>
            <a:xfrm>
              <a:off x="9696450" y="5581650"/>
              <a:ext cx="953" cy="293370"/>
            </a:xfrm>
            <a:custGeom>
              <a:avLst/>
              <a:gdLst/>
              <a:ahLst/>
              <a:cxnLst/>
              <a:pathLst>
                <a:path w="953" h="293370">
                  <a:moveTo>
                    <a:pt x="0" y="60341"/>
                  </a:moveTo>
                  <a:lnTo>
                    <a:pt x="0" y="233029"/>
                  </a:lnTo>
                </a:path>
              </a:pathLst>
            </a:custGeom>
            <a:noFill/>
            <a:ln w="11906">
              <a:solidFill>
                <a:srgbClr val="263238"/>
              </a:solidFill>
              <a:prstDash val="solid"/>
            </a:ln>
          </p:spPr>
        </p:sp>
        <p:sp>
          <p:nvSpPr>
            <p:cNvPr id="1411" name="four:selective-relaxation:regular-node:1138"/>
            <p:cNvSpPr>
              <a:spLocks noGrp="1"/>
            </p:cNvSpPr>
            <p:nvPr/>
          </p:nvSpPr>
          <p:spPr>
            <a:xfrm>
              <a:off x="9678048" y="5672795"/>
              <a:ext cx="36805" cy="36805"/>
            </a:xfrm>
            <a:prstGeom prst="ellipse">
              <a:avLst/>
            </a:prstGeom>
            <a:solidFill>
              <a:srgbClr val="DCE8ED"/>
            </a:solidFill>
            <a:ln w="9525">
              <a:solidFill>
                <a:srgbClr val="263238"/>
              </a:solidFill>
              <a:prstDash val="solid"/>
            </a:ln>
          </p:spPr>
        </p:sp>
        <p:sp>
          <p:nvSpPr>
            <p:cNvPr id="1412" name="four:selective-relaxation:regular-node:1139"/>
            <p:cNvSpPr>
              <a:spLocks noGrp="1"/>
            </p:cNvSpPr>
            <p:nvPr/>
          </p:nvSpPr>
          <p:spPr>
            <a:xfrm>
              <a:off x="9678048" y="5747071"/>
              <a:ext cx="36805" cy="36805"/>
            </a:xfrm>
            <a:prstGeom prst="ellipse">
              <a:avLst/>
            </a:prstGeom>
            <a:solidFill>
              <a:srgbClr val="DCE8ED"/>
            </a:solidFill>
            <a:ln w="9525">
              <a:solidFill>
                <a:srgbClr val="263238"/>
              </a:solidFill>
              <a:prstDash val="solid"/>
            </a:ln>
          </p:spPr>
        </p:sp>
        <p:sp>
          <p:nvSpPr>
            <p:cNvPr id="1413" name="four:selective-relaxation:critical-node:1140"/>
            <p:cNvSpPr>
              <a:spLocks noGrp="1"/>
            </p:cNvSpPr>
            <p:nvPr/>
          </p:nvSpPr>
          <p:spPr>
            <a:xfrm>
              <a:off x="9642777" y="5527977"/>
              <a:ext cx="107347" cy="107347"/>
            </a:xfrm>
            <a:prstGeom prst="diamond">
              <a:avLst/>
            </a:prstGeom>
            <a:solidFill>
              <a:srgbClr val="DCE8ED"/>
            </a:solidFill>
            <a:ln w="10478">
              <a:solidFill>
                <a:srgbClr val="263238"/>
              </a:solidFill>
              <a:prstDash val="solid"/>
            </a:ln>
          </p:spPr>
        </p:sp>
        <p:sp>
          <p:nvSpPr>
            <p:cNvPr id="1414" name="four:selective-relaxation:critical-node:1141"/>
            <p:cNvSpPr>
              <a:spLocks noGrp="1"/>
            </p:cNvSpPr>
            <p:nvPr/>
          </p:nvSpPr>
          <p:spPr>
            <a:xfrm>
              <a:off x="9642777" y="5821347"/>
              <a:ext cx="107347" cy="107347"/>
            </a:xfrm>
            <a:prstGeom prst="diamond">
              <a:avLst/>
            </a:prstGeom>
            <a:solidFill>
              <a:srgbClr val="DCE8ED"/>
            </a:solidFill>
            <a:ln w="10478">
              <a:solidFill>
                <a:srgbClr val="263238"/>
              </a:solidFill>
              <a:prstDash val="solid"/>
            </a:ln>
          </p:spPr>
        </p:sp>
        <p:sp>
          <p:nvSpPr>
            <p:cNvPr id="1415" name="four:selective-relaxation:line:1142"/>
            <p:cNvSpPr>
              <a:spLocks noGrp="1"/>
            </p:cNvSpPr>
            <p:nvPr/>
          </p:nvSpPr>
          <p:spPr>
            <a:xfrm>
              <a:off x="9151239" y="5875020"/>
              <a:ext cx="1090422" cy="953"/>
            </a:xfrm>
            <a:custGeom>
              <a:avLst/>
              <a:gdLst/>
              <a:ahLst/>
              <a:cxnLst/>
              <a:pathLst>
                <a:path w="1090422" h="953">
                  <a:moveTo>
                    <a:pt x="0" y="0"/>
                  </a:moveTo>
                  <a:lnTo>
                    <a:pt x="484870" y="0"/>
                  </a:lnTo>
                  <a:moveTo>
                    <a:pt x="605552" y="0"/>
                  </a:moveTo>
                  <a:lnTo>
                    <a:pt x="1090422" y="0"/>
                  </a:lnTo>
                </a:path>
              </a:pathLst>
            </a:custGeom>
            <a:noFill/>
            <a:ln w="11906">
              <a:solidFill>
                <a:srgbClr val="263238"/>
              </a:solidFill>
              <a:prstDash val="solid"/>
            </a:ln>
          </p:spPr>
        </p:sp>
        <p:sp>
          <p:nvSpPr>
            <p:cNvPr id="1416" name="four:selective-relaxation:line:1143"/>
            <p:cNvSpPr>
              <a:spLocks noGrp="1"/>
            </p:cNvSpPr>
            <p:nvPr/>
          </p:nvSpPr>
          <p:spPr>
            <a:xfrm>
              <a:off x="9151239" y="5875020"/>
              <a:ext cx="953" cy="320040"/>
            </a:xfrm>
            <a:custGeom>
              <a:avLst/>
              <a:gdLst/>
              <a:ahLst/>
              <a:cxnLst/>
              <a:pathLst>
                <a:path w="953" h="320040">
                  <a:moveTo>
                    <a:pt x="0" y="0"/>
                  </a:moveTo>
                  <a:lnTo>
                    <a:pt x="0" y="236696"/>
                  </a:lnTo>
                </a:path>
              </a:pathLst>
            </a:custGeom>
            <a:noFill/>
            <a:ln w="11906">
              <a:solidFill>
                <a:srgbClr val="263238"/>
              </a:solidFill>
              <a:prstDash val="solid"/>
            </a:ln>
          </p:spPr>
        </p:sp>
        <p:sp>
          <p:nvSpPr>
            <p:cNvPr id="1417" name="four:selective-relaxation:regular-node:1144"/>
            <p:cNvSpPr>
              <a:spLocks noGrp="1"/>
            </p:cNvSpPr>
            <p:nvPr/>
          </p:nvSpPr>
          <p:spPr>
            <a:xfrm>
              <a:off x="9125169" y="5921381"/>
              <a:ext cx="52140" cy="52140"/>
            </a:xfrm>
            <a:prstGeom prst="ellipse">
              <a:avLst/>
            </a:prstGeom>
            <a:solidFill>
              <a:srgbClr val="D4B4CC"/>
            </a:solidFill>
            <a:ln w="9525">
              <a:solidFill>
                <a:srgbClr val="263238"/>
              </a:solidFill>
              <a:prstDash val="solid"/>
            </a:ln>
          </p:spPr>
        </p:sp>
        <p:sp>
          <p:nvSpPr>
            <p:cNvPr id="1418" name="four:selective-relaxation:regular-node:1145"/>
            <p:cNvSpPr>
              <a:spLocks noGrp="1"/>
            </p:cNvSpPr>
            <p:nvPr/>
          </p:nvSpPr>
          <p:spPr>
            <a:xfrm>
              <a:off x="9125169" y="6019883"/>
              <a:ext cx="52140" cy="52140"/>
            </a:xfrm>
            <a:prstGeom prst="ellipse">
              <a:avLst/>
            </a:prstGeom>
            <a:solidFill>
              <a:srgbClr val="D4B4CC"/>
            </a:solidFill>
            <a:ln w="9525">
              <a:solidFill>
                <a:srgbClr val="263238"/>
              </a:solidFill>
              <a:prstDash val="solid"/>
            </a:ln>
          </p:spPr>
        </p:sp>
        <p:sp>
          <p:nvSpPr>
            <p:cNvPr id="1419" name="four:selective-relaxation:line:1146"/>
            <p:cNvSpPr>
              <a:spLocks noGrp="1"/>
            </p:cNvSpPr>
            <p:nvPr/>
          </p:nvSpPr>
          <p:spPr>
            <a:xfrm>
              <a:off x="10241661" y="5875020"/>
              <a:ext cx="953" cy="773430"/>
            </a:xfrm>
            <a:custGeom>
              <a:avLst/>
              <a:gdLst/>
              <a:ahLst/>
              <a:cxnLst/>
              <a:pathLst>
                <a:path w="953" h="773430">
                  <a:moveTo>
                    <a:pt x="0" y="0"/>
                  </a:moveTo>
                  <a:lnTo>
                    <a:pt x="0" y="690086"/>
                  </a:lnTo>
                </a:path>
              </a:pathLst>
            </a:custGeom>
            <a:noFill/>
            <a:ln w="11906">
              <a:solidFill>
                <a:srgbClr val="263238"/>
              </a:solidFill>
              <a:prstDash val="solid"/>
            </a:ln>
          </p:spPr>
        </p:sp>
        <p:sp>
          <p:nvSpPr>
            <p:cNvPr id="1420" name="four:selective-relaxation:regular-node:1147"/>
            <p:cNvSpPr>
              <a:spLocks noGrp="1"/>
            </p:cNvSpPr>
            <p:nvPr/>
          </p:nvSpPr>
          <p:spPr>
            <a:xfrm>
              <a:off x="10215591" y="6010104"/>
              <a:ext cx="52140" cy="52140"/>
            </a:xfrm>
            <a:prstGeom prst="ellipse">
              <a:avLst/>
            </a:prstGeom>
            <a:solidFill>
              <a:srgbClr val="81C9BA"/>
            </a:solidFill>
            <a:ln w="9525">
              <a:solidFill>
                <a:srgbClr val="263238"/>
              </a:solidFill>
              <a:prstDash val="solid"/>
            </a:ln>
          </p:spPr>
        </p:sp>
        <p:sp>
          <p:nvSpPr>
            <p:cNvPr id="1421" name="four:selective-relaxation:regular-node:1148"/>
            <p:cNvSpPr>
              <a:spLocks noGrp="1"/>
            </p:cNvSpPr>
            <p:nvPr/>
          </p:nvSpPr>
          <p:spPr>
            <a:xfrm>
              <a:off x="10215591" y="6197327"/>
              <a:ext cx="52140" cy="52140"/>
            </a:xfrm>
            <a:prstGeom prst="ellipse">
              <a:avLst/>
            </a:prstGeom>
            <a:solidFill>
              <a:srgbClr val="81C9BA"/>
            </a:solidFill>
            <a:ln w="9525">
              <a:solidFill>
                <a:srgbClr val="263238"/>
              </a:solidFill>
              <a:prstDash val="solid"/>
            </a:ln>
          </p:spPr>
        </p:sp>
        <p:sp>
          <p:nvSpPr>
            <p:cNvPr id="1422" name="four:selective-relaxation:regular-node:1149"/>
            <p:cNvSpPr>
              <a:spLocks noGrp="1"/>
            </p:cNvSpPr>
            <p:nvPr/>
          </p:nvSpPr>
          <p:spPr>
            <a:xfrm>
              <a:off x="10215591" y="6384550"/>
              <a:ext cx="52140" cy="52140"/>
            </a:xfrm>
            <a:prstGeom prst="ellipse">
              <a:avLst/>
            </a:prstGeom>
            <a:solidFill>
              <a:srgbClr val="81C9BA"/>
            </a:solidFill>
            <a:ln w="9525">
              <a:solidFill>
                <a:srgbClr val="263238"/>
              </a:solidFill>
              <a:prstDash val="solid"/>
            </a:ln>
          </p:spPr>
        </p:sp>
        <p:sp>
          <p:nvSpPr>
            <p:cNvPr id="1423" name="four:selective-relaxation:line:1150"/>
            <p:cNvSpPr>
              <a:spLocks noGrp="1"/>
            </p:cNvSpPr>
            <p:nvPr/>
          </p:nvSpPr>
          <p:spPr>
            <a:xfrm>
              <a:off x="8807958" y="6195060"/>
              <a:ext cx="686562" cy="953"/>
            </a:xfrm>
            <a:custGeom>
              <a:avLst/>
              <a:gdLst/>
              <a:ahLst/>
              <a:cxnLst/>
              <a:pathLst>
                <a:path w="686562" h="953">
                  <a:moveTo>
                    <a:pt x="0" y="0"/>
                  </a:moveTo>
                  <a:lnTo>
                    <a:pt x="259937" y="0"/>
                  </a:lnTo>
                  <a:moveTo>
                    <a:pt x="426625" y="0"/>
                  </a:moveTo>
                  <a:lnTo>
                    <a:pt x="686562" y="0"/>
                  </a:lnTo>
                </a:path>
              </a:pathLst>
            </a:custGeom>
            <a:noFill/>
            <a:ln w="11906">
              <a:solidFill>
                <a:srgbClr val="263238"/>
              </a:solidFill>
              <a:prstDash val="solid"/>
            </a:ln>
          </p:spPr>
        </p:sp>
        <p:sp>
          <p:nvSpPr>
            <p:cNvPr id="1424" name="four:selective-relaxation:line:1151"/>
            <p:cNvSpPr>
              <a:spLocks noGrp="1"/>
            </p:cNvSpPr>
            <p:nvPr/>
          </p:nvSpPr>
          <p:spPr>
            <a:xfrm>
              <a:off x="9898380" y="6648450"/>
              <a:ext cx="686562" cy="953"/>
            </a:xfrm>
            <a:custGeom>
              <a:avLst/>
              <a:gdLst/>
              <a:ahLst/>
              <a:cxnLst/>
              <a:pathLst>
                <a:path w="686562" h="953">
                  <a:moveTo>
                    <a:pt x="0" y="0"/>
                  </a:moveTo>
                  <a:lnTo>
                    <a:pt x="259937" y="0"/>
                  </a:lnTo>
                  <a:moveTo>
                    <a:pt x="426625" y="0"/>
                  </a:moveTo>
                  <a:lnTo>
                    <a:pt x="686562" y="0"/>
                  </a:lnTo>
                </a:path>
              </a:pathLst>
            </a:custGeom>
            <a:noFill/>
            <a:ln w="11906">
              <a:solidFill>
                <a:srgbClr val="263238"/>
              </a:solidFill>
              <a:prstDash val="solid"/>
            </a:ln>
          </p:spPr>
        </p:sp>
        <p:sp>
          <p:nvSpPr>
            <p:cNvPr id="1425" name="four:selective-relaxation:line:1152"/>
            <p:cNvSpPr>
              <a:spLocks noGrp="1"/>
            </p:cNvSpPr>
            <p:nvPr/>
          </p:nvSpPr>
          <p:spPr>
            <a:xfrm>
              <a:off x="8807958" y="6195060"/>
              <a:ext cx="953" cy="720090"/>
            </a:xfrm>
            <a:custGeom>
              <a:avLst/>
              <a:gdLst/>
              <a:ahLst/>
              <a:cxnLst/>
              <a:pathLst>
                <a:path w="953" h="720090">
                  <a:moveTo>
                    <a:pt x="0" y="0"/>
                  </a:moveTo>
                  <a:lnTo>
                    <a:pt x="0" y="636746"/>
                  </a:lnTo>
                </a:path>
              </a:pathLst>
            </a:custGeom>
            <a:noFill/>
            <a:ln w="11906">
              <a:solidFill>
                <a:srgbClr val="263238"/>
              </a:solidFill>
              <a:prstDash val="solid"/>
            </a:ln>
          </p:spPr>
        </p:sp>
        <p:sp>
          <p:nvSpPr>
            <p:cNvPr id="1426" name="four:selective-relaxation:regular-node:1153"/>
            <p:cNvSpPr>
              <a:spLocks noGrp="1"/>
            </p:cNvSpPr>
            <p:nvPr/>
          </p:nvSpPr>
          <p:spPr>
            <a:xfrm>
              <a:off x="8781888" y="6316809"/>
              <a:ext cx="52140" cy="52140"/>
            </a:xfrm>
            <a:prstGeom prst="ellipse">
              <a:avLst/>
            </a:prstGeom>
            <a:solidFill>
              <a:srgbClr val="0072B2"/>
            </a:solidFill>
            <a:ln w="9525">
              <a:solidFill>
                <a:srgbClr val="263238"/>
              </a:solidFill>
              <a:prstDash val="solid"/>
            </a:ln>
          </p:spPr>
        </p:sp>
        <p:sp>
          <p:nvSpPr>
            <p:cNvPr id="1427" name="four:selective-relaxation:regular-node:1154"/>
            <p:cNvSpPr>
              <a:spLocks noGrp="1"/>
            </p:cNvSpPr>
            <p:nvPr/>
          </p:nvSpPr>
          <p:spPr>
            <a:xfrm>
              <a:off x="8781888" y="6490697"/>
              <a:ext cx="52140" cy="52140"/>
            </a:xfrm>
            <a:prstGeom prst="ellipse">
              <a:avLst/>
            </a:prstGeom>
            <a:solidFill>
              <a:srgbClr val="0072B2"/>
            </a:solidFill>
            <a:ln w="9525">
              <a:solidFill>
                <a:srgbClr val="263238"/>
              </a:solidFill>
              <a:prstDash val="solid"/>
            </a:ln>
          </p:spPr>
        </p:sp>
        <p:sp>
          <p:nvSpPr>
            <p:cNvPr id="1428" name="four:selective-relaxation:regular-node:1155"/>
            <p:cNvSpPr>
              <a:spLocks noGrp="1"/>
            </p:cNvSpPr>
            <p:nvPr/>
          </p:nvSpPr>
          <p:spPr>
            <a:xfrm>
              <a:off x="8781888" y="6664585"/>
              <a:ext cx="52140" cy="52140"/>
            </a:xfrm>
            <a:prstGeom prst="ellipse">
              <a:avLst/>
            </a:prstGeom>
            <a:solidFill>
              <a:srgbClr val="0072B2"/>
            </a:solidFill>
            <a:ln w="9525">
              <a:solidFill>
                <a:srgbClr val="263238"/>
              </a:solidFill>
              <a:prstDash val="solid"/>
            </a:ln>
          </p:spPr>
        </p:sp>
        <p:sp>
          <p:nvSpPr>
            <p:cNvPr id="1429" name="four:selective-relaxation:line:1156"/>
            <p:cNvSpPr>
              <a:spLocks noGrp="1"/>
            </p:cNvSpPr>
            <p:nvPr/>
          </p:nvSpPr>
          <p:spPr>
            <a:xfrm>
              <a:off x="9494520" y="6195060"/>
              <a:ext cx="953" cy="720090"/>
            </a:xfrm>
            <a:custGeom>
              <a:avLst/>
              <a:gdLst/>
              <a:ahLst/>
              <a:cxnLst/>
              <a:pathLst>
                <a:path w="953" h="720090">
                  <a:moveTo>
                    <a:pt x="0" y="0"/>
                  </a:moveTo>
                  <a:lnTo>
                    <a:pt x="0" y="636746"/>
                  </a:lnTo>
                </a:path>
              </a:pathLst>
            </a:custGeom>
            <a:noFill/>
            <a:ln w="11906">
              <a:solidFill>
                <a:srgbClr val="263238"/>
              </a:solidFill>
              <a:prstDash val="solid"/>
            </a:ln>
          </p:spPr>
        </p:sp>
        <p:sp>
          <p:nvSpPr>
            <p:cNvPr id="1430" name="four:selective-relaxation:regular-node:1157"/>
            <p:cNvSpPr>
              <a:spLocks noGrp="1"/>
            </p:cNvSpPr>
            <p:nvPr/>
          </p:nvSpPr>
          <p:spPr>
            <a:xfrm>
              <a:off x="9468450" y="6316809"/>
              <a:ext cx="52140" cy="52140"/>
            </a:xfrm>
            <a:prstGeom prst="ellipse">
              <a:avLst/>
            </a:prstGeom>
            <a:solidFill>
              <a:srgbClr val="CC79A7"/>
            </a:solidFill>
            <a:ln w="9525">
              <a:solidFill>
                <a:srgbClr val="263238"/>
              </a:solidFill>
              <a:prstDash val="solid"/>
            </a:ln>
          </p:spPr>
        </p:sp>
        <p:sp>
          <p:nvSpPr>
            <p:cNvPr id="1431" name="four:selective-relaxation:regular-node:1158"/>
            <p:cNvSpPr>
              <a:spLocks noGrp="1"/>
            </p:cNvSpPr>
            <p:nvPr/>
          </p:nvSpPr>
          <p:spPr>
            <a:xfrm>
              <a:off x="9468450" y="6490697"/>
              <a:ext cx="52140" cy="52140"/>
            </a:xfrm>
            <a:prstGeom prst="ellipse">
              <a:avLst/>
            </a:prstGeom>
            <a:solidFill>
              <a:srgbClr val="CC79A7"/>
            </a:solidFill>
            <a:ln w="9525">
              <a:solidFill>
                <a:srgbClr val="263238"/>
              </a:solidFill>
              <a:prstDash val="solid"/>
            </a:ln>
          </p:spPr>
        </p:sp>
        <p:sp>
          <p:nvSpPr>
            <p:cNvPr id="1432" name="four:selective-relaxation:regular-node:1159"/>
            <p:cNvSpPr>
              <a:spLocks noGrp="1"/>
            </p:cNvSpPr>
            <p:nvPr/>
          </p:nvSpPr>
          <p:spPr>
            <a:xfrm>
              <a:off x="9468450" y="6664585"/>
              <a:ext cx="52140" cy="52140"/>
            </a:xfrm>
            <a:prstGeom prst="ellipse">
              <a:avLst/>
            </a:prstGeom>
            <a:solidFill>
              <a:srgbClr val="CC79A7"/>
            </a:solidFill>
            <a:ln w="9525">
              <a:solidFill>
                <a:srgbClr val="263238"/>
              </a:solidFill>
              <a:prstDash val="solid"/>
            </a:ln>
          </p:spPr>
        </p:sp>
        <p:sp>
          <p:nvSpPr>
            <p:cNvPr id="1433" name="four:selective-relaxation:line:1160"/>
            <p:cNvSpPr>
              <a:spLocks noGrp="1"/>
            </p:cNvSpPr>
            <p:nvPr/>
          </p:nvSpPr>
          <p:spPr>
            <a:xfrm>
              <a:off x="9898380" y="6648450"/>
              <a:ext cx="953" cy="266700"/>
            </a:xfrm>
            <a:custGeom>
              <a:avLst/>
              <a:gdLst/>
              <a:ahLst/>
              <a:cxnLst/>
              <a:pathLst>
                <a:path w="953" h="266700">
                  <a:moveTo>
                    <a:pt x="0" y="0"/>
                  </a:moveTo>
                  <a:lnTo>
                    <a:pt x="0" y="183356"/>
                  </a:lnTo>
                </a:path>
              </a:pathLst>
            </a:custGeom>
            <a:noFill/>
            <a:ln w="11906">
              <a:solidFill>
                <a:srgbClr val="263238"/>
              </a:solidFill>
              <a:prstDash val="solid"/>
            </a:ln>
          </p:spPr>
        </p:sp>
        <p:sp>
          <p:nvSpPr>
            <p:cNvPr id="1434" name="four:selective-relaxation:regular-node:1161"/>
            <p:cNvSpPr>
              <a:spLocks noGrp="1"/>
            </p:cNvSpPr>
            <p:nvPr/>
          </p:nvSpPr>
          <p:spPr>
            <a:xfrm>
              <a:off x="9872310" y="6717392"/>
              <a:ext cx="52140" cy="52140"/>
            </a:xfrm>
            <a:prstGeom prst="ellipse">
              <a:avLst/>
            </a:prstGeom>
            <a:solidFill>
              <a:srgbClr val="D55E00"/>
            </a:solidFill>
            <a:ln w="9525">
              <a:solidFill>
                <a:srgbClr val="263238"/>
              </a:solidFill>
              <a:prstDash val="solid"/>
            </a:ln>
          </p:spPr>
        </p:sp>
        <p:sp>
          <p:nvSpPr>
            <p:cNvPr id="1435" name="four:selective-relaxation:line:1162"/>
            <p:cNvSpPr>
              <a:spLocks noGrp="1"/>
            </p:cNvSpPr>
            <p:nvPr/>
          </p:nvSpPr>
          <p:spPr>
            <a:xfrm>
              <a:off x="10584942" y="6648450"/>
              <a:ext cx="953" cy="266700"/>
            </a:xfrm>
            <a:custGeom>
              <a:avLst/>
              <a:gdLst/>
              <a:ahLst/>
              <a:cxnLst/>
              <a:pathLst>
                <a:path w="953" h="266700">
                  <a:moveTo>
                    <a:pt x="0" y="0"/>
                  </a:moveTo>
                  <a:lnTo>
                    <a:pt x="0" y="183356"/>
                  </a:lnTo>
                </a:path>
              </a:pathLst>
            </a:custGeom>
            <a:noFill/>
            <a:ln w="11906">
              <a:solidFill>
                <a:srgbClr val="263238"/>
              </a:solidFill>
              <a:prstDash val="solid"/>
            </a:ln>
          </p:spPr>
        </p:sp>
        <p:sp>
          <p:nvSpPr>
            <p:cNvPr id="1436" name="four:selective-relaxation:regular-node:1163"/>
            <p:cNvSpPr>
              <a:spLocks noGrp="1"/>
            </p:cNvSpPr>
            <p:nvPr/>
          </p:nvSpPr>
          <p:spPr>
            <a:xfrm>
              <a:off x="10558872" y="6717392"/>
              <a:ext cx="52140" cy="52140"/>
            </a:xfrm>
            <a:prstGeom prst="ellipse">
              <a:avLst/>
            </a:prstGeom>
            <a:solidFill>
              <a:srgbClr val="009E73"/>
            </a:solidFill>
            <a:ln w="9525">
              <a:solidFill>
                <a:srgbClr val="263238"/>
              </a:solidFill>
              <a:prstDash val="solid"/>
            </a:ln>
          </p:spPr>
        </p:sp>
        <p:sp>
          <p:nvSpPr>
            <p:cNvPr id="1437" name="four:selective-relaxation:critical-node:1164"/>
            <p:cNvSpPr>
              <a:spLocks noGrp="1"/>
            </p:cNvSpPr>
            <p:nvPr/>
          </p:nvSpPr>
          <p:spPr>
            <a:xfrm>
              <a:off x="9074563" y="6118384"/>
              <a:ext cx="153353" cy="153353"/>
            </a:xfrm>
            <a:prstGeom prst="diamond">
              <a:avLst/>
            </a:prstGeom>
            <a:solidFill>
              <a:srgbClr val="D4B4CC"/>
            </a:solidFill>
            <a:ln w="10478">
              <a:solidFill>
                <a:srgbClr val="263238"/>
              </a:solidFill>
              <a:prstDash val="solid"/>
            </a:ln>
          </p:spPr>
        </p:sp>
        <p:sp>
          <p:nvSpPr>
            <p:cNvPr id="1438" name="four:selective-relaxation:critical-node:1165"/>
            <p:cNvSpPr>
              <a:spLocks noGrp="1"/>
            </p:cNvSpPr>
            <p:nvPr/>
          </p:nvSpPr>
          <p:spPr>
            <a:xfrm>
              <a:off x="10164985" y="6571774"/>
              <a:ext cx="153353" cy="153353"/>
            </a:xfrm>
            <a:prstGeom prst="diamond">
              <a:avLst/>
            </a:prstGeom>
            <a:solidFill>
              <a:srgbClr val="81C9BA"/>
            </a:solidFill>
            <a:ln w="10478">
              <a:solidFill>
                <a:srgbClr val="263238"/>
              </a:solidFill>
              <a:prstDash val="solid"/>
            </a:ln>
          </p:spPr>
        </p:sp>
        <p:sp>
          <p:nvSpPr>
            <p:cNvPr id="1439" name="four:selective-relaxation:critical-node:1166"/>
            <p:cNvSpPr>
              <a:spLocks noGrp="1"/>
            </p:cNvSpPr>
            <p:nvPr/>
          </p:nvSpPr>
          <p:spPr>
            <a:xfrm>
              <a:off x="8731282" y="6838474"/>
              <a:ext cx="153353" cy="153353"/>
            </a:xfrm>
            <a:prstGeom prst="diamond">
              <a:avLst/>
            </a:prstGeom>
            <a:solidFill>
              <a:srgbClr val="0072B2"/>
            </a:solidFill>
            <a:ln w="10478">
              <a:solidFill>
                <a:srgbClr val="263238"/>
              </a:solidFill>
              <a:prstDash val="solid"/>
            </a:ln>
          </p:spPr>
        </p:sp>
        <p:sp>
          <p:nvSpPr>
            <p:cNvPr id="1440" name="four:selective-relaxation:critical-node:1167"/>
            <p:cNvSpPr>
              <a:spLocks noGrp="1"/>
            </p:cNvSpPr>
            <p:nvPr/>
          </p:nvSpPr>
          <p:spPr>
            <a:xfrm>
              <a:off x="9417844" y="6838474"/>
              <a:ext cx="153353" cy="153353"/>
            </a:xfrm>
            <a:prstGeom prst="diamond">
              <a:avLst/>
            </a:prstGeom>
            <a:solidFill>
              <a:srgbClr val="CC79A7"/>
            </a:solidFill>
            <a:ln w="10478">
              <a:solidFill>
                <a:srgbClr val="263238"/>
              </a:solidFill>
              <a:prstDash val="solid"/>
            </a:ln>
          </p:spPr>
        </p:sp>
        <p:sp>
          <p:nvSpPr>
            <p:cNvPr id="1441" name="four:selective-relaxation:critical-node:1168"/>
            <p:cNvSpPr>
              <a:spLocks noGrp="1"/>
            </p:cNvSpPr>
            <p:nvPr/>
          </p:nvSpPr>
          <p:spPr>
            <a:xfrm>
              <a:off x="9821704" y="6838474"/>
              <a:ext cx="153353" cy="153353"/>
            </a:xfrm>
            <a:prstGeom prst="diamond">
              <a:avLst/>
            </a:prstGeom>
            <a:solidFill>
              <a:srgbClr val="D55E00"/>
            </a:solidFill>
            <a:ln w="10478">
              <a:solidFill>
                <a:srgbClr val="263238"/>
              </a:solidFill>
              <a:prstDash val="solid"/>
            </a:ln>
          </p:spPr>
        </p:sp>
        <p:sp>
          <p:nvSpPr>
            <p:cNvPr id="1442" name="four:selective-relaxation:critical-node:1169"/>
            <p:cNvSpPr>
              <a:spLocks noGrp="1"/>
            </p:cNvSpPr>
            <p:nvPr/>
          </p:nvSpPr>
          <p:spPr>
            <a:xfrm>
              <a:off x="10508266" y="6838474"/>
              <a:ext cx="153353" cy="153353"/>
            </a:xfrm>
            <a:prstGeom prst="diamond">
              <a:avLst/>
            </a:prstGeom>
            <a:solidFill>
              <a:srgbClr val="009E73"/>
            </a:solidFill>
            <a:ln w="10478">
              <a:solidFill>
                <a:srgbClr val="263238"/>
              </a:solidFill>
              <a:prstDash val="solid"/>
            </a:ln>
          </p:spPr>
        </p:sp>
        <p:sp>
          <p:nvSpPr>
            <p:cNvPr id="1443" name="four:selective-relaxation:admissible-merge:1170"/>
            <p:cNvSpPr>
              <a:spLocks noGrp="1"/>
            </p:cNvSpPr>
            <p:nvPr/>
          </p:nvSpPr>
          <p:spPr>
            <a:xfrm>
              <a:off x="8979789" y="6023610"/>
              <a:ext cx="342900" cy="342900"/>
            </a:xfrm>
            <a:prstGeom prst="ellipse">
              <a:avLst/>
            </a:prstGeom>
            <a:solidFill>
              <a:srgbClr val="E6E8EB">
                <a:alpha val="35000"/>
              </a:srgbClr>
            </a:solidFill>
            <a:ln w="18098">
              <a:solidFill>
                <a:srgbClr val="7B8790"/>
              </a:solidFill>
              <a:prstDash val="solid"/>
            </a:ln>
          </p:spPr>
        </p:sp>
        <p:sp>
          <p:nvSpPr>
            <p:cNvPr id="1444" name="four:selective-relaxation:retained-merge:1171"/>
            <p:cNvSpPr>
              <a:spLocks noGrp="1"/>
            </p:cNvSpPr>
            <p:nvPr/>
          </p:nvSpPr>
          <p:spPr>
            <a:xfrm>
              <a:off x="10070211" y="6477000"/>
              <a:ext cx="342900" cy="342900"/>
            </a:xfrm>
            <a:prstGeom prst="ellipse">
              <a:avLst/>
            </a:prstGeom>
            <a:solidFill>
              <a:srgbClr val="E6E8EB">
                <a:alpha val="35000"/>
              </a:srgbClr>
            </a:solidFill>
            <a:ln w="18098">
              <a:solidFill>
                <a:srgbClr val="7B8790"/>
              </a:solidFill>
              <a:prstDash val="solid"/>
            </a:ln>
          </p:spPr>
        </p:sp>
        <p:sp>
          <p:nvSpPr>
            <p:cNvPr id="1445" name="four:selective-relaxation:line:1172"/>
            <p:cNvSpPr>
              <a:spLocks noGrp="1"/>
            </p:cNvSpPr>
            <p:nvPr/>
          </p:nvSpPr>
          <p:spPr>
            <a:xfrm>
              <a:off x="8896350" y="5695950"/>
              <a:ext cx="152400" cy="123825"/>
            </a:xfrm>
            <a:custGeom>
              <a:avLst/>
              <a:gdLst/>
              <a:ahLst/>
              <a:cxnLst/>
              <a:pathLst>
                <a:path w="152400" h="123825">
                  <a:moveTo>
                    <a:pt x="152400" y="0"/>
                  </a:moveTo>
                  <a:lnTo>
                    <a:pt x="0" y="123825"/>
                  </a:lnTo>
                </a:path>
              </a:pathLst>
            </a:custGeom>
            <a:noFill/>
            <a:ln w="13335">
              <a:solidFill>
                <a:srgbClr val="7B8790"/>
              </a:solidFill>
              <a:prstDash val="solid"/>
            </a:ln>
          </p:spPr>
        </p:sp>
        <p:sp>
          <p:nvSpPr>
            <p:cNvPr id="1446" name="four:selective-relaxation:line:1173"/>
            <p:cNvSpPr>
              <a:spLocks noGrp="1"/>
            </p:cNvSpPr>
            <p:nvPr/>
          </p:nvSpPr>
          <p:spPr>
            <a:xfrm>
              <a:off x="8896350" y="5819775"/>
              <a:ext cx="953" cy="114300"/>
            </a:xfrm>
            <a:custGeom>
              <a:avLst/>
              <a:gdLst/>
              <a:ahLst/>
              <a:cxnLst/>
              <a:pathLst>
                <a:path w="953" h="114300">
                  <a:moveTo>
                    <a:pt x="0" y="0"/>
                  </a:moveTo>
                  <a:lnTo>
                    <a:pt x="0" y="114300"/>
                  </a:lnTo>
                </a:path>
              </a:pathLst>
            </a:custGeom>
            <a:noFill/>
            <a:ln w="13335">
              <a:solidFill>
                <a:srgbClr val="7B8790"/>
              </a:solidFill>
              <a:prstDash val="solid"/>
            </a:ln>
          </p:spPr>
        </p:sp>
        <p:sp>
          <p:nvSpPr>
            <p:cNvPr id="1447" name="four:selective-relaxation:line:1174"/>
            <p:cNvSpPr>
              <a:spLocks noGrp="1"/>
            </p:cNvSpPr>
            <p:nvPr/>
          </p:nvSpPr>
          <p:spPr>
            <a:xfrm>
              <a:off x="8896350" y="5934075"/>
              <a:ext cx="125349" cy="131445"/>
            </a:xfrm>
            <a:custGeom>
              <a:avLst/>
              <a:gdLst/>
              <a:ahLst/>
              <a:cxnLst/>
              <a:pathLst>
                <a:path w="125349" h="131445">
                  <a:moveTo>
                    <a:pt x="0" y="0"/>
                  </a:moveTo>
                  <a:lnTo>
                    <a:pt x="125349" y="131445"/>
                  </a:lnTo>
                </a:path>
              </a:pathLst>
            </a:custGeom>
            <a:noFill/>
            <a:ln w="13335">
              <a:solidFill>
                <a:srgbClr val="7B8790"/>
              </a:solidFill>
              <a:prstDash val="solid"/>
            </a:ln>
          </p:spPr>
        </p:sp>
        <p:sp>
          <p:nvSpPr>
            <p:cNvPr id="1448" name="four:selective-relaxation:line:1175"/>
            <p:cNvSpPr>
              <a:spLocks noGrp="1"/>
            </p:cNvSpPr>
            <p:nvPr/>
          </p:nvSpPr>
          <p:spPr>
            <a:xfrm>
              <a:off x="10801350" y="5695950"/>
              <a:ext cx="953" cy="542925"/>
            </a:xfrm>
            <a:custGeom>
              <a:avLst/>
              <a:gdLst/>
              <a:ahLst/>
              <a:cxnLst/>
              <a:pathLst>
                <a:path w="953" h="542925">
                  <a:moveTo>
                    <a:pt x="0" y="0"/>
                  </a:moveTo>
                  <a:lnTo>
                    <a:pt x="0" y="542925"/>
                  </a:lnTo>
                </a:path>
              </a:pathLst>
            </a:custGeom>
            <a:noFill/>
            <a:ln w="13335">
              <a:solidFill>
                <a:srgbClr val="7B8790"/>
              </a:solidFill>
              <a:prstDash val="solid"/>
            </a:ln>
          </p:spPr>
        </p:sp>
        <p:sp>
          <p:nvSpPr>
            <p:cNvPr id="1449" name="four:selective-relaxation:line:1176"/>
            <p:cNvSpPr>
              <a:spLocks noGrp="1"/>
            </p:cNvSpPr>
            <p:nvPr/>
          </p:nvSpPr>
          <p:spPr>
            <a:xfrm>
              <a:off x="10371201" y="6238875"/>
              <a:ext cx="430149" cy="280035"/>
            </a:xfrm>
            <a:custGeom>
              <a:avLst/>
              <a:gdLst/>
              <a:ahLst/>
              <a:cxnLst/>
              <a:pathLst>
                <a:path w="430149" h="280035">
                  <a:moveTo>
                    <a:pt x="430149" y="0"/>
                  </a:moveTo>
                  <a:lnTo>
                    <a:pt x="0" y="280035"/>
                  </a:lnTo>
                </a:path>
              </a:pathLst>
            </a:custGeom>
            <a:noFill/>
            <a:ln w="13335">
              <a:solidFill>
                <a:srgbClr val="7B8790"/>
              </a:solidFill>
              <a:prstDash val="solid"/>
            </a:ln>
          </p:spPr>
        </p:sp>
        <p:sp>
          <p:nvSpPr>
            <p:cNvPr id="1450" name="four:selective-relaxation:textbox:1205"/>
            <p:cNvSpPr>
              <a:spLocks noGrp="1"/>
            </p:cNvSpPr>
            <p:nvPr/>
          </p:nvSpPr>
          <p:spPr>
            <a:xfrm>
              <a:off x="10839450" y="5600700"/>
              <a:ext cx="1524000" cy="276225"/>
            </a:xfrm>
            <a:prstGeom prst="rect">
              <a:avLst/>
            </a:prstGeom>
            <a:noFill/>
            <a:ln w="0">
              <a:noFill/>
              <a:prstDash val="solid"/>
            </a:ln>
          </p:spPr>
          <p:txBody>
            <a:bodyPr wrap="none" lIns="0" tIns="0" rIns="0" bIns="0" anchor="ctr">
              <a:normAutofit fontScale="96334"/>
            </a:bodyPr>
            <a:lstStyle>
              <a:defPPr algn="ctr">
                <a:defRPr sz="1425" b="1">
                  <a:solidFill>
                    <a:srgbClr val="7B8790"/>
                  </a:solidFill>
                  <a:latin typeface="Arial" panose="020B0604020202090204"/>
                  <a:ea typeface="Arial" panose="020B0604020202090204"/>
                  <a:cs typeface="Arial" panose="020B0604020202090204"/>
                </a:defRPr>
              </a:defPPr>
            </a:lstStyle>
            <a:p>
              <a:pPr algn="ctr">
                <a:defRPr sz="1425" b="1">
                  <a:solidFill>
                    <a:srgbClr val="7B8790"/>
                  </a:solidFill>
                  <a:latin typeface="Arial" panose="020B0604020202090204"/>
                  <a:ea typeface="Arial" panose="020B0604020202090204"/>
                  <a:cs typeface="Arial" panose="020B0604020202090204"/>
                </a:defRPr>
              </a:pPr>
              <a:r>
                <a:rPr sz="1425" b="1">
                  <a:solidFill>
                    <a:srgbClr val="7B8790"/>
                  </a:solidFill>
                  <a:latin typeface="Arial" panose="020B0604020202090204"/>
                  <a:ea typeface="Arial" panose="020B0604020202090204"/>
                  <a:cs typeface="Arial" panose="020B0604020202090204"/>
                </a:rPr>
                <a:t>Flatten then prune</a:t>
              </a:r>
              <a:endParaRPr sz="1425" b="1">
                <a:solidFill>
                  <a:srgbClr val="7B8790"/>
                </a:solidFill>
                <a:latin typeface="Arial" panose="020B0604020202090204"/>
                <a:ea typeface="Arial" panose="020B0604020202090204"/>
                <a:cs typeface="Arial" panose="020B0604020202090204"/>
              </a:endParaRPr>
            </a:p>
          </p:txBody>
        </p:sp>
        <p:sp>
          <p:nvSpPr>
            <p:cNvPr id="1451" name="four:selective-relaxation:rightArrow:1206"/>
            <p:cNvSpPr>
              <a:spLocks noGrp="1"/>
            </p:cNvSpPr>
            <p:nvPr/>
          </p:nvSpPr>
          <p:spPr>
            <a:xfrm>
              <a:off x="11372850" y="6105525"/>
              <a:ext cx="457200" cy="314325"/>
            </a:xfrm>
            <a:prstGeom prst="rightArrow">
              <a:avLst/>
            </a:prstGeom>
            <a:solidFill>
              <a:srgbClr val="9AAEBC"/>
            </a:solidFill>
            <a:ln w="0">
              <a:noFill/>
              <a:prstDash val="solid"/>
            </a:ln>
          </p:spPr>
        </p:sp>
        <p:sp>
          <p:nvSpPr>
            <p:cNvPr id="1452" name="four:selective-relaxation:textbox:1207"/>
            <p:cNvSpPr>
              <a:spLocks noGrp="1"/>
            </p:cNvSpPr>
            <p:nvPr/>
          </p:nvSpPr>
          <p:spPr>
            <a:xfrm>
              <a:off x="8686800" y="7124700"/>
              <a:ext cx="2019300" cy="342900"/>
            </a:xfrm>
            <a:prstGeom prst="rect">
              <a:avLst/>
            </a:prstGeom>
            <a:noFill/>
            <a:ln w="0">
              <a:noFill/>
              <a:prstDash val="solid"/>
            </a:ln>
          </p:spPr>
          <p:txBody>
            <a:bodyPr wrap="none" lIns="0" tIns="0" rIns="0" bIns="0" anchor="ctr">
              <a:normAutofit/>
            </a:bodyPr>
            <a:lstStyle>
              <a:defPPr algn="ctr">
                <a:defRPr sz="2100" b="0">
                  <a:solidFill>
                    <a:srgbClr val="263238"/>
                  </a:solidFill>
                  <a:latin typeface="Arial" panose="020B0604020202090204"/>
                  <a:ea typeface="Arial" panose="020B0604020202090204"/>
                  <a:cs typeface="Arial" panose="020B0604020202090204"/>
                </a:defRPr>
              </a:defPPr>
            </a:lstStyle>
            <a:p>
              <a:pPr algn="ctr">
                <a:defRPr sz="2100" b="0">
                  <a:solidFill>
                    <a:srgbClr val="263238"/>
                  </a:solidFill>
                  <a:latin typeface="Arial" panose="020B0604020202090204"/>
                  <a:ea typeface="Arial" panose="020B0604020202090204"/>
                  <a:cs typeface="Arial" panose="020B0604020202090204"/>
                </a:defRPr>
              </a:pPr>
              <a:r>
                <a:rPr sz="2100" b="0">
                  <a:solidFill>
                    <a:srgbClr val="263238"/>
                  </a:solidFill>
                  <a:latin typeface="Arial" panose="020B0604020202090204"/>
                  <a:ea typeface="Arial" panose="020B0604020202090204"/>
                  <a:cs typeface="Arial" panose="020B0604020202090204"/>
                </a:rPr>
                <a:t>T</a:t>
              </a:r>
              <a:endParaRPr sz="2100" b="0">
                <a:solidFill>
                  <a:srgbClr val="263238"/>
                </a:solidFill>
                <a:latin typeface="Arial" panose="020B0604020202090204"/>
                <a:ea typeface="Arial" panose="020B0604020202090204"/>
                <a:cs typeface="Arial" panose="020B0604020202090204"/>
              </a:endParaRPr>
            </a:p>
          </p:txBody>
        </p:sp>
        <p:sp>
          <p:nvSpPr>
            <p:cNvPr id="1453" name="four:selective-relaxation:textbox:1208"/>
            <p:cNvSpPr>
              <a:spLocks noGrp="1"/>
            </p:cNvSpPr>
            <p:nvPr/>
          </p:nvSpPr>
          <p:spPr>
            <a:xfrm>
              <a:off x="12639675" y="7124700"/>
              <a:ext cx="2019300" cy="342900"/>
            </a:xfrm>
            <a:prstGeom prst="rect">
              <a:avLst/>
            </a:prstGeom>
            <a:noFill/>
            <a:ln w="0">
              <a:noFill/>
              <a:prstDash val="solid"/>
            </a:ln>
          </p:spPr>
          <p:txBody>
            <a:bodyPr wrap="none" lIns="0" tIns="0" rIns="0" bIns="0" anchor="ctr">
              <a:normAutofit/>
            </a:bodyPr>
            <a:lstStyle>
              <a:defPPr algn="ctr">
                <a:defRPr sz="2100" b="0">
                  <a:solidFill>
                    <a:srgbClr val="263238"/>
                  </a:solidFill>
                  <a:latin typeface="Arial" panose="020B0604020202090204"/>
                  <a:ea typeface="Arial" panose="020B0604020202090204"/>
                  <a:cs typeface="Arial" panose="020B0604020202090204"/>
                </a:defRPr>
              </a:defPPr>
            </a:lstStyle>
            <a:p>
              <a:pPr algn="ctr">
                <a:defRPr sz="2100" b="0">
                  <a:solidFill>
                    <a:srgbClr val="263238"/>
                  </a:solidFill>
                  <a:latin typeface="Arial" panose="020B0604020202090204"/>
                  <a:ea typeface="Arial" panose="020B0604020202090204"/>
                  <a:cs typeface="Arial" panose="020B0604020202090204"/>
                </a:defRPr>
              </a:pPr>
              <a:r>
                <a:rPr sz="2100" b="0">
                  <a:solidFill>
                    <a:srgbClr val="263238"/>
                  </a:solidFill>
                  <a:latin typeface="Arial" panose="020B0604020202090204"/>
                  <a:ea typeface="Arial" panose="020B0604020202090204"/>
                  <a:cs typeface="Arial" panose="020B0604020202090204"/>
                </a:rPr>
                <a:t>T′</a:t>
              </a:r>
              <a:endParaRPr sz="2100" b="0">
                <a:solidFill>
                  <a:srgbClr val="263238"/>
                </a:solidFill>
                <a:latin typeface="Arial" panose="020B0604020202090204"/>
                <a:ea typeface="Arial" panose="020B0604020202090204"/>
                <a:cs typeface="Arial" panose="020B0604020202090204"/>
              </a:endParaRPr>
            </a:p>
          </p:txBody>
        </p:sp>
      </p:grpSp>
      <p:grpSp>
        <p:nvGrpSpPr>
          <p:cNvPr id="1454" name="relaxed-hierarchy"/>
          <p:cNvGrpSpPr/>
          <p:nvPr/>
        </p:nvGrpSpPr>
        <p:grpSpPr>
          <a:xfrm>
            <a:off x="0" y="0"/>
            <a:ext cx="24955500" cy="8572500"/>
            <a:chOff x="0" y="0"/>
            <a:chExt cx="24955500" cy="8572500"/>
          </a:xfrm>
        </p:grpSpPr>
        <p:sp>
          <p:nvSpPr>
            <p:cNvPr id="1455" name="four:relaxed-hierarchy:line:1177"/>
            <p:cNvSpPr>
              <a:spLocks noGrp="1"/>
            </p:cNvSpPr>
            <p:nvPr/>
          </p:nvSpPr>
          <p:spPr>
            <a:xfrm>
              <a:off x="13649325" y="5372100"/>
              <a:ext cx="953" cy="339471"/>
            </a:xfrm>
            <a:custGeom>
              <a:avLst/>
              <a:gdLst/>
              <a:ahLst/>
              <a:cxnLst/>
              <a:pathLst>
                <a:path w="953" h="339471">
                  <a:moveTo>
                    <a:pt x="0" y="68775"/>
                  </a:moveTo>
                  <a:lnTo>
                    <a:pt x="0" y="270696"/>
                  </a:lnTo>
                </a:path>
              </a:pathLst>
            </a:custGeom>
            <a:noFill/>
            <a:ln w="11906">
              <a:solidFill>
                <a:srgbClr val="263238"/>
              </a:solidFill>
              <a:prstDash val="solid"/>
            </a:ln>
          </p:spPr>
        </p:sp>
        <p:sp>
          <p:nvSpPr>
            <p:cNvPr id="1456" name="four:relaxed-hierarchy:regular-node:1178"/>
            <p:cNvSpPr>
              <a:spLocks noGrp="1"/>
            </p:cNvSpPr>
            <p:nvPr/>
          </p:nvSpPr>
          <p:spPr>
            <a:xfrm>
              <a:off x="13628031" y="5477567"/>
              <a:ext cx="42588" cy="42588"/>
            </a:xfrm>
            <a:prstGeom prst="ellipse">
              <a:avLst/>
            </a:prstGeom>
            <a:solidFill>
              <a:srgbClr val="DCE8ED"/>
            </a:solidFill>
            <a:ln w="9525">
              <a:solidFill>
                <a:srgbClr val="263238"/>
              </a:solidFill>
              <a:prstDash val="solid"/>
            </a:ln>
          </p:spPr>
        </p:sp>
        <p:sp>
          <p:nvSpPr>
            <p:cNvPr id="1457" name="four:relaxed-hierarchy:regular-node:1179"/>
            <p:cNvSpPr>
              <a:spLocks noGrp="1"/>
            </p:cNvSpPr>
            <p:nvPr/>
          </p:nvSpPr>
          <p:spPr>
            <a:xfrm>
              <a:off x="13628031" y="5563515"/>
              <a:ext cx="42588" cy="42588"/>
            </a:xfrm>
            <a:prstGeom prst="ellipse">
              <a:avLst/>
            </a:prstGeom>
            <a:solidFill>
              <a:srgbClr val="DCE8ED"/>
            </a:solidFill>
            <a:ln w="9525">
              <a:solidFill>
                <a:srgbClr val="263238"/>
              </a:solidFill>
              <a:prstDash val="solid"/>
            </a:ln>
          </p:spPr>
        </p:sp>
        <p:sp>
          <p:nvSpPr>
            <p:cNvPr id="1458" name="four:relaxed-hierarchy:critical-node:1180"/>
            <p:cNvSpPr>
              <a:spLocks noGrp="1"/>
            </p:cNvSpPr>
            <p:nvPr/>
          </p:nvSpPr>
          <p:spPr>
            <a:xfrm>
              <a:off x="13587217" y="5309992"/>
              <a:ext cx="124216" cy="124216"/>
            </a:xfrm>
            <a:prstGeom prst="diamond">
              <a:avLst/>
            </a:prstGeom>
            <a:solidFill>
              <a:srgbClr val="DCE8ED"/>
            </a:solidFill>
            <a:ln w="10478">
              <a:solidFill>
                <a:srgbClr val="263238"/>
              </a:solidFill>
              <a:prstDash val="solid"/>
            </a:ln>
          </p:spPr>
        </p:sp>
        <p:sp>
          <p:nvSpPr>
            <p:cNvPr id="1459" name="four:relaxed-hierarchy:critical-node:1181"/>
            <p:cNvSpPr>
              <a:spLocks noGrp="1"/>
            </p:cNvSpPr>
            <p:nvPr/>
          </p:nvSpPr>
          <p:spPr>
            <a:xfrm>
              <a:off x="13587217" y="5649463"/>
              <a:ext cx="124216" cy="124216"/>
            </a:xfrm>
            <a:prstGeom prst="diamond">
              <a:avLst/>
            </a:prstGeom>
            <a:solidFill>
              <a:srgbClr val="DCE8ED"/>
            </a:solidFill>
            <a:ln w="10478">
              <a:solidFill>
                <a:srgbClr val="263238"/>
              </a:solidFill>
              <a:prstDash val="solid"/>
            </a:ln>
          </p:spPr>
        </p:sp>
        <p:sp>
          <p:nvSpPr>
            <p:cNvPr id="1460" name="four:relaxed-hierarchy:line:1182"/>
            <p:cNvSpPr>
              <a:spLocks noGrp="1"/>
            </p:cNvSpPr>
            <p:nvPr/>
          </p:nvSpPr>
          <p:spPr>
            <a:xfrm>
              <a:off x="12760833" y="5711571"/>
              <a:ext cx="1776984" cy="953"/>
            </a:xfrm>
            <a:custGeom>
              <a:avLst/>
              <a:gdLst/>
              <a:ahLst/>
              <a:cxnLst/>
              <a:pathLst>
                <a:path w="1776984" h="953">
                  <a:moveTo>
                    <a:pt x="0" y="0"/>
                  </a:moveTo>
                  <a:lnTo>
                    <a:pt x="819717" y="0"/>
                  </a:lnTo>
                  <a:moveTo>
                    <a:pt x="957267" y="0"/>
                  </a:moveTo>
                  <a:lnTo>
                    <a:pt x="1776984" y="0"/>
                  </a:lnTo>
                </a:path>
              </a:pathLst>
            </a:custGeom>
            <a:noFill/>
            <a:ln w="11906">
              <a:solidFill>
                <a:srgbClr val="263238"/>
              </a:solidFill>
              <a:prstDash val="solid"/>
            </a:ln>
          </p:spPr>
        </p:sp>
        <p:sp>
          <p:nvSpPr>
            <p:cNvPr id="1461" name="four:relaxed-hierarchy:line:1183"/>
            <p:cNvSpPr>
              <a:spLocks noGrp="1"/>
            </p:cNvSpPr>
            <p:nvPr/>
          </p:nvSpPr>
          <p:spPr>
            <a:xfrm>
              <a:off x="12760833" y="5711571"/>
              <a:ext cx="953" cy="1203579"/>
            </a:xfrm>
            <a:custGeom>
              <a:avLst/>
              <a:gdLst/>
              <a:ahLst/>
              <a:cxnLst/>
              <a:pathLst>
                <a:path w="953" h="1203579">
                  <a:moveTo>
                    <a:pt x="0" y="0"/>
                  </a:moveTo>
                  <a:lnTo>
                    <a:pt x="0" y="1108186"/>
                  </a:lnTo>
                </a:path>
              </a:pathLst>
            </a:custGeom>
            <a:noFill/>
            <a:ln w="11906">
              <a:solidFill>
                <a:srgbClr val="263238"/>
              </a:solidFill>
              <a:prstDash val="solid"/>
            </a:ln>
          </p:spPr>
        </p:sp>
        <p:sp>
          <p:nvSpPr>
            <p:cNvPr id="1462" name="four:relaxed-hierarchy:regular-node:1184"/>
            <p:cNvSpPr>
              <a:spLocks noGrp="1"/>
            </p:cNvSpPr>
            <p:nvPr/>
          </p:nvSpPr>
          <p:spPr>
            <a:xfrm>
              <a:off x="12730666" y="5945034"/>
              <a:ext cx="60333" cy="60333"/>
            </a:xfrm>
            <a:prstGeom prst="ellipse">
              <a:avLst/>
            </a:prstGeom>
            <a:solidFill>
              <a:srgbClr val="0072B2"/>
            </a:solidFill>
            <a:ln w="9525">
              <a:solidFill>
                <a:srgbClr val="263238"/>
              </a:solidFill>
              <a:prstDash val="solid"/>
            </a:ln>
          </p:spPr>
        </p:sp>
        <p:sp>
          <p:nvSpPr>
            <p:cNvPr id="1463" name="four:relaxed-hierarchy:regular-node:1185"/>
            <p:cNvSpPr>
              <a:spLocks noGrp="1"/>
            </p:cNvSpPr>
            <p:nvPr/>
          </p:nvSpPr>
          <p:spPr>
            <a:xfrm>
              <a:off x="12730666" y="6238831"/>
              <a:ext cx="60333" cy="60333"/>
            </a:xfrm>
            <a:prstGeom prst="ellipse">
              <a:avLst/>
            </a:prstGeom>
            <a:solidFill>
              <a:srgbClr val="0072B2"/>
            </a:solidFill>
            <a:ln w="9525">
              <a:solidFill>
                <a:srgbClr val="263238"/>
              </a:solidFill>
              <a:prstDash val="solid"/>
            </a:ln>
          </p:spPr>
        </p:sp>
        <p:sp>
          <p:nvSpPr>
            <p:cNvPr id="1464" name="four:relaxed-hierarchy:regular-node:1186"/>
            <p:cNvSpPr>
              <a:spLocks noGrp="1"/>
            </p:cNvSpPr>
            <p:nvPr/>
          </p:nvSpPr>
          <p:spPr>
            <a:xfrm>
              <a:off x="12730666" y="6532628"/>
              <a:ext cx="60333" cy="60333"/>
            </a:xfrm>
            <a:prstGeom prst="ellipse">
              <a:avLst/>
            </a:prstGeom>
            <a:solidFill>
              <a:srgbClr val="0072B2"/>
            </a:solidFill>
            <a:ln w="9525">
              <a:solidFill>
                <a:srgbClr val="263238"/>
              </a:solidFill>
              <a:prstDash val="solid"/>
            </a:ln>
          </p:spPr>
        </p:sp>
        <p:sp>
          <p:nvSpPr>
            <p:cNvPr id="1465" name="four:relaxed-hierarchy:line:1187"/>
            <p:cNvSpPr>
              <a:spLocks noGrp="1"/>
            </p:cNvSpPr>
            <p:nvPr/>
          </p:nvSpPr>
          <p:spPr>
            <a:xfrm>
              <a:off x="14537817" y="5711571"/>
              <a:ext cx="953" cy="1203579"/>
            </a:xfrm>
            <a:custGeom>
              <a:avLst/>
              <a:gdLst/>
              <a:ahLst/>
              <a:cxnLst/>
              <a:pathLst>
                <a:path w="953" h="1203579">
                  <a:moveTo>
                    <a:pt x="0" y="0"/>
                  </a:moveTo>
                  <a:lnTo>
                    <a:pt x="0" y="1108186"/>
                  </a:lnTo>
                </a:path>
              </a:pathLst>
            </a:custGeom>
            <a:noFill/>
            <a:ln w="11906">
              <a:solidFill>
                <a:srgbClr val="263238"/>
              </a:solidFill>
              <a:prstDash val="solid"/>
            </a:ln>
          </p:spPr>
        </p:sp>
        <p:sp>
          <p:nvSpPr>
            <p:cNvPr id="1466" name="four:relaxed-hierarchy:regular-node:1188"/>
            <p:cNvSpPr>
              <a:spLocks noGrp="1"/>
            </p:cNvSpPr>
            <p:nvPr/>
          </p:nvSpPr>
          <p:spPr>
            <a:xfrm>
              <a:off x="14507650" y="5945034"/>
              <a:ext cx="60333" cy="60333"/>
            </a:xfrm>
            <a:prstGeom prst="ellipse">
              <a:avLst/>
            </a:prstGeom>
            <a:solidFill>
              <a:srgbClr val="CC79A7"/>
            </a:solidFill>
            <a:ln w="9525">
              <a:solidFill>
                <a:srgbClr val="263238"/>
              </a:solidFill>
              <a:prstDash val="solid"/>
            </a:ln>
          </p:spPr>
        </p:sp>
        <p:sp>
          <p:nvSpPr>
            <p:cNvPr id="1467" name="four:relaxed-hierarchy:regular-node:1189"/>
            <p:cNvSpPr>
              <a:spLocks noGrp="1"/>
            </p:cNvSpPr>
            <p:nvPr/>
          </p:nvSpPr>
          <p:spPr>
            <a:xfrm>
              <a:off x="14507650" y="6238831"/>
              <a:ext cx="60333" cy="60333"/>
            </a:xfrm>
            <a:prstGeom prst="ellipse">
              <a:avLst/>
            </a:prstGeom>
            <a:solidFill>
              <a:srgbClr val="CC79A7"/>
            </a:solidFill>
            <a:ln w="9525">
              <a:solidFill>
                <a:srgbClr val="263238"/>
              </a:solidFill>
              <a:prstDash val="solid"/>
            </a:ln>
          </p:spPr>
        </p:sp>
        <p:sp>
          <p:nvSpPr>
            <p:cNvPr id="1468" name="four:relaxed-hierarchy:regular-node:1190"/>
            <p:cNvSpPr>
              <a:spLocks noGrp="1"/>
            </p:cNvSpPr>
            <p:nvPr/>
          </p:nvSpPr>
          <p:spPr>
            <a:xfrm>
              <a:off x="14507650" y="6532628"/>
              <a:ext cx="60333" cy="60333"/>
            </a:xfrm>
            <a:prstGeom prst="ellipse">
              <a:avLst/>
            </a:prstGeom>
            <a:solidFill>
              <a:srgbClr val="CC79A7"/>
            </a:solidFill>
            <a:ln w="9525">
              <a:solidFill>
                <a:srgbClr val="263238"/>
              </a:solidFill>
              <a:prstDash val="solid"/>
            </a:ln>
          </p:spPr>
        </p:sp>
        <p:sp>
          <p:nvSpPr>
            <p:cNvPr id="1469" name="four:relaxed-hierarchy:line:1191"/>
            <p:cNvSpPr>
              <a:spLocks noGrp="1"/>
            </p:cNvSpPr>
            <p:nvPr/>
          </p:nvSpPr>
          <p:spPr>
            <a:xfrm>
              <a:off x="13649325" y="5711571"/>
              <a:ext cx="953" cy="894969"/>
            </a:xfrm>
            <a:custGeom>
              <a:avLst/>
              <a:gdLst/>
              <a:ahLst/>
              <a:cxnLst/>
              <a:pathLst>
                <a:path w="953" h="894969">
                  <a:moveTo>
                    <a:pt x="0" y="68775"/>
                  </a:moveTo>
                  <a:lnTo>
                    <a:pt x="0" y="799576"/>
                  </a:lnTo>
                </a:path>
              </a:pathLst>
            </a:custGeom>
            <a:noFill/>
            <a:ln w="11906">
              <a:solidFill>
                <a:srgbClr val="263238"/>
              </a:solidFill>
              <a:prstDash val="solid"/>
            </a:ln>
          </p:spPr>
        </p:sp>
        <p:sp>
          <p:nvSpPr>
            <p:cNvPr id="1470" name="four:relaxed-hierarchy:regular-node:1192"/>
            <p:cNvSpPr>
              <a:spLocks noGrp="1"/>
            </p:cNvSpPr>
            <p:nvPr/>
          </p:nvSpPr>
          <p:spPr>
            <a:xfrm>
              <a:off x="13619158" y="5914463"/>
              <a:ext cx="60333" cy="60333"/>
            </a:xfrm>
            <a:prstGeom prst="ellipse">
              <a:avLst/>
            </a:prstGeom>
            <a:solidFill>
              <a:srgbClr val="81C9BA"/>
            </a:solidFill>
            <a:ln w="9525">
              <a:solidFill>
                <a:srgbClr val="263238"/>
              </a:solidFill>
              <a:prstDash val="solid"/>
            </a:ln>
          </p:spPr>
        </p:sp>
        <p:sp>
          <p:nvSpPr>
            <p:cNvPr id="1471" name="four:relaxed-hierarchy:regular-node:1193"/>
            <p:cNvSpPr>
              <a:spLocks noGrp="1"/>
            </p:cNvSpPr>
            <p:nvPr/>
          </p:nvSpPr>
          <p:spPr>
            <a:xfrm>
              <a:off x="13619158" y="6115580"/>
              <a:ext cx="60333" cy="60333"/>
            </a:xfrm>
            <a:prstGeom prst="ellipse">
              <a:avLst/>
            </a:prstGeom>
            <a:solidFill>
              <a:srgbClr val="81C9BA"/>
            </a:solidFill>
            <a:ln w="9525">
              <a:solidFill>
                <a:srgbClr val="263238"/>
              </a:solidFill>
              <a:prstDash val="solid"/>
            </a:ln>
          </p:spPr>
        </p:sp>
        <p:sp>
          <p:nvSpPr>
            <p:cNvPr id="1472" name="four:relaxed-hierarchy:regular-node:1194"/>
            <p:cNvSpPr>
              <a:spLocks noGrp="1"/>
            </p:cNvSpPr>
            <p:nvPr/>
          </p:nvSpPr>
          <p:spPr>
            <a:xfrm>
              <a:off x="13619158" y="6316697"/>
              <a:ext cx="60333" cy="60333"/>
            </a:xfrm>
            <a:prstGeom prst="ellipse">
              <a:avLst/>
            </a:prstGeom>
            <a:solidFill>
              <a:srgbClr val="81C9BA"/>
            </a:solidFill>
            <a:ln w="9525">
              <a:solidFill>
                <a:srgbClr val="263238"/>
              </a:solidFill>
              <a:prstDash val="solid"/>
            </a:ln>
          </p:spPr>
        </p:sp>
        <p:sp>
          <p:nvSpPr>
            <p:cNvPr id="1473" name="four:relaxed-hierarchy:line:1195"/>
            <p:cNvSpPr>
              <a:spLocks noGrp="1"/>
            </p:cNvSpPr>
            <p:nvPr/>
          </p:nvSpPr>
          <p:spPr>
            <a:xfrm>
              <a:off x="13346430" y="6606540"/>
              <a:ext cx="605790" cy="953"/>
            </a:xfrm>
            <a:custGeom>
              <a:avLst/>
              <a:gdLst/>
              <a:ahLst/>
              <a:cxnLst/>
              <a:pathLst>
                <a:path w="605790" h="953">
                  <a:moveTo>
                    <a:pt x="0" y="0"/>
                  </a:moveTo>
                  <a:lnTo>
                    <a:pt x="207502" y="0"/>
                  </a:lnTo>
                  <a:moveTo>
                    <a:pt x="398288" y="0"/>
                  </a:moveTo>
                  <a:lnTo>
                    <a:pt x="605790" y="0"/>
                  </a:lnTo>
                </a:path>
              </a:pathLst>
            </a:custGeom>
            <a:noFill/>
            <a:ln w="11906">
              <a:solidFill>
                <a:srgbClr val="263238"/>
              </a:solidFill>
              <a:prstDash val="solid"/>
            </a:ln>
          </p:spPr>
        </p:sp>
        <p:sp>
          <p:nvSpPr>
            <p:cNvPr id="1474" name="four:relaxed-hierarchy:line:1196"/>
            <p:cNvSpPr>
              <a:spLocks noGrp="1"/>
            </p:cNvSpPr>
            <p:nvPr/>
          </p:nvSpPr>
          <p:spPr>
            <a:xfrm>
              <a:off x="13346430" y="6606540"/>
              <a:ext cx="953" cy="308610"/>
            </a:xfrm>
            <a:custGeom>
              <a:avLst/>
              <a:gdLst/>
              <a:ahLst/>
              <a:cxnLst/>
              <a:pathLst>
                <a:path w="953" h="308610">
                  <a:moveTo>
                    <a:pt x="0" y="0"/>
                  </a:moveTo>
                  <a:lnTo>
                    <a:pt x="0" y="213217"/>
                  </a:lnTo>
                </a:path>
              </a:pathLst>
            </a:custGeom>
            <a:noFill/>
            <a:ln w="11906">
              <a:solidFill>
                <a:srgbClr val="263238"/>
              </a:solidFill>
              <a:prstDash val="solid"/>
            </a:ln>
          </p:spPr>
        </p:sp>
        <p:sp>
          <p:nvSpPr>
            <p:cNvPr id="1475" name="four:relaxed-hierarchy:regular-node:1197"/>
            <p:cNvSpPr>
              <a:spLocks noGrp="1"/>
            </p:cNvSpPr>
            <p:nvPr/>
          </p:nvSpPr>
          <p:spPr>
            <a:xfrm>
              <a:off x="13316263" y="6686316"/>
              <a:ext cx="60333" cy="60333"/>
            </a:xfrm>
            <a:prstGeom prst="ellipse">
              <a:avLst/>
            </a:prstGeom>
            <a:solidFill>
              <a:srgbClr val="D55E00"/>
            </a:solidFill>
            <a:ln w="9525">
              <a:solidFill>
                <a:srgbClr val="263238"/>
              </a:solidFill>
              <a:prstDash val="solid"/>
            </a:ln>
          </p:spPr>
        </p:sp>
        <p:sp>
          <p:nvSpPr>
            <p:cNvPr id="1476" name="four:relaxed-hierarchy:line:1198"/>
            <p:cNvSpPr>
              <a:spLocks noGrp="1"/>
            </p:cNvSpPr>
            <p:nvPr/>
          </p:nvSpPr>
          <p:spPr>
            <a:xfrm>
              <a:off x="13952220" y="6606540"/>
              <a:ext cx="953" cy="308610"/>
            </a:xfrm>
            <a:custGeom>
              <a:avLst/>
              <a:gdLst/>
              <a:ahLst/>
              <a:cxnLst/>
              <a:pathLst>
                <a:path w="953" h="308610">
                  <a:moveTo>
                    <a:pt x="0" y="0"/>
                  </a:moveTo>
                  <a:lnTo>
                    <a:pt x="0" y="213217"/>
                  </a:lnTo>
                </a:path>
              </a:pathLst>
            </a:custGeom>
            <a:noFill/>
            <a:ln w="11906">
              <a:solidFill>
                <a:srgbClr val="263238"/>
              </a:solidFill>
              <a:prstDash val="solid"/>
            </a:ln>
          </p:spPr>
        </p:sp>
        <p:sp>
          <p:nvSpPr>
            <p:cNvPr id="1477" name="four:relaxed-hierarchy:regular-node:1199"/>
            <p:cNvSpPr>
              <a:spLocks noGrp="1"/>
            </p:cNvSpPr>
            <p:nvPr/>
          </p:nvSpPr>
          <p:spPr>
            <a:xfrm>
              <a:off x="13922053" y="6686316"/>
              <a:ext cx="60333" cy="60333"/>
            </a:xfrm>
            <a:prstGeom prst="ellipse">
              <a:avLst/>
            </a:prstGeom>
            <a:solidFill>
              <a:srgbClr val="009E73"/>
            </a:solidFill>
            <a:ln w="9525">
              <a:solidFill>
                <a:srgbClr val="263238"/>
              </a:solidFill>
              <a:prstDash val="solid"/>
            </a:ln>
          </p:spPr>
        </p:sp>
        <p:sp>
          <p:nvSpPr>
            <p:cNvPr id="1478" name="four:relaxed-hierarchy:critical-node:1200"/>
            <p:cNvSpPr>
              <a:spLocks noGrp="1"/>
            </p:cNvSpPr>
            <p:nvPr/>
          </p:nvSpPr>
          <p:spPr>
            <a:xfrm>
              <a:off x="13560600" y="6517815"/>
              <a:ext cx="177451" cy="177451"/>
            </a:xfrm>
            <a:prstGeom prst="diamond">
              <a:avLst/>
            </a:prstGeom>
            <a:solidFill>
              <a:srgbClr val="81C9BA"/>
            </a:solidFill>
            <a:ln w="10478">
              <a:solidFill>
                <a:srgbClr val="263238"/>
              </a:solidFill>
              <a:prstDash val="solid"/>
            </a:ln>
          </p:spPr>
        </p:sp>
        <p:sp>
          <p:nvSpPr>
            <p:cNvPr id="1479" name="four:relaxed-hierarchy:critical-node:1201"/>
            <p:cNvSpPr>
              <a:spLocks noGrp="1"/>
            </p:cNvSpPr>
            <p:nvPr/>
          </p:nvSpPr>
          <p:spPr>
            <a:xfrm>
              <a:off x="12672108" y="6826425"/>
              <a:ext cx="177451" cy="177451"/>
            </a:xfrm>
            <a:prstGeom prst="diamond">
              <a:avLst/>
            </a:prstGeom>
            <a:solidFill>
              <a:srgbClr val="0072B2"/>
            </a:solidFill>
            <a:ln w="10478">
              <a:solidFill>
                <a:srgbClr val="263238"/>
              </a:solidFill>
              <a:prstDash val="solid"/>
            </a:ln>
          </p:spPr>
        </p:sp>
        <p:sp>
          <p:nvSpPr>
            <p:cNvPr id="1480" name="four:relaxed-hierarchy:critical-node:1202"/>
            <p:cNvSpPr>
              <a:spLocks noGrp="1"/>
            </p:cNvSpPr>
            <p:nvPr/>
          </p:nvSpPr>
          <p:spPr>
            <a:xfrm>
              <a:off x="13257705" y="6826425"/>
              <a:ext cx="177451" cy="177451"/>
            </a:xfrm>
            <a:prstGeom prst="diamond">
              <a:avLst/>
            </a:prstGeom>
            <a:solidFill>
              <a:srgbClr val="D55E00"/>
            </a:solidFill>
            <a:ln w="10478">
              <a:solidFill>
                <a:srgbClr val="263238"/>
              </a:solidFill>
              <a:prstDash val="solid"/>
            </a:ln>
          </p:spPr>
        </p:sp>
        <p:sp>
          <p:nvSpPr>
            <p:cNvPr id="1481" name="four:relaxed-hierarchy:critical-node:1203"/>
            <p:cNvSpPr>
              <a:spLocks noGrp="1"/>
            </p:cNvSpPr>
            <p:nvPr/>
          </p:nvSpPr>
          <p:spPr>
            <a:xfrm>
              <a:off x="13863495" y="6826425"/>
              <a:ext cx="177451" cy="177451"/>
            </a:xfrm>
            <a:prstGeom prst="diamond">
              <a:avLst/>
            </a:prstGeom>
            <a:solidFill>
              <a:srgbClr val="009E73"/>
            </a:solidFill>
            <a:ln w="10478">
              <a:solidFill>
                <a:srgbClr val="263238"/>
              </a:solidFill>
              <a:prstDash val="solid"/>
            </a:ln>
          </p:spPr>
        </p:sp>
        <p:sp>
          <p:nvSpPr>
            <p:cNvPr id="1482" name="four:relaxed-hierarchy:critical-node:1204"/>
            <p:cNvSpPr>
              <a:spLocks noGrp="1"/>
            </p:cNvSpPr>
            <p:nvPr/>
          </p:nvSpPr>
          <p:spPr>
            <a:xfrm>
              <a:off x="14449092" y="6826425"/>
              <a:ext cx="177451" cy="177451"/>
            </a:xfrm>
            <a:prstGeom prst="diamond">
              <a:avLst/>
            </a:prstGeom>
            <a:solidFill>
              <a:srgbClr val="CC79A7"/>
            </a:solidFill>
            <a:ln w="10478">
              <a:solidFill>
                <a:srgbClr val="263238"/>
              </a:solidFill>
              <a:prstDash val="solid"/>
            </a:ln>
          </p:spPr>
        </p:sp>
      </p:grpSp>
      <p:grpSp>
        <p:nvGrpSpPr>
          <p:cNvPr id="1483" name="linked-tree-layout"/>
          <p:cNvGrpSpPr/>
          <p:nvPr/>
        </p:nvGrpSpPr>
        <p:grpSpPr>
          <a:xfrm>
            <a:off x="0" y="0"/>
            <a:ext cx="24955500" cy="8572500"/>
            <a:chOff x="0" y="0"/>
            <a:chExt cx="24955500" cy="8572500"/>
          </a:xfrm>
        </p:grpSpPr>
        <p:sp>
          <p:nvSpPr>
            <p:cNvPr id="1484" name="four:linked-tree-layout:textbox:1209"/>
            <p:cNvSpPr>
              <a:spLocks noGrp="1"/>
            </p:cNvSpPr>
            <p:nvPr/>
          </p:nvSpPr>
          <p:spPr>
            <a:xfrm>
              <a:off x="15754350" y="1057275"/>
              <a:ext cx="4114800"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Budgeted interval layout</a:t>
              </a:r>
              <a:endParaRPr sz="1800" b="1">
                <a:solidFill>
                  <a:srgbClr val="263238"/>
                </a:solidFill>
                <a:latin typeface="Arial" panose="020B0604020202090204"/>
                <a:ea typeface="Arial" panose="020B0604020202090204"/>
                <a:cs typeface="Arial" panose="020B0604020202090204"/>
              </a:endParaRPr>
            </a:p>
          </p:txBody>
        </p:sp>
        <p:sp>
          <p:nvSpPr>
            <p:cNvPr id="1485" name="four:linked-tree-layout:textbox:1238"/>
            <p:cNvSpPr>
              <a:spLocks noGrp="1"/>
            </p:cNvSpPr>
            <p:nvPr/>
          </p:nvSpPr>
          <p:spPr>
            <a:xfrm>
              <a:off x="19450050" y="1457325"/>
              <a:ext cx="428625"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a:t>
              </a:r>
              <a:endParaRPr sz="2025" b="0">
                <a:solidFill>
                  <a:srgbClr val="263238"/>
                </a:solidFill>
                <a:latin typeface="Arial" panose="020B0604020202090204"/>
                <a:ea typeface="Arial" panose="020B0604020202090204"/>
                <a:cs typeface="Arial" panose="020B0604020202090204"/>
              </a:endParaRPr>
            </a:p>
          </p:txBody>
        </p:sp>
        <p:sp>
          <p:nvSpPr>
            <p:cNvPr id="1486" name="four:linked-tree-layout:line:1239"/>
            <p:cNvSpPr>
              <a:spLocks noGrp="1"/>
            </p:cNvSpPr>
            <p:nvPr/>
          </p:nvSpPr>
          <p:spPr>
            <a:xfrm>
              <a:off x="16059150" y="3171825"/>
              <a:ext cx="3648075" cy="953"/>
            </a:xfrm>
            <a:custGeom>
              <a:avLst/>
              <a:gdLst/>
              <a:ahLst/>
              <a:cxnLst/>
              <a:pathLst>
                <a:path w="3648075" h="953">
                  <a:moveTo>
                    <a:pt x="0" y="0"/>
                  </a:moveTo>
                  <a:lnTo>
                    <a:pt x="3648075" y="0"/>
                  </a:lnTo>
                </a:path>
              </a:pathLst>
            </a:custGeom>
            <a:noFill/>
            <a:ln w="11430">
              <a:solidFill>
                <a:srgbClr val="263238"/>
              </a:solidFill>
              <a:prstDash val="dash"/>
            </a:ln>
          </p:spPr>
        </p:sp>
        <p:sp>
          <p:nvSpPr>
            <p:cNvPr id="1487" name="four:linked-tree-layout:polygon:1240"/>
            <p:cNvSpPr>
              <a:spLocks noGrp="1"/>
            </p:cNvSpPr>
            <p:nvPr/>
          </p:nvSpPr>
          <p:spPr>
            <a:xfrm>
              <a:off x="19640550" y="3143155"/>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488" name="four:linked-tree-layout:textbox:1241"/>
            <p:cNvSpPr>
              <a:spLocks noGrp="1"/>
            </p:cNvSpPr>
            <p:nvPr/>
          </p:nvSpPr>
          <p:spPr>
            <a:xfrm>
              <a:off x="15716250" y="2981325"/>
              <a:ext cx="333375" cy="342900"/>
            </a:xfrm>
            <a:prstGeom prst="rect">
              <a:avLst/>
            </a:prstGeom>
            <a:no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u</a:t>
              </a:r>
              <a:r>
                <a:rPr sz="1240" b="0" baseline="-25000">
                  <a:solidFill>
                    <a:srgbClr val="7B8790"/>
                  </a:solidFill>
                  <a:latin typeface="Arial" panose="020B0604020202090204"/>
                  <a:ea typeface="Arial" panose="020B0604020202090204"/>
                  <a:cs typeface="Arial" panose="020B0604020202090204"/>
                </a:rPr>
                <a:t>i</a:t>
              </a:r>
              <a:endParaRPr sz="1240" b="0" baseline="-25000">
                <a:solidFill>
                  <a:srgbClr val="7B8790"/>
                </a:solidFill>
                <a:latin typeface="Arial" panose="020B0604020202090204"/>
                <a:ea typeface="Arial" panose="020B0604020202090204"/>
                <a:cs typeface="Arial" panose="020B0604020202090204"/>
              </a:endParaRPr>
            </a:p>
          </p:txBody>
        </p:sp>
        <p:sp>
          <p:nvSpPr>
            <p:cNvPr id="1489" name="four:linked-tree-layout:line:1242"/>
            <p:cNvSpPr>
              <a:spLocks noGrp="1"/>
            </p:cNvSpPr>
            <p:nvPr/>
          </p:nvSpPr>
          <p:spPr>
            <a:xfrm>
              <a:off x="16268224" y="2809875"/>
              <a:ext cx="953" cy="457200"/>
            </a:xfrm>
            <a:custGeom>
              <a:avLst/>
              <a:gdLst/>
              <a:ahLst/>
              <a:cxnLst/>
              <a:pathLst>
                <a:path w="953" h="457200">
                  <a:moveTo>
                    <a:pt x="0" y="3310"/>
                  </a:moveTo>
                  <a:lnTo>
                    <a:pt x="0" y="457200"/>
                  </a:lnTo>
                </a:path>
              </a:pathLst>
            </a:custGeom>
            <a:noFill/>
            <a:ln w="13335">
              <a:solidFill>
                <a:srgbClr val="0072B2"/>
              </a:solidFill>
              <a:prstDash val="dash"/>
            </a:ln>
          </p:spPr>
        </p:sp>
        <p:sp>
          <p:nvSpPr>
            <p:cNvPr id="1490" name="four:linked-tree-layout:line:1243"/>
            <p:cNvSpPr>
              <a:spLocks noGrp="1"/>
            </p:cNvSpPr>
            <p:nvPr/>
          </p:nvSpPr>
          <p:spPr>
            <a:xfrm>
              <a:off x="16230124" y="3076575"/>
              <a:ext cx="76200" cy="953"/>
            </a:xfrm>
            <a:custGeom>
              <a:avLst/>
              <a:gdLst/>
              <a:ahLst/>
              <a:cxnLst/>
              <a:pathLst>
                <a:path w="76200" h="953">
                  <a:moveTo>
                    <a:pt x="0" y="0"/>
                  </a:moveTo>
                  <a:lnTo>
                    <a:pt x="76200" y="0"/>
                  </a:lnTo>
                </a:path>
              </a:pathLst>
            </a:custGeom>
            <a:noFill/>
            <a:ln w="14288">
              <a:solidFill>
                <a:srgbClr val="0072B2"/>
              </a:solidFill>
              <a:prstDash val="solid"/>
            </a:ln>
          </p:spPr>
        </p:sp>
        <p:sp>
          <p:nvSpPr>
            <p:cNvPr id="1491" name="four:linked-tree-layout:regular-node:1244"/>
            <p:cNvSpPr>
              <a:spLocks noGrp="1"/>
            </p:cNvSpPr>
            <p:nvPr/>
          </p:nvSpPr>
          <p:spPr>
            <a:xfrm>
              <a:off x="16246316" y="3149918"/>
              <a:ext cx="43815" cy="43815"/>
            </a:xfrm>
            <a:prstGeom prst="ellipse">
              <a:avLst/>
            </a:prstGeom>
            <a:solidFill>
              <a:srgbClr val="0072B2"/>
            </a:solidFill>
            <a:ln w="0">
              <a:noFill/>
              <a:prstDash val="solid"/>
            </a:ln>
          </p:spPr>
        </p:sp>
        <p:sp>
          <p:nvSpPr>
            <p:cNvPr id="1492" name="four:linked-tree-layout:line:1245"/>
            <p:cNvSpPr>
              <a:spLocks noGrp="1"/>
            </p:cNvSpPr>
            <p:nvPr/>
          </p:nvSpPr>
          <p:spPr>
            <a:xfrm>
              <a:off x="16268224" y="3286125"/>
              <a:ext cx="138589" cy="171450"/>
            </a:xfrm>
            <a:custGeom>
              <a:avLst/>
              <a:gdLst/>
              <a:ahLst/>
              <a:cxnLst/>
              <a:pathLst>
                <a:path w="138589" h="171450">
                  <a:moveTo>
                    <a:pt x="0" y="0"/>
                  </a:moveTo>
                  <a:lnTo>
                    <a:pt x="138589" y="171450"/>
                  </a:lnTo>
                </a:path>
              </a:pathLst>
            </a:custGeom>
            <a:noFill/>
            <a:ln w="11430">
              <a:solidFill>
                <a:srgbClr val="0072B2">
                  <a:alpha val="65000"/>
                </a:srgbClr>
              </a:solidFill>
              <a:prstDash val="solid"/>
            </a:ln>
          </p:spPr>
        </p:sp>
        <p:sp>
          <p:nvSpPr>
            <p:cNvPr id="1493" name="four:linked-tree-layout:line:1246"/>
            <p:cNvSpPr>
              <a:spLocks noGrp="1"/>
            </p:cNvSpPr>
            <p:nvPr/>
          </p:nvSpPr>
          <p:spPr>
            <a:xfrm>
              <a:off x="17284541" y="2809875"/>
              <a:ext cx="953" cy="457200"/>
            </a:xfrm>
            <a:custGeom>
              <a:avLst/>
              <a:gdLst/>
              <a:ahLst/>
              <a:cxnLst/>
              <a:pathLst>
                <a:path w="953" h="457200">
                  <a:moveTo>
                    <a:pt x="0" y="3310"/>
                  </a:moveTo>
                  <a:lnTo>
                    <a:pt x="0" y="457200"/>
                  </a:lnTo>
                </a:path>
              </a:pathLst>
            </a:custGeom>
            <a:noFill/>
            <a:ln w="13335">
              <a:solidFill>
                <a:srgbClr val="D55E00"/>
              </a:solidFill>
              <a:prstDash val="dash"/>
            </a:ln>
          </p:spPr>
        </p:sp>
        <p:sp>
          <p:nvSpPr>
            <p:cNvPr id="1494" name="four:linked-tree-layout:line:1247"/>
            <p:cNvSpPr>
              <a:spLocks noGrp="1"/>
            </p:cNvSpPr>
            <p:nvPr/>
          </p:nvSpPr>
          <p:spPr>
            <a:xfrm>
              <a:off x="17246441" y="3076575"/>
              <a:ext cx="76200" cy="953"/>
            </a:xfrm>
            <a:custGeom>
              <a:avLst/>
              <a:gdLst/>
              <a:ahLst/>
              <a:cxnLst/>
              <a:pathLst>
                <a:path w="76200" h="953">
                  <a:moveTo>
                    <a:pt x="0" y="0"/>
                  </a:moveTo>
                  <a:lnTo>
                    <a:pt x="76200" y="0"/>
                  </a:lnTo>
                </a:path>
              </a:pathLst>
            </a:custGeom>
            <a:noFill/>
            <a:ln w="14288">
              <a:solidFill>
                <a:srgbClr val="D55E00"/>
              </a:solidFill>
              <a:prstDash val="solid"/>
            </a:ln>
          </p:spPr>
        </p:sp>
        <p:sp>
          <p:nvSpPr>
            <p:cNvPr id="1495" name="four:linked-tree-layout:regular-node:1248"/>
            <p:cNvSpPr>
              <a:spLocks noGrp="1"/>
            </p:cNvSpPr>
            <p:nvPr/>
          </p:nvSpPr>
          <p:spPr>
            <a:xfrm>
              <a:off x="17262634" y="3149918"/>
              <a:ext cx="43815" cy="43815"/>
            </a:xfrm>
            <a:prstGeom prst="ellipse">
              <a:avLst/>
            </a:prstGeom>
            <a:solidFill>
              <a:srgbClr val="D55E00"/>
            </a:solidFill>
            <a:ln w="0">
              <a:noFill/>
              <a:prstDash val="solid"/>
            </a:ln>
          </p:spPr>
        </p:sp>
        <p:sp>
          <p:nvSpPr>
            <p:cNvPr id="1496" name="four:linked-tree-layout:line:1249"/>
            <p:cNvSpPr>
              <a:spLocks noGrp="1"/>
            </p:cNvSpPr>
            <p:nvPr/>
          </p:nvSpPr>
          <p:spPr>
            <a:xfrm>
              <a:off x="17284541" y="3286125"/>
              <a:ext cx="46196" cy="171450"/>
            </a:xfrm>
            <a:custGeom>
              <a:avLst/>
              <a:gdLst/>
              <a:ahLst/>
              <a:cxnLst/>
              <a:pathLst>
                <a:path w="46196" h="171450">
                  <a:moveTo>
                    <a:pt x="0" y="0"/>
                  </a:moveTo>
                  <a:lnTo>
                    <a:pt x="46196" y="171450"/>
                  </a:lnTo>
                </a:path>
              </a:pathLst>
            </a:custGeom>
            <a:noFill/>
            <a:ln w="11430">
              <a:solidFill>
                <a:srgbClr val="D55E00">
                  <a:alpha val="65000"/>
                </a:srgbClr>
              </a:solidFill>
              <a:prstDash val="solid"/>
            </a:ln>
          </p:spPr>
        </p:sp>
        <p:sp>
          <p:nvSpPr>
            <p:cNvPr id="1497" name="four:linked-tree-layout:line:1250"/>
            <p:cNvSpPr>
              <a:spLocks noGrp="1"/>
            </p:cNvSpPr>
            <p:nvPr/>
          </p:nvSpPr>
          <p:spPr>
            <a:xfrm>
              <a:off x="18300859" y="2809875"/>
              <a:ext cx="953" cy="457200"/>
            </a:xfrm>
            <a:custGeom>
              <a:avLst/>
              <a:gdLst/>
              <a:ahLst/>
              <a:cxnLst/>
              <a:pathLst>
                <a:path w="953" h="457200">
                  <a:moveTo>
                    <a:pt x="0" y="3310"/>
                  </a:moveTo>
                  <a:lnTo>
                    <a:pt x="0" y="457200"/>
                  </a:lnTo>
                </a:path>
              </a:pathLst>
            </a:custGeom>
            <a:noFill/>
            <a:ln w="13335">
              <a:solidFill>
                <a:srgbClr val="009E73"/>
              </a:solidFill>
              <a:prstDash val="dash"/>
            </a:ln>
          </p:spPr>
        </p:sp>
        <p:sp>
          <p:nvSpPr>
            <p:cNvPr id="1498" name="four:linked-tree-layout:line:1251"/>
            <p:cNvSpPr>
              <a:spLocks noGrp="1"/>
            </p:cNvSpPr>
            <p:nvPr/>
          </p:nvSpPr>
          <p:spPr>
            <a:xfrm>
              <a:off x="18262759" y="3076575"/>
              <a:ext cx="76200" cy="953"/>
            </a:xfrm>
            <a:custGeom>
              <a:avLst/>
              <a:gdLst/>
              <a:ahLst/>
              <a:cxnLst/>
              <a:pathLst>
                <a:path w="76200" h="953">
                  <a:moveTo>
                    <a:pt x="0" y="0"/>
                  </a:moveTo>
                  <a:lnTo>
                    <a:pt x="76200" y="0"/>
                  </a:lnTo>
                </a:path>
              </a:pathLst>
            </a:custGeom>
            <a:noFill/>
            <a:ln w="14288">
              <a:solidFill>
                <a:srgbClr val="009E73"/>
              </a:solidFill>
              <a:prstDash val="solid"/>
            </a:ln>
          </p:spPr>
        </p:sp>
        <p:sp>
          <p:nvSpPr>
            <p:cNvPr id="1499" name="four:linked-tree-layout:regular-node:1252"/>
            <p:cNvSpPr>
              <a:spLocks noGrp="1"/>
            </p:cNvSpPr>
            <p:nvPr/>
          </p:nvSpPr>
          <p:spPr>
            <a:xfrm>
              <a:off x="18278951" y="3149918"/>
              <a:ext cx="43815" cy="43815"/>
            </a:xfrm>
            <a:prstGeom prst="ellipse">
              <a:avLst/>
            </a:prstGeom>
            <a:solidFill>
              <a:srgbClr val="009E73"/>
            </a:solidFill>
            <a:ln w="0">
              <a:noFill/>
              <a:prstDash val="solid"/>
            </a:ln>
          </p:spPr>
        </p:sp>
        <p:sp>
          <p:nvSpPr>
            <p:cNvPr id="1500" name="four:linked-tree-layout:line:1253"/>
            <p:cNvSpPr>
              <a:spLocks noGrp="1"/>
            </p:cNvSpPr>
            <p:nvPr/>
          </p:nvSpPr>
          <p:spPr>
            <a:xfrm>
              <a:off x="18254663" y="3286125"/>
              <a:ext cx="46196" cy="171450"/>
            </a:xfrm>
            <a:custGeom>
              <a:avLst/>
              <a:gdLst/>
              <a:ahLst/>
              <a:cxnLst/>
              <a:pathLst>
                <a:path w="46196" h="171450">
                  <a:moveTo>
                    <a:pt x="46196" y="0"/>
                  </a:moveTo>
                  <a:lnTo>
                    <a:pt x="0" y="171450"/>
                  </a:lnTo>
                </a:path>
              </a:pathLst>
            </a:custGeom>
            <a:noFill/>
            <a:ln w="11430">
              <a:solidFill>
                <a:srgbClr val="009E73">
                  <a:alpha val="65000"/>
                </a:srgbClr>
              </a:solidFill>
              <a:prstDash val="solid"/>
            </a:ln>
          </p:spPr>
        </p:sp>
        <p:sp>
          <p:nvSpPr>
            <p:cNvPr id="1501" name="four:linked-tree-layout:line:1254"/>
            <p:cNvSpPr>
              <a:spLocks noGrp="1"/>
            </p:cNvSpPr>
            <p:nvPr/>
          </p:nvSpPr>
          <p:spPr>
            <a:xfrm>
              <a:off x="19317176" y="2809875"/>
              <a:ext cx="953" cy="457200"/>
            </a:xfrm>
            <a:custGeom>
              <a:avLst/>
              <a:gdLst/>
              <a:ahLst/>
              <a:cxnLst/>
              <a:pathLst>
                <a:path w="953" h="457200">
                  <a:moveTo>
                    <a:pt x="0" y="3310"/>
                  </a:moveTo>
                  <a:lnTo>
                    <a:pt x="0" y="457200"/>
                  </a:lnTo>
                </a:path>
              </a:pathLst>
            </a:custGeom>
            <a:noFill/>
            <a:ln w="13335">
              <a:solidFill>
                <a:srgbClr val="CC79A7"/>
              </a:solidFill>
              <a:prstDash val="dash"/>
            </a:ln>
          </p:spPr>
        </p:sp>
        <p:sp>
          <p:nvSpPr>
            <p:cNvPr id="1502" name="four:linked-tree-layout:line:1255"/>
            <p:cNvSpPr>
              <a:spLocks noGrp="1"/>
            </p:cNvSpPr>
            <p:nvPr/>
          </p:nvSpPr>
          <p:spPr>
            <a:xfrm>
              <a:off x="19279076" y="3076575"/>
              <a:ext cx="76200" cy="953"/>
            </a:xfrm>
            <a:custGeom>
              <a:avLst/>
              <a:gdLst/>
              <a:ahLst/>
              <a:cxnLst/>
              <a:pathLst>
                <a:path w="76200" h="953">
                  <a:moveTo>
                    <a:pt x="0" y="0"/>
                  </a:moveTo>
                  <a:lnTo>
                    <a:pt x="76200" y="0"/>
                  </a:lnTo>
                </a:path>
              </a:pathLst>
            </a:custGeom>
            <a:noFill/>
            <a:ln w="14288">
              <a:solidFill>
                <a:srgbClr val="CC79A7"/>
              </a:solidFill>
              <a:prstDash val="solid"/>
            </a:ln>
          </p:spPr>
        </p:sp>
        <p:sp>
          <p:nvSpPr>
            <p:cNvPr id="1503" name="four:linked-tree-layout:regular-node:1256"/>
            <p:cNvSpPr>
              <a:spLocks noGrp="1"/>
            </p:cNvSpPr>
            <p:nvPr/>
          </p:nvSpPr>
          <p:spPr>
            <a:xfrm>
              <a:off x="19295269" y="3149918"/>
              <a:ext cx="43815" cy="43815"/>
            </a:xfrm>
            <a:prstGeom prst="ellipse">
              <a:avLst/>
            </a:prstGeom>
            <a:solidFill>
              <a:srgbClr val="CC79A7"/>
            </a:solidFill>
            <a:ln w="0">
              <a:noFill/>
              <a:prstDash val="solid"/>
            </a:ln>
          </p:spPr>
        </p:sp>
        <p:sp>
          <p:nvSpPr>
            <p:cNvPr id="1504" name="four:linked-tree-layout:line:1257"/>
            <p:cNvSpPr>
              <a:spLocks noGrp="1"/>
            </p:cNvSpPr>
            <p:nvPr/>
          </p:nvSpPr>
          <p:spPr>
            <a:xfrm>
              <a:off x="19178588" y="3286125"/>
              <a:ext cx="138589" cy="171450"/>
            </a:xfrm>
            <a:custGeom>
              <a:avLst/>
              <a:gdLst/>
              <a:ahLst/>
              <a:cxnLst/>
              <a:pathLst>
                <a:path w="138589" h="171450">
                  <a:moveTo>
                    <a:pt x="138589" y="0"/>
                  </a:moveTo>
                  <a:lnTo>
                    <a:pt x="0" y="171450"/>
                  </a:lnTo>
                </a:path>
              </a:pathLst>
            </a:custGeom>
            <a:noFill/>
            <a:ln w="11430">
              <a:solidFill>
                <a:srgbClr val="CC79A7">
                  <a:alpha val="65000"/>
                </a:srgbClr>
              </a:solidFill>
              <a:prstDash val="solid"/>
            </a:ln>
          </p:spPr>
        </p:sp>
        <p:sp>
          <p:nvSpPr>
            <p:cNvPr id="1505" name="four:linked-tree-layout:line:1258"/>
            <p:cNvSpPr>
              <a:spLocks noGrp="1"/>
            </p:cNvSpPr>
            <p:nvPr/>
          </p:nvSpPr>
          <p:spPr>
            <a:xfrm>
              <a:off x="16059150" y="3600450"/>
              <a:ext cx="3648075" cy="953"/>
            </a:xfrm>
            <a:custGeom>
              <a:avLst/>
              <a:gdLst/>
              <a:ahLst/>
              <a:cxnLst/>
              <a:pathLst>
                <a:path w="3648075" h="953">
                  <a:moveTo>
                    <a:pt x="0" y="0"/>
                  </a:moveTo>
                  <a:lnTo>
                    <a:pt x="3648075" y="0"/>
                  </a:lnTo>
                </a:path>
              </a:pathLst>
            </a:custGeom>
            <a:noFill/>
            <a:ln w="14288">
              <a:solidFill>
                <a:srgbClr val="263238"/>
              </a:solidFill>
              <a:prstDash val="solid"/>
            </a:ln>
          </p:spPr>
        </p:sp>
        <p:sp>
          <p:nvSpPr>
            <p:cNvPr id="1506" name="four:linked-tree-layout:polygon:1259"/>
            <p:cNvSpPr>
              <a:spLocks noGrp="1"/>
            </p:cNvSpPr>
            <p:nvPr/>
          </p:nvSpPr>
          <p:spPr>
            <a:xfrm>
              <a:off x="19631025" y="3567684"/>
              <a:ext cx="76200" cy="65532"/>
            </a:xfrm>
            <a:custGeom>
              <a:avLst/>
              <a:gdLst/>
              <a:ahLst/>
              <a:cxnLst/>
              <a:pathLst>
                <a:path w="76200" h="65532">
                  <a:moveTo>
                    <a:pt x="76200" y="32766"/>
                  </a:moveTo>
                  <a:lnTo>
                    <a:pt x="0" y="0"/>
                  </a:lnTo>
                  <a:lnTo>
                    <a:pt x="0" y="65532"/>
                  </a:lnTo>
                  <a:close/>
                </a:path>
              </a:pathLst>
            </a:custGeom>
            <a:solidFill>
              <a:srgbClr val="263238"/>
            </a:solidFill>
            <a:ln w="0">
              <a:noFill/>
              <a:prstDash val="solid"/>
            </a:ln>
          </p:spPr>
        </p:sp>
        <p:sp>
          <p:nvSpPr>
            <p:cNvPr id="1507" name="four:linked-tree-layout:textbox:1260"/>
            <p:cNvSpPr>
              <a:spLocks noGrp="1"/>
            </p:cNvSpPr>
            <p:nvPr/>
          </p:nvSpPr>
          <p:spPr>
            <a:xfrm>
              <a:off x="15716250" y="3409950"/>
              <a:ext cx="333375" cy="342900"/>
            </a:xfrm>
            <a:prstGeom prst="rect">
              <a:avLst/>
            </a:prstGeom>
            <a:no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q</a:t>
              </a:r>
              <a:r>
                <a:rPr sz="1240" b="0" baseline="-25000">
                  <a:solidFill>
                    <a:srgbClr val="7B8790"/>
                  </a:solidFill>
                  <a:latin typeface="Arial" panose="020B0604020202090204"/>
                  <a:ea typeface="Arial" panose="020B0604020202090204"/>
                  <a:cs typeface="Arial" panose="020B0604020202090204"/>
                </a:rPr>
                <a:t>i</a:t>
              </a:r>
              <a:endParaRPr sz="1240" b="0" baseline="-25000">
                <a:solidFill>
                  <a:srgbClr val="7B8790"/>
                </a:solidFill>
                <a:latin typeface="Arial" panose="020B0604020202090204"/>
                <a:ea typeface="Arial" panose="020B0604020202090204"/>
                <a:cs typeface="Arial" panose="020B0604020202090204"/>
              </a:endParaRPr>
            </a:p>
          </p:txBody>
        </p:sp>
        <p:sp>
          <p:nvSpPr>
            <p:cNvPr id="1508" name="four:linked-tree-layout:interval-A:1261"/>
            <p:cNvSpPr>
              <a:spLocks noGrp="1"/>
            </p:cNvSpPr>
            <p:nvPr/>
          </p:nvSpPr>
          <p:spPr>
            <a:xfrm>
              <a:off x="16222028" y="3462338"/>
              <a:ext cx="369570" cy="276225"/>
            </a:xfrm>
            <a:prstGeom prst="rect">
              <a:avLst/>
            </a:prstGeom>
            <a:solidFill>
              <a:srgbClr val="0072B2"/>
            </a:solidFill>
            <a:ln w="7620">
              <a:solidFill>
                <a:srgbClr val="263238"/>
              </a:solidFill>
              <a:prstDash val="solid"/>
            </a:ln>
          </p:spPr>
        </p:sp>
        <p:sp>
          <p:nvSpPr>
            <p:cNvPr id="1509" name="four:linked-tree-layout:regular-node:1262"/>
            <p:cNvSpPr>
              <a:spLocks noGrp="1"/>
            </p:cNvSpPr>
            <p:nvPr/>
          </p:nvSpPr>
          <p:spPr>
            <a:xfrm>
              <a:off x="16383000" y="3576638"/>
              <a:ext cx="47625" cy="47625"/>
            </a:xfrm>
            <a:prstGeom prst="ellipse">
              <a:avLst/>
            </a:prstGeom>
            <a:solidFill>
              <a:srgbClr val="263238"/>
            </a:solidFill>
            <a:ln w="0">
              <a:noFill/>
              <a:prstDash val="solid"/>
            </a:ln>
          </p:spPr>
        </p:sp>
        <p:sp>
          <p:nvSpPr>
            <p:cNvPr id="1510" name="four:linked-tree-layout:interval-C:1263"/>
            <p:cNvSpPr>
              <a:spLocks noGrp="1"/>
            </p:cNvSpPr>
            <p:nvPr/>
          </p:nvSpPr>
          <p:spPr>
            <a:xfrm>
              <a:off x="17145953" y="3462338"/>
              <a:ext cx="369570" cy="276225"/>
            </a:xfrm>
            <a:prstGeom prst="rect">
              <a:avLst/>
            </a:prstGeom>
            <a:solidFill>
              <a:srgbClr val="D55E00"/>
            </a:solidFill>
            <a:ln w="7620">
              <a:solidFill>
                <a:srgbClr val="263238"/>
              </a:solidFill>
              <a:prstDash val="solid"/>
            </a:ln>
          </p:spPr>
        </p:sp>
        <p:sp>
          <p:nvSpPr>
            <p:cNvPr id="1511" name="four:linked-tree-layout:regular-node:1264"/>
            <p:cNvSpPr>
              <a:spLocks noGrp="1"/>
            </p:cNvSpPr>
            <p:nvPr/>
          </p:nvSpPr>
          <p:spPr>
            <a:xfrm>
              <a:off x="17306925" y="3576638"/>
              <a:ext cx="47625" cy="47625"/>
            </a:xfrm>
            <a:prstGeom prst="ellipse">
              <a:avLst/>
            </a:prstGeom>
            <a:solidFill>
              <a:srgbClr val="263238"/>
            </a:solidFill>
            <a:ln w="0">
              <a:noFill/>
              <a:prstDash val="solid"/>
            </a:ln>
          </p:spPr>
        </p:sp>
        <p:sp>
          <p:nvSpPr>
            <p:cNvPr id="1512" name="four:linked-tree-layout:interval-D:1265"/>
            <p:cNvSpPr>
              <a:spLocks noGrp="1"/>
            </p:cNvSpPr>
            <p:nvPr/>
          </p:nvSpPr>
          <p:spPr>
            <a:xfrm>
              <a:off x="18069878" y="3462338"/>
              <a:ext cx="369570" cy="276225"/>
            </a:xfrm>
            <a:prstGeom prst="rect">
              <a:avLst/>
            </a:prstGeom>
            <a:solidFill>
              <a:srgbClr val="009E73"/>
            </a:solidFill>
            <a:ln w="7620">
              <a:solidFill>
                <a:srgbClr val="263238"/>
              </a:solidFill>
              <a:prstDash val="solid"/>
            </a:ln>
          </p:spPr>
        </p:sp>
        <p:sp>
          <p:nvSpPr>
            <p:cNvPr id="1513" name="four:linked-tree-layout:regular-node:1266"/>
            <p:cNvSpPr>
              <a:spLocks noGrp="1"/>
            </p:cNvSpPr>
            <p:nvPr/>
          </p:nvSpPr>
          <p:spPr>
            <a:xfrm>
              <a:off x="18230850" y="3576638"/>
              <a:ext cx="47625" cy="47625"/>
            </a:xfrm>
            <a:prstGeom prst="ellipse">
              <a:avLst/>
            </a:prstGeom>
            <a:solidFill>
              <a:srgbClr val="263238"/>
            </a:solidFill>
            <a:ln w="0">
              <a:noFill/>
              <a:prstDash val="solid"/>
            </a:ln>
          </p:spPr>
        </p:sp>
        <p:sp>
          <p:nvSpPr>
            <p:cNvPr id="1514" name="four:linked-tree-layout:interval-B:1267"/>
            <p:cNvSpPr>
              <a:spLocks noGrp="1"/>
            </p:cNvSpPr>
            <p:nvPr/>
          </p:nvSpPr>
          <p:spPr>
            <a:xfrm>
              <a:off x="18993803" y="3462338"/>
              <a:ext cx="369570" cy="276225"/>
            </a:xfrm>
            <a:prstGeom prst="rect">
              <a:avLst/>
            </a:prstGeom>
            <a:solidFill>
              <a:srgbClr val="CC79A7"/>
            </a:solidFill>
            <a:ln w="7620">
              <a:solidFill>
                <a:srgbClr val="263238"/>
              </a:solidFill>
              <a:prstDash val="solid"/>
            </a:ln>
          </p:spPr>
        </p:sp>
        <p:sp>
          <p:nvSpPr>
            <p:cNvPr id="1515" name="four:linked-tree-layout:regular-node:1268"/>
            <p:cNvSpPr>
              <a:spLocks noGrp="1"/>
            </p:cNvSpPr>
            <p:nvPr/>
          </p:nvSpPr>
          <p:spPr>
            <a:xfrm>
              <a:off x="19154775" y="3576638"/>
              <a:ext cx="47625" cy="47625"/>
            </a:xfrm>
            <a:prstGeom prst="ellipse">
              <a:avLst/>
            </a:prstGeom>
            <a:solidFill>
              <a:srgbClr val="263238"/>
            </a:solidFill>
            <a:ln w="0">
              <a:noFill/>
              <a:prstDash val="solid"/>
            </a:ln>
          </p:spPr>
        </p:sp>
        <p:sp>
          <p:nvSpPr>
            <p:cNvPr id="1516" name="four:linked-tree-layout:line:1269"/>
            <p:cNvSpPr>
              <a:spLocks noGrp="1"/>
            </p:cNvSpPr>
            <p:nvPr/>
          </p:nvSpPr>
          <p:spPr>
            <a:xfrm>
              <a:off x="19317176" y="3286125"/>
              <a:ext cx="953" cy="152400"/>
            </a:xfrm>
            <a:custGeom>
              <a:avLst/>
              <a:gdLst/>
              <a:ahLst/>
              <a:cxnLst/>
              <a:pathLst>
                <a:path w="953" h="152400">
                  <a:moveTo>
                    <a:pt x="0" y="0"/>
                  </a:moveTo>
                  <a:lnTo>
                    <a:pt x="0" y="152400"/>
                  </a:lnTo>
                </a:path>
              </a:pathLst>
            </a:custGeom>
            <a:noFill/>
            <a:ln w="9525">
              <a:solidFill>
                <a:srgbClr val="CC79A7"/>
              </a:solidFill>
              <a:prstDash val="dash"/>
            </a:ln>
          </p:spPr>
        </p:sp>
        <p:sp>
          <p:nvSpPr>
            <p:cNvPr id="1517" name="four:linked-tree-layout:line:1270"/>
            <p:cNvSpPr>
              <a:spLocks noGrp="1"/>
            </p:cNvSpPr>
            <p:nvPr/>
          </p:nvSpPr>
          <p:spPr>
            <a:xfrm>
              <a:off x="19178588" y="3371850"/>
              <a:ext cx="953" cy="85725"/>
            </a:xfrm>
            <a:custGeom>
              <a:avLst/>
              <a:gdLst/>
              <a:ahLst/>
              <a:cxnLst/>
              <a:pathLst>
                <a:path w="953" h="85725">
                  <a:moveTo>
                    <a:pt x="0" y="85725"/>
                  </a:moveTo>
                  <a:lnTo>
                    <a:pt x="0" y="0"/>
                  </a:lnTo>
                </a:path>
              </a:pathLst>
            </a:custGeom>
            <a:noFill/>
            <a:ln w="9525">
              <a:solidFill>
                <a:srgbClr val="CC79A7"/>
              </a:solidFill>
              <a:prstDash val="solid"/>
            </a:ln>
          </p:spPr>
        </p:sp>
        <p:sp>
          <p:nvSpPr>
            <p:cNvPr id="1518" name="four:linked-tree-layout:line:1271"/>
            <p:cNvSpPr>
              <a:spLocks noGrp="1"/>
            </p:cNvSpPr>
            <p:nvPr/>
          </p:nvSpPr>
          <p:spPr>
            <a:xfrm>
              <a:off x="19178588" y="3400425"/>
              <a:ext cx="138589" cy="953"/>
            </a:xfrm>
            <a:custGeom>
              <a:avLst/>
              <a:gdLst/>
              <a:ahLst/>
              <a:cxnLst/>
              <a:pathLst>
                <a:path w="138589" h="953">
                  <a:moveTo>
                    <a:pt x="0" y="0"/>
                  </a:moveTo>
                  <a:lnTo>
                    <a:pt x="138589" y="0"/>
                  </a:lnTo>
                </a:path>
              </a:pathLst>
            </a:custGeom>
            <a:noFill/>
            <a:ln w="14288">
              <a:solidFill>
                <a:srgbClr val="CC79A7"/>
              </a:solidFill>
              <a:prstDash val="solid"/>
            </a:ln>
          </p:spPr>
        </p:sp>
        <p:sp>
          <p:nvSpPr>
            <p:cNvPr id="1519" name="four:linked-tree-layout:polygon:1272"/>
            <p:cNvSpPr>
              <a:spLocks noGrp="1"/>
            </p:cNvSpPr>
            <p:nvPr/>
          </p:nvSpPr>
          <p:spPr>
            <a:xfrm>
              <a:off x="19279076" y="3384042"/>
              <a:ext cx="38100" cy="32766"/>
            </a:xfrm>
            <a:custGeom>
              <a:avLst/>
              <a:gdLst/>
              <a:ahLst/>
              <a:cxnLst/>
              <a:pathLst>
                <a:path w="38100" h="32766">
                  <a:moveTo>
                    <a:pt x="38100" y="16383"/>
                  </a:moveTo>
                  <a:lnTo>
                    <a:pt x="0" y="0"/>
                  </a:lnTo>
                  <a:lnTo>
                    <a:pt x="0" y="32766"/>
                  </a:lnTo>
                  <a:close/>
                </a:path>
              </a:pathLst>
            </a:custGeom>
            <a:solidFill>
              <a:srgbClr val="CC79A7"/>
            </a:solidFill>
            <a:ln w="0">
              <a:noFill/>
              <a:prstDash val="solid"/>
            </a:ln>
          </p:spPr>
        </p:sp>
        <p:sp>
          <p:nvSpPr>
            <p:cNvPr id="1520" name="four:linked-tree-layout:polygon:1273"/>
            <p:cNvSpPr>
              <a:spLocks noGrp="1"/>
            </p:cNvSpPr>
            <p:nvPr/>
          </p:nvSpPr>
          <p:spPr>
            <a:xfrm>
              <a:off x="19178588" y="3384042"/>
              <a:ext cx="38100" cy="32766"/>
            </a:xfrm>
            <a:custGeom>
              <a:avLst/>
              <a:gdLst/>
              <a:ahLst/>
              <a:cxnLst/>
              <a:pathLst>
                <a:path w="38100" h="32766">
                  <a:moveTo>
                    <a:pt x="0" y="16383"/>
                  </a:moveTo>
                  <a:lnTo>
                    <a:pt x="38100" y="32766"/>
                  </a:lnTo>
                  <a:lnTo>
                    <a:pt x="38100" y="0"/>
                  </a:lnTo>
                  <a:close/>
                </a:path>
              </a:pathLst>
            </a:custGeom>
            <a:solidFill>
              <a:srgbClr val="CC79A7"/>
            </a:solidFill>
            <a:ln w="0">
              <a:noFill/>
              <a:prstDash val="solid"/>
            </a:ln>
          </p:spPr>
        </p:sp>
        <p:sp>
          <p:nvSpPr>
            <p:cNvPr id="1521" name="four:linked-tree-layout:textbox:1274"/>
            <p:cNvSpPr>
              <a:spLocks noGrp="1"/>
            </p:cNvSpPr>
            <p:nvPr/>
          </p:nvSpPr>
          <p:spPr>
            <a:xfrm>
              <a:off x="15754350" y="3752850"/>
              <a:ext cx="1885950" cy="238125"/>
            </a:xfrm>
            <a:prstGeom prst="rect">
              <a:avLst/>
            </a:prstGeom>
            <a:noFill/>
            <a:ln w="0">
              <a:noFill/>
              <a:prstDash val="solid"/>
            </a:ln>
          </p:spPr>
          <p:txBody>
            <a:bodyPr wrap="none" lIns="0" tIns="0" rIns="0" bIns="0" anchor="ctr">
              <a:normAutofit/>
            </a:bodyPr>
            <a:lstStyle>
              <a:defPPr algn="ctr">
                <a:defRPr sz="1500" b="0">
                  <a:solidFill>
                    <a:srgbClr val="7B8790"/>
                  </a:solidFill>
                  <a:latin typeface="Arial" panose="020B0604020202090204"/>
                  <a:ea typeface="Arial" panose="020B0604020202090204"/>
                  <a:cs typeface="Arial" panose="020B0604020202090204"/>
                </a:defRPr>
              </a:defPPr>
            </a:lstStyle>
            <a:p>
              <a:pPr algn="ctr">
                <a:defRPr sz="1500" b="0">
                  <a:solidFill>
                    <a:srgbClr val="7B8790"/>
                  </a:solidFill>
                  <a:latin typeface="Arial" panose="020B0604020202090204"/>
                  <a:ea typeface="Arial" panose="020B0604020202090204"/>
                  <a:cs typeface="Arial" panose="020B0604020202090204"/>
                </a:defRPr>
              </a:pPr>
              <a:r>
                <a:rPr sz="1500" b="0">
                  <a:solidFill>
                    <a:srgbClr val="7B8790"/>
                  </a:solidFill>
                  <a:latin typeface="Arial" panose="020B0604020202090204"/>
                  <a:ea typeface="Arial" panose="020B0604020202090204"/>
                  <a:cs typeface="Arial" panose="020B0604020202090204"/>
                </a:rPr>
                <a:t>Reference positions</a:t>
              </a:r>
              <a:endParaRPr sz="1500" b="0">
                <a:solidFill>
                  <a:srgbClr val="7B8790"/>
                </a:solidFill>
                <a:latin typeface="Arial" panose="020B0604020202090204"/>
                <a:ea typeface="Arial" panose="020B0604020202090204"/>
                <a:cs typeface="Arial" panose="020B0604020202090204"/>
              </a:endParaRPr>
            </a:p>
          </p:txBody>
        </p:sp>
        <p:sp>
          <p:nvSpPr>
            <p:cNvPr id="1522" name="four:linked-tree-layout:textbox:1275"/>
            <p:cNvSpPr>
              <a:spLocks noGrp="1"/>
            </p:cNvSpPr>
            <p:nvPr/>
          </p:nvSpPr>
          <p:spPr>
            <a:xfrm>
              <a:off x="17678400" y="3676650"/>
              <a:ext cx="2190750" cy="342900"/>
            </a:xfrm>
            <a:prstGeom prst="rect">
              <a:avLst/>
            </a:prstGeom>
            <a:noFill/>
            <a:ln w="0">
              <a:noFill/>
              <a:prstDash val="solid"/>
            </a:ln>
          </p:spPr>
          <p:txBody>
            <a:bodyPr wrap="none" lIns="0" tIns="0" rIns="0" bIns="0" anchor="ctr">
              <a:normAutofit/>
            </a:bodyPr>
            <a:lstStyle>
              <a:defPPr algn="ctr">
                <a:defRPr sz="1800" b="0">
                  <a:solidFill>
                    <a:srgbClr val="7B8790"/>
                  </a:solidFill>
                  <a:latin typeface="Arial" panose="020B0604020202090204"/>
                  <a:ea typeface="Arial" panose="020B0604020202090204"/>
                  <a:cs typeface="Arial" panose="020B0604020202090204"/>
                </a:defRPr>
              </a:defPPr>
            </a:lstStyle>
            <a:p>
              <a:pPr algn="ctr">
                <a:defRPr sz="1800" b="0">
                  <a:solidFill>
                    <a:srgbClr val="7B8790"/>
                  </a:solidFill>
                  <a:latin typeface="Arial" panose="020B0604020202090204"/>
                  <a:ea typeface="Arial" panose="020B0604020202090204"/>
                  <a:cs typeface="Arial" panose="020B0604020202090204"/>
                </a:defRPr>
              </a:pPr>
              <a:r>
                <a:rPr sz="1800" b="0">
                  <a:solidFill>
                    <a:srgbClr val="7B8790"/>
                  </a:solidFill>
                  <a:latin typeface="Arial" panose="020B0604020202090204"/>
                  <a:ea typeface="Arial" panose="020B0604020202090204"/>
                  <a:cs typeface="Arial" panose="020B0604020202090204"/>
                </a:rPr>
                <a:t>e</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 = |</a:t>
              </a:r>
              <a:r>
                <a:rPr sz="1800" b="0">
                  <a:solidFill>
                    <a:srgbClr val="7B8790"/>
                  </a:solidFill>
                  <a:latin typeface="Arial" panose="020B0604020202090204"/>
                  <a:ea typeface="Arial" panose="020B0604020202090204"/>
                  <a:cs typeface="Arial" panose="020B0604020202090204"/>
                </a:rPr>
                <a:t>u</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 − </a:t>
              </a:r>
              <a:r>
                <a:rPr sz="1800" b="0">
                  <a:solidFill>
                    <a:srgbClr val="7B8790"/>
                  </a:solidFill>
                  <a:latin typeface="Arial" panose="020B0604020202090204"/>
                  <a:ea typeface="Arial" panose="020B0604020202090204"/>
                  <a:cs typeface="Arial" panose="020B0604020202090204"/>
                </a:rPr>
                <a:t>q</a:t>
              </a:r>
              <a:r>
                <a:rPr sz="1295" b="0" baseline="-25000">
                  <a:solidFill>
                    <a:srgbClr val="7B8790"/>
                  </a:solidFill>
                  <a:latin typeface="Arial" panose="020B0604020202090204"/>
                  <a:ea typeface="Arial" panose="020B0604020202090204"/>
                  <a:cs typeface="Arial" panose="020B0604020202090204"/>
                </a:rPr>
                <a:t>i</a:t>
              </a:r>
              <a:r>
                <a:rPr sz="1800" b="0">
                  <a:solidFill>
                    <a:srgbClr val="7B8790"/>
                  </a:solidFill>
                  <a:latin typeface="Arial" panose="020B0604020202090204"/>
                  <a:ea typeface="Arial" panose="020B0604020202090204"/>
                  <a:cs typeface="Arial" panose="020B0604020202090204"/>
                </a:rPr>
                <a:t>|</a:t>
              </a:r>
              <a:endParaRPr sz="1800" b="0">
                <a:solidFill>
                  <a:srgbClr val="7B8790"/>
                </a:solidFill>
                <a:latin typeface="Arial" panose="020B0604020202090204"/>
                <a:ea typeface="Arial" panose="020B0604020202090204"/>
                <a:cs typeface="Arial" panose="020B0604020202090204"/>
              </a:endParaRPr>
            </a:p>
          </p:txBody>
        </p:sp>
      </p:grpSp>
      <p:grpSp>
        <p:nvGrpSpPr>
          <p:cNvPr id="1523" name="layout-hierarchy"/>
          <p:cNvGrpSpPr/>
          <p:nvPr/>
        </p:nvGrpSpPr>
        <p:grpSpPr>
          <a:xfrm>
            <a:off x="0" y="0"/>
            <a:ext cx="24955500" cy="8572500"/>
            <a:chOff x="0" y="0"/>
            <a:chExt cx="24955500" cy="8572500"/>
          </a:xfrm>
        </p:grpSpPr>
        <p:sp>
          <p:nvSpPr>
            <p:cNvPr id="1524" name="four:layout-hierarchy:line:1210"/>
            <p:cNvSpPr>
              <a:spLocks noGrp="1"/>
            </p:cNvSpPr>
            <p:nvPr/>
          </p:nvSpPr>
          <p:spPr>
            <a:xfrm>
              <a:off x="17792700" y="1466850"/>
              <a:ext cx="953" cy="278701"/>
            </a:xfrm>
            <a:custGeom>
              <a:avLst/>
              <a:gdLst/>
              <a:ahLst/>
              <a:cxnLst/>
              <a:pathLst>
                <a:path w="953" h="278701">
                  <a:moveTo>
                    <a:pt x="0" y="57657"/>
                  </a:moveTo>
                  <a:lnTo>
                    <a:pt x="0" y="221044"/>
                  </a:lnTo>
                </a:path>
              </a:pathLst>
            </a:custGeom>
            <a:noFill/>
            <a:ln w="11906">
              <a:solidFill>
                <a:srgbClr val="263238"/>
              </a:solidFill>
              <a:prstDash val="solid"/>
            </a:ln>
          </p:spPr>
        </p:sp>
        <p:sp>
          <p:nvSpPr>
            <p:cNvPr id="1525" name="four:layout-hierarchy:regular-node:1211"/>
            <p:cNvSpPr>
              <a:spLocks noGrp="1"/>
            </p:cNvSpPr>
            <p:nvPr/>
          </p:nvSpPr>
          <p:spPr>
            <a:xfrm>
              <a:off x="17775218" y="1553437"/>
              <a:ext cx="34964" cy="34964"/>
            </a:xfrm>
            <a:prstGeom prst="ellipse">
              <a:avLst/>
            </a:prstGeom>
            <a:solidFill>
              <a:srgbClr val="DCE8ED"/>
            </a:solidFill>
            <a:ln w="9525">
              <a:solidFill>
                <a:srgbClr val="263238"/>
              </a:solidFill>
              <a:prstDash val="solid"/>
            </a:ln>
          </p:spPr>
        </p:sp>
        <p:sp>
          <p:nvSpPr>
            <p:cNvPr id="1526" name="four:layout-hierarchy:regular-node:1212"/>
            <p:cNvSpPr>
              <a:spLocks noGrp="1"/>
            </p:cNvSpPr>
            <p:nvPr/>
          </p:nvSpPr>
          <p:spPr>
            <a:xfrm>
              <a:off x="17775218" y="1624000"/>
              <a:ext cx="34964" cy="34964"/>
            </a:xfrm>
            <a:prstGeom prst="ellipse">
              <a:avLst/>
            </a:prstGeom>
            <a:solidFill>
              <a:srgbClr val="DCE8ED"/>
            </a:solidFill>
            <a:ln w="9525">
              <a:solidFill>
                <a:srgbClr val="263238"/>
              </a:solidFill>
              <a:prstDash val="solid"/>
            </a:ln>
          </p:spPr>
        </p:sp>
        <p:sp>
          <p:nvSpPr>
            <p:cNvPr id="1527" name="four:layout-hierarchy:critical-node:1213"/>
            <p:cNvSpPr>
              <a:spLocks noGrp="1"/>
            </p:cNvSpPr>
            <p:nvPr/>
          </p:nvSpPr>
          <p:spPr>
            <a:xfrm>
              <a:off x="17741710" y="1415860"/>
              <a:ext cx="101979" cy="101979"/>
            </a:xfrm>
            <a:prstGeom prst="diamond">
              <a:avLst/>
            </a:prstGeom>
            <a:solidFill>
              <a:srgbClr val="DCE8ED"/>
            </a:solidFill>
            <a:ln w="10478">
              <a:solidFill>
                <a:srgbClr val="263238"/>
              </a:solidFill>
              <a:prstDash val="solid"/>
            </a:ln>
          </p:spPr>
        </p:sp>
        <p:sp>
          <p:nvSpPr>
            <p:cNvPr id="1528" name="four:layout-hierarchy:critical-node:1214"/>
            <p:cNvSpPr>
              <a:spLocks noGrp="1"/>
            </p:cNvSpPr>
            <p:nvPr/>
          </p:nvSpPr>
          <p:spPr>
            <a:xfrm>
              <a:off x="17741710" y="1694562"/>
              <a:ext cx="101979" cy="101979"/>
            </a:xfrm>
            <a:prstGeom prst="diamond">
              <a:avLst/>
            </a:prstGeom>
            <a:solidFill>
              <a:srgbClr val="DCE8ED"/>
            </a:solidFill>
            <a:ln w="10478">
              <a:solidFill>
                <a:srgbClr val="263238"/>
              </a:solidFill>
              <a:prstDash val="solid"/>
            </a:ln>
          </p:spPr>
        </p:sp>
        <p:sp>
          <p:nvSpPr>
            <p:cNvPr id="1529" name="four:layout-hierarchy:line:1215"/>
            <p:cNvSpPr>
              <a:spLocks noGrp="1"/>
            </p:cNvSpPr>
            <p:nvPr/>
          </p:nvSpPr>
          <p:spPr>
            <a:xfrm>
              <a:off x="16268224" y="1745552"/>
              <a:ext cx="3048952" cy="953"/>
            </a:xfrm>
            <a:custGeom>
              <a:avLst/>
              <a:gdLst/>
              <a:ahLst/>
              <a:cxnLst/>
              <a:pathLst>
                <a:path w="3048952" h="953">
                  <a:moveTo>
                    <a:pt x="0" y="0"/>
                  </a:moveTo>
                  <a:lnTo>
                    <a:pt x="1466819" y="0"/>
                  </a:lnTo>
                  <a:moveTo>
                    <a:pt x="1582133" y="0"/>
                  </a:moveTo>
                  <a:lnTo>
                    <a:pt x="3048952" y="0"/>
                  </a:lnTo>
                </a:path>
              </a:pathLst>
            </a:custGeom>
            <a:noFill/>
            <a:ln w="11906">
              <a:solidFill>
                <a:srgbClr val="263238"/>
              </a:solidFill>
              <a:prstDash val="solid"/>
            </a:ln>
          </p:spPr>
        </p:sp>
        <p:sp>
          <p:nvSpPr>
            <p:cNvPr id="1530" name="four:layout-hierarchy:line:1216"/>
            <p:cNvSpPr>
              <a:spLocks noGrp="1"/>
            </p:cNvSpPr>
            <p:nvPr/>
          </p:nvSpPr>
          <p:spPr>
            <a:xfrm>
              <a:off x="16268224" y="1745552"/>
              <a:ext cx="953" cy="988124"/>
            </a:xfrm>
            <a:custGeom>
              <a:avLst/>
              <a:gdLst/>
              <a:ahLst/>
              <a:cxnLst/>
              <a:pathLst>
                <a:path w="953" h="988124">
                  <a:moveTo>
                    <a:pt x="0" y="0"/>
                  </a:moveTo>
                  <a:lnTo>
                    <a:pt x="0" y="908614"/>
                  </a:lnTo>
                </a:path>
              </a:pathLst>
            </a:custGeom>
            <a:noFill/>
            <a:ln w="11906">
              <a:solidFill>
                <a:srgbClr val="263238"/>
              </a:solidFill>
              <a:prstDash val="solid"/>
            </a:ln>
          </p:spPr>
        </p:sp>
        <p:sp>
          <p:nvSpPr>
            <p:cNvPr id="1531" name="four:layout-hierarchy:regular-node:1217"/>
            <p:cNvSpPr>
              <a:spLocks noGrp="1"/>
            </p:cNvSpPr>
            <p:nvPr/>
          </p:nvSpPr>
          <p:spPr>
            <a:xfrm>
              <a:off x="16243457" y="1937222"/>
              <a:ext cx="49533" cy="49533"/>
            </a:xfrm>
            <a:prstGeom prst="ellipse">
              <a:avLst/>
            </a:prstGeom>
            <a:solidFill>
              <a:srgbClr val="0072B2"/>
            </a:solidFill>
            <a:ln w="9525">
              <a:solidFill>
                <a:srgbClr val="263238"/>
              </a:solidFill>
              <a:prstDash val="solid"/>
            </a:ln>
          </p:spPr>
        </p:sp>
        <p:sp>
          <p:nvSpPr>
            <p:cNvPr id="1532" name="four:layout-hierarchy:regular-node:1218"/>
            <p:cNvSpPr>
              <a:spLocks noGrp="1"/>
            </p:cNvSpPr>
            <p:nvPr/>
          </p:nvSpPr>
          <p:spPr>
            <a:xfrm>
              <a:off x="16243457" y="2178426"/>
              <a:ext cx="49533" cy="49533"/>
            </a:xfrm>
            <a:prstGeom prst="ellipse">
              <a:avLst/>
            </a:prstGeom>
            <a:solidFill>
              <a:srgbClr val="0072B2"/>
            </a:solidFill>
            <a:ln w="9525">
              <a:solidFill>
                <a:srgbClr val="263238"/>
              </a:solidFill>
              <a:prstDash val="solid"/>
            </a:ln>
          </p:spPr>
        </p:sp>
        <p:sp>
          <p:nvSpPr>
            <p:cNvPr id="1533" name="four:layout-hierarchy:regular-node:1219"/>
            <p:cNvSpPr>
              <a:spLocks noGrp="1"/>
            </p:cNvSpPr>
            <p:nvPr/>
          </p:nvSpPr>
          <p:spPr>
            <a:xfrm>
              <a:off x="16243457" y="2419629"/>
              <a:ext cx="49533" cy="49533"/>
            </a:xfrm>
            <a:prstGeom prst="ellipse">
              <a:avLst/>
            </a:prstGeom>
            <a:solidFill>
              <a:srgbClr val="0072B2"/>
            </a:solidFill>
            <a:ln w="9525">
              <a:solidFill>
                <a:srgbClr val="263238"/>
              </a:solidFill>
              <a:prstDash val="solid"/>
            </a:ln>
          </p:spPr>
        </p:sp>
        <p:sp>
          <p:nvSpPr>
            <p:cNvPr id="1534" name="four:layout-hierarchy:line:1220"/>
            <p:cNvSpPr>
              <a:spLocks noGrp="1"/>
            </p:cNvSpPr>
            <p:nvPr/>
          </p:nvSpPr>
          <p:spPr>
            <a:xfrm>
              <a:off x="19317176" y="1745552"/>
              <a:ext cx="953" cy="988124"/>
            </a:xfrm>
            <a:custGeom>
              <a:avLst/>
              <a:gdLst/>
              <a:ahLst/>
              <a:cxnLst/>
              <a:pathLst>
                <a:path w="953" h="988124">
                  <a:moveTo>
                    <a:pt x="0" y="0"/>
                  </a:moveTo>
                  <a:lnTo>
                    <a:pt x="0" y="908614"/>
                  </a:lnTo>
                </a:path>
              </a:pathLst>
            </a:custGeom>
            <a:noFill/>
            <a:ln w="11906">
              <a:solidFill>
                <a:srgbClr val="263238"/>
              </a:solidFill>
              <a:prstDash val="solid"/>
            </a:ln>
          </p:spPr>
        </p:sp>
        <p:sp>
          <p:nvSpPr>
            <p:cNvPr id="1535" name="four:layout-hierarchy:regular-node:1221"/>
            <p:cNvSpPr>
              <a:spLocks noGrp="1"/>
            </p:cNvSpPr>
            <p:nvPr/>
          </p:nvSpPr>
          <p:spPr>
            <a:xfrm>
              <a:off x="19292410" y="1937222"/>
              <a:ext cx="49533" cy="49533"/>
            </a:xfrm>
            <a:prstGeom prst="ellipse">
              <a:avLst/>
            </a:prstGeom>
            <a:solidFill>
              <a:srgbClr val="CC79A7"/>
            </a:solidFill>
            <a:ln w="9525">
              <a:solidFill>
                <a:srgbClr val="263238"/>
              </a:solidFill>
              <a:prstDash val="solid"/>
            </a:ln>
          </p:spPr>
        </p:sp>
        <p:sp>
          <p:nvSpPr>
            <p:cNvPr id="1536" name="four:layout-hierarchy:regular-node:1222"/>
            <p:cNvSpPr>
              <a:spLocks noGrp="1"/>
            </p:cNvSpPr>
            <p:nvPr/>
          </p:nvSpPr>
          <p:spPr>
            <a:xfrm>
              <a:off x="19292410" y="2178426"/>
              <a:ext cx="49533" cy="49533"/>
            </a:xfrm>
            <a:prstGeom prst="ellipse">
              <a:avLst/>
            </a:prstGeom>
            <a:solidFill>
              <a:srgbClr val="CC79A7"/>
            </a:solidFill>
            <a:ln w="9525">
              <a:solidFill>
                <a:srgbClr val="263238"/>
              </a:solidFill>
              <a:prstDash val="solid"/>
            </a:ln>
          </p:spPr>
        </p:sp>
        <p:sp>
          <p:nvSpPr>
            <p:cNvPr id="1537" name="four:layout-hierarchy:regular-node:1223"/>
            <p:cNvSpPr>
              <a:spLocks noGrp="1"/>
            </p:cNvSpPr>
            <p:nvPr/>
          </p:nvSpPr>
          <p:spPr>
            <a:xfrm>
              <a:off x="19292410" y="2419629"/>
              <a:ext cx="49533" cy="49533"/>
            </a:xfrm>
            <a:prstGeom prst="ellipse">
              <a:avLst/>
            </a:prstGeom>
            <a:solidFill>
              <a:srgbClr val="CC79A7"/>
            </a:solidFill>
            <a:ln w="9525">
              <a:solidFill>
                <a:srgbClr val="263238"/>
              </a:solidFill>
              <a:prstDash val="solid"/>
            </a:ln>
          </p:spPr>
        </p:sp>
        <p:sp>
          <p:nvSpPr>
            <p:cNvPr id="1538" name="four:layout-hierarchy:line:1224"/>
            <p:cNvSpPr>
              <a:spLocks noGrp="1"/>
            </p:cNvSpPr>
            <p:nvPr/>
          </p:nvSpPr>
          <p:spPr>
            <a:xfrm>
              <a:off x="17792700" y="1745552"/>
              <a:ext cx="953" cy="734758"/>
            </a:xfrm>
            <a:custGeom>
              <a:avLst/>
              <a:gdLst/>
              <a:ahLst/>
              <a:cxnLst/>
              <a:pathLst>
                <a:path w="953" h="734758">
                  <a:moveTo>
                    <a:pt x="0" y="57657"/>
                  </a:moveTo>
                  <a:lnTo>
                    <a:pt x="0" y="655249"/>
                  </a:lnTo>
                </a:path>
              </a:pathLst>
            </a:custGeom>
            <a:noFill/>
            <a:ln w="11906">
              <a:solidFill>
                <a:srgbClr val="263238"/>
              </a:solidFill>
              <a:prstDash val="solid"/>
            </a:ln>
          </p:spPr>
        </p:sp>
        <p:sp>
          <p:nvSpPr>
            <p:cNvPr id="1539" name="four:layout-hierarchy:regular-node:1225"/>
            <p:cNvSpPr>
              <a:spLocks noGrp="1"/>
            </p:cNvSpPr>
            <p:nvPr/>
          </p:nvSpPr>
          <p:spPr>
            <a:xfrm>
              <a:off x="17767934" y="1912123"/>
              <a:ext cx="49533" cy="49533"/>
            </a:xfrm>
            <a:prstGeom prst="ellipse">
              <a:avLst/>
            </a:prstGeom>
            <a:solidFill>
              <a:srgbClr val="81C9BA"/>
            </a:solidFill>
            <a:ln w="9525">
              <a:solidFill>
                <a:srgbClr val="263238"/>
              </a:solidFill>
              <a:prstDash val="solid"/>
            </a:ln>
          </p:spPr>
        </p:sp>
        <p:sp>
          <p:nvSpPr>
            <p:cNvPr id="1540" name="four:layout-hierarchy:regular-node:1226"/>
            <p:cNvSpPr>
              <a:spLocks noGrp="1"/>
            </p:cNvSpPr>
            <p:nvPr/>
          </p:nvSpPr>
          <p:spPr>
            <a:xfrm>
              <a:off x="17767934" y="2077238"/>
              <a:ext cx="49533" cy="49533"/>
            </a:xfrm>
            <a:prstGeom prst="ellipse">
              <a:avLst/>
            </a:prstGeom>
            <a:solidFill>
              <a:srgbClr val="81C9BA"/>
            </a:solidFill>
            <a:ln w="9525">
              <a:solidFill>
                <a:srgbClr val="263238"/>
              </a:solidFill>
              <a:prstDash val="solid"/>
            </a:ln>
          </p:spPr>
        </p:sp>
        <p:sp>
          <p:nvSpPr>
            <p:cNvPr id="1541" name="four:layout-hierarchy:regular-node:1227"/>
            <p:cNvSpPr>
              <a:spLocks noGrp="1"/>
            </p:cNvSpPr>
            <p:nvPr/>
          </p:nvSpPr>
          <p:spPr>
            <a:xfrm>
              <a:off x="17767934" y="2242353"/>
              <a:ext cx="49533" cy="49533"/>
            </a:xfrm>
            <a:prstGeom prst="ellipse">
              <a:avLst/>
            </a:prstGeom>
            <a:solidFill>
              <a:srgbClr val="81C9BA"/>
            </a:solidFill>
            <a:ln w="9525">
              <a:solidFill>
                <a:srgbClr val="263238"/>
              </a:solidFill>
              <a:prstDash val="solid"/>
            </a:ln>
          </p:spPr>
        </p:sp>
        <p:sp>
          <p:nvSpPr>
            <p:cNvPr id="1542" name="four:layout-hierarchy:line:1228"/>
            <p:cNvSpPr>
              <a:spLocks noGrp="1"/>
            </p:cNvSpPr>
            <p:nvPr/>
          </p:nvSpPr>
          <p:spPr>
            <a:xfrm>
              <a:off x="17284541" y="2480310"/>
              <a:ext cx="1016317" cy="953"/>
            </a:xfrm>
            <a:custGeom>
              <a:avLst/>
              <a:gdLst/>
              <a:ahLst/>
              <a:cxnLst/>
              <a:pathLst>
                <a:path w="1016317" h="953">
                  <a:moveTo>
                    <a:pt x="0" y="0"/>
                  </a:moveTo>
                  <a:lnTo>
                    <a:pt x="428649" y="0"/>
                  </a:lnTo>
                  <a:moveTo>
                    <a:pt x="587669" y="0"/>
                  </a:moveTo>
                  <a:lnTo>
                    <a:pt x="1016317" y="0"/>
                  </a:lnTo>
                </a:path>
              </a:pathLst>
            </a:custGeom>
            <a:noFill/>
            <a:ln w="11906">
              <a:solidFill>
                <a:srgbClr val="263238"/>
              </a:solidFill>
              <a:prstDash val="solid"/>
            </a:ln>
          </p:spPr>
        </p:sp>
        <p:sp>
          <p:nvSpPr>
            <p:cNvPr id="1543" name="four:layout-hierarchy:line:1229"/>
            <p:cNvSpPr>
              <a:spLocks noGrp="1"/>
            </p:cNvSpPr>
            <p:nvPr/>
          </p:nvSpPr>
          <p:spPr>
            <a:xfrm>
              <a:off x="17284541" y="2480310"/>
              <a:ext cx="953" cy="253365"/>
            </a:xfrm>
            <a:custGeom>
              <a:avLst/>
              <a:gdLst/>
              <a:ahLst/>
              <a:cxnLst/>
              <a:pathLst>
                <a:path w="953" h="253365">
                  <a:moveTo>
                    <a:pt x="0" y="0"/>
                  </a:moveTo>
                  <a:lnTo>
                    <a:pt x="0" y="173855"/>
                  </a:lnTo>
                </a:path>
              </a:pathLst>
            </a:custGeom>
            <a:noFill/>
            <a:ln w="11906">
              <a:solidFill>
                <a:srgbClr val="263238"/>
              </a:solidFill>
              <a:prstDash val="solid"/>
            </a:ln>
          </p:spPr>
        </p:sp>
        <p:sp>
          <p:nvSpPr>
            <p:cNvPr id="1544" name="four:layout-hierarchy:regular-node:1230"/>
            <p:cNvSpPr>
              <a:spLocks noGrp="1"/>
            </p:cNvSpPr>
            <p:nvPr/>
          </p:nvSpPr>
          <p:spPr>
            <a:xfrm>
              <a:off x="17259775" y="2545805"/>
              <a:ext cx="49533" cy="49533"/>
            </a:xfrm>
            <a:prstGeom prst="ellipse">
              <a:avLst/>
            </a:prstGeom>
            <a:solidFill>
              <a:srgbClr val="D55E00"/>
            </a:solidFill>
            <a:ln w="9525">
              <a:solidFill>
                <a:srgbClr val="263238"/>
              </a:solidFill>
              <a:prstDash val="solid"/>
            </a:ln>
          </p:spPr>
        </p:sp>
        <p:sp>
          <p:nvSpPr>
            <p:cNvPr id="1545" name="four:layout-hierarchy:line:1231"/>
            <p:cNvSpPr>
              <a:spLocks noGrp="1"/>
            </p:cNvSpPr>
            <p:nvPr/>
          </p:nvSpPr>
          <p:spPr>
            <a:xfrm>
              <a:off x="18300859" y="2480310"/>
              <a:ext cx="953" cy="253365"/>
            </a:xfrm>
            <a:custGeom>
              <a:avLst/>
              <a:gdLst/>
              <a:ahLst/>
              <a:cxnLst/>
              <a:pathLst>
                <a:path w="953" h="253365">
                  <a:moveTo>
                    <a:pt x="0" y="0"/>
                  </a:moveTo>
                  <a:lnTo>
                    <a:pt x="0" y="173855"/>
                  </a:lnTo>
                </a:path>
              </a:pathLst>
            </a:custGeom>
            <a:noFill/>
            <a:ln w="11906">
              <a:solidFill>
                <a:srgbClr val="263238"/>
              </a:solidFill>
              <a:prstDash val="solid"/>
            </a:ln>
          </p:spPr>
        </p:sp>
        <p:sp>
          <p:nvSpPr>
            <p:cNvPr id="1546" name="four:layout-hierarchy:regular-node:1232"/>
            <p:cNvSpPr>
              <a:spLocks noGrp="1"/>
            </p:cNvSpPr>
            <p:nvPr/>
          </p:nvSpPr>
          <p:spPr>
            <a:xfrm>
              <a:off x="18276092" y="2545805"/>
              <a:ext cx="49533" cy="49533"/>
            </a:xfrm>
            <a:prstGeom prst="ellipse">
              <a:avLst/>
            </a:prstGeom>
            <a:solidFill>
              <a:srgbClr val="009E73"/>
            </a:solidFill>
            <a:ln w="9525">
              <a:solidFill>
                <a:srgbClr val="263238"/>
              </a:solidFill>
              <a:prstDash val="solid"/>
            </a:ln>
          </p:spPr>
        </p:sp>
        <p:sp>
          <p:nvSpPr>
            <p:cNvPr id="1547" name="four:layout-hierarchy:critical-node:1233"/>
            <p:cNvSpPr>
              <a:spLocks noGrp="1"/>
            </p:cNvSpPr>
            <p:nvPr/>
          </p:nvSpPr>
          <p:spPr>
            <a:xfrm>
              <a:off x="17719858" y="2407468"/>
              <a:ext cx="145685" cy="145685"/>
            </a:xfrm>
            <a:prstGeom prst="diamond">
              <a:avLst/>
            </a:prstGeom>
            <a:solidFill>
              <a:srgbClr val="81C9BA"/>
            </a:solidFill>
            <a:ln w="10478">
              <a:solidFill>
                <a:srgbClr val="263238"/>
              </a:solidFill>
              <a:prstDash val="solid"/>
            </a:ln>
          </p:spPr>
        </p:sp>
        <p:sp>
          <p:nvSpPr>
            <p:cNvPr id="1548" name="four:layout-hierarchy:critical-node:1234"/>
            <p:cNvSpPr>
              <a:spLocks noGrp="1"/>
            </p:cNvSpPr>
            <p:nvPr/>
          </p:nvSpPr>
          <p:spPr>
            <a:xfrm>
              <a:off x="16195381" y="2660833"/>
              <a:ext cx="145685" cy="145685"/>
            </a:xfrm>
            <a:prstGeom prst="diamond">
              <a:avLst/>
            </a:prstGeom>
            <a:solidFill>
              <a:srgbClr val="0072B2"/>
            </a:solidFill>
            <a:ln w="10478">
              <a:solidFill>
                <a:srgbClr val="263238"/>
              </a:solidFill>
              <a:prstDash val="solid"/>
            </a:ln>
          </p:spPr>
        </p:sp>
        <p:sp>
          <p:nvSpPr>
            <p:cNvPr id="1549" name="four:layout-hierarchy:critical-node:1235"/>
            <p:cNvSpPr>
              <a:spLocks noGrp="1"/>
            </p:cNvSpPr>
            <p:nvPr/>
          </p:nvSpPr>
          <p:spPr>
            <a:xfrm>
              <a:off x="17211699" y="2660833"/>
              <a:ext cx="145685" cy="145685"/>
            </a:xfrm>
            <a:prstGeom prst="diamond">
              <a:avLst/>
            </a:prstGeom>
            <a:solidFill>
              <a:srgbClr val="D55E00"/>
            </a:solidFill>
            <a:ln w="10478">
              <a:solidFill>
                <a:srgbClr val="263238"/>
              </a:solidFill>
              <a:prstDash val="solid"/>
            </a:ln>
          </p:spPr>
        </p:sp>
        <p:sp>
          <p:nvSpPr>
            <p:cNvPr id="1550" name="four:layout-hierarchy:critical-node:1236"/>
            <p:cNvSpPr>
              <a:spLocks noGrp="1"/>
            </p:cNvSpPr>
            <p:nvPr/>
          </p:nvSpPr>
          <p:spPr>
            <a:xfrm>
              <a:off x="18228016" y="2660833"/>
              <a:ext cx="145685" cy="145685"/>
            </a:xfrm>
            <a:prstGeom prst="diamond">
              <a:avLst/>
            </a:prstGeom>
            <a:solidFill>
              <a:srgbClr val="009E73"/>
            </a:solidFill>
            <a:ln w="10478">
              <a:solidFill>
                <a:srgbClr val="263238"/>
              </a:solidFill>
              <a:prstDash val="solid"/>
            </a:ln>
          </p:spPr>
        </p:sp>
        <p:sp>
          <p:nvSpPr>
            <p:cNvPr id="1551" name="four:layout-hierarchy:critical-node:1237"/>
            <p:cNvSpPr>
              <a:spLocks noGrp="1"/>
            </p:cNvSpPr>
            <p:nvPr/>
          </p:nvSpPr>
          <p:spPr>
            <a:xfrm>
              <a:off x="19244334" y="2660833"/>
              <a:ext cx="145685" cy="145685"/>
            </a:xfrm>
            <a:prstGeom prst="diamond">
              <a:avLst/>
            </a:prstGeom>
            <a:solidFill>
              <a:srgbClr val="CC79A7"/>
            </a:solidFill>
            <a:ln w="10478">
              <a:solidFill>
                <a:srgbClr val="263238"/>
              </a:solidFill>
              <a:prstDash val="solid"/>
            </a:ln>
          </p:spPr>
        </p:sp>
      </p:grpSp>
      <p:grpSp>
        <p:nvGrpSpPr>
          <p:cNvPr id="1552" name="layout-to-filling"/>
          <p:cNvGrpSpPr/>
          <p:nvPr/>
        </p:nvGrpSpPr>
        <p:grpSpPr>
          <a:xfrm>
            <a:off x="0" y="0"/>
            <a:ext cx="24955500" cy="8572500"/>
            <a:chOff x="0" y="0"/>
            <a:chExt cx="24955500" cy="8572500"/>
          </a:xfrm>
        </p:grpSpPr>
        <p:sp>
          <p:nvSpPr>
            <p:cNvPr id="1553" name="four:layout-to-filling:line:1276"/>
            <p:cNvSpPr>
              <a:spLocks noGrp="1"/>
            </p:cNvSpPr>
            <p:nvPr/>
          </p:nvSpPr>
          <p:spPr>
            <a:xfrm>
              <a:off x="17811750" y="4057650"/>
              <a:ext cx="953" cy="114300"/>
            </a:xfrm>
            <a:custGeom>
              <a:avLst/>
              <a:gdLst/>
              <a:ahLst/>
              <a:cxnLst/>
              <a:pathLst>
                <a:path w="953" h="114300">
                  <a:moveTo>
                    <a:pt x="0" y="0"/>
                  </a:moveTo>
                  <a:lnTo>
                    <a:pt x="0" y="114300"/>
                  </a:lnTo>
                </a:path>
              </a:pathLst>
            </a:custGeom>
            <a:noFill/>
            <a:ln w="13335">
              <a:solidFill>
                <a:srgbClr val="91A5B4"/>
              </a:solidFill>
              <a:prstDash val="solid"/>
            </a:ln>
          </p:spPr>
        </p:sp>
        <p:sp>
          <p:nvSpPr>
            <p:cNvPr id="1554" name="four:layout-to-filling:polygon:1277"/>
            <p:cNvSpPr>
              <a:spLocks noGrp="1"/>
            </p:cNvSpPr>
            <p:nvPr/>
          </p:nvSpPr>
          <p:spPr>
            <a:xfrm>
              <a:off x="17791271" y="4124325"/>
              <a:ext cx="40958" cy="47625"/>
            </a:xfrm>
            <a:custGeom>
              <a:avLst/>
              <a:gdLst/>
              <a:ahLst/>
              <a:cxnLst/>
              <a:pathLst>
                <a:path w="40958" h="47625">
                  <a:moveTo>
                    <a:pt x="20479" y="47625"/>
                  </a:moveTo>
                  <a:lnTo>
                    <a:pt x="40958" y="0"/>
                  </a:lnTo>
                  <a:lnTo>
                    <a:pt x="0" y="0"/>
                  </a:lnTo>
                  <a:close/>
                </a:path>
              </a:pathLst>
            </a:custGeom>
            <a:solidFill>
              <a:srgbClr val="91A5B4"/>
            </a:solidFill>
            <a:ln w="0">
              <a:noFill/>
              <a:prstDash val="solid"/>
            </a:ln>
          </p:spPr>
        </p:sp>
      </p:grpSp>
      <p:grpSp>
        <p:nvGrpSpPr>
          <p:cNvPr id="1555" name="barrier-filling"/>
          <p:cNvGrpSpPr/>
          <p:nvPr/>
        </p:nvGrpSpPr>
        <p:grpSpPr>
          <a:xfrm>
            <a:off x="15592425" y="4267200"/>
            <a:ext cx="4305300" cy="3352800"/>
            <a:chOff x="15592425" y="4267200"/>
            <a:chExt cx="4305300" cy="3352800"/>
          </a:xfrm>
        </p:grpSpPr>
        <p:sp>
          <p:nvSpPr>
            <p:cNvPr id="1556" name="four:barrier-filling:textbox:1278"/>
            <p:cNvSpPr>
              <a:spLocks noGrp="1"/>
            </p:cNvSpPr>
            <p:nvPr/>
          </p:nvSpPr>
          <p:spPr>
            <a:xfrm>
              <a:off x="15754350" y="4267200"/>
              <a:ext cx="4114800"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Minimax barrier filling</a:t>
              </a:r>
              <a:endParaRPr sz="1800" b="1">
                <a:solidFill>
                  <a:srgbClr val="263238"/>
                </a:solidFill>
                <a:latin typeface="Arial" panose="020B0604020202090204"/>
                <a:ea typeface="Arial" panose="020B0604020202090204"/>
                <a:cs typeface="Arial" panose="020B0604020202090204"/>
              </a:endParaRPr>
            </a:p>
          </p:txBody>
        </p:sp>
        <p:sp>
          <p:nvSpPr>
            <p:cNvPr id="1557" name="four:barrier-filling:line:1279"/>
            <p:cNvSpPr>
              <a:spLocks noGrp="1"/>
            </p:cNvSpPr>
            <p:nvPr/>
          </p:nvSpPr>
          <p:spPr>
            <a:xfrm>
              <a:off x="15963900" y="4695825"/>
              <a:ext cx="266700" cy="953"/>
            </a:xfrm>
            <a:custGeom>
              <a:avLst/>
              <a:gdLst/>
              <a:ahLst/>
              <a:cxnLst/>
              <a:pathLst>
                <a:path w="266700" h="953">
                  <a:moveTo>
                    <a:pt x="0" y="0"/>
                  </a:moveTo>
                  <a:lnTo>
                    <a:pt x="266700" y="0"/>
                  </a:lnTo>
                </a:path>
              </a:pathLst>
            </a:custGeom>
            <a:noFill/>
            <a:ln w="33338">
              <a:solidFill>
                <a:srgbClr val="DDA5C4"/>
              </a:solidFill>
              <a:prstDash val="dash"/>
            </a:ln>
          </p:spPr>
        </p:sp>
        <p:sp>
          <p:nvSpPr>
            <p:cNvPr id="1558" name="four:barrier-filling:textbox:1280"/>
            <p:cNvSpPr>
              <a:spLocks noGrp="1"/>
            </p:cNvSpPr>
            <p:nvPr/>
          </p:nvSpPr>
          <p:spPr>
            <a:xfrm>
              <a:off x="16325850" y="4581525"/>
              <a:ext cx="1333500" cy="228600"/>
            </a:xfrm>
            <a:prstGeom prst="rect">
              <a:avLst/>
            </a:prstGeom>
            <a:noFill/>
            <a:ln w="0">
              <a:noFill/>
              <a:prstDash val="solid"/>
            </a:ln>
          </p:spPr>
          <p:txBody>
            <a:bodyPr wrap="none" lIns="0" tIns="0" rIns="0" bIns="0" anchor="ctr">
              <a:normAutofit/>
            </a:bodyPr>
            <a:lstStyle>
              <a:defPPr algn="l">
                <a:defRPr sz="1500" b="1">
                  <a:solidFill>
                    <a:srgbClr val="DDA5C4"/>
                  </a:solidFill>
                  <a:latin typeface="Arial" panose="020B0604020202090204"/>
                  <a:ea typeface="Arial" panose="020B0604020202090204"/>
                  <a:cs typeface="Arial" panose="020B0604020202090204"/>
                </a:defRPr>
              </a:defPPr>
            </a:lstStyle>
            <a:p>
              <a:pPr algn="l">
                <a:defRPr sz="1500" b="1">
                  <a:solidFill>
                    <a:srgbClr val="DDA5C4"/>
                  </a:solidFill>
                  <a:latin typeface="Arial" panose="020B0604020202090204"/>
                  <a:ea typeface="Arial" panose="020B0604020202090204"/>
                  <a:cs typeface="Arial" panose="020B0604020202090204"/>
                </a:defRPr>
              </a:pPr>
              <a:r>
                <a:rPr sz="1500" b="1">
                  <a:solidFill>
                    <a:srgbClr val="DDA5C4"/>
                  </a:solidFill>
                  <a:latin typeface="Arial" panose="020B0604020202090204"/>
                  <a:ea typeface="Arial" panose="020B0604020202090204"/>
                  <a:cs typeface="Arial" panose="020B0604020202090204"/>
                </a:rPr>
                <a:t>LCA path</a:t>
              </a:r>
              <a:endParaRPr sz="1500" b="1">
                <a:solidFill>
                  <a:srgbClr val="DDA5C4"/>
                </a:solidFill>
                <a:latin typeface="Arial" panose="020B0604020202090204"/>
                <a:ea typeface="Arial" panose="020B0604020202090204"/>
                <a:cs typeface="Arial" panose="020B0604020202090204"/>
              </a:endParaRPr>
            </a:p>
          </p:txBody>
        </p:sp>
        <p:sp>
          <p:nvSpPr>
            <p:cNvPr id="1559" name="four:barrier-filling:line:1281"/>
            <p:cNvSpPr>
              <a:spLocks noGrp="1"/>
            </p:cNvSpPr>
            <p:nvPr/>
          </p:nvSpPr>
          <p:spPr>
            <a:xfrm>
              <a:off x="18030825" y="4695825"/>
              <a:ext cx="247650" cy="953"/>
            </a:xfrm>
            <a:custGeom>
              <a:avLst/>
              <a:gdLst/>
              <a:ahLst/>
              <a:cxnLst/>
              <a:pathLst>
                <a:path w="247650" h="953">
                  <a:moveTo>
                    <a:pt x="0" y="0"/>
                  </a:moveTo>
                  <a:lnTo>
                    <a:pt x="247650" y="0"/>
                  </a:lnTo>
                </a:path>
              </a:pathLst>
            </a:custGeom>
            <a:noFill/>
            <a:ln w="27623">
              <a:solidFill>
                <a:srgbClr val="263238"/>
              </a:solidFill>
              <a:prstDash val="solid"/>
            </a:ln>
          </p:spPr>
        </p:sp>
        <p:sp>
          <p:nvSpPr>
            <p:cNvPr id="1560" name="four:barrier-filling:textbox:1282"/>
            <p:cNvSpPr>
              <a:spLocks noGrp="1"/>
            </p:cNvSpPr>
            <p:nvPr/>
          </p:nvSpPr>
          <p:spPr>
            <a:xfrm>
              <a:off x="18345150" y="4581525"/>
              <a:ext cx="1143000" cy="228600"/>
            </a:xfrm>
            <a:prstGeom prst="rect">
              <a:avLst/>
            </a:prstGeom>
            <a:noFill/>
            <a:ln w="0">
              <a:noFill/>
              <a:prstDash val="solid"/>
            </a:ln>
          </p:spPr>
          <p:txBody>
            <a:bodyPr wrap="none" lIns="0" tIns="0" rIns="0" bIns="0" anchor="ctr">
              <a:normAutofit/>
            </a:bodyPr>
            <a:lstStyle>
              <a:defPPr algn="l">
                <a:defRPr sz="1500" b="1">
                  <a:solidFill>
                    <a:srgbClr val="263238"/>
                  </a:solidFill>
                  <a:latin typeface="Arial" panose="020B0604020202090204"/>
                  <a:ea typeface="Arial" panose="020B0604020202090204"/>
                  <a:cs typeface="Arial" panose="020B0604020202090204"/>
                </a:defRPr>
              </a:defPPr>
            </a:lstStyle>
            <a:p>
              <a:pPr algn="l">
                <a:defRPr sz="1500" b="1">
                  <a:solidFill>
                    <a:srgbClr val="263238"/>
                  </a:solidFill>
                  <a:latin typeface="Arial" panose="020B0604020202090204"/>
                  <a:ea typeface="Arial" panose="020B0604020202090204"/>
                  <a:cs typeface="Arial" panose="020B0604020202090204"/>
                </a:defRPr>
              </a:pPr>
              <a:r>
                <a:rPr sz="1500" b="1">
                  <a:solidFill>
                    <a:srgbClr val="263238"/>
                  </a:solidFill>
                  <a:latin typeface="Arial" panose="020B0604020202090204"/>
                  <a:ea typeface="Arial" panose="020B0604020202090204"/>
                  <a:cs typeface="Arial" panose="020B0604020202090204"/>
                </a:rPr>
                <a:t>Optimal</a:t>
              </a:r>
              <a:endParaRPr sz="1500" b="1">
                <a:solidFill>
                  <a:srgbClr val="263238"/>
                </a:solidFill>
                <a:latin typeface="Arial" panose="020B0604020202090204"/>
                <a:ea typeface="Arial" panose="020B0604020202090204"/>
                <a:cs typeface="Arial" panose="020B0604020202090204"/>
              </a:endParaRPr>
            </a:p>
          </p:txBody>
        </p:sp>
        <p:sp>
          <p:nvSpPr>
            <p:cNvPr id="1561" name="four:barrier-filling:line:1283"/>
            <p:cNvSpPr>
              <a:spLocks noGrp="1"/>
            </p:cNvSpPr>
            <p:nvPr/>
          </p:nvSpPr>
          <p:spPr>
            <a:xfrm>
              <a:off x="15944850" y="4867275"/>
              <a:ext cx="953" cy="1905000"/>
            </a:xfrm>
            <a:custGeom>
              <a:avLst/>
              <a:gdLst/>
              <a:ahLst/>
              <a:cxnLst/>
              <a:pathLst>
                <a:path w="953" h="1905000">
                  <a:moveTo>
                    <a:pt x="0" y="54293"/>
                  </a:moveTo>
                  <a:lnTo>
                    <a:pt x="0" y="1905000"/>
                  </a:lnTo>
                </a:path>
              </a:pathLst>
            </a:custGeom>
            <a:noFill/>
            <a:ln w="4763">
              <a:solidFill>
                <a:srgbClr val="D8E1E7"/>
              </a:solidFill>
              <a:prstDash val="solid"/>
            </a:ln>
          </p:spPr>
        </p:sp>
        <p:sp>
          <p:nvSpPr>
            <p:cNvPr id="1562" name="four:barrier-filling:line:1284"/>
            <p:cNvSpPr>
              <a:spLocks noGrp="1"/>
            </p:cNvSpPr>
            <p:nvPr/>
          </p:nvSpPr>
          <p:spPr>
            <a:xfrm>
              <a:off x="16868775" y="4867275"/>
              <a:ext cx="953" cy="1905000"/>
            </a:xfrm>
            <a:custGeom>
              <a:avLst/>
              <a:gdLst/>
              <a:ahLst/>
              <a:cxnLst/>
              <a:pathLst>
                <a:path w="953" h="1905000">
                  <a:moveTo>
                    <a:pt x="0" y="0"/>
                  </a:moveTo>
                  <a:lnTo>
                    <a:pt x="0" y="1905000"/>
                  </a:lnTo>
                </a:path>
              </a:pathLst>
            </a:custGeom>
            <a:noFill/>
            <a:ln w="4763">
              <a:solidFill>
                <a:srgbClr val="D8E1E7"/>
              </a:solidFill>
              <a:prstDash val="solid"/>
            </a:ln>
          </p:spPr>
        </p:sp>
        <p:sp>
          <p:nvSpPr>
            <p:cNvPr id="1563" name="four:barrier-filling:line:1285"/>
            <p:cNvSpPr>
              <a:spLocks noGrp="1"/>
            </p:cNvSpPr>
            <p:nvPr/>
          </p:nvSpPr>
          <p:spPr>
            <a:xfrm>
              <a:off x="17792700" y="4867275"/>
              <a:ext cx="953" cy="1905000"/>
            </a:xfrm>
            <a:custGeom>
              <a:avLst/>
              <a:gdLst/>
              <a:ahLst/>
              <a:cxnLst/>
              <a:pathLst>
                <a:path w="953" h="1905000">
                  <a:moveTo>
                    <a:pt x="0" y="0"/>
                  </a:moveTo>
                  <a:lnTo>
                    <a:pt x="0" y="1170350"/>
                  </a:lnTo>
                  <a:moveTo>
                    <a:pt x="0" y="1278935"/>
                  </a:moveTo>
                  <a:lnTo>
                    <a:pt x="0" y="1311184"/>
                  </a:lnTo>
                  <a:moveTo>
                    <a:pt x="0" y="1410244"/>
                  </a:moveTo>
                  <a:lnTo>
                    <a:pt x="0" y="1905000"/>
                  </a:lnTo>
                </a:path>
              </a:pathLst>
            </a:custGeom>
            <a:noFill/>
            <a:ln w="4763">
              <a:solidFill>
                <a:srgbClr val="D8E1E7"/>
              </a:solidFill>
              <a:prstDash val="solid"/>
            </a:ln>
          </p:spPr>
        </p:sp>
        <p:sp>
          <p:nvSpPr>
            <p:cNvPr id="1564" name="four:barrier-filling:line:1286"/>
            <p:cNvSpPr>
              <a:spLocks noGrp="1"/>
            </p:cNvSpPr>
            <p:nvPr/>
          </p:nvSpPr>
          <p:spPr>
            <a:xfrm>
              <a:off x="18716625" y="4867275"/>
              <a:ext cx="953" cy="1905000"/>
            </a:xfrm>
            <a:custGeom>
              <a:avLst/>
              <a:gdLst/>
              <a:ahLst/>
              <a:cxnLst/>
              <a:pathLst>
                <a:path w="953" h="1905000">
                  <a:moveTo>
                    <a:pt x="0" y="0"/>
                  </a:moveTo>
                  <a:lnTo>
                    <a:pt x="0" y="1905000"/>
                  </a:lnTo>
                </a:path>
              </a:pathLst>
            </a:custGeom>
            <a:noFill/>
            <a:ln w="4763">
              <a:solidFill>
                <a:srgbClr val="D8E1E7"/>
              </a:solidFill>
              <a:prstDash val="solid"/>
            </a:ln>
          </p:spPr>
        </p:sp>
        <p:sp>
          <p:nvSpPr>
            <p:cNvPr id="1565" name="four:barrier-filling:line:1287"/>
            <p:cNvSpPr>
              <a:spLocks noGrp="1"/>
            </p:cNvSpPr>
            <p:nvPr/>
          </p:nvSpPr>
          <p:spPr>
            <a:xfrm>
              <a:off x="19640550" y="4867275"/>
              <a:ext cx="953" cy="1905000"/>
            </a:xfrm>
            <a:custGeom>
              <a:avLst/>
              <a:gdLst/>
              <a:ahLst/>
              <a:cxnLst/>
              <a:pathLst>
                <a:path w="953" h="1905000">
                  <a:moveTo>
                    <a:pt x="0" y="54293"/>
                  </a:moveTo>
                  <a:lnTo>
                    <a:pt x="0" y="1905000"/>
                  </a:lnTo>
                </a:path>
              </a:pathLst>
            </a:custGeom>
            <a:noFill/>
            <a:ln w="4763">
              <a:solidFill>
                <a:srgbClr val="D8E1E7"/>
              </a:solidFill>
              <a:prstDash val="solid"/>
            </a:ln>
          </p:spPr>
        </p:sp>
        <p:sp>
          <p:nvSpPr>
            <p:cNvPr id="1566" name="four:barrier-filling:line:1288"/>
            <p:cNvSpPr>
              <a:spLocks noGrp="1"/>
            </p:cNvSpPr>
            <p:nvPr/>
          </p:nvSpPr>
          <p:spPr>
            <a:xfrm>
              <a:off x="15944850" y="4867275"/>
              <a:ext cx="3695700" cy="953"/>
            </a:xfrm>
            <a:custGeom>
              <a:avLst/>
              <a:gdLst/>
              <a:ahLst/>
              <a:cxnLst/>
              <a:pathLst>
                <a:path w="3695700" h="953">
                  <a:moveTo>
                    <a:pt x="54293" y="0"/>
                  </a:moveTo>
                  <a:lnTo>
                    <a:pt x="3641408" y="0"/>
                  </a:lnTo>
                </a:path>
              </a:pathLst>
            </a:custGeom>
            <a:noFill/>
            <a:ln w="4763">
              <a:solidFill>
                <a:srgbClr val="D8E1E7"/>
              </a:solidFill>
              <a:prstDash val="solid"/>
            </a:ln>
          </p:spPr>
        </p:sp>
        <p:sp>
          <p:nvSpPr>
            <p:cNvPr id="1567" name="four:barrier-filling:line:1289"/>
            <p:cNvSpPr>
              <a:spLocks noGrp="1"/>
            </p:cNvSpPr>
            <p:nvPr/>
          </p:nvSpPr>
          <p:spPr>
            <a:xfrm>
              <a:off x="15944850" y="5248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68" name="four:barrier-filling:line:1290"/>
            <p:cNvSpPr>
              <a:spLocks noGrp="1"/>
            </p:cNvSpPr>
            <p:nvPr/>
          </p:nvSpPr>
          <p:spPr>
            <a:xfrm>
              <a:off x="15944850" y="5629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69" name="four:barrier-filling:line:1291"/>
            <p:cNvSpPr>
              <a:spLocks noGrp="1"/>
            </p:cNvSpPr>
            <p:nvPr/>
          </p:nvSpPr>
          <p:spPr>
            <a:xfrm>
              <a:off x="15944850" y="6010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70" name="four:barrier-filling:line:1292"/>
            <p:cNvSpPr>
              <a:spLocks noGrp="1"/>
            </p:cNvSpPr>
            <p:nvPr/>
          </p:nvSpPr>
          <p:spPr>
            <a:xfrm>
              <a:off x="15944850" y="6391275"/>
              <a:ext cx="3695700" cy="953"/>
            </a:xfrm>
            <a:custGeom>
              <a:avLst/>
              <a:gdLst/>
              <a:ahLst/>
              <a:cxnLst/>
              <a:pathLst>
                <a:path w="3695700" h="953">
                  <a:moveTo>
                    <a:pt x="0" y="0"/>
                  </a:moveTo>
                  <a:lnTo>
                    <a:pt x="3695700" y="0"/>
                  </a:lnTo>
                </a:path>
              </a:pathLst>
            </a:custGeom>
            <a:noFill/>
            <a:ln w="4763">
              <a:solidFill>
                <a:srgbClr val="D8E1E7"/>
              </a:solidFill>
              <a:prstDash val="solid"/>
            </a:ln>
          </p:spPr>
        </p:sp>
        <p:sp>
          <p:nvSpPr>
            <p:cNvPr id="1571" name="four:barrier-filling:line:1293"/>
            <p:cNvSpPr>
              <a:spLocks noGrp="1"/>
            </p:cNvSpPr>
            <p:nvPr/>
          </p:nvSpPr>
          <p:spPr>
            <a:xfrm>
              <a:off x="15944850" y="6772275"/>
              <a:ext cx="3695700" cy="953"/>
            </a:xfrm>
            <a:custGeom>
              <a:avLst/>
              <a:gdLst/>
              <a:ahLst/>
              <a:cxnLst/>
              <a:pathLst>
                <a:path w="3695700" h="953">
                  <a:moveTo>
                    <a:pt x="0" y="0"/>
                  </a:moveTo>
                  <a:lnTo>
                    <a:pt x="1285399" y="0"/>
                  </a:lnTo>
                  <a:moveTo>
                    <a:pt x="1393984" y="0"/>
                  </a:moveTo>
                  <a:lnTo>
                    <a:pt x="3695700" y="0"/>
                  </a:lnTo>
                </a:path>
              </a:pathLst>
            </a:custGeom>
            <a:noFill/>
            <a:ln w="4763">
              <a:solidFill>
                <a:srgbClr val="D8E1E7"/>
              </a:solidFill>
              <a:prstDash val="solid"/>
            </a:ln>
          </p:spPr>
        </p:sp>
        <p:sp>
          <p:nvSpPr>
            <p:cNvPr id="1572" name="four:barrier-filling:rect:1294"/>
            <p:cNvSpPr>
              <a:spLocks noGrp="1"/>
            </p:cNvSpPr>
            <p:nvPr/>
          </p:nvSpPr>
          <p:spPr>
            <a:xfrm>
              <a:off x="15944850" y="4867275"/>
              <a:ext cx="3695700" cy="1905000"/>
            </a:xfrm>
            <a:prstGeom prst="rect">
              <a:avLst/>
            </a:prstGeom>
            <a:noFill/>
            <a:ln w="7620">
              <a:solidFill>
                <a:srgbClr val="A8B6C1"/>
              </a:solidFill>
              <a:prstDash val="solid"/>
            </a:ln>
          </p:spPr>
        </p:sp>
        <p:sp>
          <p:nvSpPr>
            <p:cNvPr id="1573" name="four:barrier-filling:line:1295"/>
            <p:cNvSpPr>
              <a:spLocks noGrp="1"/>
            </p:cNvSpPr>
            <p:nvPr/>
          </p:nvSpPr>
          <p:spPr>
            <a:xfrm>
              <a:off x="16268224" y="6267450"/>
              <a:ext cx="953" cy="762000"/>
            </a:xfrm>
            <a:custGeom>
              <a:avLst/>
              <a:gdLst/>
              <a:ahLst/>
              <a:cxnLst/>
              <a:pathLst>
                <a:path w="953" h="762000">
                  <a:moveTo>
                    <a:pt x="0" y="0"/>
                  </a:moveTo>
                  <a:lnTo>
                    <a:pt x="0" y="762000"/>
                  </a:lnTo>
                </a:path>
              </a:pathLst>
            </a:custGeom>
            <a:noFill/>
            <a:ln w="9525">
              <a:solidFill>
                <a:srgbClr val="0072B2">
                  <a:alpha val="70000"/>
                </a:srgbClr>
              </a:solidFill>
              <a:prstDash val="dash"/>
            </a:ln>
          </p:spPr>
        </p:sp>
        <p:sp>
          <p:nvSpPr>
            <p:cNvPr id="1574" name="four:barrier-filling:line:1296"/>
            <p:cNvSpPr>
              <a:spLocks noGrp="1"/>
            </p:cNvSpPr>
            <p:nvPr/>
          </p:nvSpPr>
          <p:spPr>
            <a:xfrm>
              <a:off x="17284541" y="6838950"/>
              <a:ext cx="953" cy="190500"/>
            </a:xfrm>
            <a:custGeom>
              <a:avLst/>
              <a:gdLst/>
              <a:ahLst/>
              <a:cxnLst/>
              <a:pathLst>
                <a:path w="953" h="190500">
                  <a:moveTo>
                    <a:pt x="0" y="0"/>
                  </a:moveTo>
                  <a:lnTo>
                    <a:pt x="0" y="190500"/>
                  </a:lnTo>
                </a:path>
              </a:pathLst>
            </a:custGeom>
            <a:noFill/>
            <a:ln w="9525">
              <a:solidFill>
                <a:srgbClr val="D55E00">
                  <a:alpha val="70000"/>
                </a:srgbClr>
              </a:solidFill>
              <a:prstDash val="dash"/>
            </a:ln>
          </p:spPr>
        </p:sp>
        <p:sp>
          <p:nvSpPr>
            <p:cNvPr id="1575" name="four:barrier-filling:line:1297"/>
            <p:cNvSpPr>
              <a:spLocks noGrp="1"/>
            </p:cNvSpPr>
            <p:nvPr/>
          </p:nvSpPr>
          <p:spPr>
            <a:xfrm>
              <a:off x="18300859" y="6539593"/>
              <a:ext cx="953" cy="489857"/>
            </a:xfrm>
            <a:custGeom>
              <a:avLst/>
              <a:gdLst/>
              <a:ahLst/>
              <a:cxnLst/>
              <a:pathLst>
                <a:path w="953" h="489857">
                  <a:moveTo>
                    <a:pt x="0" y="0"/>
                  </a:moveTo>
                  <a:lnTo>
                    <a:pt x="0" y="489857"/>
                  </a:lnTo>
                </a:path>
              </a:pathLst>
            </a:custGeom>
            <a:noFill/>
            <a:ln w="9525">
              <a:solidFill>
                <a:srgbClr val="009E73">
                  <a:alpha val="70000"/>
                </a:srgbClr>
              </a:solidFill>
              <a:prstDash val="dash"/>
            </a:ln>
          </p:spPr>
        </p:sp>
        <p:sp>
          <p:nvSpPr>
            <p:cNvPr id="1576" name="four:barrier-filling:line:1298"/>
            <p:cNvSpPr>
              <a:spLocks noGrp="1"/>
            </p:cNvSpPr>
            <p:nvPr/>
          </p:nvSpPr>
          <p:spPr>
            <a:xfrm>
              <a:off x="19317176" y="5913664"/>
              <a:ext cx="953" cy="1115786"/>
            </a:xfrm>
            <a:custGeom>
              <a:avLst/>
              <a:gdLst/>
              <a:ahLst/>
              <a:cxnLst/>
              <a:pathLst>
                <a:path w="953" h="1115786">
                  <a:moveTo>
                    <a:pt x="0" y="0"/>
                  </a:moveTo>
                  <a:lnTo>
                    <a:pt x="0" y="1115786"/>
                  </a:lnTo>
                </a:path>
              </a:pathLst>
            </a:custGeom>
            <a:noFill/>
            <a:ln w="9525">
              <a:solidFill>
                <a:srgbClr val="CC79A7">
                  <a:alpha val="70000"/>
                </a:srgbClr>
              </a:solidFill>
              <a:prstDash val="dash"/>
            </a:ln>
          </p:spPr>
        </p:sp>
        <p:sp>
          <p:nvSpPr>
            <p:cNvPr id="1577" name="four:barrier-filling:smooth-change-band:1299"/>
            <p:cNvSpPr>
              <a:spLocks noGrp="1"/>
            </p:cNvSpPr>
            <p:nvPr/>
          </p:nvSpPr>
          <p:spPr>
            <a:xfrm>
              <a:off x="16268224" y="5003346"/>
              <a:ext cx="508159" cy="1197429"/>
            </a:xfrm>
            <a:custGeom>
              <a:avLst/>
              <a:gdLst/>
              <a:ahLst/>
              <a:cxnLst/>
              <a:pathLst>
                <a:path w="508159" h="1197429">
                  <a:moveTo>
                    <a:pt x="0" y="1197429"/>
                  </a:moveTo>
                  <a:cubicBezTo>
                    <a:pt x="169386" y="1197429"/>
                    <a:pt x="338772" y="136071"/>
                    <a:pt x="508159" y="136071"/>
                  </a:cubicBezTo>
                  <a:lnTo>
                    <a:pt x="508159" y="0"/>
                  </a:lnTo>
                  <a:cubicBezTo>
                    <a:pt x="338772" y="0"/>
                    <a:pt x="169386" y="1197429"/>
                    <a:pt x="0" y="1197429"/>
                  </a:cubicBezTo>
                  <a:close/>
                </a:path>
              </a:pathLst>
            </a:custGeom>
            <a:solidFill>
              <a:srgbClr val="D3DCE4">
                <a:alpha val="32000"/>
              </a:srgbClr>
            </a:solidFill>
            <a:ln w="0">
              <a:noFill/>
            </a:ln>
          </p:spPr>
        </p:sp>
        <p:sp>
          <p:nvSpPr>
            <p:cNvPr id="1578" name="four:barrier-filling:smooth-change-band:1300"/>
            <p:cNvSpPr>
              <a:spLocks noGrp="1"/>
            </p:cNvSpPr>
            <p:nvPr/>
          </p:nvSpPr>
          <p:spPr>
            <a:xfrm>
              <a:off x="16776383" y="5003346"/>
              <a:ext cx="508159" cy="1768929"/>
            </a:xfrm>
            <a:custGeom>
              <a:avLst/>
              <a:gdLst/>
              <a:ahLst/>
              <a:cxnLst/>
              <a:pathLst>
                <a:path w="508159" h="1768929">
                  <a:moveTo>
                    <a:pt x="0" y="136071"/>
                  </a:moveTo>
                  <a:cubicBezTo>
                    <a:pt x="169386" y="136071"/>
                    <a:pt x="338773" y="1768929"/>
                    <a:pt x="508159" y="1768929"/>
                  </a:cubicBezTo>
                  <a:lnTo>
                    <a:pt x="508159" y="1768929"/>
                  </a:lnTo>
                  <a:cubicBezTo>
                    <a:pt x="338773" y="1768929"/>
                    <a:pt x="169386" y="0"/>
                    <a:pt x="0" y="0"/>
                  </a:cubicBezTo>
                  <a:close/>
                </a:path>
              </a:pathLst>
            </a:custGeom>
            <a:solidFill>
              <a:srgbClr val="D3DCE4">
                <a:alpha val="32000"/>
              </a:srgbClr>
            </a:solidFill>
            <a:ln w="0">
              <a:noFill/>
            </a:ln>
          </p:spPr>
        </p:sp>
        <p:sp>
          <p:nvSpPr>
            <p:cNvPr id="1579" name="four:barrier-filling:smooth-change-band:1301"/>
            <p:cNvSpPr>
              <a:spLocks noGrp="1"/>
            </p:cNvSpPr>
            <p:nvPr/>
          </p:nvSpPr>
          <p:spPr>
            <a:xfrm>
              <a:off x="17284541" y="6091918"/>
              <a:ext cx="508159" cy="680357"/>
            </a:xfrm>
            <a:custGeom>
              <a:avLst/>
              <a:gdLst/>
              <a:ahLst/>
              <a:cxnLst/>
              <a:pathLst>
                <a:path w="508159" h="680357">
                  <a:moveTo>
                    <a:pt x="0" y="680357"/>
                  </a:moveTo>
                  <a:cubicBezTo>
                    <a:pt x="169386" y="680357"/>
                    <a:pt x="338772" y="0"/>
                    <a:pt x="508159" y="0"/>
                  </a:cubicBezTo>
                  <a:lnTo>
                    <a:pt x="508159" y="136071"/>
                  </a:lnTo>
                  <a:cubicBezTo>
                    <a:pt x="338772" y="136071"/>
                    <a:pt x="169386" y="680357"/>
                    <a:pt x="0" y="680357"/>
                  </a:cubicBezTo>
                  <a:close/>
                </a:path>
              </a:pathLst>
            </a:custGeom>
            <a:solidFill>
              <a:srgbClr val="D3DCE4">
                <a:alpha val="32000"/>
              </a:srgbClr>
            </a:solidFill>
            <a:ln w="0">
              <a:noFill/>
            </a:ln>
          </p:spPr>
        </p:sp>
        <p:sp>
          <p:nvSpPr>
            <p:cNvPr id="1580" name="four:barrier-filling:smooth-change-band:1302"/>
            <p:cNvSpPr>
              <a:spLocks noGrp="1"/>
            </p:cNvSpPr>
            <p:nvPr/>
          </p:nvSpPr>
          <p:spPr>
            <a:xfrm>
              <a:off x="17792700" y="6091918"/>
              <a:ext cx="508159" cy="381000"/>
            </a:xfrm>
            <a:custGeom>
              <a:avLst/>
              <a:gdLst/>
              <a:ahLst/>
              <a:cxnLst/>
              <a:pathLst>
                <a:path w="508159" h="381000">
                  <a:moveTo>
                    <a:pt x="0" y="0"/>
                  </a:moveTo>
                  <a:cubicBezTo>
                    <a:pt x="169386" y="0"/>
                    <a:pt x="338772" y="381000"/>
                    <a:pt x="508159" y="381000"/>
                  </a:cubicBezTo>
                  <a:lnTo>
                    <a:pt x="508159" y="381000"/>
                  </a:lnTo>
                  <a:cubicBezTo>
                    <a:pt x="338772" y="381000"/>
                    <a:pt x="169386" y="136071"/>
                    <a:pt x="0" y="136071"/>
                  </a:cubicBezTo>
                  <a:close/>
                </a:path>
              </a:pathLst>
            </a:custGeom>
            <a:solidFill>
              <a:srgbClr val="D3DCE4">
                <a:alpha val="32000"/>
              </a:srgbClr>
            </a:solidFill>
            <a:ln w="0">
              <a:noFill/>
            </a:ln>
          </p:spPr>
        </p:sp>
        <p:sp>
          <p:nvSpPr>
            <p:cNvPr id="1581" name="four:barrier-filling:smooth-change-band:1303"/>
            <p:cNvSpPr>
              <a:spLocks noGrp="1"/>
            </p:cNvSpPr>
            <p:nvPr/>
          </p:nvSpPr>
          <p:spPr>
            <a:xfrm>
              <a:off x="18300859" y="5003346"/>
              <a:ext cx="508159" cy="1469571"/>
            </a:xfrm>
            <a:custGeom>
              <a:avLst/>
              <a:gdLst/>
              <a:ahLst/>
              <a:cxnLst/>
              <a:pathLst>
                <a:path w="508159" h="1469571">
                  <a:moveTo>
                    <a:pt x="0" y="1469571"/>
                  </a:moveTo>
                  <a:cubicBezTo>
                    <a:pt x="169386" y="1469571"/>
                    <a:pt x="338773" y="136071"/>
                    <a:pt x="508159" y="136071"/>
                  </a:cubicBezTo>
                  <a:lnTo>
                    <a:pt x="508159" y="0"/>
                  </a:lnTo>
                  <a:cubicBezTo>
                    <a:pt x="338773" y="0"/>
                    <a:pt x="169386" y="1469571"/>
                    <a:pt x="0" y="1469571"/>
                  </a:cubicBezTo>
                  <a:close/>
                </a:path>
              </a:pathLst>
            </a:custGeom>
            <a:solidFill>
              <a:srgbClr val="D3DCE4">
                <a:alpha val="32000"/>
              </a:srgbClr>
            </a:solidFill>
            <a:ln w="0">
              <a:noFill/>
            </a:ln>
          </p:spPr>
        </p:sp>
        <p:sp>
          <p:nvSpPr>
            <p:cNvPr id="1582" name="four:barrier-filling:smooth-change-band:1304"/>
            <p:cNvSpPr>
              <a:spLocks noGrp="1"/>
            </p:cNvSpPr>
            <p:nvPr/>
          </p:nvSpPr>
          <p:spPr>
            <a:xfrm>
              <a:off x="18809018" y="5003346"/>
              <a:ext cx="508159" cy="843643"/>
            </a:xfrm>
            <a:custGeom>
              <a:avLst/>
              <a:gdLst/>
              <a:ahLst/>
              <a:cxnLst/>
              <a:pathLst>
                <a:path w="508159" h="843643">
                  <a:moveTo>
                    <a:pt x="0" y="136071"/>
                  </a:moveTo>
                  <a:cubicBezTo>
                    <a:pt x="169386" y="136071"/>
                    <a:pt x="338772" y="843643"/>
                    <a:pt x="508159" y="843643"/>
                  </a:cubicBezTo>
                  <a:lnTo>
                    <a:pt x="508159" y="843643"/>
                  </a:lnTo>
                  <a:cubicBezTo>
                    <a:pt x="338772" y="843643"/>
                    <a:pt x="169386" y="0"/>
                    <a:pt x="0" y="0"/>
                  </a:cubicBezTo>
                  <a:close/>
                </a:path>
              </a:pathLst>
            </a:custGeom>
            <a:solidFill>
              <a:srgbClr val="D3DCE4">
                <a:alpha val="32000"/>
              </a:srgbClr>
            </a:solidFill>
            <a:ln w="0">
              <a:noFill/>
            </a:ln>
          </p:spPr>
        </p:sp>
        <p:sp>
          <p:nvSpPr>
            <p:cNvPr id="1583" name="four:barrier-filling:initial-filling-curve:1305"/>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33338">
              <a:solidFill>
                <a:srgbClr val="DDA5C4"/>
              </a:solidFill>
              <a:prstDash val="dash"/>
            </a:ln>
          </p:spPr>
        </p:sp>
        <p:sp>
          <p:nvSpPr>
            <p:cNvPr id="1584" name="four:barrier-filling:initial-filling-curve:1306"/>
            <p:cNvSpPr>
              <a:spLocks noGrp="1"/>
            </p:cNvSpPr>
            <p:nvPr/>
          </p:nvSpPr>
          <p:spPr>
            <a:xfrm>
              <a:off x="16268224" y="5003346"/>
              <a:ext cx="508159" cy="1197429"/>
            </a:xfrm>
            <a:custGeom>
              <a:avLst/>
              <a:gdLst/>
              <a:ahLst/>
              <a:cxnLst/>
              <a:pathLst>
                <a:path w="508159" h="1197429">
                  <a:moveTo>
                    <a:pt x="36575" y="1179711"/>
                  </a:moveTo>
                  <a:cubicBezTo>
                    <a:pt x="182407" y="1041990"/>
                    <a:pt x="328239" y="144475"/>
                    <a:pt x="474071" y="15442"/>
                  </a:cubicBezTo>
                </a:path>
              </a:pathLst>
            </a:custGeom>
            <a:noFill/>
            <a:ln w="33338">
              <a:solidFill>
                <a:srgbClr val="DDA5C4"/>
              </a:solidFill>
              <a:prstDash val="dash"/>
            </a:ln>
          </p:spPr>
        </p:sp>
        <p:sp>
          <p:nvSpPr>
            <p:cNvPr id="1585" name="four:barrier-filling:initial-filling-curve:1307"/>
            <p:cNvSpPr>
              <a:spLocks noGrp="1"/>
            </p:cNvSpPr>
            <p:nvPr/>
          </p:nvSpPr>
          <p:spPr>
            <a:xfrm>
              <a:off x="16776383" y="5003346"/>
              <a:ext cx="508159" cy="1768929"/>
            </a:xfrm>
            <a:custGeom>
              <a:avLst/>
              <a:gdLst/>
              <a:ahLst/>
              <a:cxnLst/>
              <a:pathLst>
                <a:path w="508159" h="1768929">
                  <a:moveTo>
                    <a:pt x="30810" y="18720"/>
                  </a:moveTo>
                  <a:cubicBezTo>
                    <a:pt x="178944" y="194936"/>
                    <a:pt x="327077" y="1559986"/>
                    <a:pt x="475211" y="1747584"/>
                  </a:cubicBezTo>
                </a:path>
              </a:pathLst>
            </a:custGeom>
            <a:noFill/>
            <a:ln w="33338">
              <a:solidFill>
                <a:srgbClr val="DDA5C4"/>
              </a:solidFill>
              <a:prstDash val="dash"/>
            </a:ln>
          </p:spPr>
        </p:sp>
        <p:sp>
          <p:nvSpPr>
            <p:cNvPr id="1586" name="four:barrier-filling:initial-filling-curve:1308"/>
            <p:cNvSpPr>
              <a:spLocks noGrp="1"/>
            </p:cNvSpPr>
            <p:nvPr/>
          </p:nvSpPr>
          <p:spPr>
            <a:xfrm>
              <a:off x="17284541" y="6227989"/>
              <a:ext cx="508159" cy="544286"/>
            </a:xfrm>
            <a:custGeom>
              <a:avLst/>
              <a:gdLst/>
              <a:ahLst/>
              <a:cxnLst/>
              <a:pathLst>
                <a:path w="508159" h="544286">
                  <a:moveTo>
                    <a:pt x="43174" y="533167"/>
                  </a:moveTo>
                  <a:cubicBezTo>
                    <a:pt x="184848" y="462384"/>
                    <a:pt x="326523" y="75538"/>
                    <a:pt x="468197" y="9569"/>
                  </a:cubicBezTo>
                </a:path>
              </a:pathLst>
            </a:custGeom>
            <a:noFill/>
            <a:ln w="33338">
              <a:solidFill>
                <a:srgbClr val="DDA5C4"/>
              </a:solidFill>
              <a:prstDash val="dash"/>
            </a:ln>
          </p:spPr>
        </p:sp>
        <p:sp>
          <p:nvSpPr>
            <p:cNvPr id="1587" name="four:barrier-filling:initial-filling-curve:1309"/>
            <p:cNvSpPr>
              <a:spLocks noGrp="1"/>
            </p:cNvSpPr>
            <p:nvPr/>
          </p:nvSpPr>
          <p:spPr>
            <a:xfrm>
              <a:off x="17792700" y="6227989"/>
              <a:ext cx="508159" cy="244929"/>
            </a:xfrm>
            <a:custGeom>
              <a:avLst/>
              <a:gdLst/>
              <a:ahLst/>
              <a:cxnLst/>
              <a:pathLst>
                <a:path w="508159" h="244929">
                  <a:moveTo>
                    <a:pt x="44276" y="5254"/>
                  </a:moveTo>
                  <a:cubicBezTo>
                    <a:pt x="182864" y="37132"/>
                    <a:pt x="321451" y="204397"/>
                    <a:pt x="460039" y="238756"/>
                  </a:cubicBezTo>
                </a:path>
              </a:pathLst>
            </a:custGeom>
            <a:noFill/>
            <a:ln w="33338">
              <a:solidFill>
                <a:srgbClr val="DDA5C4"/>
              </a:solidFill>
              <a:prstDash val="dash"/>
            </a:ln>
          </p:spPr>
        </p:sp>
        <p:sp>
          <p:nvSpPr>
            <p:cNvPr id="1588" name="four:barrier-filling:initial-filling-curve:1310"/>
            <p:cNvSpPr>
              <a:spLocks noGrp="1"/>
            </p:cNvSpPr>
            <p:nvPr/>
          </p:nvSpPr>
          <p:spPr>
            <a:xfrm>
              <a:off x="18300859" y="5003346"/>
              <a:ext cx="508159" cy="1469571"/>
            </a:xfrm>
            <a:custGeom>
              <a:avLst/>
              <a:gdLst/>
              <a:ahLst/>
              <a:cxnLst/>
              <a:pathLst>
                <a:path w="508159" h="1469571">
                  <a:moveTo>
                    <a:pt x="34686" y="1449965"/>
                  </a:moveTo>
                  <a:cubicBezTo>
                    <a:pt x="181715" y="1287710"/>
                    <a:pt x="328745" y="169372"/>
                    <a:pt x="475774" y="17145"/>
                  </a:cubicBezTo>
                </a:path>
              </a:pathLst>
            </a:custGeom>
            <a:noFill/>
            <a:ln w="33338">
              <a:solidFill>
                <a:srgbClr val="DDA5C4"/>
              </a:solidFill>
              <a:prstDash val="dash"/>
            </a:ln>
          </p:spPr>
        </p:sp>
        <p:sp>
          <p:nvSpPr>
            <p:cNvPr id="1589" name="four:barrier-filling:initial-filling-curve:1311"/>
            <p:cNvSpPr>
              <a:spLocks noGrp="1"/>
            </p:cNvSpPr>
            <p:nvPr/>
          </p:nvSpPr>
          <p:spPr>
            <a:xfrm>
              <a:off x="18809018" y="5003346"/>
              <a:ext cx="508159" cy="843643"/>
            </a:xfrm>
            <a:custGeom>
              <a:avLst/>
              <a:gdLst/>
              <a:ahLst/>
              <a:cxnLst/>
              <a:pathLst>
                <a:path w="508159" h="843643">
                  <a:moveTo>
                    <a:pt x="36858" y="12672"/>
                  </a:moveTo>
                  <a:cubicBezTo>
                    <a:pt x="180735" y="109085"/>
                    <a:pt x="324612" y="725871"/>
                    <a:pt x="468488" y="829021"/>
                  </a:cubicBezTo>
                </a:path>
              </a:pathLst>
            </a:custGeom>
            <a:noFill/>
            <a:ln w="33338">
              <a:solidFill>
                <a:srgbClr val="DDA5C4"/>
              </a:solidFill>
              <a:prstDash val="dash"/>
            </a:ln>
          </p:spPr>
        </p:sp>
        <p:sp>
          <p:nvSpPr>
            <p:cNvPr id="1590" name="four:barrier-filling:initial-filling-curve:1312"/>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33338">
              <a:solidFill>
                <a:srgbClr val="DDA5C4"/>
              </a:solidFill>
              <a:prstDash val="dash"/>
            </a:ln>
          </p:spPr>
        </p:sp>
        <p:sp>
          <p:nvSpPr>
            <p:cNvPr id="1591" name="four:barrier-filling:profile-halo:1313"/>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42863">
              <a:solidFill>
                <a:srgbClr val="FFFFFF"/>
              </a:solidFill>
              <a:prstDash val="solid"/>
            </a:ln>
          </p:spPr>
        </p:sp>
        <p:sp>
          <p:nvSpPr>
            <p:cNvPr id="1592" name="four:barrier-filling:optimized-filling-curve:1314"/>
            <p:cNvSpPr>
              <a:spLocks noGrp="1"/>
            </p:cNvSpPr>
            <p:nvPr/>
          </p:nvSpPr>
          <p:spPr>
            <a:xfrm>
              <a:off x="15944850" y="4867275"/>
              <a:ext cx="323374" cy="1333500"/>
            </a:xfrm>
            <a:custGeom>
              <a:avLst/>
              <a:gdLst/>
              <a:ahLst/>
              <a:cxnLst/>
              <a:pathLst>
                <a:path w="323374" h="1333500">
                  <a:moveTo>
                    <a:pt x="27329" y="26963"/>
                  </a:moveTo>
                  <a:cubicBezTo>
                    <a:pt x="116901" y="198432"/>
                    <a:pt x="206473" y="1135068"/>
                    <a:pt x="296045" y="1306537"/>
                  </a:cubicBezTo>
                </a:path>
              </a:pathLst>
            </a:custGeom>
            <a:noFill/>
            <a:ln w="26670">
              <a:solidFill>
                <a:srgbClr val="263238"/>
              </a:solidFill>
              <a:prstDash val="solid"/>
            </a:ln>
          </p:spPr>
        </p:sp>
        <p:sp>
          <p:nvSpPr>
            <p:cNvPr id="1593" name="four:barrier-filling:profile-halo:1315"/>
            <p:cNvSpPr>
              <a:spLocks noGrp="1"/>
            </p:cNvSpPr>
            <p:nvPr/>
          </p:nvSpPr>
          <p:spPr>
            <a:xfrm>
              <a:off x="16268224" y="5139418"/>
              <a:ext cx="508159" cy="1061357"/>
            </a:xfrm>
            <a:custGeom>
              <a:avLst/>
              <a:gdLst/>
              <a:ahLst/>
              <a:cxnLst/>
              <a:pathLst>
                <a:path w="508159" h="1061357">
                  <a:moveTo>
                    <a:pt x="37664" y="1044729"/>
                  </a:moveTo>
                  <a:cubicBezTo>
                    <a:pt x="181941" y="920651"/>
                    <a:pt x="326218" y="140707"/>
                    <a:pt x="470494" y="16628"/>
                  </a:cubicBezTo>
                </a:path>
              </a:pathLst>
            </a:custGeom>
            <a:noFill/>
            <a:ln w="42863">
              <a:solidFill>
                <a:srgbClr val="FFFFFF"/>
              </a:solidFill>
              <a:prstDash val="solid"/>
            </a:ln>
          </p:spPr>
        </p:sp>
        <p:sp>
          <p:nvSpPr>
            <p:cNvPr id="1594" name="four:barrier-filling:optimized-filling-curve:1316"/>
            <p:cNvSpPr>
              <a:spLocks noGrp="1"/>
            </p:cNvSpPr>
            <p:nvPr/>
          </p:nvSpPr>
          <p:spPr>
            <a:xfrm>
              <a:off x="16268224" y="5139418"/>
              <a:ext cx="508159" cy="1061357"/>
            </a:xfrm>
            <a:custGeom>
              <a:avLst/>
              <a:gdLst/>
              <a:ahLst/>
              <a:cxnLst/>
              <a:pathLst>
                <a:path w="508159" h="1061357">
                  <a:moveTo>
                    <a:pt x="37664" y="1044729"/>
                  </a:moveTo>
                  <a:cubicBezTo>
                    <a:pt x="181941" y="920651"/>
                    <a:pt x="326218" y="140707"/>
                    <a:pt x="470494" y="16628"/>
                  </a:cubicBezTo>
                </a:path>
              </a:pathLst>
            </a:custGeom>
            <a:noFill/>
            <a:ln w="26670">
              <a:solidFill>
                <a:srgbClr val="263238"/>
              </a:solidFill>
              <a:prstDash val="solid"/>
            </a:ln>
          </p:spPr>
        </p:sp>
        <p:sp>
          <p:nvSpPr>
            <p:cNvPr id="1595" name="four:barrier-filling:profile-halo:1317"/>
            <p:cNvSpPr>
              <a:spLocks noGrp="1"/>
            </p:cNvSpPr>
            <p:nvPr/>
          </p:nvSpPr>
          <p:spPr>
            <a:xfrm>
              <a:off x="16776383" y="5139418"/>
              <a:ext cx="508159" cy="1632857"/>
            </a:xfrm>
            <a:custGeom>
              <a:avLst/>
              <a:gdLst/>
              <a:ahLst/>
              <a:cxnLst/>
              <a:pathLst>
                <a:path w="508159" h="1632857">
                  <a:moveTo>
                    <a:pt x="33700" y="20592"/>
                  </a:moveTo>
                  <a:cubicBezTo>
                    <a:pt x="180620" y="195985"/>
                    <a:pt x="327539" y="1436872"/>
                    <a:pt x="474458" y="1612265"/>
                  </a:cubicBezTo>
                </a:path>
              </a:pathLst>
            </a:custGeom>
            <a:noFill/>
            <a:ln w="42863">
              <a:solidFill>
                <a:srgbClr val="FFFFFF"/>
              </a:solidFill>
              <a:prstDash val="solid"/>
            </a:ln>
          </p:spPr>
        </p:sp>
        <p:sp>
          <p:nvSpPr>
            <p:cNvPr id="1596" name="four:barrier-filling:optimized-filling-curve:1318"/>
            <p:cNvSpPr>
              <a:spLocks noGrp="1"/>
            </p:cNvSpPr>
            <p:nvPr/>
          </p:nvSpPr>
          <p:spPr>
            <a:xfrm>
              <a:off x="16776383" y="5139418"/>
              <a:ext cx="508159" cy="1632857"/>
            </a:xfrm>
            <a:custGeom>
              <a:avLst/>
              <a:gdLst/>
              <a:ahLst/>
              <a:cxnLst/>
              <a:pathLst>
                <a:path w="508159" h="1632857">
                  <a:moveTo>
                    <a:pt x="33700" y="20592"/>
                  </a:moveTo>
                  <a:cubicBezTo>
                    <a:pt x="180620" y="195985"/>
                    <a:pt x="327539" y="1436872"/>
                    <a:pt x="474458" y="1612265"/>
                  </a:cubicBezTo>
                </a:path>
              </a:pathLst>
            </a:custGeom>
            <a:noFill/>
            <a:ln w="26670">
              <a:solidFill>
                <a:srgbClr val="263238"/>
              </a:solidFill>
              <a:prstDash val="solid"/>
            </a:ln>
          </p:spPr>
        </p:sp>
        <p:sp>
          <p:nvSpPr>
            <p:cNvPr id="1597" name="four:barrier-filling:profile-halo:1319"/>
            <p:cNvSpPr>
              <a:spLocks noGrp="1"/>
            </p:cNvSpPr>
            <p:nvPr/>
          </p:nvSpPr>
          <p:spPr>
            <a:xfrm>
              <a:off x="17284541" y="6091918"/>
              <a:ext cx="508159" cy="680357"/>
            </a:xfrm>
            <a:custGeom>
              <a:avLst/>
              <a:gdLst/>
              <a:ahLst/>
              <a:cxnLst/>
              <a:pathLst>
                <a:path w="508159" h="680357">
                  <a:moveTo>
                    <a:pt x="41450" y="667515"/>
                  </a:moveTo>
                  <a:cubicBezTo>
                    <a:pt x="183203" y="582206"/>
                    <a:pt x="324956" y="98151"/>
                    <a:pt x="466708" y="12842"/>
                  </a:cubicBezTo>
                </a:path>
              </a:pathLst>
            </a:custGeom>
            <a:noFill/>
            <a:ln w="42863">
              <a:solidFill>
                <a:srgbClr val="FFFFFF"/>
              </a:solidFill>
              <a:prstDash val="solid"/>
            </a:ln>
          </p:spPr>
        </p:sp>
        <p:sp>
          <p:nvSpPr>
            <p:cNvPr id="1598" name="four:barrier-filling:optimized-filling-curve:1320"/>
            <p:cNvSpPr>
              <a:spLocks noGrp="1"/>
            </p:cNvSpPr>
            <p:nvPr/>
          </p:nvSpPr>
          <p:spPr>
            <a:xfrm>
              <a:off x="17284541" y="6091918"/>
              <a:ext cx="508159" cy="680357"/>
            </a:xfrm>
            <a:custGeom>
              <a:avLst/>
              <a:gdLst/>
              <a:ahLst/>
              <a:cxnLst/>
              <a:pathLst>
                <a:path w="508159" h="680357">
                  <a:moveTo>
                    <a:pt x="41450" y="667515"/>
                  </a:moveTo>
                  <a:cubicBezTo>
                    <a:pt x="183203" y="582206"/>
                    <a:pt x="324956" y="98151"/>
                    <a:pt x="466708" y="12842"/>
                  </a:cubicBezTo>
                </a:path>
              </a:pathLst>
            </a:custGeom>
            <a:noFill/>
            <a:ln w="26670">
              <a:solidFill>
                <a:srgbClr val="263238"/>
              </a:solidFill>
              <a:prstDash val="solid"/>
            </a:ln>
          </p:spPr>
        </p:sp>
        <p:sp>
          <p:nvSpPr>
            <p:cNvPr id="1599" name="four:barrier-filling:profile-halo:1321"/>
            <p:cNvSpPr>
              <a:spLocks noGrp="1"/>
            </p:cNvSpPr>
            <p:nvPr/>
          </p:nvSpPr>
          <p:spPr>
            <a:xfrm>
              <a:off x="17792700" y="6091918"/>
              <a:ext cx="508159" cy="381000"/>
            </a:xfrm>
            <a:custGeom>
              <a:avLst/>
              <a:gdLst/>
              <a:ahLst/>
              <a:cxnLst/>
              <a:pathLst>
                <a:path w="508159" h="381000">
                  <a:moveTo>
                    <a:pt x="45629" y="8664"/>
                  </a:moveTo>
                  <a:cubicBezTo>
                    <a:pt x="184596" y="59758"/>
                    <a:pt x="323563" y="321242"/>
                    <a:pt x="462530" y="372336"/>
                  </a:cubicBezTo>
                </a:path>
              </a:pathLst>
            </a:custGeom>
            <a:noFill/>
            <a:ln w="42863">
              <a:solidFill>
                <a:srgbClr val="FFFFFF"/>
              </a:solidFill>
              <a:prstDash val="solid"/>
            </a:ln>
          </p:spPr>
        </p:sp>
        <p:sp>
          <p:nvSpPr>
            <p:cNvPr id="1600" name="four:barrier-filling:optimized-filling-curve:1322"/>
            <p:cNvSpPr>
              <a:spLocks noGrp="1"/>
            </p:cNvSpPr>
            <p:nvPr/>
          </p:nvSpPr>
          <p:spPr>
            <a:xfrm>
              <a:off x="17792700" y="6091918"/>
              <a:ext cx="508159" cy="381000"/>
            </a:xfrm>
            <a:custGeom>
              <a:avLst/>
              <a:gdLst/>
              <a:ahLst/>
              <a:cxnLst/>
              <a:pathLst>
                <a:path w="508159" h="381000">
                  <a:moveTo>
                    <a:pt x="45629" y="8664"/>
                  </a:moveTo>
                  <a:cubicBezTo>
                    <a:pt x="184596" y="59758"/>
                    <a:pt x="323563" y="321242"/>
                    <a:pt x="462530" y="372336"/>
                  </a:cubicBezTo>
                </a:path>
              </a:pathLst>
            </a:custGeom>
            <a:noFill/>
            <a:ln w="26670">
              <a:solidFill>
                <a:srgbClr val="263238"/>
              </a:solidFill>
              <a:prstDash val="solid"/>
            </a:ln>
          </p:spPr>
        </p:sp>
        <p:sp>
          <p:nvSpPr>
            <p:cNvPr id="1601" name="four:barrier-filling:profile-halo:1323"/>
            <p:cNvSpPr>
              <a:spLocks noGrp="1"/>
            </p:cNvSpPr>
            <p:nvPr/>
          </p:nvSpPr>
          <p:spPr>
            <a:xfrm>
              <a:off x="18300859" y="5139418"/>
              <a:ext cx="508159" cy="1333500"/>
            </a:xfrm>
            <a:custGeom>
              <a:avLst/>
              <a:gdLst/>
              <a:ahLst/>
              <a:cxnLst/>
              <a:pathLst>
                <a:path w="508159" h="1333500">
                  <a:moveTo>
                    <a:pt x="35588" y="1314795"/>
                  </a:moveTo>
                  <a:cubicBezTo>
                    <a:pt x="181249" y="1165427"/>
                    <a:pt x="326910" y="168073"/>
                    <a:pt x="472571" y="18705"/>
                  </a:cubicBezTo>
                </a:path>
              </a:pathLst>
            </a:custGeom>
            <a:noFill/>
            <a:ln w="42863">
              <a:solidFill>
                <a:srgbClr val="FFFFFF"/>
              </a:solidFill>
              <a:prstDash val="solid"/>
            </a:ln>
          </p:spPr>
        </p:sp>
        <p:sp>
          <p:nvSpPr>
            <p:cNvPr id="1602" name="four:barrier-filling:optimized-filling-curve:1324"/>
            <p:cNvSpPr>
              <a:spLocks noGrp="1"/>
            </p:cNvSpPr>
            <p:nvPr/>
          </p:nvSpPr>
          <p:spPr>
            <a:xfrm>
              <a:off x="18300859" y="5139418"/>
              <a:ext cx="508159" cy="1333500"/>
            </a:xfrm>
            <a:custGeom>
              <a:avLst/>
              <a:gdLst/>
              <a:ahLst/>
              <a:cxnLst/>
              <a:pathLst>
                <a:path w="508159" h="1333500">
                  <a:moveTo>
                    <a:pt x="35588" y="1314795"/>
                  </a:moveTo>
                  <a:cubicBezTo>
                    <a:pt x="181249" y="1165427"/>
                    <a:pt x="326910" y="168073"/>
                    <a:pt x="472571" y="18705"/>
                  </a:cubicBezTo>
                </a:path>
              </a:pathLst>
            </a:custGeom>
            <a:noFill/>
            <a:ln w="26670">
              <a:solidFill>
                <a:srgbClr val="263238"/>
              </a:solidFill>
              <a:prstDash val="solid"/>
            </a:ln>
          </p:spPr>
        </p:sp>
        <p:sp>
          <p:nvSpPr>
            <p:cNvPr id="1603" name="four:barrier-filling:profile-halo:1325"/>
            <p:cNvSpPr>
              <a:spLocks noGrp="1"/>
            </p:cNvSpPr>
            <p:nvPr/>
          </p:nvSpPr>
          <p:spPr>
            <a:xfrm>
              <a:off x="18809018" y="5139418"/>
              <a:ext cx="508159" cy="707571"/>
            </a:xfrm>
            <a:custGeom>
              <a:avLst/>
              <a:gdLst/>
              <a:ahLst/>
              <a:cxnLst/>
              <a:pathLst>
                <a:path w="508159" h="707571">
                  <a:moveTo>
                    <a:pt x="41134" y="13158"/>
                  </a:moveTo>
                  <a:cubicBezTo>
                    <a:pt x="183098" y="101394"/>
                    <a:pt x="325061" y="606178"/>
                    <a:pt x="467025" y="694413"/>
                  </a:cubicBezTo>
                </a:path>
              </a:pathLst>
            </a:custGeom>
            <a:noFill/>
            <a:ln w="42863">
              <a:solidFill>
                <a:srgbClr val="FFFFFF"/>
              </a:solidFill>
              <a:prstDash val="solid"/>
            </a:ln>
          </p:spPr>
        </p:sp>
        <p:sp>
          <p:nvSpPr>
            <p:cNvPr id="1604" name="four:barrier-filling:optimized-filling-curve:1326"/>
            <p:cNvSpPr>
              <a:spLocks noGrp="1"/>
            </p:cNvSpPr>
            <p:nvPr/>
          </p:nvSpPr>
          <p:spPr>
            <a:xfrm>
              <a:off x="18809018" y="5139418"/>
              <a:ext cx="508159" cy="707571"/>
            </a:xfrm>
            <a:custGeom>
              <a:avLst/>
              <a:gdLst/>
              <a:ahLst/>
              <a:cxnLst/>
              <a:pathLst>
                <a:path w="508159" h="707571">
                  <a:moveTo>
                    <a:pt x="41134" y="13158"/>
                  </a:moveTo>
                  <a:cubicBezTo>
                    <a:pt x="183098" y="101394"/>
                    <a:pt x="325061" y="606178"/>
                    <a:pt x="467025" y="694413"/>
                  </a:cubicBezTo>
                </a:path>
              </a:pathLst>
            </a:custGeom>
            <a:noFill/>
            <a:ln w="26670">
              <a:solidFill>
                <a:srgbClr val="263238"/>
              </a:solidFill>
              <a:prstDash val="solid"/>
            </a:ln>
          </p:spPr>
        </p:sp>
        <p:sp>
          <p:nvSpPr>
            <p:cNvPr id="1605" name="four:barrier-filling:profile-halo:1327"/>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42863">
              <a:solidFill>
                <a:srgbClr val="FFFFFF"/>
              </a:solidFill>
              <a:prstDash val="solid"/>
            </a:ln>
          </p:spPr>
        </p:sp>
        <p:sp>
          <p:nvSpPr>
            <p:cNvPr id="1606" name="four:barrier-filling:optimized-filling-curve:1328"/>
            <p:cNvSpPr>
              <a:spLocks noGrp="1"/>
            </p:cNvSpPr>
            <p:nvPr/>
          </p:nvSpPr>
          <p:spPr>
            <a:xfrm>
              <a:off x="19317176" y="4867275"/>
              <a:ext cx="323374" cy="979714"/>
            </a:xfrm>
            <a:custGeom>
              <a:avLst/>
              <a:gdLst/>
              <a:ahLst/>
              <a:cxnLst/>
              <a:pathLst>
                <a:path w="323374" h="979714">
                  <a:moveTo>
                    <a:pt x="30221" y="955643"/>
                  </a:moveTo>
                  <a:cubicBezTo>
                    <a:pt x="117865" y="820665"/>
                    <a:pt x="205509" y="159049"/>
                    <a:pt x="293152" y="24071"/>
                  </a:cubicBezTo>
                </a:path>
              </a:pathLst>
            </a:custGeom>
            <a:noFill/>
            <a:ln w="26670">
              <a:solidFill>
                <a:srgbClr val="263238"/>
              </a:solidFill>
              <a:prstDash val="solid"/>
            </a:ln>
          </p:spPr>
        </p:sp>
        <p:sp>
          <p:nvSpPr>
            <p:cNvPr id="1607" name="four:barrier-filling:line:1329"/>
            <p:cNvSpPr>
              <a:spLocks noGrp="1"/>
            </p:cNvSpPr>
            <p:nvPr/>
          </p:nvSpPr>
          <p:spPr>
            <a:xfrm>
              <a:off x="16268224" y="5275489"/>
              <a:ext cx="3048952" cy="953"/>
            </a:xfrm>
            <a:custGeom>
              <a:avLst/>
              <a:gdLst/>
              <a:ahLst/>
              <a:cxnLst/>
              <a:pathLst>
                <a:path w="3048952" h="953">
                  <a:moveTo>
                    <a:pt x="0" y="0"/>
                  </a:moveTo>
                  <a:lnTo>
                    <a:pt x="3048952" y="0"/>
                  </a:lnTo>
                </a:path>
              </a:pathLst>
            </a:custGeom>
            <a:noFill/>
            <a:ln w="11430">
              <a:solidFill>
                <a:srgbClr val="8F9DA9"/>
              </a:solidFill>
              <a:prstDash val="dash"/>
            </a:ln>
          </p:spPr>
        </p:sp>
        <p:sp>
          <p:nvSpPr>
            <p:cNvPr id="1608" name="four:barrier-filling:textbox:1330"/>
            <p:cNvSpPr>
              <a:spLocks noGrp="1"/>
            </p:cNvSpPr>
            <p:nvPr/>
          </p:nvSpPr>
          <p:spPr>
            <a:xfrm>
              <a:off x="16230124" y="5104039"/>
              <a:ext cx="190500" cy="342900"/>
            </a:xfrm>
            <a:prstGeom prst="rect">
              <a:avLst/>
            </a:prstGeom>
            <a:solidFill>
              <a:srgbClr val="FFFFFF"/>
            </a:solidFill>
            <a:ln w="0">
              <a:noFill/>
              <a:prstDash val="solid"/>
            </a:ln>
          </p:spPr>
          <p:txBody>
            <a:bodyPr wrap="none" lIns="0" tIns="0" rIns="0" bIns="0" anchor="ctr">
              <a:normAutofit/>
            </a:bodyPr>
            <a:lstStyle>
              <a:defPPr algn="ctr">
                <a:defRPr sz="1725" b="0">
                  <a:solidFill>
                    <a:srgbClr val="7B8790"/>
                  </a:solidFill>
                  <a:latin typeface="Arial" panose="020B0604020202090204"/>
                  <a:ea typeface="Arial" panose="020B0604020202090204"/>
                  <a:cs typeface="Arial" panose="020B0604020202090204"/>
                </a:defRPr>
              </a:defPPr>
            </a:lstStyle>
            <a:p>
              <a:pPr algn="ctr">
                <a:defRPr sz="1725" b="0">
                  <a:solidFill>
                    <a:srgbClr val="7B8790"/>
                  </a:solidFill>
                  <a:latin typeface="Arial" panose="020B0604020202090204"/>
                  <a:ea typeface="Arial" panose="020B0604020202090204"/>
                  <a:cs typeface="Arial" panose="020B0604020202090204"/>
                </a:defRPr>
              </a:pPr>
              <a:r>
                <a:rPr sz="1725" b="0">
                  <a:solidFill>
                    <a:srgbClr val="7B8790"/>
                  </a:solidFill>
                  <a:latin typeface="Arial" panose="020B0604020202090204"/>
                  <a:ea typeface="Arial" panose="020B0604020202090204"/>
                  <a:cs typeface="Arial" panose="020B0604020202090204"/>
                </a:rPr>
                <a:t>T</a:t>
              </a:r>
              <a:endParaRPr sz="1725" b="0">
                <a:solidFill>
                  <a:srgbClr val="7B8790"/>
                </a:solidFill>
                <a:latin typeface="Arial" panose="020B0604020202090204"/>
                <a:ea typeface="Arial" panose="020B0604020202090204"/>
                <a:cs typeface="Arial" panose="020B0604020202090204"/>
              </a:endParaRPr>
            </a:p>
          </p:txBody>
        </p:sp>
        <p:sp>
          <p:nvSpPr>
            <p:cNvPr id="1609" name="four:barrier-filling:line:1333"/>
            <p:cNvSpPr>
              <a:spLocks noGrp="1"/>
            </p:cNvSpPr>
            <p:nvPr/>
          </p:nvSpPr>
          <p:spPr>
            <a:xfrm>
              <a:off x="16833533" y="5003346"/>
              <a:ext cx="959168" cy="953"/>
            </a:xfrm>
            <a:custGeom>
              <a:avLst/>
              <a:gdLst/>
              <a:ahLst/>
              <a:cxnLst/>
              <a:pathLst>
                <a:path w="959168" h="953">
                  <a:moveTo>
                    <a:pt x="0" y="0"/>
                  </a:moveTo>
                  <a:lnTo>
                    <a:pt x="959168" y="0"/>
                  </a:lnTo>
                </a:path>
              </a:pathLst>
            </a:custGeom>
            <a:noFill/>
            <a:ln w="9525">
              <a:solidFill>
                <a:srgbClr val="DDA5C4">
                  <a:alpha val="70000"/>
                </a:srgbClr>
              </a:solidFill>
              <a:prstDash val="dash"/>
            </a:ln>
          </p:spPr>
        </p:sp>
        <p:sp>
          <p:nvSpPr>
            <p:cNvPr id="1610" name="four:barrier-filling:line:1334"/>
            <p:cNvSpPr>
              <a:spLocks noGrp="1"/>
            </p:cNvSpPr>
            <p:nvPr/>
          </p:nvSpPr>
          <p:spPr>
            <a:xfrm>
              <a:off x="16833533" y="5139418"/>
              <a:ext cx="1282541" cy="953"/>
            </a:xfrm>
            <a:custGeom>
              <a:avLst/>
              <a:gdLst/>
              <a:ahLst/>
              <a:cxnLst/>
              <a:pathLst>
                <a:path w="1282541" h="953">
                  <a:moveTo>
                    <a:pt x="0" y="0"/>
                  </a:moveTo>
                  <a:lnTo>
                    <a:pt x="1282541" y="0"/>
                  </a:lnTo>
                </a:path>
              </a:pathLst>
            </a:custGeom>
            <a:noFill/>
            <a:ln w="9525">
              <a:solidFill>
                <a:srgbClr val="263238">
                  <a:alpha val="65000"/>
                </a:srgbClr>
              </a:solidFill>
              <a:prstDash val="dash"/>
            </a:ln>
          </p:spPr>
        </p:sp>
        <p:sp>
          <p:nvSpPr>
            <p:cNvPr id="1611" name="four:barrier-filling:line:1335"/>
            <p:cNvSpPr>
              <a:spLocks noGrp="1"/>
            </p:cNvSpPr>
            <p:nvPr/>
          </p:nvSpPr>
          <p:spPr>
            <a:xfrm>
              <a:off x="17792700" y="5003346"/>
              <a:ext cx="953" cy="272143"/>
            </a:xfrm>
            <a:custGeom>
              <a:avLst/>
              <a:gdLst/>
              <a:ahLst/>
              <a:cxnLst/>
              <a:pathLst>
                <a:path w="953" h="272143">
                  <a:moveTo>
                    <a:pt x="0" y="0"/>
                  </a:moveTo>
                  <a:lnTo>
                    <a:pt x="0" y="272143"/>
                  </a:lnTo>
                </a:path>
              </a:pathLst>
            </a:custGeom>
            <a:noFill/>
            <a:ln w="20003">
              <a:solidFill>
                <a:srgbClr val="DDA5C4"/>
              </a:solidFill>
              <a:prstDash val="solid"/>
            </a:ln>
          </p:spPr>
        </p:sp>
        <p:sp>
          <p:nvSpPr>
            <p:cNvPr id="1612" name="four:barrier-filling:line:1336"/>
            <p:cNvSpPr>
              <a:spLocks noGrp="1"/>
            </p:cNvSpPr>
            <p:nvPr/>
          </p:nvSpPr>
          <p:spPr>
            <a:xfrm>
              <a:off x="17754600" y="5003346"/>
              <a:ext cx="76200" cy="953"/>
            </a:xfrm>
            <a:custGeom>
              <a:avLst/>
              <a:gdLst/>
              <a:ahLst/>
              <a:cxnLst/>
              <a:pathLst>
                <a:path w="76200" h="953">
                  <a:moveTo>
                    <a:pt x="0" y="0"/>
                  </a:moveTo>
                  <a:lnTo>
                    <a:pt x="76200" y="0"/>
                  </a:lnTo>
                </a:path>
              </a:pathLst>
            </a:custGeom>
            <a:noFill/>
            <a:ln w="20003">
              <a:solidFill>
                <a:srgbClr val="DDA5C4"/>
              </a:solidFill>
              <a:prstDash val="solid"/>
            </a:ln>
          </p:spPr>
        </p:sp>
        <p:sp>
          <p:nvSpPr>
            <p:cNvPr id="1613" name="four:barrier-filling:line:1337"/>
            <p:cNvSpPr>
              <a:spLocks noGrp="1"/>
            </p:cNvSpPr>
            <p:nvPr/>
          </p:nvSpPr>
          <p:spPr>
            <a:xfrm>
              <a:off x="17754600" y="5275489"/>
              <a:ext cx="76200" cy="953"/>
            </a:xfrm>
            <a:custGeom>
              <a:avLst/>
              <a:gdLst/>
              <a:ahLst/>
              <a:cxnLst/>
              <a:pathLst>
                <a:path w="76200" h="953">
                  <a:moveTo>
                    <a:pt x="0" y="0"/>
                  </a:moveTo>
                  <a:lnTo>
                    <a:pt x="76200" y="0"/>
                  </a:lnTo>
                </a:path>
              </a:pathLst>
            </a:custGeom>
            <a:noFill/>
            <a:ln w="20003">
              <a:solidFill>
                <a:srgbClr val="DDA5C4"/>
              </a:solidFill>
              <a:prstDash val="solid"/>
            </a:ln>
          </p:spPr>
        </p:sp>
        <p:sp>
          <p:nvSpPr>
            <p:cNvPr id="1614" name="four:barrier-filling:line:1338"/>
            <p:cNvSpPr>
              <a:spLocks noGrp="1"/>
            </p:cNvSpPr>
            <p:nvPr/>
          </p:nvSpPr>
          <p:spPr>
            <a:xfrm>
              <a:off x="18116074" y="5139418"/>
              <a:ext cx="953" cy="136071"/>
            </a:xfrm>
            <a:custGeom>
              <a:avLst/>
              <a:gdLst/>
              <a:ahLst/>
              <a:cxnLst/>
              <a:pathLst>
                <a:path w="953" h="136071">
                  <a:moveTo>
                    <a:pt x="0" y="0"/>
                  </a:moveTo>
                  <a:lnTo>
                    <a:pt x="0" y="136071"/>
                  </a:lnTo>
                </a:path>
              </a:pathLst>
            </a:custGeom>
            <a:noFill/>
            <a:ln w="20003">
              <a:solidFill>
                <a:srgbClr val="263238"/>
              </a:solidFill>
              <a:prstDash val="solid"/>
            </a:ln>
          </p:spPr>
        </p:sp>
        <p:sp>
          <p:nvSpPr>
            <p:cNvPr id="1615" name="four:barrier-filling:line:1339"/>
            <p:cNvSpPr>
              <a:spLocks noGrp="1"/>
            </p:cNvSpPr>
            <p:nvPr/>
          </p:nvSpPr>
          <p:spPr>
            <a:xfrm>
              <a:off x="18077974" y="5139418"/>
              <a:ext cx="76200" cy="953"/>
            </a:xfrm>
            <a:custGeom>
              <a:avLst/>
              <a:gdLst/>
              <a:ahLst/>
              <a:cxnLst/>
              <a:pathLst>
                <a:path w="76200" h="953">
                  <a:moveTo>
                    <a:pt x="0" y="0"/>
                  </a:moveTo>
                  <a:lnTo>
                    <a:pt x="76200" y="0"/>
                  </a:lnTo>
                </a:path>
              </a:pathLst>
            </a:custGeom>
            <a:noFill/>
            <a:ln w="20003">
              <a:solidFill>
                <a:srgbClr val="263238"/>
              </a:solidFill>
              <a:prstDash val="solid"/>
            </a:ln>
          </p:spPr>
        </p:sp>
        <p:sp>
          <p:nvSpPr>
            <p:cNvPr id="1616" name="four:barrier-filling:line:1340"/>
            <p:cNvSpPr>
              <a:spLocks noGrp="1"/>
            </p:cNvSpPr>
            <p:nvPr/>
          </p:nvSpPr>
          <p:spPr>
            <a:xfrm>
              <a:off x="18077974" y="5275489"/>
              <a:ext cx="76200" cy="953"/>
            </a:xfrm>
            <a:custGeom>
              <a:avLst/>
              <a:gdLst/>
              <a:ahLst/>
              <a:cxnLst/>
              <a:pathLst>
                <a:path w="76200" h="953">
                  <a:moveTo>
                    <a:pt x="0" y="0"/>
                  </a:moveTo>
                  <a:lnTo>
                    <a:pt x="76200" y="0"/>
                  </a:lnTo>
                </a:path>
              </a:pathLst>
            </a:custGeom>
            <a:noFill/>
            <a:ln w="20003">
              <a:solidFill>
                <a:srgbClr val="263238"/>
              </a:solidFill>
              <a:prstDash val="solid"/>
            </a:ln>
          </p:spPr>
        </p:sp>
        <p:sp>
          <p:nvSpPr>
            <p:cNvPr id="1617" name="four:barrier-filling:textbox:1341"/>
            <p:cNvSpPr>
              <a:spLocks noGrp="1"/>
            </p:cNvSpPr>
            <p:nvPr/>
          </p:nvSpPr>
          <p:spPr>
            <a:xfrm>
              <a:off x="16916400" y="4917621"/>
              <a:ext cx="781050" cy="342900"/>
            </a:xfrm>
            <a:prstGeom prst="rect">
              <a:avLst/>
            </a:prstGeom>
            <a:solidFill>
              <a:srgbClr val="FFFFFF"/>
            </a:solidFill>
            <a:ln w="0">
              <a:noFill/>
              <a:prstDash val="solid"/>
            </a:ln>
          </p:spPr>
          <p:txBody>
            <a:bodyPr wrap="none" lIns="0" tIns="0" rIns="0" bIns="0" anchor="ctr">
              <a:normAutofit/>
            </a:bodyPr>
            <a:lstStyle>
              <a:defPPr algn="ctr">
                <a:defRPr sz="1800" b="0">
                  <a:solidFill>
                    <a:srgbClr val="DDA5C4"/>
                  </a:solidFill>
                  <a:latin typeface="Arial" panose="020B0604020202090204"/>
                  <a:ea typeface="Arial" panose="020B0604020202090204"/>
                  <a:cs typeface="Arial" panose="020B0604020202090204"/>
                </a:defRPr>
              </a:defPPr>
            </a:lstStyle>
            <a:p>
              <a:pPr algn="ctr">
                <a:defRPr sz="1800" b="0">
                  <a:solidFill>
                    <a:srgbClr val="DDA5C4"/>
                  </a:solidFill>
                  <a:latin typeface="Arial" panose="020B0604020202090204"/>
                  <a:ea typeface="Arial" panose="020B0604020202090204"/>
                  <a:cs typeface="Arial" panose="020B0604020202090204"/>
                </a:defRPr>
              </a:pPr>
              <a:r>
                <a:rPr sz="1800" b="0">
                  <a:solidFill>
                    <a:srgbClr val="DDA5C4"/>
                  </a:solidFill>
                  <a:latin typeface="Arial" panose="020B0604020202090204"/>
                  <a:ea typeface="Arial" panose="020B0604020202090204"/>
                  <a:cs typeface="Arial" panose="020B0604020202090204"/>
                </a:rPr>
                <a:t>δ</a:t>
              </a:r>
              <a:r>
                <a:rPr sz="1295" b="0" baseline="-25000">
                  <a:solidFill>
                    <a:srgbClr val="DDA5C4"/>
                  </a:solidFill>
                  <a:latin typeface="Arial" panose="020B0604020202090204"/>
                  <a:ea typeface="Arial" panose="020B0604020202090204"/>
                  <a:cs typeface="Arial" panose="020B0604020202090204"/>
                </a:rPr>
                <a:t>LCA</a:t>
              </a:r>
              <a:endParaRPr sz="1295" b="0" baseline="-25000">
                <a:solidFill>
                  <a:srgbClr val="DDA5C4"/>
                </a:solidFill>
                <a:latin typeface="Arial" panose="020B0604020202090204"/>
                <a:ea typeface="Arial" panose="020B0604020202090204"/>
                <a:cs typeface="Arial" panose="020B0604020202090204"/>
              </a:endParaRPr>
            </a:p>
          </p:txBody>
        </p:sp>
        <p:sp>
          <p:nvSpPr>
            <p:cNvPr id="1618" name="four:barrier-filling:textbox:1342"/>
            <p:cNvSpPr>
              <a:spLocks noGrp="1"/>
            </p:cNvSpPr>
            <p:nvPr/>
          </p:nvSpPr>
          <p:spPr>
            <a:xfrm>
              <a:off x="17620774" y="5342164"/>
              <a:ext cx="514350" cy="342900"/>
            </a:xfrm>
            <a:prstGeom prst="rect">
              <a:avLst/>
            </a:prstGeom>
            <a:solidFill>
              <a:srgbClr val="FFFFFF"/>
            </a:solidFill>
            <a:ln w="0">
              <a:noFill/>
              <a:prstDash val="solid"/>
            </a:ln>
          </p:spPr>
          <p:txBody>
            <a:bodyPr wrap="none" lIns="0" tIns="0" rIns="0" bIns="0" anchor="ctr">
              <a:normAutofit/>
            </a:bodyPr>
            <a:lstStyle>
              <a:defPPr algn="ctr">
                <a:defRPr sz="1800" b="0">
                  <a:solidFill>
                    <a:srgbClr val="263238"/>
                  </a:solidFill>
                  <a:latin typeface="Arial" panose="020B0604020202090204"/>
                  <a:ea typeface="Arial" panose="020B0604020202090204"/>
                  <a:cs typeface="Arial" panose="020B0604020202090204"/>
                </a:defRPr>
              </a:defPPr>
            </a:lstStyle>
            <a:p>
              <a:pPr algn="ctr">
                <a:defRPr sz="1800" b="0">
                  <a:solidFill>
                    <a:srgbClr val="263238"/>
                  </a:solidFill>
                  <a:latin typeface="Arial" panose="020B0604020202090204"/>
                  <a:ea typeface="Arial" panose="020B0604020202090204"/>
                  <a:cs typeface="Arial" panose="020B0604020202090204"/>
                </a:defRPr>
              </a:pPr>
              <a:r>
                <a:rPr sz="1800" b="0">
                  <a:solidFill>
                    <a:srgbClr val="263238"/>
                  </a:solidFill>
                  <a:latin typeface="Arial" panose="020B0604020202090204"/>
                  <a:ea typeface="Arial" panose="020B0604020202090204"/>
                  <a:cs typeface="Arial" panose="020B0604020202090204"/>
                </a:rPr>
                <a:t>δ</a:t>
              </a:r>
              <a:r>
                <a:rPr sz="1295" b="0" baseline="32000">
                  <a:solidFill>
                    <a:srgbClr val="263238"/>
                  </a:solidFill>
                  <a:latin typeface="Arial" panose="020B0604020202090204"/>
                  <a:ea typeface="Arial" panose="020B0604020202090204"/>
                  <a:cs typeface="Arial" panose="020B0604020202090204"/>
                </a:rPr>
                <a:t>*</a:t>
              </a:r>
              <a:endParaRPr sz="1295" b="0" baseline="32000">
                <a:solidFill>
                  <a:srgbClr val="263238"/>
                </a:solidFill>
                <a:latin typeface="Arial" panose="020B0604020202090204"/>
                <a:ea typeface="Arial" panose="020B0604020202090204"/>
                <a:cs typeface="Arial" panose="020B0604020202090204"/>
              </a:endParaRPr>
            </a:p>
          </p:txBody>
        </p:sp>
        <p:sp>
          <p:nvSpPr>
            <p:cNvPr id="1619" name="four:barrier-filling:line:1343"/>
            <p:cNvSpPr>
              <a:spLocks noGrp="1"/>
            </p:cNvSpPr>
            <p:nvPr/>
          </p:nvSpPr>
          <p:spPr>
            <a:xfrm>
              <a:off x="18116074" y="5304064"/>
              <a:ext cx="953" cy="200025"/>
            </a:xfrm>
            <a:custGeom>
              <a:avLst/>
              <a:gdLst/>
              <a:ahLst/>
              <a:cxnLst/>
              <a:pathLst>
                <a:path w="953" h="200025">
                  <a:moveTo>
                    <a:pt x="0" y="0"/>
                  </a:moveTo>
                  <a:lnTo>
                    <a:pt x="0" y="200025"/>
                  </a:lnTo>
                </a:path>
              </a:pathLst>
            </a:custGeom>
            <a:noFill/>
            <a:ln w="11430">
              <a:solidFill>
                <a:srgbClr val="263238"/>
              </a:solidFill>
              <a:prstDash val="solid"/>
            </a:ln>
          </p:spPr>
        </p:sp>
        <p:sp>
          <p:nvSpPr>
            <p:cNvPr id="1620" name="four:barrier-filling:line:1344"/>
            <p:cNvSpPr>
              <a:spLocks noGrp="1"/>
            </p:cNvSpPr>
            <p:nvPr/>
          </p:nvSpPr>
          <p:spPr>
            <a:xfrm>
              <a:off x="18068449" y="5504089"/>
              <a:ext cx="47625" cy="953"/>
            </a:xfrm>
            <a:custGeom>
              <a:avLst/>
              <a:gdLst/>
              <a:ahLst/>
              <a:cxnLst/>
              <a:pathLst>
                <a:path w="47625" h="953">
                  <a:moveTo>
                    <a:pt x="47625" y="0"/>
                  </a:moveTo>
                  <a:lnTo>
                    <a:pt x="0" y="0"/>
                  </a:lnTo>
                </a:path>
              </a:pathLst>
            </a:custGeom>
            <a:noFill/>
            <a:ln w="11430">
              <a:solidFill>
                <a:srgbClr val="263238"/>
              </a:solidFill>
              <a:prstDash val="solid"/>
            </a:ln>
          </p:spPr>
        </p:sp>
        <p:sp>
          <p:nvSpPr>
            <p:cNvPr id="1621" name="four:barrier-filling:line:1345"/>
            <p:cNvSpPr>
              <a:spLocks noGrp="1"/>
            </p:cNvSpPr>
            <p:nvPr/>
          </p:nvSpPr>
          <p:spPr>
            <a:xfrm>
              <a:off x="16268224" y="6886575"/>
              <a:ext cx="3048952" cy="953"/>
            </a:xfrm>
            <a:custGeom>
              <a:avLst/>
              <a:gdLst/>
              <a:ahLst/>
              <a:cxnLst/>
              <a:pathLst>
                <a:path w="3048952" h="953">
                  <a:moveTo>
                    <a:pt x="0" y="0"/>
                  </a:moveTo>
                  <a:lnTo>
                    <a:pt x="3048952" y="0"/>
                  </a:lnTo>
                </a:path>
              </a:pathLst>
            </a:custGeom>
            <a:noFill/>
            <a:ln w="10478">
              <a:solidFill>
                <a:srgbClr val="7A8994"/>
              </a:solidFill>
              <a:prstDash val="solid"/>
            </a:ln>
          </p:spPr>
        </p:sp>
        <p:sp>
          <p:nvSpPr>
            <p:cNvPr id="1622" name="four:barrier-filling:line:1346"/>
            <p:cNvSpPr>
              <a:spLocks noGrp="1"/>
            </p:cNvSpPr>
            <p:nvPr/>
          </p:nvSpPr>
          <p:spPr>
            <a:xfrm>
              <a:off x="16268224" y="6838950"/>
              <a:ext cx="953" cy="95250"/>
            </a:xfrm>
            <a:custGeom>
              <a:avLst/>
              <a:gdLst/>
              <a:ahLst/>
              <a:cxnLst/>
              <a:pathLst>
                <a:path w="953" h="95250">
                  <a:moveTo>
                    <a:pt x="0" y="0"/>
                  </a:moveTo>
                  <a:lnTo>
                    <a:pt x="0" y="95250"/>
                  </a:lnTo>
                </a:path>
              </a:pathLst>
            </a:custGeom>
            <a:noFill/>
            <a:ln w="19050">
              <a:solidFill>
                <a:srgbClr val="0072B2"/>
              </a:solidFill>
              <a:prstDash val="solid"/>
            </a:ln>
          </p:spPr>
        </p:sp>
        <p:sp>
          <p:nvSpPr>
            <p:cNvPr id="1623" name="four:barrier-filling:line:1347"/>
            <p:cNvSpPr>
              <a:spLocks noGrp="1"/>
            </p:cNvSpPr>
            <p:nvPr/>
          </p:nvSpPr>
          <p:spPr>
            <a:xfrm>
              <a:off x="19317176" y="6838950"/>
              <a:ext cx="953" cy="95250"/>
            </a:xfrm>
            <a:custGeom>
              <a:avLst/>
              <a:gdLst/>
              <a:ahLst/>
              <a:cxnLst/>
              <a:pathLst>
                <a:path w="953" h="95250">
                  <a:moveTo>
                    <a:pt x="0" y="0"/>
                  </a:moveTo>
                  <a:lnTo>
                    <a:pt x="0" y="95250"/>
                  </a:lnTo>
                </a:path>
              </a:pathLst>
            </a:custGeom>
            <a:noFill/>
            <a:ln w="19050">
              <a:solidFill>
                <a:srgbClr val="CC79A7"/>
              </a:solidFill>
              <a:prstDash val="solid"/>
            </a:ln>
          </p:spPr>
        </p:sp>
        <p:sp>
          <p:nvSpPr>
            <p:cNvPr id="1624" name="four:barrier-filling:regular-node:1348"/>
            <p:cNvSpPr>
              <a:spLocks noGrp="1"/>
            </p:cNvSpPr>
            <p:nvPr/>
          </p:nvSpPr>
          <p:spPr>
            <a:xfrm>
              <a:off x="16070342" y="5497830"/>
              <a:ext cx="72390" cy="72390"/>
            </a:xfrm>
            <a:prstGeom prst="ellipse">
              <a:avLst/>
            </a:prstGeom>
            <a:solidFill>
              <a:srgbClr val="0072B2"/>
            </a:solidFill>
            <a:ln w="9525">
              <a:solidFill>
                <a:srgbClr val="263238"/>
              </a:solidFill>
              <a:prstDash val="solid"/>
            </a:ln>
          </p:spPr>
        </p:sp>
        <p:sp>
          <p:nvSpPr>
            <p:cNvPr id="1625" name="four:barrier-filling:regular-node:1349"/>
            <p:cNvSpPr>
              <a:spLocks noGrp="1"/>
            </p:cNvSpPr>
            <p:nvPr/>
          </p:nvSpPr>
          <p:spPr>
            <a:xfrm>
              <a:off x="16486108" y="5633901"/>
              <a:ext cx="72390" cy="72390"/>
            </a:xfrm>
            <a:prstGeom prst="ellipse">
              <a:avLst/>
            </a:prstGeom>
            <a:solidFill>
              <a:srgbClr val="0072B2"/>
            </a:solidFill>
            <a:ln w="9525">
              <a:solidFill>
                <a:srgbClr val="263238"/>
              </a:solidFill>
              <a:prstDash val="solid"/>
            </a:ln>
          </p:spPr>
        </p:sp>
        <p:sp>
          <p:nvSpPr>
            <p:cNvPr id="1626" name="four:barrier-filling:regular-node:1350"/>
            <p:cNvSpPr>
              <a:spLocks noGrp="1"/>
            </p:cNvSpPr>
            <p:nvPr/>
          </p:nvSpPr>
          <p:spPr>
            <a:xfrm>
              <a:off x="16994267" y="5919651"/>
              <a:ext cx="72390" cy="72390"/>
            </a:xfrm>
            <a:prstGeom prst="ellipse">
              <a:avLst/>
            </a:prstGeom>
            <a:solidFill>
              <a:srgbClr val="81C9BA"/>
            </a:solidFill>
            <a:ln w="9525">
              <a:solidFill>
                <a:srgbClr val="263238"/>
              </a:solidFill>
              <a:prstDash val="solid"/>
            </a:ln>
          </p:spPr>
        </p:sp>
        <p:sp>
          <p:nvSpPr>
            <p:cNvPr id="1627" name="four:barrier-filling:regular-node:1351"/>
            <p:cNvSpPr>
              <a:spLocks noGrp="1"/>
            </p:cNvSpPr>
            <p:nvPr/>
          </p:nvSpPr>
          <p:spPr>
            <a:xfrm>
              <a:off x="17502426" y="6395901"/>
              <a:ext cx="72390" cy="72390"/>
            </a:xfrm>
            <a:prstGeom prst="ellipse">
              <a:avLst/>
            </a:prstGeom>
            <a:solidFill>
              <a:srgbClr val="D55E00"/>
            </a:solidFill>
            <a:ln w="9525">
              <a:solidFill>
                <a:srgbClr val="263238"/>
              </a:solidFill>
              <a:prstDash val="solid"/>
            </a:ln>
          </p:spPr>
        </p:sp>
        <p:sp>
          <p:nvSpPr>
            <p:cNvPr id="1628" name="four:barrier-filling:regular-node:1352"/>
            <p:cNvSpPr>
              <a:spLocks noGrp="1"/>
            </p:cNvSpPr>
            <p:nvPr/>
          </p:nvSpPr>
          <p:spPr>
            <a:xfrm>
              <a:off x="18010584" y="6246223"/>
              <a:ext cx="72390" cy="72390"/>
            </a:xfrm>
            <a:prstGeom prst="ellipse">
              <a:avLst/>
            </a:prstGeom>
            <a:solidFill>
              <a:srgbClr val="009E73"/>
            </a:solidFill>
            <a:ln w="9525">
              <a:solidFill>
                <a:srgbClr val="263238"/>
              </a:solidFill>
              <a:prstDash val="solid"/>
            </a:ln>
          </p:spPr>
        </p:sp>
        <p:sp>
          <p:nvSpPr>
            <p:cNvPr id="1629" name="four:barrier-filling:regular-node:1353"/>
            <p:cNvSpPr>
              <a:spLocks noGrp="1"/>
            </p:cNvSpPr>
            <p:nvPr/>
          </p:nvSpPr>
          <p:spPr>
            <a:xfrm>
              <a:off x="18518743" y="5769973"/>
              <a:ext cx="72390" cy="72390"/>
            </a:xfrm>
            <a:prstGeom prst="ellipse">
              <a:avLst/>
            </a:prstGeom>
            <a:solidFill>
              <a:srgbClr val="81C9BA"/>
            </a:solidFill>
            <a:ln w="9525">
              <a:solidFill>
                <a:srgbClr val="263238"/>
              </a:solidFill>
              <a:prstDash val="solid"/>
            </a:ln>
          </p:spPr>
        </p:sp>
        <p:sp>
          <p:nvSpPr>
            <p:cNvPr id="1630" name="four:barrier-filling:regular-node:1354"/>
            <p:cNvSpPr>
              <a:spLocks noGrp="1"/>
            </p:cNvSpPr>
            <p:nvPr/>
          </p:nvSpPr>
          <p:spPr>
            <a:xfrm>
              <a:off x="19026902" y="5457009"/>
              <a:ext cx="72390" cy="72390"/>
            </a:xfrm>
            <a:prstGeom prst="ellipse">
              <a:avLst/>
            </a:prstGeom>
            <a:solidFill>
              <a:srgbClr val="CC79A7"/>
            </a:solidFill>
            <a:ln w="9525">
              <a:solidFill>
                <a:srgbClr val="263238"/>
              </a:solidFill>
              <a:prstDash val="solid"/>
            </a:ln>
          </p:spPr>
        </p:sp>
        <p:sp>
          <p:nvSpPr>
            <p:cNvPr id="1631" name="four:barrier-filling:regular-node:1355"/>
            <p:cNvSpPr>
              <a:spLocks noGrp="1"/>
            </p:cNvSpPr>
            <p:nvPr/>
          </p:nvSpPr>
          <p:spPr>
            <a:xfrm>
              <a:off x="19442668" y="5320937"/>
              <a:ext cx="72390" cy="72390"/>
            </a:xfrm>
            <a:prstGeom prst="ellipse">
              <a:avLst/>
            </a:prstGeom>
            <a:solidFill>
              <a:srgbClr val="CC79A7"/>
            </a:solidFill>
            <a:ln w="9525">
              <a:solidFill>
                <a:srgbClr val="263238"/>
              </a:solidFill>
              <a:prstDash val="solid"/>
            </a:ln>
          </p:spPr>
        </p:sp>
        <p:sp>
          <p:nvSpPr>
            <p:cNvPr id="1632" name="four:barrier-filling:critical-node:1356"/>
            <p:cNvSpPr>
              <a:spLocks noGrp="1"/>
            </p:cNvSpPr>
            <p:nvPr/>
          </p:nvSpPr>
          <p:spPr>
            <a:xfrm>
              <a:off x="15897225" y="4819650"/>
              <a:ext cx="95250" cy="95250"/>
            </a:xfrm>
            <a:prstGeom prst="diamond">
              <a:avLst/>
            </a:prstGeom>
            <a:solidFill>
              <a:srgbClr val="DCE8ED"/>
            </a:solidFill>
            <a:ln w="10478">
              <a:solidFill>
                <a:srgbClr val="263238"/>
              </a:solidFill>
              <a:prstDash val="solid"/>
            </a:ln>
          </p:spPr>
        </p:sp>
        <p:sp>
          <p:nvSpPr>
            <p:cNvPr id="1633" name="four:barrier-filling:critical-node:1357"/>
            <p:cNvSpPr>
              <a:spLocks noGrp="1"/>
            </p:cNvSpPr>
            <p:nvPr/>
          </p:nvSpPr>
          <p:spPr>
            <a:xfrm>
              <a:off x="16220599" y="6153150"/>
              <a:ext cx="95250" cy="95250"/>
            </a:xfrm>
            <a:prstGeom prst="diamond">
              <a:avLst/>
            </a:prstGeom>
            <a:solidFill>
              <a:srgbClr val="0072B2"/>
            </a:solidFill>
            <a:ln w="10478">
              <a:solidFill>
                <a:srgbClr val="263238"/>
              </a:solidFill>
              <a:prstDash val="solid"/>
            </a:ln>
          </p:spPr>
        </p:sp>
        <p:sp>
          <p:nvSpPr>
            <p:cNvPr id="1634" name="four:barrier-filling:baseline-barrier:1358"/>
            <p:cNvSpPr>
              <a:spLocks noGrp="1"/>
            </p:cNvSpPr>
            <p:nvPr/>
          </p:nvSpPr>
          <p:spPr>
            <a:xfrm>
              <a:off x="16733520" y="4960484"/>
              <a:ext cx="85725" cy="85725"/>
            </a:xfrm>
            <a:prstGeom prst="diamond">
              <a:avLst/>
            </a:prstGeom>
            <a:solidFill>
              <a:srgbClr val="FFFFFF"/>
            </a:solidFill>
            <a:ln w="17145">
              <a:solidFill>
                <a:srgbClr val="DDA5C4"/>
              </a:solidFill>
              <a:prstDash val="solid"/>
            </a:ln>
          </p:spPr>
        </p:sp>
        <p:sp>
          <p:nvSpPr>
            <p:cNvPr id="1635" name="four:barrier-filling:optimal-barrier:1359"/>
            <p:cNvSpPr>
              <a:spLocks noGrp="1"/>
            </p:cNvSpPr>
            <p:nvPr/>
          </p:nvSpPr>
          <p:spPr>
            <a:xfrm>
              <a:off x="16728758" y="5091793"/>
              <a:ext cx="95250" cy="95250"/>
            </a:xfrm>
            <a:prstGeom prst="diamond">
              <a:avLst/>
            </a:prstGeom>
            <a:solidFill>
              <a:srgbClr val="FFFFFF"/>
            </a:solidFill>
            <a:ln w="16193">
              <a:solidFill>
                <a:srgbClr val="263238"/>
              </a:solidFill>
              <a:prstDash val="solid"/>
            </a:ln>
          </p:spPr>
        </p:sp>
        <p:sp>
          <p:nvSpPr>
            <p:cNvPr id="1636" name="four:barrier-filling:critical-node:1360"/>
            <p:cNvSpPr>
              <a:spLocks noGrp="1"/>
            </p:cNvSpPr>
            <p:nvPr/>
          </p:nvSpPr>
          <p:spPr>
            <a:xfrm>
              <a:off x="17236916" y="6724650"/>
              <a:ext cx="95250" cy="95250"/>
            </a:xfrm>
            <a:prstGeom prst="diamond">
              <a:avLst/>
            </a:prstGeom>
            <a:solidFill>
              <a:srgbClr val="D55E00"/>
            </a:solidFill>
            <a:ln w="10478">
              <a:solidFill>
                <a:srgbClr val="263238"/>
              </a:solidFill>
              <a:prstDash val="solid"/>
            </a:ln>
          </p:spPr>
        </p:sp>
        <p:sp>
          <p:nvSpPr>
            <p:cNvPr id="1637" name="four:barrier-filling:baseline-barrier:1361"/>
            <p:cNvSpPr>
              <a:spLocks noGrp="1"/>
            </p:cNvSpPr>
            <p:nvPr/>
          </p:nvSpPr>
          <p:spPr>
            <a:xfrm>
              <a:off x="17749838" y="6185127"/>
              <a:ext cx="85725" cy="85725"/>
            </a:xfrm>
            <a:prstGeom prst="diamond">
              <a:avLst/>
            </a:prstGeom>
            <a:solidFill>
              <a:srgbClr val="FFFFFF"/>
            </a:solidFill>
            <a:ln w="17145">
              <a:solidFill>
                <a:srgbClr val="DDA5C4"/>
              </a:solidFill>
              <a:prstDash val="solid"/>
            </a:ln>
          </p:spPr>
        </p:sp>
        <p:sp>
          <p:nvSpPr>
            <p:cNvPr id="1638" name="four:barrier-filling:optimal-barrier:1362"/>
            <p:cNvSpPr>
              <a:spLocks noGrp="1"/>
            </p:cNvSpPr>
            <p:nvPr/>
          </p:nvSpPr>
          <p:spPr>
            <a:xfrm>
              <a:off x="17745075" y="6044293"/>
              <a:ext cx="95250" cy="95250"/>
            </a:xfrm>
            <a:prstGeom prst="diamond">
              <a:avLst/>
            </a:prstGeom>
            <a:solidFill>
              <a:srgbClr val="FFFFFF"/>
            </a:solidFill>
            <a:ln w="16193">
              <a:solidFill>
                <a:srgbClr val="263238"/>
              </a:solidFill>
              <a:prstDash val="solid"/>
            </a:ln>
          </p:spPr>
        </p:sp>
        <p:sp>
          <p:nvSpPr>
            <p:cNvPr id="1639" name="four:barrier-filling:critical-node:1363"/>
            <p:cNvSpPr>
              <a:spLocks noGrp="1"/>
            </p:cNvSpPr>
            <p:nvPr/>
          </p:nvSpPr>
          <p:spPr>
            <a:xfrm>
              <a:off x="18253234" y="6425293"/>
              <a:ext cx="95250" cy="95250"/>
            </a:xfrm>
            <a:prstGeom prst="diamond">
              <a:avLst/>
            </a:prstGeom>
            <a:solidFill>
              <a:srgbClr val="009E73"/>
            </a:solidFill>
            <a:ln w="10478">
              <a:solidFill>
                <a:srgbClr val="263238"/>
              </a:solidFill>
              <a:prstDash val="solid"/>
            </a:ln>
          </p:spPr>
        </p:sp>
        <p:sp>
          <p:nvSpPr>
            <p:cNvPr id="1640" name="four:barrier-filling:baseline-barrier:1364"/>
            <p:cNvSpPr>
              <a:spLocks noGrp="1"/>
            </p:cNvSpPr>
            <p:nvPr/>
          </p:nvSpPr>
          <p:spPr>
            <a:xfrm>
              <a:off x="18766155" y="4960484"/>
              <a:ext cx="85725" cy="85725"/>
            </a:xfrm>
            <a:prstGeom prst="diamond">
              <a:avLst/>
            </a:prstGeom>
            <a:solidFill>
              <a:srgbClr val="FFFFFF"/>
            </a:solidFill>
            <a:ln w="17145">
              <a:solidFill>
                <a:srgbClr val="DDA5C4"/>
              </a:solidFill>
              <a:prstDash val="solid"/>
            </a:ln>
          </p:spPr>
        </p:sp>
        <p:sp>
          <p:nvSpPr>
            <p:cNvPr id="1641" name="four:barrier-filling:optimal-barrier:1365"/>
            <p:cNvSpPr>
              <a:spLocks noGrp="1"/>
            </p:cNvSpPr>
            <p:nvPr/>
          </p:nvSpPr>
          <p:spPr>
            <a:xfrm>
              <a:off x="18761393" y="5091793"/>
              <a:ext cx="95250" cy="95250"/>
            </a:xfrm>
            <a:prstGeom prst="diamond">
              <a:avLst/>
            </a:prstGeom>
            <a:solidFill>
              <a:srgbClr val="FFFFFF"/>
            </a:solidFill>
            <a:ln w="16193">
              <a:solidFill>
                <a:srgbClr val="263238"/>
              </a:solidFill>
              <a:prstDash val="solid"/>
            </a:ln>
          </p:spPr>
        </p:sp>
        <p:sp>
          <p:nvSpPr>
            <p:cNvPr id="1642" name="four:barrier-filling:critical-node:1366"/>
            <p:cNvSpPr>
              <a:spLocks noGrp="1"/>
            </p:cNvSpPr>
            <p:nvPr/>
          </p:nvSpPr>
          <p:spPr>
            <a:xfrm>
              <a:off x="19269551" y="5799364"/>
              <a:ext cx="95250" cy="95250"/>
            </a:xfrm>
            <a:prstGeom prst="diamond">
              <a:avLst/>
            </a:prstGeom>
            <a:solidFill>
              <a:srgbClr val="CC79A7"/>
            </a:solidFill>
            <a:ln w="10478">
              <a:solidFill>
                <a:srgbClr val="263238"/>
              </a:solidFill>
              <a:prstDash val="solid"/>
            </a:ln>
          </p:spPr>
        </p:sp>
        <p:sp>
          <p:nvSpPr>
            <p:cNvPr id="1643" name="four:barrier-filling:critical-node:1367"/>
            <p:cNvSpPr>
              <a:spLocks noGrp="1"/>
            </p:cNvSpPr>
            <p:nvPr/>
          </p:nvSpPr>
          <p:spPr>
            <a:xfrm>
              <a:off x="19592925" y="4819650"/>
              <a:ext cx="95250" cy="95250"/>
            </a:xfrm>
            <a:prstGeom prst="diamond">
              <a:avLst/>
            </a:prstGeom>
            <a:solidFill>
              <a:srgbClr val="DCE8ED"/>
            </a:solidFill>
            <a:ln w="10478">
              <a:solidFill>
                <a:srgbClr val="263238"/>
              </a:solidFill>
              <a:prstDash val="solid"/>
            </a:ln>
          </p:spPr>
        </p:sp>
        <p:sp>
          <p:nvSpPr>
            <p:cNvPr id="1644" name="four:barrier-filling:line:1368"/>
            <p:cNvSpPr>
              <a:spLocks noGrp="1"/>
            </p:cNvSpPr>
            <p:nvPr/>
          </p:nvSpPr>
          <p:spPr>
            <a:xfrm>
              <a:off x="15801975" y="4819650"/>
              <a:ext cx="953" cy="1952625"/>
            </a:xfrm>
            <a:custGeom>
              <a:avLst/>
              <a:gdLst/>
              <a:ahLst/>
              <a:cxnLst/>
              <a:pathLst>
                <a:path w="953" h="1952625">
                  <a:moveTo>
                    <a:pt x="0" y="1952625"/>
                  </a:moveTo>
                  <a:lnTo>
                    <a:pt x="0" y="0"/>
                  </a:lnTo>
                </a:path>
              </a:pathLst>
            </a:custGeom>
            <a:noFill/>
            <a:ln w="14288">
              <a:solidFill>
                <a:srgbClr val="263238"/>
              </a:solidFill>
              <a:prstDash val="solid"/>
            </a:ln>
          </p:spPr>
        </p:sp>
        <p:sp>
          <p:nvSpPr>
            <p:cNvPr id="1645" name="four:barrier-filling:polygon:1369"/>
            <p:cNvSpPr>
              <a:spLocks noGrp="1"/>
            </p:cNvSpPr>
            <p:nvPr/>
          </p:nvSpPr>
          <p:spPr>
            <a:xfrm>
              <a:off x="15769209" y="4819650"/>
              <a:ext cx="65532" cy="76200"/>
            </a:xfrm>
            <a:custGeom>
              <a:avLst/>
              <a:gdLst/>
              <a:ahLst/>
              <a:cxnLst/>
              <a:pathLst>
                <a:path w="65532" h="76200">
                  <a:moveTo>
                    <a:pt x="32766" y="0"/>
                  </a:moveTo>
                  <a:lnTo>
                    <a:pt x="0" y="76200"/>
                  </a:lnTo>
                  <a:lnTo>
                    <a:pt x="65532" y="76200"/>
                  </a:lnTo>
                  <a:close/>
                </a:path>
              </a:pathLst>
            </a:custGeom>
            <a:solidFill>
              <a:srgbClr val="263238"/>
            </a:solidFill>
            <a:ln w="0">
              <a:noFill/>
              <a:prstDash val="solid"/>
            </a:ln>
          </p:spPr>
        </p:sp>
        <p:sp>
          <p:nvSpPr>
            <p:cNvPr id="1646" name="four:barrier-filling:textbox:1370"/>
            <p:cNvSpPr>
              <a:spLocks noGrp="1"/>
            </p:cNvSpPr>
            <p:nvPr/>
          </p:nvSpPr>
          <p:spPr>
            <a:xfrm>
              <a:off x="15592425" y="5648325"/>
              <a:ext cx="20955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stStyle>
            <a:p>
              <a:pPr algn="ctr">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ψ</a:t>
              </a:r>
              <a:endParaRPr sz="1875" b="0">
                <a:solidFill>
                  <a:srgbClr val="263238"/>
                </a:solidFill>
                <a:latin typeface="Arial" panose="020B0604020202090204"/>
                <a:ea typeface="Arial" panose="020B0604020202090204"/>
                <a:cs typeface="Arial" panose="020B0604020202090204"/>
              </a:endParaRPr>
            </a:p>
          </p:txBody>
        </p:sp>
        <p:sp>
          <p:nvSpPr>
            <p:cNvPr id="1647" name="four:barrier-filling:line:1371"/>
            <p:cNvSpPr>
              <a:spLocks noGrp="1"/>
            </p:cNvSpPr>
            <p:nvPr/>
          </p:nvSpPr>
          <p:spPr>
            <a:xfrm>
              <a:off x="15944850" y="7029450"/>
              <a:ext cx="3695700" cy="953"/>
            </a:xfrm>
            <a:custGeom>
              <a:avLst/>
              <a:gdLst/>
              <a:ahLst/>
              <a:cxnLst/>
              <a:pathLst>
                <a:path w="3695700" h="953">
                  <a:moveTo>
                    <a:pt x="0" y="0"/>
                  </a:moveTo>
                  <a:lnTo>
                    <a:pt x="3695700" y="0"/>
                  </a:lnTo>
                </a:path>
              </a:pathLst>
            </a:custGeom>
            <a:noFill/>
            <a:ln w="12383">
              <a:solidFill>
                <a:srgbClr val="263238"/>
              </a:solidFill>
              <a:prstDash val="solid"/>
            </a:ln>
          </p:spPr>
        </p:sp>
        <p:sp>
          <p:nvSpPr>
            <p:cNvPr id="1648" name="four:barrier-filling:polygon:1372"/>
            <p:cNvSpPr>
              <a:spLocks noGrp="1"/>
            </p:cNvSpPr>
            <p:nvPr/>
          </p:nvSpPr>
          <p:spPr>
            <a:xfrm>
              <a:off x="19573875" y="7000780"/>
              <a:ext cx="66675" cy="57340"/>
            </a:xfrm>
            <a:custGeom>
              <a:avLst/>
              <a:gdLst/>
              <a:ahLst/>
              <a:cxnLst/>
              <a:pathLst>
                <a:path w="66675" h="57340">
                  <a:moveTo>
                    <a:pt x="66675" y="28670"/>
                  </a:moveTo>
                  <a:lnTo>
                    <a:pt x="0" y="0"/>
                  </a:lnTo>
                  <a:lnTo>
                    <a:pt x="0" y="57340"/>
                  </a:lnTo>
                  <a:close/>
                </a:path>
              </a:pathLst>
            </a:custGeom>
            <a:solidFill>
              <a:srgbClr val="263238"/>
            </a:solidFill>
            <a:ln w="0">
              <a:noFill/>
              <a:prstDash val="solid"/>
            </a:ln>
          </p:spPr>
        </p:sp>
        <p:sp>
          <p:nvSpPr>
            <p:cNvPr id="1649" name="four:barrier-filling:textbox:1373"/>
            <p:cNvSpPr>
              <a:spLocks noGrp="1"/>
            </p:cNvSpPr>
            <p:nvPr/>
          </p:nvSpPr>
          <p:spPr>
            <a:xfrm>
              <a:off x="19678650" y="6896100"/>
              <a:ext cx="219075" cy="342900"/>
            </a:xfrm>
            <a:prstGeom prst="rect">
              <a:avLst/>
            </a:prstGeom>
            <a:noFill/>
            <a:ln w="0">
              <a:noFill/>
              <a:prstDash val="solid"/>
            </a:ln>
          </p:spPr>
          <p:txBody>
            <a:bodyPr wrap="none" lIns="0" tIns="0" rIns="0" bIns="0" anchor="ctr">
              <a:normAutofit/>
            </a:bodyPr>
            <a:lstStyle>
              <a:defPPr algn="ctr">
                <a:defRPr sz="1800" b="0">
                  <a:solidFill>
                    <a:srgbClr val="263238"/>
                  </a:solidFill>
                  <a:latin typeface="Arial" panose="020B0604020202090204"/>
                  <a:ea typeface="Arial" panose="020B0604020202090204"/>
                  <a:cs typeface="Arial" panose="020B0604020202090204"/>
                </a:defRPr>
              </a:defPPr>
            </a:lstStyle>
            <a:p>
              <a:pPr algn="ctr">
                <a:defRPr sz="1800" b="0">
                  <a:solidFill>
                    <a:srgbClr val="263238"/>
                  </a:solidFill>
                  <a:latin typeface="Arial" panose="020B0604020202090204"/>
                  <a:ea typeface="Arial" panose="020B0604020202090204"/>
                  <a:cs typeface="Arial" panose="020B0604020202090204"/>
                </a:defRPr>
              </a:pPr>
              <a:r>
                <a:rPr sz="1800" b="0">
                  <a:solidFill>
                    <a:srgbClr val="263238"/>
                  </a:solidFill>
                  <a:latin typeface="Arial" panose="020B0604020202090204"/>
                  <a:ea typeface="Arial" panose="020B0604020202090204"/>
                  <a:cs typeface="Arial" panose="020B0604020202090204"/>
                </a:rPr>
                <a:t>u</a:t>
              </a:r>
              <a:endParaRPr sz="1800" b="0">
                <a:solidFill>
                  <a:srgbClr val="263238"/>
                </a:solidFill>
                <a:latin typeface="Arial" panose="020B0604020202090204"/>
                <a:ea typeface="Arial" panose="020B0604020202090204"/>
                <a:cs typeface="Arial" panose="020B0604020202090204"/>
              </a:endParaRPr>
            </a:p>
          </p:txBody>
        </p:sp>
        <p:sp>
          <p:nvSpPr>
            <p:cNvPr id="1650" name="four:barrier-filling:line:1374"/>
            <p:cNvSpPr>
              <a:spLocks noGrp="1"/>
            </p:cNvSpPr>
            <p:nvPr/>
          </p:nvSpPr>
          <p:spPr>
            <a:xfrm>
              <a:off x="15944850" y="7181850"/>
              <a:ext cx="3695700" cy="953"/>
            </a:xfrm>
            <a:custGeom>
              <a:avLst/>
              <a:gdLst/>
              <a:ahLst/>
              <a:cxnLst/>
              <a:pathLst>
                <a:path w="3695700" h="953">
                  <a:moveTo>
                    <a:pt x="49530" y="0"/>
                  </a:moveTo>
                  <a:lnTo>
                    <a:pt x="273844" y="0"/>
                  </a:lnTo>
                  <a:moveTo>
                    <a:pt x="372904" y="0"/>
                  </a:moveTo>
                  <a:lnTo>
                    <a:pt x="782002" y="0"/>
                  </a:lnTo>
                  <a:moveTo>
                    <a:pt x="881063" y="0"/>
                  </a:moveTo>
                  <a:lnTo>
                    <a:pt x="1290161" y="0"/>
                  </a:lnTo>
                  <a:moveTo>
                    <a:pt x="1389221" y="0"/>
                  </a:moveTo>
                  <a:lnTo>
                    <a:pt x="1798320" y="0"/>
                  </a:lnTo>
                  <a:moveTo>
                    <a:pt x="1897380" y="0"/>
                  </a:moveTo>
                  <a:lnTo>
                    <a:pt x="2306479" y="0"/>
                  </a:lnTo>
                  <a:moveTo>
                    <a:pt x="2405539" y="0"/>
                  </a:moveTo>
                  <a:lnTo>
                    <a:pt x="2814638" y="0"/>
                  </a:lnTo>
                  <a:moveTo>
                    <a:pt x="2913698" y="0"/>
                  </a:moveTo>
                  <a:lnTo>
                    <a:pt x="3322796" y="0"/>
                  </a:lnTo>
                  <a:moveTo>
                    <a:pt x="3421856" y="0"/>
                  </a:moveTo>
                  <a:lnTo>
                    <a:pt x="3646170" y="0"/>
                  </a:lnTo>
                </a:path>
              </a:pathLst>
            </a:custGeom>
            <a:noFill/>
            <a:ln w="8573">
              <a:solidFill>
                <a:srgbClr val="91A5B4"/>
              </a:solidFill>
              <a:prstDash val="solid"/>
            </a:ln>
          </p:spPr>
        </p:sp>
        <p:sp>
          <p:nvSpPr>
            <p:cNvPr id="1651" name="four:barrier-filling:critical-node:1375"/>
            <p:cNvSpPr>
              <a:spLocks noGrp="1"/>
            </p:cNvSpPr>
            <p:nvPr/>
          </p:nvSpPr>
          <p:spPr>
            <a:xfrm>
              <a:off x="15901988" y="7138988"/>
              <a:ext cx="85725" cy="85725"/>
            </a:xfrm>
            <a:prstGeom prst="diamond">
              <a:avLst/>
            </a:prstGeom>
            <a:solidFill>
              <a:srgbClr val="DCE8ED"/>
            </a:solidFill>
            <a:ln w="10478">
              <a:solidFill>
                <a:srgbClr val="263238"/>
              </a:solidFill>
              <a:prstDash val="solid"/>
            </a:ln>
          </p:spPr>
        </p:sp>
        <p:sp>
          <p:nvSpPr>
            <p:cNvPr id="1652" name="four:barrier-filling:regular-node:1376"/>
            <p:cNvSpPr>
              <a:spLocks noGrp="1"/>
            </p:cNvSpPr>
            <p:nvPr/>
          </p:nvSpPr>
          <p:spPr>
            <a:xfrm>
              <a:off x="16073199" y="7148513"/>
              <a:ext cx="66675" cy="66675"/>
            </a:xfrm>
            <a:prstGeom prst="ellipse">
              <a:avLst/>
            </a:prstGeom>
            <a:solidFill>
              <a:srgbClr val="0072B2"/>
            </a:solidFill>
            <a:ln w="6668">
              <a:solidFill>
                <a:srgbClr val="263238"/>
              </a:solidFill>
              <a:prstDash val="solid"/>
            </a:ln>
          </p:spPr>
        </p:sp>
        <p:sp>
          <p:nvSpPr>
            <p:cNvPr id="1653" name="four:barrier-filling:critical-node:1377"/>
            <p:cNvSpPr>
              <a:spLocks noGrp="1"/>
            </p:cNvSpPr>
            <p:nvPr/>
          </p:nvSpPr>
          <p:spPr>
            <a:xfrm>
              <a:off x="16225361" y="7138988"/>
              <a:ext cx="85725" cy="85725"/>
            </a:xfrm>
            <a:prstGeom prst="diamond">
              <a:avLst/>
            </a:prstGeom>
            <a:solidFill>
              <a:srgbClr val="0072B2"/>
            </a:solidFill>
            <a:ln w="10478">
              <a:solidFill>
                <a:srgbClr val="263238"/>
              </a:solidFill>
              <a:prstDash val="solid"/>
            </a:ln>
          </p:spPr>
        </p:sp>
        <p:sp>
          <p:nvSpPr>
            <p:cNvPr id="1654" name="four:barrier-filling:regular-node:1378"/>
            <p:cNvSpPr>
              <a:spLocks noGrp="1"/>
            </p:cNvSpPr>
            <p:nvPr/>
          </p:nvSpPr>
          <p:spPr>
            <a:xfrm>
              <a:off x="16488966" y="7148513"/>
              <a:ext cx="66675" cy="66675"/>
            </a:xfrm>
            <a:prstGeom prst="ellipse">
              <a:avLst/>
            </a:prstGeom>
            <a:solidFill>
              <a:srgbClr val="0072B2"/>
            </a:solidFill>
            <a:ln w="6668">
              <a:solidFill>
                <a:srgbClr val="263238"/>
              </a:solidFill>
              <a:prstDash val="solid"/>
            </a:ln>
          </p:spPr>
        </p:sp>
        <p:sp>
          <p:nvSpPr>
            <p:cNvPr id="1655" name="four:barrier-filling:critical-node:1379"/>
            <p:cNvSpPr>
              <a:spLocks noGrp="1"/>
            </p:cNvSpPr>
            <p:nvPr/>
          </p:nvSpPr>
          <p:spPr>
            <a:xfrm>
              <a:off x="16733520" y="7138988"/>
              <a:ext cx="85725" cy="85725"/>
            </a:xfrm>
            <a:prstGeom prst="diamond">
              <a:avLst/>
            </a:prstGeom>
            <a:solidFill>
              <a:srgbClr val="DCE8ED"/>
            </a:solidFill>
            <a:ln w="10478">
              <a:solidFill>
                <a:srgbClr val="263238"/>
              </a:solidFill>
              <a:prstDash val="solid"/>
            </a:ln>
          </p:spPr>
        </p:sp>
        <p:sp>
          <p:nvSpPr>
            <p:cNvPr id="1656" name="four:barrier-filling:regular-node:1380"/>
            <p:cNvSpPr>
              <a:spLocks noGrp="1"/>
            </p:cNvSpPr>
            <p:nvPr/>
          </p:nvSpPr>
          <p:spPr>
            <a:xfrm>
              <a:off x="16997124" y="7148513"/>
              <a:ext cx="66675" cy="66675"/>
            </a:xfrm>
            <a:prstGeom prst="ellipse">
              <a:avLst/>
            </a:prstGeom>
            <a:solidFill>
              <a:srgbClr val="81C9BA"/>
            </a:solidFill>
            <a:ln w="6668">
              <a:solidFill>
                <a:srgbClr val="263238"/>
              </a:solidFill>
              <a:prstDash val="solid"/>
            </a:ln>
          </p:spPr>
        </p:sp>
        <p:sp>
          <p:nvSpPr>
            <p:cNvPr id="1657" name="four:barrier-filling:critical-node:1381"/>
            <p:cNvSpPr>
              <a:spLocks noGrp="1"/>
            </p:cNvSpPr>
            <p:nvPr/>
          </p:nvSpPr>
          <p:spPr>
            <a:xfrm>
              <a:off x="17241679" y="7138988"/>
              <a:ext cx="85725" cy="85725"/>
            </a:xfrm>
            <a:prstGeom prst="diamond">
              <a:avLst/>
            </a:prstGeom>
            <a:solidFill>
              <a:srgbClr val="D55E00"/>
            </a:solidFill>
            <a:ln w="10478">
              <a:solidFill>
                <a:srgbClr val="263238"/>
              </a:solidFill>
              <a:prstDash val="solid"/>
            </a:ln>
          </p:spPr>
        </p:sp>
        <p:sp>
          <p:nvSpPr>
            <p:cNvPr id="1658" name="four:barrier-filling:regular-node:1382"/>
            <p:cNvSpPr>
              <a:spLocks noGrp="1"/>
            </p:cNvSpPr>
            <p:nvPr/>
          </p:nvSpPr>
          <p:spPr>
            <a:xfrm>
              <a:off x="17505283" y="7148513"/>
              <a:ext cx="66675" cy="66675"/>
            </a:xfrm>
            <a:prstGeom prst="ellipse">
              <a:avLst/>
            </a:prstGeom>
            <a:solidFill>
              <a:srgbClr val="D55E00"/>
            </a:solidFill>
            <a:ln w="6668">
              <a:solidFill>
                <a:srgbClr val="263238"/>
              </a:solidFill>
              <a:prstDash val="solid"/>
            </a:ln>
          </p:spPr>
        </p:sp>
        <p:sp>
          <p:nvSpPr>
            <p:cNvPr id="1659" name="four:barrier-filling:critical-node:1383"/>
            <p:cNvSpPr>
              <a:spLocks noGrp="1"/>
            </p:cNvSpPr>
            <p:nvPr/>
          </p:nvSpPr>
          <p:spPr>
            <a:xfrm>
              <a:off x="17749838" y="7138988"/>
              <a:ext cx="85725" cy="85725"/>
            </a:xfrm>
            <a:prstGeom prst="diamond">
              <a:avLst/>
            </a:prstGeom>
            <a:solidFill>
              <a:srgbClr val="81C9BA"/>
            </a:solidFill>
            <a:ln w="10478">
              <a:solidFill>
                <a:srgbClr val="263238"/>
              </a:solidFill>
              <a:prstDash val="solid"/>
            </a:ln>
          </p:spPr>
        </p:sp>
        <p:sp>
          <p:nvSpPr>
            <p:cNvPr id="1660" name="four:barrier-filling:regular-node:1384"/>
            <p:cNvSpPr>
              <a:spLocks noGrp="1"/>
            </p:cNvSpPr>
            <p:nvPr/>
          </p:nvSpPr>
          <p:spPr>
            <a:xfrm>
              <a:off x="18013442" y="7148513"/>
              <a:ext cx="66675" cy="66675"/>
            </a:xfrm>
            <a:prstGeom prst="ellipse">
              <a:avLst/>
            </a:prstGeom>
            <a:solidFill>
              <a:srgbClr val="009E73"/>
            </a:solidFill>
            <a:ln w="6668">
              <a:solidFill>
                <a:srgbClr val="263238"/>
              </a:solidFill>
              <a:prstDash val="solid"/>
            </a:ln>
          </p:spPr>
        </p:sp>
        <p:sp>
          <p:nvSpPr>
            <p:cNvPr id="1661" name="four:barrier-filling:critical-node:1385"/>
            <p:cNvSpPr>
              <a:spLocks noGrp="1"/>
            </p:cNvSpPr>
            <p:nvPr/>
          </p:nvSpPr>
          <p:spPr>
            <a:xfrm>
              <a:off x="18257996" y="7138988"/>
              <a:ext cx="85725" cy="85725"/>
            </a:xfrm>
            <a:prstGeom prst="diamond">
              <a:avLst/>
            </a:prstGeom>
            <a:solidFill>
              <a:srgbClr val="009E73"/>
            </a:solidFill>
            <a:ln w="10478">
              <a:solidFill>
                <a:srgbClr val="263238"/>
              </a:solidFill>
              <a:prstDash val="solid"/>
            </a:ln>
          </p:spPr>
        </p:sp>
        <p:sp>
          <p:nvSpPr>
            <p:cNvPr id="1662" name="four:barrier-filling:regular-node:1386"/>
            <p:cNvSpPr>
              <a:spLocks noGrp="1"/>
            </p:cNvSpPr>
            <p:nvPr/>
          </p:nvSpPr>
          <p:spPr>
            <a:xfrm>
              <a:off x="18521601" y="7148513"/>
              <a:ext cx="66675" cy="66675"/>
            </a:xfrm>
            <a:prstGeom prst="ellipse">
              <a:avLst/>
            </a:prstGeom>
            <a:solidFill>
              <a:srgbClr val="81C9BA"/>
            </a:solidFill>
            <a:ln w="6668">
              <a:solidFill>
                <a:srgbClr val="263238"/>
              </a:solidFill>
              <a:prstDash val="solid"/>
            </a:ln>
          </p:spPr>
        </p:sp>
        <p:sp>
          <p:nvSpPr>
            <p:cNvPr id="1663" name="four:barrier-filling:critical-node:1387"/>
            <p:cNvSpPr>
              <a:spLocks noGrp="1"/>
            </p:cNvSpPr>
            <p:nvPr/>
          </p:nvSpPr>
          <p:spPr>
            <a:xfrm>
              <a:off x="18766155" y="7138988"/>
              <a:ext cx="85725" cy="85725"/>
            </a:xfrm>
            <a:prstGeom prst="diamond">
              <a:avLst/>
            </a:prstGeom>
            <a:solidFill>
              <a:srgbClr val="DCE8ED"/>
            </a:solidFill>
            <a:ln w="10478">
              <a:solidFill>
                <a:srgbClr val="263238"/>
              </a:solidFill>
              <a:prstDash val="solid"/>
            </a:ln>
          </p:spPr>
        </p:sp>
        <p:sp>
          <p:nvSpPr>
            <p:cNvPr id="1664" name="four:barrier-filling:regular-node:1388"/>
            <p:cNvSpPr>
              <a:spLocks noGrp="1"/>
            </p:cNvSpPr>
            <p:nvPr/>
          </p:nvSpPr>
          <p:spPr>
            <a:xfrm>
              <a:off x="19029759" y="7148513"/>
              <a:ext cx="66675" cy="66675"/>
            </a:xfrm>
            <a:prstGeom prst="ellipse">
              <a:avLst/>
            </a:prstGeom>
            <a:solidFill>
              <a:srgbClr val="CC79A7"/>
            </a:solidFill>
            <a:ln w="6668">
              <a:solidFill>
                <a:srgbClr val="263238"/>
              </a:solidFill>
              <a:prstDash val="solid"/>
            </a:ln>
          </p:spPr>
        </p:sp>
        <p:sp>
          <p:nvSpPr>
            <p:cNvPr id="1665" name="four:barrier-filling:critical-node:1389"/>
            <p:cNvSpPr>
              <a:spLocks noGrp="1"/>
            </p:cNvSpPr>
            <p:nvPr/>
          </p:nvSpPr>
          <p:spPr>
            <a:xfrm>
              <a:off x="19274314" y="7138988"/>
              <a:ext cx="85725" cy="85725"/>
            </a:xfrm>
            <a:prstGeom prst="diamond">
              <a:avLst/>
            </a:prstGeom>
            <a:solidFill>
              <a:srgbClr val="CC79A7"/>
            </a:solidFill>
            <a:ln w="10478">
              <a:solidFill>
                <a:srgbClr val="263238"/>
              </a:solidFill>
              <a:prstDash val="solid"/>
            </a:ln>
          </p:spPr>
        </p:sp>
        <p:sp>
          <p:nvSpPr>
            <p:cNvPr id="1666" name="four:barrier-filling:regular-node:1390"/>
            <p:cNvSpPr>
              <a:spLocks noGrp="1"/>
            </p:cNvSpPr>
            <p:nvPr/>
          </p:nvSpPr>
          <p:spPr>
            <a:xfrm>
              <a:off x="19445526" y="7148513"/>
              <a:ext cx="66675" cy="66675"/>
            </a:xfrm>
            <a:prstGeom prst="ellipse">
              <a:avLst/>
            </a:prstGeom>
            <a:solidFill>
              <a:srgbClr val="CC79A7"/>
            </a:solidFill>
            <a:ln w="6668">
              <a:solidFill>
                <a:srgbClr val="263238"/>
              </a:solidFill>
              <a:prstDash val="solid"/>
            </a:ln>
          </p:spPr>
        </p:sp>
        <p:sp>
          <p:nvSpPr>
            <p:cNvPr id="1667" name="four:barrier-filling:critical-node:1391"/>
            <p:cNvSpPr>
              <a:spLocks noGrp="1"/>
            </p:cNvSpPr>
            <p:nvPr/>
          </p:nvSpPr>
          <p:spPr>
            <a:xfrm>
              <a:off x="19597688" y="7138988"/>
              <a:ext cx="85725" cy="85725"/>
            </a:xfrm>
            <a:prstGeom prst="diamond">
              <a:avLst/>
            </a:prstGeom>
            <a:solidFill>
              <a:srgbClr val="DCE8ED"/>
            </a:solidFill>
            <a:ln w="10478">
              <a:solidFill>
                <a:srgbClr val="263238"/>
              </a:solidFill>
              <a:prstDash val="solid"/>
            </a:ln>
          </p:spPr>
        </p:sp>
        <p:sp>
          <p:nvSpPr>
            <p:cNvPr id="1668" name="four:barrier-filling:line:1392"/>
            <p:cNvSpPr>
              <a:spLocks noGrp="1"/>
            </p:cNvSpPr>
            <p:nvPr/>
          </p:nvSpPr>
          <p:spPr>
            <a:xfrm>
              <a:off x="17792700" y="7258050"/>
              <a:ext cx="953" cy="57150"/>
            </a:xfrm>
            <a:custGeom>
              <a:avLst/>
              <a:gdLst/>
              <a:ahLst/>
              <a:cxnLst/>
              <a:pathLst>
                <a:path w="953" h="57150">
                  <a:moveTo>
                    <a:pt x="0" y="0"/>
                  </a:moveTo>
                  <a:lnTo>
                    <a:pt x="0" y="57150"/>
                  </a:lnTo>
                </a:path>
              </a:pathLst>
            </a:custGeom>
            <a:noFill/>
            <a:ln w="11430">
              <a:solidFill>
                <a:srgbClr val="91A5B4"/>
              </a:solidFill>
              <a:prstDash val="solid"/>
            </a:ln>
          </p:spPr>
        </p:sp>
        <p:sp>
          <p:nvSpPr>
            <p:cNvPr id="1669" name="four:barrier-filling:polygon:1393"/>
            <p:cNvSpPr>
              <a:spLocks noGrp="1"/>
            </p:cNvSpPr>
            <p:nvPr/>
          </p:nvSpPr>
          <p:spPr>
            <a:xfrm>
              <a:off x="17776317" y="7277100"/>
              <a:ext cx="32766" cy="38100"/>
            </a:xfrm>
            <a:custGeom>
              <a:avLst/>
              <a:gdLst/>
              <a:ahLst/>
              <a:cxnLst/>
              <a:pathLst>
                <a:path w="32766" h="38100">
                  <a:moveTo>
                    <a:pt x="16383" y="38100"/>
                  </a:moveTo>
                  <a:lnTo>
                    <a:pt x="32766" y="0"/>
                  </a:lnTo>
                  <a:lnTo>
                    <a:pt x="0" y="0"/>
                  </a:lnTo>
                  <a:close/>
                </a:path>
              </a:pathLst>
            </a:custGeom>
            <a:solidFill>
              <a:srgbClr val="91A5B4"/>
            </a:solidFill>
            <a:ln w="0">
              <a:noFill/>
              <a:prstDash val="solid"/>
            </a:ln>
          </p:spPr>
        </p:sp>
        <p:sp>
          <p:nvSpPr>
            <p:cNvPr id="1670" name="four:barrier-filling:textbox:1394"/>
            <p:cNvSpPr>
              <a:spLocks noGrp="1"/>
            </p:cNvSpPr>
            <p:nvPr/>
          </p:nvSpPr>
          <p:spPr>
            <a:xfrm>
              <a:off x="15630525" y="7277100"/>
              <a:ext cx="247650"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stStyle>
            <a:p>
              <a:pPr algn="ctr">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tₐ</a:t>
              </a:r>
              <a:endParaRPr sz="1950" b="0">
                <a:solidFill>
                  <a:srgbClr val="263238"/>
                </a:solidFill>
                <a:latin typeface="Arial" panose="020B0604020202090204"/>
                <a:ea typeface="Arial" panose="020B0604020202090204"/>
                <a:cs typeface="Arial" panose="020B0604020202090204"/>
              </a:endParaRPr>
            </a:p>
          </p:txBody>
        </p:sp>
        <p:sp>
          <p:nvSpPr>
            <p:cNvPr id="1671" name="four:barrier-filling:filled-output-cell-0:1395"/>
            <p:cNvSpPr>
              <a:spLocks noGrp="1"/>
            </p:cNvSpPr>
            <p:nvPr/>
          </p:nvSpPr>
          <p:spPr>
            <a:xfrm>
              <a:off x="15944850" y="7343775"/>
              <a:ext cx="19248" cy="200025"/>
            </a:xfrm>
            <a:prstGeom prst="rect">
              <a:avLst/>
            </a:prstGeom>
            <a:solidFill>
              <a:srgbClr val="DCE8ED"/>
            </a:solidFill>
            <a:ln w="0">
              <a:noFill/>
              <a:prstDash val="solid"/>
            </a:ln>
          </p:spPr>
        </p:sp>
        <p:sp>
          <p:nvSpPr>
            <p:cNvPr id="1672" name="four:barrier-filling:filled-output-cell-1:1396"/>
            <p:cNvSpPr>
              <a:spLocks noGrp="1"/>
            </p:cNvSpPr>
            <p:nvPr/>
          </p:nvSpPr>
          <p:spPr>
            <a:xfrm>
              <a:off x="15964098" y="7343775"/>
              <a:ext cx="19248" cy="200025"/>
            </a:xfrm>
            <a:prstGeom prst="rect">
              <a:avLst/>
            </a:prstGeom>
            <a:solidFill>
              <a:srgbClr val="DCE8ED"/>
            </a:solidFill>
            <a:ln w="0">
              <a:noFill/>
              <a:prstDash val="solid"/>
            </a:ln>
          </p:spPr>
        </p:sp>
        <p:sp>
          <p:nvSpPr>
            <p:cNvPr id="1673" name="four:barrier-filling:filled-output-cell-2:1397"/>
            <p:cNvSpPr>
              <a:spLocks noGrp="1"/>
            </p:cNvSpPr>
            <p:nvPr/>
          </p:nvSpPr>
          <p:spPr>
            <a:xfrm>
              <a:off x="15983347" y="7343775"/>
              <a:ext cx="19248" cy="200025"/>
            </a:xfrm>
            <a:prstGeom prst="rect">
              <a:avLst/>
            </a:prstGeom>
            <a:solidFill>
              <a:srgbClr val="DCE8ED"/>
            </a:solidFill>
            <a:ln w="0">
              <a:noFill/>
              <a:prstDash val="solid"/>
            </a:ln>
          </p:spPr>
        </p:sp>
        <p:sp>
          <p:nvSpPr>
            <p:cNvPr id="1674" name="four:barrier-filling:filled-output-cell-3:1398"/>
            <p:cNvSpPr>
              <a:spLocks noGrp="1"/>
            </p:cNvSpPr>
            <p:nvPr/>
          </p:nvSpPr>
          <p:spPr>
            <a:xfrm>
              <a:off x="16002595" y="7343775"/>
              <a:ext cx="19248" cy="200025"/>
            </a:xfrm>
            <a:prstGeom prst="rect">
              <a:avLst/>
            </a:prstGeom>
            <a:solidFill>
              <a:srgbClr val="DCE8ED"/>
            </a:solidFill>
            <a:ln w="0">
              <a:noFill/>
              <a:prstDash val="solid"/>
            </a:ln>
          </p:spPr>
        </p:sp>
        <p:sp>
          <p:nvSpPr>
            <p:cNvPr id="1675" name="four:barrier-filling:filled-output-cell-4:1399"/>
            <p:cNvSpPr>
              <a:spLocks noGrp="1"/>
            </p:cNvSpPr>
            <p:nvPr/>
          </p:nvSpPr>
          <p:spPr>
            <a:xfrm>
              <a:off x="16021844" y="7343775"/>
              <a:ext cx="19248" cy="200025"/>
            </a:xfrm>
            <a:prstGeom prst="rect">
              <a:avLst/>
            </a:prstGeom>
            <a:solidFill>
              <a:srgbClr val="DCE8ED"/>
            </a:solidFill>
            <a:ln w="0">
              <a:noFill/>
              <a:prstDash val="solid"/>
            </a:ln>
          </p:spPr>
        </p:sp>
        <p:sp>
          <p:nvSpPr>
            <p:cNvPr id="1676" name="four:barrier-filling:filled-output-cell-5:1400"/>
            <p:cNvSpPr>
              <a:spLocks noGrp="1"/>
            </p:cNvSpPr>
            <p:nvPr/>
          </p:nvSpPr>
          <p:spPr>
            <a:xfrm>
              <a:off x="16041092" y="7343775"/>
              <a:ext cx="19248" cy="200025"/>
            </a:xfrm>
            <a:prstGeom prst="rect">
              <a:avLst/>
            </a:prstGeom>
            <a:solidFill>
              <a:srgbClr val="D4E2E9"/>
            </a:solidFill>
            <a:ln w="0">
              <a:noFill/>
              <a:prstDash val="solid"/>
            </a:ln>
          </p:spPr>
        </p:sp>
        <p:sp>
          <p:nvSpPr>
            <p:cNvPr id="1677" name="four:barrier-filling:filled-output-cell-6:1401"/>
            <p:cNvSpPr>
              <a:spLocks noGrp="1"/>
            </p:cNvSpPr>
            <p:nvPr/>
          </p:nvSpPr>
          <p:spPr>
            <a:xfrm>
              <a:off x="16060341" y="7343775"/>
              <a:ext cx="19248" cy="200025"/>
            </a:xfrm>
            <a:prstGeom prst="rect">
              <a:avLst/>
            </a:prstGeom>
            <a:solidFill>
              <a:srgbClr val="9DC6DC"/>
            </a:solidFill>
            <a:ln w="0">
              <a:noFill/>
              <a:prstDash val="solid"/>
            </a:ln>
          </p:spPr>
        </p:sp>
        <p:sp>
          <p:nvSpPr>
            <p:cNvPr id="1678" name="four:barrier-filling:filled-output-cell-7:1402"/>
            <p:cNvSpPr>
              <a:spLocks noGrp="1"/>
            </p:cNvSpPr>
            <p:nvPr/>
          </p:nvSpPr>
          <p:spPr>
            <a:xfrm>
              <a:off x="16079589" y="7343775"/>
              <a:ext cx="19248" cy="200025"/>
            </a:xfrm>
            <a:prstGeom prst="rect">
              <a:avLst/>
            </a:prstGeom>
            <a:solidFill>
              <a:srgbClr val="5AA2CA"/>
            </a:solidFill>
            <a:ln w="0">
              <a:noFill/>
              <a:prstDash val="solid"/>
            </a:ln>
          </p:spPr>
        </p:sp>
        <p:sp>
          <p:nvSpPr>
            <p:cNvPr id="1679" name="four:barrier-filling:filled-output-cell-8:1403"/>
            <p:cNvSpPr>
              <a:spLocks noGrp="1"/>
            </p:cNvSpPr>
            <p:nvPr/>
          </p:nvSpPr>
          <p:spPr>
            <a:xfrm>
              <a:off x="16098838" y="7343775"/>
              <a:ext cx="19248" cy="200025"/>
            </a:xfrm>
            <a:prstGeom prst="rect">
              <a:avLst/>
            </a:prstGeom>
            <a:solidFill>
              <a:srgbClr val="1D82BA"/>
            </a:solidFill>
            <a:ln w="0">
              <a:noFill/>
              <a:prstDash val="solid"/>
            </a:ln>
          </p:spPr>
        </p:sp>
        <p:sp>
          <p:nvSpPr>
            <p:cNvPr id="1680" name="four:barrier-filling:filled-output-cell-9:1404"/>
            <p:cNvSpPr>
              <a:spLocks noGrp="1"/>
            </p:cNvSpPr>
            <p:nvPr/>
          </p:nvSpPr>
          <p:spPr>
            <a:xfrm>
              <a:off x="16118086" y="7343775"/>
              <a:ext cx="19248" cy="200025"/>
            </a:xfrm>
            <a:prstGeom prst="rect">
              <a:avLst/>
            </a:prstGeom>
            <a:solidFill>
              <a:srgbClr val="0072B2"/>
            </a:solidFill>
            <a:ln w="0">
              <a:noFill/>
              <a:prstDash val="solid"/>
            </a:ln>
          </p:spPr>
        </p:sp>
        <p:sp>
          <p:nvSpPr>
            <p:cNvPr id="1681" name="four:barrier-filling:filled-output-cell-10:1405"/>
            <p:cNvSpPr>
              <a:spLocks noGrp="1"/>
            </p:cNvSpPr>
            <p:nvPr/>
          </p:nvSpPr>
          <p:spPr>
            <a:xfrm>
              <a:off x="16137334" y="7343775"/>
              <a:ext cx="19248" cy="200025"/>
            </a:xfrm>
            <a:prstGeom prst="rect">
              <a:avLst/>
            </a:prstGeom>
            <a:solidFill>
              <a:srgbClr val="0072B2"/>
            </a:solidFill>
            <a:ln w="0">
              <a:noFill/>
              <a:prstDash val="solid"/>
            </a:ln>
          </p:spPr>
        </p:sp>
        <p:sp>
          <p:nvSpPr>
            <p:cNvPr id="1682" name="four:barrier-filling:filled-output-cell-11:1406"/>
            <p:cNvSpPr>
              <a:spLocks noGrp="1"/>
            </p:cNvSpPr>
            <p:nvPr/>
          </p:nvSpPr>
          <p:spPr>
            <a:xfrm>
              <a:off x="16156583" y="7343775"/>
              <a:ext cx="19248" cy="200025"/>
            </a:xfrm>
            <a:prstGeom prst="rect">
              <a:avLst/>
            </a:prstGeom>
            <a:solidFill>
              <a:srgbClr val="0072B2"/>
            </a:solidFill>
            <a:ln w="0">
              <a:noFill/>
              <a:prstDash val="solid"/>
            </a:ln>
          </p:spPr>
        </p:sp>
        <p:sp>
          <p:nvSpPr>
            <p:cNvPr id="1683" name="four:barrier-filling:filled-output-cell-12:1407"/>
            <p:cNvSpPr>
              <a:spLocks noGrp="1"/>
            </p:cNvSpPr>
            <p:nvPr/>
          </p:nvSpPr>
          <p:spPr>
            <a:xfrm>
              <a:off x="16175831" y="7343775"/>
              <a:ext cx="19248" cy="200025"/>
            </a:xfrm>
            <a:prstGeom prst="rect">
              <a:avLst/>
            </a:prstGeom>
            <a:solidFill>
              <a:srgbClr val="0072B2"/>
            </a:solidFill>
            <a:ln w="0">
              <a:noFill/>
              <a:prstDash val="solid"/>
            </a:ln>
          </p:spPr>
        </p:sp>
        <p:sp>
          <p:nvSpPr>
            <p:cNvPr id="1684" name="four:barrier-filling:filled-output-cell-13:1408"/>
            <p:cNvSpPr>
              <a:spLocks noGrp="1"/>
            </p:cNvSpPr>
            <p:nvPr/>
          </p:nvSpPr>
          <p:spPr>
            <a:xfrm>
              <a:off x="16195080" y="7343775"/>
              <a:ext cx="19248" cy="200025"/>
            </a:xfrm>
            <a:prstGeom prst="rect">
              <a:avLst/>
            </a:prstGeom>
            <a:solidFill>
              <a:srgbClr val="0072B2"/>
            </a:solidFill>
            <a:ln w="0">
              <a:noFill/>
              <a:prstDash val="solid"/>
            </a:ln>
          </p:spPr>
        </p:sp>
        <p:sp>
          <p:nvSpPr>
            <p:cNvPr id="1685" name="four:barrier-filling:filled-output-cell-14:1409"/>
            <p:cNvSpPr>
              <a:spLocks noGrp="1"/>
            </p:cNvSpPr>
            <p:nvPr/>
          </p:nvSpPr>
          <p:spPr>
            <a:xfrm>
              <a:off x="16214328" y="7343775"/>
              <a:ext cx="19248" cy="200025"/>
            </a:xfrm>
            <a:prstGeom prst="rect">
              <a:avLst/>
            </a:prstGeom>
            <a:solidFill>
              <a:srgbClr val="0072B2"/>
            </a:solidFill>
            <a:ln w="0">
              <a:noFill/>
              <a:prstDash val="solid"/>
            </a:ln>
          </p:spPr>
        </p:sp>
        <p:sp>
          <p:nvSpPr>
            <p:cNvPr id="1686" name="four:barrier-filling:filled-output-cell-15:1410"/>
            <p:cNvSpPr>
              <a:spLocks noGrp="1"/>
            </p:cNvSpPr>
            <p:nvPr/>
          </p:nvSpPr>
          <p:spPr>
            <a:xfrm>
              <a:off x="16233577" y="7343775"/>
              <a:ext cx="19248" cy="200025"/>
            </a:xfrm>
            <a:prstGeom prst="rect">
              <a:avLst/>
            </a:prstGeom>
            <a:solidFill>
              <a:srgbClr val="0072B2"/>
            </a:solidFill>
            <a:ln w="0">
              <a:noFill/>
              <a:prstDash val="solid"/>
            </a:ln>
          </p:spPr>
        </p:sp>
        <p:sp>
          <p:nvSpPr>
            <p:cNvPr id="1687" name="four:barrier-filling:filled-output-cell-16:1411"/>
            <p:cNvSpPr>
              <a:spLocks noGrp="1"/>
            </p:cNvSpPr>
            <p:nvPr/>
          </p:nvSpPr>
          <p:spPr>
            <a:xfrm>
              <a:off x="16252825" y="7343775"/>
              <a:ext cx="19248" cy="200025"/>
            </a:xfrm>
            <a:prstGeom prst="rect">
              <a:avLst/>
            </a:prstGeom>
            <a:solidFill>
              <a:srgbClr val="0072B2"/>
            </a:solidFill>
            <a:ln w="0">
              <a:noFill/>
              <a:prstDash val="solid"/>
            </a:ln>
          </p:spPr>
        </p:sp>
        <p:sp>
          <p:nvSpPr>
            <p:cNvPr id="1688" name="four:barrier-filling:filled-output-cell-17:1412"/>
            <p:cNvSpPr>
              <a:spLocks noGrp="1"/>
            </p:cNvSpPr>
            <p:nvPr/>
          </p:nvSpPr>
          <p:spPr>
            <a:xfrm>
              <a:off x="16272073" y="7343775"/>
              <a:ext cx="19248" cy="200025"/>
            </a:xfrm>
            <a:prstGeom prst="rect">
              <a:avLst/>
            </a:prstGeom>
            <a:solidFill>
              <a:srgbClr val="0072B2"/>
            </a:solidFill>
            <a:ln w="0">
              <a:noFill/>
              <a:prstDash val="solid"/>
            </a:ln>
          </p:spPr>
        </p:sp>
        <p:sp>
          <p:nvSpPr>
            <p:cNvPr id="1689" name="four:barrier-filling:filled-output-cell-18:1413"/>
            <p:cNvSpPr>
              <a:spLocks noGrp="1"/>
            </p:cNvSpPr>
            <p:nvPr/>
          </p:nvSpPr>
          <p:spPr>
            <a:xfrm>
              <a:off x="16291322" y="7343775"/>
              <a:ext cx="19248" cy="200025"/>
            </a:xfrm>
            <a:prstGeom prst="rect">
              <a:avLst/>
            </a:prstGeom>
            <a:solidFill>
              <a:srgbClr val="0072B2"/>
            </a:solidFill>
            <a:ln w="0">
              <a:noFill/>
              <a:prstDash val="solid"/>
            </a:ln>
          </p:spPr>
        </p:sp>
        <p:sp>
          <p:nvSpPr>
            <p:cNvPr id="1690" name="four:barrier-filling:filled-output-cell-19:1414"/>
            <p:cNvSpPr>
              <a:spLocks noGrp="1"/>
            </p:cNvSpPr>
            <p:nvPr/>
          </p:nvSpPr>
          <p:spPr>
            <a:xfrm>
              <a:off x="16310570" y="7343775"/>
              <a:ext cx="19248" cy="200025"/>
            </a:xfrm>
            <a:prstGeom prst="rect">
              <a:avLst/>
            </a:prstGeom>
            <a:solidFill>
              <a:srgbClr val="0072B2"/>
            </a:solidFill>
            <a:ln w="0">
              <a:noFill/>
              <a:prstDash val="solid"/>
            </a:ln>
          </p:spPr>
        </p:sp>
        <p:sp>
          <p:nvSpPr>
            <p:cNvPr id="1691" name="four:barrier-filling:filled-output-cell-20:1415"/>
            <p:cNvSpPr>
              <a:spLocks noGrp="1"/>
            </p:cNvSpPr>
            <p:nvPr/>
          </p:nvSpPr>
          <p:spPr>
            <a:xfrm>
              <a:off x="16329819" y="7343775"/>
              <a:ext cx="19248" cy="200025"/>
            </a:xfrm>
            <a:prstGeom prst="rect">
              <a:avLst/>
            </a:prstGeom>
            <a:solidFill>
              <a:srgbClr val="0072B2"/>
            </a:solidFill>
            <a:ln w="0">
              <a:noFill/>
              <a:prstDash val="solid"/>
            </a:ln>
          </p:spPr>
        </p:sp>
        <p:sp>
          <p:nvSpPr>
            <p:cNvPr id="1692" name="four:barrier-filling:filled-output-cell-21:1416"/>
            <p:cNvSpPr>
              <a:spLocks noGrp="1"/>
            </p:cNvSpPr>
            <p:nvPr/>
          </p:nvSpPr>
          <p:spPr>
            <a:xfrm>
              <a:off x="16349067" y="7343775"/>
              <a:ext cx="19248" cy="200025"/>
            </a:xfrm>
            <a:prstGeom prst="rect">
              <a:avLst/>
            </a:prstGeom>
            <a:solidFill>
              <a:srgbClr val="0072B2"/>
            </a:solidFill>
            <a:ln w="0">
              <a:noFill/>
              <a:prstDash val="solid"/>
            </a:ln>
          </p:spPr>
        </p:sp>
        <p:sp>
          <p:nvSpPr>
            <p:cNvPr id="1693" name="four:barrier-filling:filled-output-cell-22:1417"/>
            <p:cNvSpPr>
              <a:spLocks noGrp="1"/>
            </p:cNvSpPr>
            <p:nvPr/>
          </p:nvSpPr>
          <p:spPr>
            <a:xfrm>
              <a:off x="16368316" y="7343775"/>
              <a:ext cx="19248" cy="200025"/>
            </a:xfrm>
            <a:prstGeom prst="rect">
              <a:avLst/>
            </a:prstGeom>
            <a:solidFill>
              <a:srgbClr val="0072B2"/>
            </a:solidFill>
            <a:ln w="0">
              <a:noFill/>
              <a:prstDash val="solid"/>
            </a:ln>
          </p:spPr>
        </p:sp>
        <p:sp>
          <p:nvSpPr>
            <p:cNvPr id="1694" name="four:barrier-filling:filled-output-cell-23:1418"/>
            <p:cNvSpPr>
              <a:spLocks noGrp="1"/>
            </p:cNvSpPr>
            <p:nvPr/>
          </p:nvSpPr>
          <p:spPr>
            <a:xfrm>
              <a:off x="16387564" y="7343775"/>
              <a:ext cx="19248" cy="200025"/>
            </a:xfrm>
            <a:prstGeom prst="rect">
              <a:avLst/>
            </a:prstGeom>
            <a:solidFill>
              <a:srgbClr val="0977B4"/>
            </a:solidFill>
            <a:ln w="0">
              <a:noFill/>
              <a:prstDash val="solid"/>
            </a:ln>
          </p:spPr>
        </p:sp>
        <p:sp>
          <p:nvSpPr>
            <p:cNvPr id="1695" name="four:barrier-filling:filled-output-cell-24:1419"/>
            <p:cNvSpPr>
              <a:spLocks noGrp="1"/>
            </p:cNvSpPr>
            <p:nvPr/>
          </p:nvSpPr>
          <p:spPr>
            <a:xfrm>
              <a:off x="16406813" y="7343775"/>
              <a:ext cx="19248" cy="200025"/>
            </a:xfrm>
            <a:prstGeom prst="rect">
              <a:avLst/>
            </a:prstGeom>
            <a:solidFill>
              <a:srgbClr val="2385BB"/>
            </a:solidFill>
            <a:ln w="0">
              <a:noFill/>
              <a:prstDash val="solid"/>
            </a:ln>
          </p:spPr>
        </p:sp>
        <p:sp>
          <p:nvSpPr>
            <p:cNvPr id="1696" name="four:barrier-filling:filled-output-cell-25:1420"/>
            <p:cNvSpPr>
              <a:spLocks noGrp="1"/>
            </p:cNvSpPr>
            <p:nvPr/>
          </p:nvSpPr>
          <p:spPr>
            <a:xfrm>
              <a:off x="16426061" y="7343775"/>
              <a:ext cx="19248" cy="200025"/>
            </a:xfrm>
            <a:prstGeom prst="rect">
              <a:avLst/>
            </a:prstGeom>
            <a:solidFill>
              <a:srgbClr val="4899C5"/>
            </a:solidFill>
            <a:ln w="0">
              <a:noFill/>
              <a:prstDash val="solid"/>
            </a:ln>
          </p:spPr>
        </p:sp>
        <p:sp>
          <p:nvSpPr>
            <p:cNvPr id="1697" name="four:barrier-filling:filled-output-cell-26:1421"/>
            <p:cNvSpPr>
              <a:spLocks noGrp="1"/>
            </p:cNvSpPr>
            <p:nvPr/>
          </p:nvSpPr>
          <p:spPr>
            <a:xfrm>
              <a:off x="16445309" y="7343775"/>
              <a:ext cx="19248" cy="200025"/>
            </a:xfrm>
            <a:prstGeom prst="rect">
              <a:avLst/>
            </a:prstGeom>
            <a:solidFill>
              <a:srgbClr val="72AFD1"/>
            </a:solidFill>
            <a:ln w="0">
              <a:noFill/>
              <a:prstDash val="solid"/>
            </a:ln>
          </p:spPr>
        </p:sp>
        <p:sp>
          <p:nvSpPr>
            <p:cNvPr id="1698" name="four:barrier-filling:filled-output-cell-27:1422"/>
            <p:cNvSpPr>
              <a:spLocks noGrp="1"/>
            </p:cNvSpPr>
            <p:nvPr/>
          </p:nvSpPr>
          <p:spPr>
            <a:xfrm>
              <a:off x="16464558" y="7343775"/>
              <a:ext cx="19248" cy="200025"/>
            </a:xfrm>
            <a:prstGeom prst="rect">
              <a:avLst/>
            </a:prstGeom>
            <a:solidFill>
              <a:srgbClr val="9CC5DC"/>
            </a:solidFill>
            <a:ln w="0">
              <a:noFill/>
              <a:prstDash val="solid"/>
            </a:ln>
          </p:spPr>
        </p:sp>
        <p:sp>
          <p:nvSpPr>
            <p:cNvPr id="1699" name="four:barrier-filling:filled-output-cell-28:1423"/>
            <p:cNvSpPr>
              <a:spLocks noGrp="1"/>
            </p:cNvSpPr>
            <p:nvPr/>
          </p:nvSpPr>
          <p:spPr>
            <a:xfrm>
              <a:off x="16483806" y="7343775"/>
              <a:ext cx="19248" cy="200025"/>
            </a:xfrm>
            <a:prstGeom prst="rect">
              <a:avLst/>
            </a:prstGeom>
            <a:solidFill>
              <a:srgbClr val="C9DBE4"/>
            </a:solidFill>
            <a:ln w="0">
              <a:noFill/>
              <a:prstDash val="solid"/>
            </a:ln>
          </p:spPr>
        </p:sp>
        <p:sp>
          <p:nvSpPr>
            <p:cNvPr id="1700" name="four:barrier-filling:filled-output-cell-29:1424"/>
            <p:cNvSpPr>
              <a:spLocks noGrp="1"/>
            </p:cNvSpPr>
            <p:nvPr/>
          </p:nvSpPr>
          <p:spPr>
            <a:xfrm>
              <a:off x="16503055" y="7343775"/>
              <a:ext cx="19248" cy="200025"/>
            </a:xfrm>
            <a:prstGeom prst="rect">
              <a:avLst/>
            </a:prstGeom>
            <a:solidFill>
              <a:srgbClr val="D8E5EB"/>
            </a:solidFill>
            <a:ln w="0">
              <a:noFill/>
              <a:prstDash val="solid"/>
            </a:ln>
          </p:spPr>
        </p:sp>
        <p:sp>
          <p:nvSpPr>
            <p:cNvPr id="1701" name="four:barrier-filling:filled-output-cell-30:1425"/>
            <p:cNvSpPr>
              <a:spLocks noGrp="1"/>
            </p:cNvSpPr>
            <p:nvPr/>
          </p:nvSpPr>
          <p:spPr>
            <a:xfrm>
              <a:off x="16522303" y="7343775"/>
              <a:ext cx="19248" cy="200025"/>
            </a:xfrm>
            <a:prstGeom prst="rect">
              <a:avLst/>
            </a:prstGeom>
            <a:solidFill>
              <a:srgbClr val="DCE8ED"/>
            </a:solidFill>
            <a:ln w="0">
              <a:noFill/>
              <a:prstDash val="solid"/>
            </a:ln>
          </p:spPr>
        </p:sp>
        <p:sp>
          <p:nvSpPr>
            <p:cNvPr id="1702" name="four:barrier-filling:filled-output-cell-31:1426"/>
            <p:cNvSpPr>
              <a:spLocks noGrp="1"/>
            </p:cNvSpPr>
            <p:nvPr/>
          </p:nvSpPr>
          <p:spPr>
            <a:xfrm>
              <a:off x="16541552" y="7343775"/>
              <a:ext cx="19248" cy="200025"/>
            </a:xfrm>
            <a:prstGeom prst="rect">
              <a:avLst/>
            </a:prstGeom>
            <a:solidFill>
              <a:srgbClr val="DCE8ED"/>
            </a:solidFill>
            <a:ln w="0">
              <a:noFill/>
              <a:prstDash val="solid"/>
            </a:ln>
          </p:spPr>
        </p:sp>
        <p:sp>
          <p:nvSpPr>
            <p:cNvPr id="1703" name="four:barrier-filling:filled-output-cell-32:1427"/>
            <p:cNvSpPr>
              <a:spLocks noGrp="1"/>
            </p:cNvSpPr>
            <p:nvPr/>
          </p:nvSpPr>
          <p:spPr>
            <a:xfrm>
              <a:off x="16560800" y="7343775"/>
              <a:ext cx="19248" cy="200025"/>
            </a:xfrm>
            <a:prstGeom prst="rect">
              <a:avLst/>
            </a:prstGeom>
            <a:solidFill>
              <a:srgbClr val="DCE8ED"/>
            </a:solidFill>
            <a:ln w="0">
              <a:noFill/>
              <a:prstDash val="solid"/>
            </a:ln>
          </p:spPr>
        </p:sp>
        <p:sp>
          <p:nvSpPr>
            <p:cNvPr id="1704" name="four:barrier-filling:filled-output-cell-33:1428"/>
            <p:cNvSpPr>
              <a:spLocks noGrp="1"/>
            </p:cNvSpPr>
            <p:nvPr/>
          </p:nvSpPr>
          <p:spPr>
            <a:xfrm>
              <a:off x="16580048" y="7343775"/>
              <a:ext cx="19248" cy="200025"/>
            </a:xfrm>
            <a:prstGeom prst="rect">
              <a:avLst/>
            </a:prstGeom>
            <a:solidFill>
              <a:srgbClr val="DCE8ED"/>
            </a:solidFill>
            <a:ln w="0">
              <a:noFill/>
              <a:prstDash val="solid"/>
            </a:ln>
          </p:spPr>
        </p:sp>
        <p:sp>
          <p:nvSpPr>
            <p:cNvPr id="1705" name="four:barrier-filling:filled-output-cell-34:1429"/>
            <p:cNvSpPr>
              <a:spLocks noGrp="1"/>
            </p:cNvSpPr>
            <p:nvPr/>
          </p:nvSpPr>
          <p:spPr>
            <a:xfrm>
              <a:off x="16599297" y="7343775"/>
              <a:ext cx="19248" cy="200025"/>
            </a:xfrm>
            <a:prstGeom prst="rect">
              <a:avLst/>
            </a:prstGeom>
            <a:solidFill>
              <a:srgbClr val="DCE8ED"/>
            </a:solidFill>
            <a:ln w="0">
              <a:noFill/>
              <a:prstDash val="solid"/>
            </a:ln>
          </p:spPr>
        </p:sp>
        <p:sp>
          <p:nvSpPr>
            <p:cNvPr id="1706" name="four:barrier-filling:filled-output-cell-35:1430"/>
            <p:cNvSpPr>
              <a:spLocks noGrp="1"/>
            </p:cNvSpPr>
            <p:nvPr/>
          </p:nvSpPr>
          <p:spPr>
            <a:xfrm>
              <a:off x="16618545" y="7343775"/>
              <a:ext cx="19248" cy="200025"/>
            </a:xfrm>
            <a:prstGeom prst="rect">
              <a:avLst/>
            </a:prstGeom>
            <a:solidFill>
              <a:srgbClr val="DCE8ED"/>
            </a:solidFill>
            <a:ln w="0">
              <a:noFill/>
              <a:prstDash val="solid"/>
            </a:ln>
          </p:spPr>
        </p:sp>
        <p:sp>
          <p:nvSpPr>
            <p:cNvPr id="1707" name="four:barrier-filling:filled-output-cell-36:1431"/>
            <p:cNvSpPr>
              <a:spLocks noGrp="1"/>
            </p:cNvSpPr>
            <p:nvPr/>
          </p:nvSpPr>
          <p:spPr>
            <a:xfrm>
              <a:off x="16637794" y="7343775"/>
              <a:ext cx="19248" cy="200025"/>
            </a:xfrm>
            <a:prstGeom prst="rect">
              <a:avLst/>
            </a:prstGeom>
            <a:solidFill>
              <a:srgbClr val="DCE8ED"/>
            </a:solidFill>
            <a:ln w="0">
              <a:noFill/>
              <a:prstDash val="solid"/>
            </a:ln>
          </p:spPr>
        </p:sp>
        <p:sp>
          <p:nvSpPr>
            <p:cNvPr id="1708" name="four:barrier-filling:filled-output-cell-37:1432"/>
            <p:cNvSpPr>
              <a:spLocks noGrp="1"/>
            </p:cNvSpPr>
            <p:nvPr/>
          </p:nvSpPr>
          <p:spPr>
            <a:xfrm>
              <a:off x="16657042" y="7343775"/>
              <a:ext cx="19248" cy="200025"/>
            </a:xfrm>
            <a:prstGeom prst="rect">
              <a:avLst/>
            </a:prstGeom>
            <a:solidFill>
              <a:srgbClr val="DCE8ED"/>
            </a:solidFill>
            <a:ln w="0">
              <a:noFill/>
              <a:prstDash val="solid"/>
            </a:ln>
          </p:spPr>
        </p:sp>
        <p:sp>
          <p:nvSpPr>
            <p:cNvPr id="1709" name="four:barrier-filling:filled-output-cell-38:1433"/>
            <p:cNvSpPr>
              <a:spLocks noGrp="1"/>
            </p:cNvSpPr>
            <p:nvPr/>
          </p:nvSpPr>
          <p:spPr>
            <a:xfrm>
              <a:off x="16676291" y="7343775"/>
              <a:ext cx="19248" cy="200025"/>
            </a:xfrm>
            <a:prstGeom prst="rect">
              <a:avLst/>
            </a:prstGeom>
            <a:solidFill>
              <a:srgbClr val="DCE8ED"/>
            </a:solidFill>
            <a:ln w="0">
              <a:noFill/>
              <a:prstDash val="solid"/>
            </a:ln>
          </p:spPr>
        </p:sp>
        <p:sp>
          <p:nvSpPr>
            <p:cNvPr id="1710" name="four:barrier-filling:filled-output-cell-39:1434"/>
            <p:cNvSpPr>
              <a:spLocks noGrp="1"/>
            </p:cNvSpPr>
            <p:nvPr/>
          </p:nvSpPr>
          <p:spPr>
            <a:xfrm>
              <a:off x="16695539" y="7343775"/>
              <a:ext cx="19248" cy="200025"/>
            </a:xfrm>
            <a:prstGeom prst="rect">
              <a:avLst/>
            </a:prstGeom>
            <a:solidFill>
              <a:srgbClr val="DCE8ED"/>
            </a:solidFill>
            <a:ln w="0">
              <a:noFill/>
              <a:prstDash val="solid"/>
            </a:ln>
          </p:spPr>
        </p:sp>
        <p:sp>
          <p:nvSpPr>
            <p:cNvPr id="1711" name="four:barrier-filling:filled-output-cell-40:1435"/>
            <p:cNvSpPr>
              <a:spLocks noGrp="1"/>
            </p:cNvSpPr>
            <p:nvPr/>
          </p:nvSpPr>
          <p:spPr>
            <a:xfrm>
              <a:off x="16714788" y="7343775"/>
              <a:ext cx="19248" cy="200025"/>
            </a:xfrm>
            <a:prstGeom prst="rect">
              <a:avLst/>
            </a:prstGeom>
            <a:solidFill>
              <a:srgbClr val="DCE8ED"/>
            </a:solidFill>
            <a:ln w="0">
              <a:noFill/>
              <a:prstDash val="solid"/>
            </a:ln>
          </p:spPr>
        </p:sp>
        <p:sp>
          <p:nvSpPr>
            <p:cNvPr id="1712" name="four:barrier-filling:filled-output-cell-41:1436"/>
            <p:cNvSpPr>
              <a:spLocks noGrp="1"/>
            </p:cNvSpPr>
            <p:nvPr/>
          </p:nvSpPr>
          <p:spPr>
            <a:xfrm>
              <a:off x="16734036" y="7343775"/>
              <a:ext cx="19248" cy="200025"/>
            </a:xfrm>
            <a:prstGeom prst="rect">
              <a:avLst/>
            </a:prstGeom>
            <a:solidFill>
              <a:srgbClr val="DCE8ED"/>
            </a:solidFill>
            <a:ln w="0">
              <a:noFill/>
              <a:prstDash val="solid"/>
            </a:ln>
          </p:spPr>
        </p:sp>
        <p:sp>
          <p:nvSpPr>
            <p:cNvPr id="1713" name="four:barrier-filling:filled-output-cell-42:1437"/>
            <p:cNvSpPr>
              <a:spLocks noGrp="1"/>
            </p:cNvSpPr>
            <p:nvPr/>
          </p:nvSpPr>
          <p:spPr>
            <a:xfrm>
              <a:off x="16753284" y="7343775"/>
              <a:ext cx="19248" cy="200025"/>
            </a:xfrm>
            <a:prstGeom prst="rect">
              <a:avLst/>
            </a:prstGeom>
            <a:solidFill>
              <a:srgbClr val="DCE8ED"/>
            </a:solidFill>
            <a:ln w="0">
              <a:noFill/>
              <a:prstDash val="solid"/>
            </a:ln>
          </p:spPr>
        </p:sp>
        <p:sp>
          <p:nvSpPr>
            <p:cNvPr id="1714" name="four:barrier-filling:filled-output-cell-43:1438"/>
            <p:cNvSpPr>
              <a:spLocks noGrp="1"/>
            </p:cNvSpPr>
            <p:nvPr/>
          </p:nvSpPr>
          <p:spPr>
            <a:xfrm>
              <a:off x="16772533" y="7343775"/>
              <a:ext cx="19248" cy="200025"/>
            </a:xfrm>
            <a:prstGeom prst="rect">
              <a:avLst/>
            </a:prstGeom>
            <a:solidFill>
              <a:srgbClr val="DCE8ED"/>
            </a:solidFill>
            <a:ln w="0">
              <a:noFill/>
              <a:prstDash val="solid"/>
            </a:ln>
          </p:spPr>
        </p:sp>
        <p:sp>
          <p:nvSpPr>
            <p:cNvPr id="1715" name="four:barrier-filling:filled-output-cell-44:1439"/>
            <p:cNvSpPr>
              <a:spLocks noGrp="1"/>
            </p:cNvSpPr>
            <p:nvPr/>
          </p:nvSpPr>
          <p:spPr>
            <a:xfrm>
              <a:off x="16791781" y="7343775"/>
              <a:ext cx="19248" cy="200025"/>
            </a:xfrm>
            <a:prstGeom prst="rect">
              <a:avLst/>
            </a:prstGeom>
            <a:solidFill>
              <a:srgbClr val="DCE8ED"/>
            </a:solidFill>
            <a:ln w="0">
              <a:noFill/>
              <a:prstDash val="solid"/>
            </a:ln>
          </p:spPr>
        </p:sp>
        <p:sp>
          <p:nvSpPr>
            <p:cNvPr id="1716" name="four:barrier-filling:filled-output-cell-45:1440"/>
            <p:cNvSpPr>
              <a:spLocks noGrp="1"/>
            </p:cNvSpPr>
            <p:nvPr/>
          </p:nvSpPr>
          <p:spPr>
            <a:xfrm>
              <a:off x="16811030" y="7343775"/>
              <a:ext cx="19248" cy="200025"/>
            </a:xfrm>
            <a:prstGeom prst="rect">
              <a:avLst/>
            </a:prstGeom>
            <a:solidFill>
              <a:srgbClr val="DCE8ED"/>
            </a:solidFill>
            <a:ln w="0">
              <a:noFill/>
              <a:prstDash val="solid"/>
            </a:ln>
          </p:spPr>
        </p:sp>
        <p:sp>
          <p:nvSpPr>
            <p:cNvPr id="1717" name="four:barrier-filling:filled-output-cell-46:1441"/>
            <p:cNvSpPr>
              <a:spLocks noGrp="1"/>
            </p:cNvSpPr>
            <p:nvPr/>
          </p:nvSpPr>
          <p:spPr>
            <a:xfrm>
              <a:off x="16830278" y="7343775"/>
              <a:ext cx="19248" cy="200025"/>
            </a:xfrm>
            <a:prstGeom prst="rect">
              <a:avLst/>
            </a:prstGeom>
            <a:solidFill>
              <a:srgbClr val="DCE8ED"/>
            </a:solidFill>
            <a:ln w="0">
              <a:noFill/>
              <a:prstDash val="solid"/>
            </a:ln>
          </p:spPr>
        </p:sp>
        <p:sp>
          <p:nvSpPr>
            <p:cNvPr id="1718" name="four:barrier-filling:filled-output-cell-47:1442"/>
            <p:cNvSpPr>
              <a:spLocks noGrp="1"/>
            </p:cNvSpPr>
            <p:nvPr/>
          </p:nvSpPr>
          <p:spPr>
            <a:xfrm>
              <a:off x="16849527" y="7343775"/>
              <a:ext cx="19248" cy="200025"/>
            </a:xfrm>
            <a:prstGeom prst="rect">
              <a:avLst/>
            </a:prstGeom>
            <a:solidFill>
              <a:srgbClr val="DCE8ED"/>
            </a:solidFill>
            <a:ln w="0">
              <a:noFill/>
              <a:prstDash val="solid"/>
            </a:ln>
          </p:spPr>
        </p:sp>
        <p:sp>
          <p:nvSpPr>
            <p:cNvPr id="1719" name="four:barrier-filling:filled-output-cell-48:1443"/>
            <p:cNvSpPr>
              <a:spLocks noGrp="1"/>
            </p:cNvSpPr>
            <p:nvPr/>
          </p:nvSpPr>
          <p:spPr>
            <a:xfrm>
              <a:off x="16868775" y="7343775"/>
              <a:ext cx="19248" cy="200025"/>
            </a:xfrm>
            <a:prstGeom prst="rect">
              <a:avLst/>
            </a:prstGeom>
            <a:solidFill>
              <a:srgbClr val="DCE8ED"/>
            </a:solidFill>
            <a:ln w="0">
              <a:noFill/>
              <a:prstDash val="solid"/>
            </a:ln>
          </p:spPr>
        </p:sp>
        <p:sp>
          <p:nvSpPr>
            <p:cNvPr id="1720" name="four:barrier-filling:filled-output-cell-49:1444"/>
            <p:cNvSpPr>
              <a:spLocks noGrp="1"/>
            </p:cNvSpPr>
            <p:nvPr/>
          </p:nvSpPr>
          <p:spPr>
            <a:xfrm>
              <a:off x="16888023" y="7343775"/>
              <a:ext cx="19248" cy="200025"/>
            </a:xfrm>
            <a:prstGeom prst="rect">
              <a:avLst/>
            </a:prstGeom>
            <a:solidFill>
              <a:srgbClr val="DCE8ED"/>
            </a:solidFill>
            <a:ln w="0">
              <a:noFill/>
              <a:prstDash val="solid"/>
            </a:ln>
          </p:spPr>
        </p:sp>
        <p:sp>
          <p:nvSpPr>
            <p:cNvPr id="1721" name="four:barrier-filling:filled-output-cell-50:1445"/>
            <p:cNvSpPr>
              <a:spLocks noGrp="1"/>
            </p:cNvSpPr>
            <p:nvPr/>
          </p:nvSpPr>
          <p:spPr>
            <a:xfrm>
              <a:off x="16907272" y="7343775"/>
              <a:ext cx="19248" cy="200025"/>
            </a:xfrm>
            <a:prstGeom prst="rect">
              <a:avLst/>
            </a:prstGeom>
            <a:solidFill>
              <a:srgbClr val="DCE8ED"/>
            </a:solidFill>
            <a:ln w="0">
              <a:noFill/>
              <a:prstDash val="solid"/>
            </a:ln>
          </p:spPr>
        </p:sp>
        <p:sp>
          <p:nvSpPr>
            <p:cNvPr id="1722" name="four:barrier-filling:filled-output-cell-51:1446"/>
            <p:cNvSpPr>
              <a:spLocks noGrp="1"/>
            </p:cNvSpPr>
            <p:nvPr/>
          </p:nvSpPr>
          <p:spPr>
            <a:xfrm>
              <a:off x="16926520" y="7343775"/>
              <a:ext cx="19248" cy="200025"/>
            </a:xfrm>
            <a:prstGeom prst="rect">
              <a:avLst/>
            </a:prstGeom>
            <a:solidFill>
              <a:srgbClr val="DCE8ED"/>
            </a:solidFill>
            <a:ln w="0">
              <a:noFill/>
              <a:prstDash val="solid"/>
            </a:ln>
          </p:spPr>
        </p:sp>
        <p:sp>
          <p:nvSpPr>
            <p:cNvPr id="1723" name="four:barrier-filling:filled-output-cell-52:1447"/>
            <p:cNvSpPr>
              <a:spLocks noGrp="1"/>
            </p:cNvSpPr>
            <p:nvPr/>
          </p:nvSpPr>
          <p:spPr>
            <a:xfrm>
              <a:off x="16945769" y="7343775"/>
              <a:ext cx="19248" cy="200025"/>
            </a:xfrm>
            <a:prstGeom prst="rect">
              <a:avLst/>
            </a:prstGeom>
            <a:solidFill>
              <a:srgbClr val="DCE8ED"/>
            </a:solidFill>
            <a:ln w="0">
              <a:noFill/>
              <a:prstDash val="solid"/>
            </a:ln>
          </p:spPr>
        </p:sp>
        <p:sp>
          <p:nvSpPr>
            <p:cNvPr id="1724" name="four:barrier-filling:filled-output-cell-53:1448"/>
            <p:cNvSpPr>
              <a:spLocks noGrp="1"/>
            </p:cNvSpPr>
            <p:nvPr/>
          </p:nvSpPr>
          <p:spPr>
            <a:xfrm>
              <a:off x="16965017" y="7343775"/>
              <a:ext cx="19248" cy="200025"/>
            </a:xfrm>
            <a:prstGeom prst="rect">
              <a:avLst/>
            </a:prstGeom>
            <a:solidFill>
              <a:srgbClr val="DCE8ED"/>
            </a:solidFill>
            <a:ln w="0">
              <a:noFill/>
              <a:prstDash val="solid"/>
            </a:ln>
          </p:spPr>
        </p:sp>
        <p:sp>
          <p:nvSpPr>
            <p:cNvPr id="1725" name="four:barrier-filling:filled-output-cell-54:1449"/>
            <p:cNvSpPr>
              <a:spLocks noGrp="1"/>
            </p:cNvSpPr>
            <p:nvPr/>
          </p:nvSpPr>
          <p:spPr>
            <a:xfrm>
              <a:off x="16984266" y="7343775"/>
              <a:ext cx="19248" cy="200025"/>
            </a:xfrm>
            <a:prstGeom prst="rect">
              <a:avLst/>
            </a:prstGeom>
            <a:solidFill>
              <a:srgbClr val="DCE8ED"/>
            </a:solidFill>
            <a:ln w="0">
              <a:noFill/>
              <a:prstDash val="solid"/>
            </a:ln>
          </p:spPr>
        </p:sp>
        <p:sp>
          <p:nvSpPr>
            <p:cNvPr id="1726" name="four:barrier-filling:filled-output-cell-55:1450"/>
            <p:cNvSpPr>
              <a:spLocks noGrp="1"/>
            </p:cNvSpPr>
            <p:nvPr/>
          </p:nvSpPr>
          <p:spPr>
            <a:xfrm>
              <a:off x="17003514" y="7343775"/>
              <a:ext cx="19248" cy="200025"/>
            </a:xfrm>
            <a:prstGeom prst="rect">
              <a:avLst/>
            </a:prstGeom>
            <a:solidFill>
              <a:srgbClr val="DCE8ED"/>
            </a:solidFill>
            <a:ln w="0">
              <a:noFill/>
              <a:prstDash val="solid"/>
            </a:ln>
          </p:spPr>
        </p:sp>
        <p:sp>
          <p:nvSpPr>
            <p:cNvPr id="1727" name="four:barrier-filling:filled-output-cell-56:1451"/>
            <p:cNvSpPr>
              <a:spLocks noGrp="1"/>
            </p:cNvSpPr>
            <p:nvPr/>
          </p:nvSpPr>
          <p:spPr>
            <a:xfrm>
              <a:off x="17022763" y="7343775"/>
              <a:ext cx="19248" cy="200025"/>
            </a:xfrm>
            <a:prstGeom prst="rect">
              <a:avLst/>
            </a:prstGeom>
            <a:solidFill>
              <a:srgbClr val="DBE8EC"/>
            </a:solidFill>
            <a:ln w="0">
              <a:noFill/>
              <a:prstDash val="solid"/>
            </a:ln>
          </p:spPr>
        </p:sp>
        <p:sp>
          <p:nvSpPr>
            <p:cNvPr id="1728" name="four:barrier-filling:filled-output-cell-57:1452"/>
            <p:cNvSpPr>
              <a:spLocks noGrp="1"/>
            </p:cNvSpPr>
            <p:nvPr/>
          </p:nvSpPr>
          <p:spPr>
            <a:xfrm>
              <a:off x="17042011" y="7343775"/>
              <a:ext cx="19248" cy="200025"/>
            </a:xfrm>
            <a:prstGeom prst="rect">
              <a:avLst/>
            </a:prstGeom>
            <a:solidFill>
              <a:srgbClr val="D3E3E5"/>
            </a:solidFill>
            <a:ln w="0">
              <a:noFill/>
              <a:prstDash val="solid"/>
            </a:ln>
          </p:spPr>
        </p:sp>
        <p:sp>
          <p:nvSpPr>
            <p:cNvPr id="1729" name="four:barrier-filling:filled-output-cell-58:1453"/>
            <p:cNvSpPr>
              <a:spLocks noGrp="1"/>
            </p:cNvSpPr>
            <p:nvPr/>
          </p:nvSpPr>
          <p:spPr>
            <a:xfrm>
              <a:off x="17061259" y="7343775"/>
              <a:ext cx="19248" cy="200025"/>
            </a:xfrm>
            <a:prstGeom prst="rect">
              <a:avLst/>
            </a:prstGeom>
            <a:solidFill>
              <a:srgbClr val="DAC9B8"/>
            </a:solidFill>
            <a:ln w="0">
              <a:noFill/>
              <a:prstDash val="solid"/>
            </a:ln>
          </p:spPr>
        </p:sp>
        <p:sp>
          <p:nvSpPr>
            <p:cNvPr id="1730" name="four:barrier-filling:filled-output-cell-59:1454"/>
            <p:cNvSpPr>
              <a:spLocks noGrp="1"/>
            </p:cNvSpPr>
            <p:nvPr/>
          </p:nvSpPr>
          <p:spPr>
            <a:xfrm>
              <a:off x="17080508" y="7343775"/>
              <a:ext cx="19248" cy="200025"/>
            </a:xfrm>
            <a:prstGeom prst="rect">
              <a:avLst/>
            </a:prstGeom>
            <a:solidFill>
              <a:srgbClr val="D9B08D"/>
            </a:solidFill>
            <a:ln w="0">
              <a:noFill/>
              <a:prstDash val="solid"/>
            </a:ln>
          </p:spPr>
        </p:sp>
        <p:sp>
          <p:nvSpPr>
            <p:cNvPr id="1731" name="four:barrier-filling:filled-output-cell-60:1455"/>
            <p:cNvSpPr>
              <a:spLocks noGrp="1"/>
            </p:cNvSpPr>
            <p:nvPr/>
          </p:nvSpPr>
          <p:spPr>
            <a:xfrm>
              <a:off x="17099756" y="7343775"/>
              <a:ext cx="19248" cy="200025"/>
            </a:xfrm>
            <a:prstGeom prst="rect">
              <a:avLst/>
            </a:prstGeom>
            <a:solidFill>
              <a:srgbClr val="D89660"/>
            </a:solidFill>
            <a:ln w="0">
              <a:noFill/>
              <a:prstDash val="solid"/>
            </a:ln>
          </p:spPr>
        </p:sp>
        <p:sp>
          <p:nvSpPr>
            <p:cNvPr id="1732" name="four:barrier-filling:filled-output-cell-61:1456"/>
            <p:cNvSpPr>
              <a:spLocks noGrp="1"/>
            </p:cNvSpPr>
            <p:nvPr/>
          </p:nvSpPr>
          <p:spPr>
            <a:xfrm>
              <a:off x="17119005" y="7343775"/>
              <a:ext cx="19248" cy="200025"/>
            </a:xfrm>
            <a:prstGeom prst="rect">
              <a:avLst/>
            </a:prstGeom>
            <a:solidFill>
              <a:srgbClr val="D77D35"/>
            </a:solidFill>
            <a:ln w="0">
              <a:noFill/>
              <a:prstDash val="solid"/>
            </a:ln>
          </p:spPr>
        </p:sp>
        <p:sp>
          <p:nvSpPr>
            <p:cNvPr id="1733" name="four:barrier-filling:filled-output-cell-62:1457"/>
            <p:cNvSpPr>
              <a:spLocks noGrp="1"/>
            </p:cNvSpPr>
            <p:nvPr/>
          </p:nvSpPr>
          <p:spPr>
            <a:xfrm>
              <a:off x="17138253" y="7343775"/>
              <a:ext cx="19248" cy="200025"/>
            </a:xfrm>
            <a:prstGeom prst="rect">
              <a:avLst/>
            </a:prstGeom>
            <a:solidFill>
              <a:srgbClr val="D66913"/>
            </a:solidFill>
            <a:ln w="0">
              <a:noFill/>
              <a:prstDash val="solid"/>
            </a:ln>
          </p:spPr>
        </p:sp>
        <p:sp>
          <p:nvSpPr>
            <p:cNvPr id="1734" name="four:barrier-filling:filled-output-cell-63:1458"/>
            <p:cNvSpPr>
              <a:spLocks noGrp="1"/>
            </p:cNvSpPr>
            <p:nvPr/>
          </p:nvSpPr>
          <p:spPr>
            <a:xfrm>
              <a:off x="17157502" y="7343775"/>
              <a:ext cx="19248" cy="200025"/>
            </a:xfrm>
            <a:prstGeom prst="rect">
              <a:avLst/>
            </a:prstGeom>
            <a:solidFill>
              <a:srgbClr val="D55F02"/>
            </a:solidFill>
            <a:ln w="0">
              <a:noFill/>
              <a:prstDash val="solid"/>
            </a:ln>
          </p:spPr>
        </p:sp>
        <p:sp>
          <p:nvSpPr>
            <p:cNvPr id="1735" name="four:barrier-filling:filled-output-cell-64:1459"/>
            <p:cNvSpPr>
              <a:spLocks noGrp="1"/>
            </p:cNvSpPr>
            <p:nvPr/>
          </p:nvSpPr>
          <p:spPr>
            <a:xfrm>
              <a:off x="17176750" y="7343775"/>
              <a:ext cx="19248" cy="200025"/>
            </a:xfrm>
            <a:prstGeom prst="rect">
              <a:avLst/>
            </a:prstGeom>
            <a:solidFill>
              <a:srgbClr val="D55E00"/>
            </a:solidFill>
            <a:ln w="0">
              <a:noFill/>
              <a:prstDash val="solid"/>
            </a:ln>
          </p:spPr>
        </p:sp>
        <p:sp>
          <p:nvSpPr>
            <p:cNvPr id="1736" name="four:barrier-filling:filled-output-cell-65:1460"/>
            <p:cNvSpPr>
              <a:spLocks noGrp="1"/>
            </p:cNvSpPr>
            <p:nvPr/>
          </p:nvSpPr>
          <p:spPr>
            <a:xfrm>
              <a:off x="17195998" y="7343775"/>
              <a:ext cx="19248" cy="200025"/>
            </a:xfrm>
            <a:prstGeom prst="rect">
              <a:avLst/>
            </a:prstGeom>
            <a:solidFill>
              <a:srgbClr val="D55E00"/>
            </a:solidFill>
            <a:ln w="0">
              <a:noFill/>
              <a:prstDash val="solid"/>
            </a:ln>
          </p:spPr>
        </p:sp>
        <p:sp>
          <p:nvSpPr>
            <p:cNvPr id="1737" name="four:barrier-filling:filled-output-cell-66:1461"/>
            <p:cNvSpPr>
              <a:spLocks noGrp="1"/>
            </p:cNvSpPr>
            <p:nvPr/>
          </p:nvSpPr>
          <p:spPr>
            <a:xfrm>
              <a:off x="17215247" y="7343775"/>
              <a:ext cx="19248" cy="200025"/>
            </a:xfrm>
            <a:prstGeom prst="rect">
              <a:avLst/>
            </a:prstGeom>
            <a:solidFill>
              <a:srgbClr val="D55E00"/>
            </a:solidFill>
            <a:ln w="0">
              <a:noFill/>
              <a:prstDash val="solid"/>
            </a:ln>
          </p:spPr>
        </p:sp>
        <p:sp>
          <p:nvSpPr>
            <p:cNvPr id="1738" name="four:barrier-filling:filled-output-cell-67:1462"/>
            <p:cNvSpPr>
              <a:spLocks noGrp="1"/>
            </p:cNvSpPr>
            <p:nvPr/>
          </p:nvSpPr>
          <p:spPr>
            <a:xfrm>
              <a:off x="17234495" y="7343775"/>
              <a:ext cx="19248" cy="200025"/>
            </a:xfrm>
            <a:prstGeom prst="rect">
              <a:avLst/>
            </a:prstGeom>
            <a:solidFill>
              <a:srgbClr val="D55E00"/>
            </a:solidFill>
            <a:ln w="0">
              <a:noFill/>
              <a:prstDash val="solid"/>
            </a:ln>
          </p:spPr>
        </p:sp>
        <p:sp>
          <p:nvSpPr>
            <p:cNvPr id="1739" name="four:barrier-filling:filled-output-cell-68:1463"/>
            <p:cNvSpPr>
              <a:spLocks noGrp="1"/>
            </p:cNvSpPr>
            <p:nvPr/>
          </p:nvSpPr>
          <p:spPr>
            <a:xfrm>
              <a:off x="17253744" y="7343775"/>
              <a:ext cx="19248" cy="200025"/>
            </a:xfrm>
            <a:prstGeom prst="rect">
              <a:avLst/>
            </a:prstGeom>
            <a:solidFill>
              <a:srgbClr val="D55E00"/>
            </a:solidFill>
            <a:ln w="0">
              <a:noFill/>
              <a:prstDash val="solid"/>
            </a:ln>
          </p:spPr>
        </p:sp>
        <p:sp>
          <p:nvSpPr>
            <p:cNvPr id="1740" name="four:barrier-filling:filled-output-cell-69:1464"/>
            <p:cNvSpPr>
              <a:spLocks noGrp="1"/>
            </p:cNvSpPr>
            <p:nvPr/>
          </p:nvSpPr>
          <p:spPr>
            <a:xfrm>
              <a:off x="17272992" y="7343775"/>
              <a:ext cx="19248" cy="200025"/>
            </a:xfrm>
            <a:prstGeom prst="rect">
              <a:avLst/>
            </a:prstGeom>
            <a:solidFill>
              <a:srgbClr val="D55E00"/>
            </a:solidFill>
            <a:ln w="0">
              <a:noFill/>
              <a:prstDash val="solid"/>
            </a:ln>
          </p:spPr>
        </p:sp>
        <p:sp>
          <p:nvSpPr>
            <p:cNvPr id="1741" name="four:barrier-filling:filled-output-cell-70:1465"/>
            <p:cNvSpPr>
              <a:spLocks noGrp="1"/>
            </p:cNvSpPr>
            <p:nvPr/>
          </p:nvSpPr>
          <p:spPr>
            <a:xfrm>
              <a:off x="17292241" y="7343775"/>
              <a:ext cx="19248" cy="200025"/>
            </a:xfrm>
            <a:prstGeom prst="rect">
              <a:avLst/>
            </a:prstGeom>
            <a:solidFill>
              <a:srgbClr val="D55E00"/>
            </a:solidFill>
            <a:ln w="0">
              <a:noFill/>
              <a:prstDash val="solid"/>
            </a:ln>
          </p:spPr>
        </p:sp>
        <p:sp>
          <p:nvSpPr>
            <p:cNvPr id="1742" name="four:barrier-filling:filled-output-cell-71:1466"/>
            <p:cNvSpPr>
              <a:spLocks noGrp="1"/>
            </p:cNvSpPr>
            <p:nvPr/>
          </p:nvSpPr>
          <p:spPr>
            <a:xfrm>
              <a:off x="17311489" y="7343775"/>
              <a:ext cx="19248" cy="200025"/>
            </a:xfrm>
            <a:prstGeom prst="rect">
              <a:avLst/>
            </a:prstGeom>
            <a:solidFill>
              <a:srgbClr val="D55E00"/>
            </a:solidFill>
            <a:ln w="0">
              <a:noFill/>
              <a:prstDash val="solid"/>
            </a:ln>
          </p:spPr>
        </p:sp>
        <p:sp>
          <p:nvSpPr>
            <p:cNvPr id="1743" name="four:barrier-filling:filled-output-cell-72:1467"/>
            <p:cNvSpPr>
              <a:spLocks noGrp="1"/>
            </p:cNvSpPr>
            <p:nvPr/>
          </p:nvSpPr>
          <p:spPr>
            <a:xfrm>
              <a:off x="17330738" y="7343775"/>
              <a:ext cx="19248" cy="200025"/>
            </a:xfrm>
            <a:prstGeom prst="rect">
              <a:avLst/>
            </a:prstGeom>
            <a:solidFill>
              <a:srgbClr val="D55E00"/>
            </a:solidFill>
            <a:ln w="0">
              <a:noFill/>
              <a:prstDash val="solid"/>
            </a:ln>
          </p:spPr>
        </p:sp>
        <p:sp>
          <p:nvSpPr>
            <p:cNvPr id="1744" name="four:barrier-filling:filled-output-cell-73:1468"/>
            <p:cNvSpPr>
              <a:spLocks noGrp="1"/>
            </p:cNvSpPr>
            <p:nvPr/>
          </p:nvSpPr>
          <p:spPr>
            <a:xfrm>
              <a:off x="17349986" y="7343775"/>
              <a:ext cx="19248" cy="200025"/>
            </a:xfrm>
            <a:prstGeom prst="rect">
              <a:avLst/>
            </a:prstGeom>
            <a:solidFill>
              <a:srgbClr val="D55E00"/>
            </a:solidFill>
            <a:ln w="0">
              <a:noFill/>
              <a:prstDash val="solid"/>
            </a:ln>
          </p:spPr>
        </p:sp>
        <p:sp>
          <p:nvSpPr>
            <p:cNvPr id="1745" name="four:barrier-filling:filled-output-cell-74:1469"/>
            <p:cNvSpPr>
              <a:spLocks noGrp="1"/>
            </p:cNvSpPr>
            <p:nvPr/>
          </p:nvSpPr>
          <p:spPr>
            <a:xfrm>
              <a:off x="17369234" y="7343775"/>
              <a:ext cx="19248" cy="200025"/>
            </a:xfrm>
            <a:prstGeom prst="rect">
              <a:avLst/>
            </a:prstGeom>
            <a:solidFill>
              <a:srgbClr val="D55E00"/>
            </a:solidFill>
            <a:ln w="0">
              <a:noFill/>
              <a:prstDash val="solid"/>
            </a:ln>
          </p:spPr>
        </p:sp>
        <p:sp>
          <p:nvSpPr>
            <p:cNvPr id="1746" name="four:barrier-filling:filled-output-cell-75:1470"/>
            <p:cNvSpPr>
              <a:spLocks noGrp="1"/>
            </p:cNvSpPr>
            <p:nvPr/>
          </p:nvSpPr>
          <p:spPr>
            <a:xfrm>
              <a:off x="17388483" y="7343775"/>
              <a:ext cx="19248" cy="200025"/>
            </a:xfrm>
            <a:prstGeom prst="rect">
              <a:avLst/>
            </a:prstGeom>
            <a:solidFill>
              <a:srgbClr val="D55E00"/>
            </a:solidFill>
            <a:ln w="0">
              <a:noFill/>
              <a:prstDash val="solid"/>
            </a:ln>
          </p:spPr>
        </p:sp>
        <p:sp>
          <p:nvSpPr>
            <p:cNvPr id="1747" name="four:barrier-filling:filled-output-cell-76:1471"/>
            <p:cNvSpPr>
              <a:spLocks noGrp="1"/>
            </p:cNvSpPr>
            <p:nvPr/>
          </p:nvSpPr>
          <p:spPr>
            <a:xfrm>
              <a:off x="17407731" y="7343775"/>
              <a:ext cx="19248" cy="200025"/>
            </a:xfrm>
            <a:prstGeom prst="rect">
              <a:avLst/>
            </a:prstGeom>
            <a:solidFill>
              <a:srgbClr val="D5640A"/>
            </a:solidFill>
            <a:ln w="0">
              <a:noFill/>
              <a:prstDash val="solid"/>
            </a:ln>
          </p:spPr>
        </p:sp>
        <p:sp>
          <p:nvSpPr>
            <p:cNvPr id="1748" name="four:barrier-filling:filled-output-cell-77:1472"/>
            <p:cNvSpPr>
              <a:spLocks noGrp="1"/>
            </p:cNvSpPr>
            <p:nvPr/>
          </p:nvSpPr>
          <p:spPr>
            <a:xfrm>
              <a:off x="17426980" y="7343775"/>
              <a:ext cx="19248" cy="200025"/>
            </a:xfrm>
            <a:prstGeom prst="rect">
              <a:avLst/>
            </a:prstGeom>
            <a:solidFill>
              <a:srgbClr val="D67120"/>
            </a:solidFill>
            <a:ln w="0">
              <a:noFill/>
              <a:prstDash val="solid"/>
            </a:ln>
          </p:spPr>
        </p:sp>
        <p:sp>
          <p:nvSpPr>
            <p:cNvPr id="1749" name="four:barrier-filling:filled-output-cell-78:1473"/>
            <p:cNvSpPr>
              <a:spLocks noGrp="1"/>
            </p:cNvSpPr>
            <p:nvPr/>
          </p:nvSpPr>
          <p:spPr>
            <a:xfrm>
              <a:off x="17446228" y="7343775"/>
              <a:ext cx="19248" cy="200025"/>
            </a:xfrm>
            <a:prstGeom prst="rect">
              <a:avLst/>
            </a:prstGeom>
            <a:solidFill>
              <a:srgbClr val="D7813D"/>
            </a:solidFill>
            <a:ln w="0">
              <a:noFill/>
              <a:prstDash val="solid"/>
            </a:ln>
          </p:spPr>
        </p:sp>
        <p:sp>
          <p:nvSpPr>
            <p:cNvPr id="1750" name="four:barrier-filling:filled-output-cell-79:1474"/>
            <p:cNvSpPr>
              <a:spLocks noGrp="1"/>
            </p:cNvSpPr>
            <p:nvPr/>
          </p:nvSpPr>
          <p:spPr>
            <a:xfrm>
              <a:off x="17465477" y="7343775"/>
              <a:ext cx="19248" cy="200025"/>
            </a:xfrm>
            <a:prstGeom prst="rect">
              <a:avLst/>
            </a:prstGeom>
            <a:solidFill>
              <a:srgbClr val="A1B0B5"/>
            </a:solidFill>
            <a:ln w="0">
              <a:noFill/>
              <a:prstDash val="solid"/>
            </a:ln>
          </p:spPr>
        </p:sp>
        <p:sp>
          <p:nvSpPr>
            <p:cNvPr id="1751" name="four:barrier-filling:filled-output-cell-80:1475"/>
            <p:cNvSpPr>
              <a:spLocks noGrp="1"/>
            </p:cNvSpPr>
            <p:nvPr/>
          </p:nvSpPr>
          <p:spPr>
            <a:xfrm>
              <a:off x="17484725" y="7343775"/>
              <a:ext cx="19248" cy="200025"/>
            </a:xfrm>
            <a:prstGeom prst="rect">
              <a:avLst/>
            </a:prstGeom>
            <a:solidFill>
              <a:srgbClr val="5CBDA6"/>
            </a:solidFill>
            <a:ln w="0">
              <a:noFill/>
              <a:prstDash val="solid"/>
            </a:ln>
          </p:spPr>
        </p:sp>
        <p:sp>
          <p:nvSpPr>
            <p:cNvPr id="1752" name="four:barrier-filling:filled-output-cell-81:1476"/>
            <p:cNvSpPr>
              <a:spLocks noGrp="1"/>
            </p:cNvSpPr>
            <p:nvPr/>
          </p:nvSpPr>
          <p:spPr>
            <a:xfrm>
              <a:off x="17503973" y="7343775"/>
              <a:ext cx="19248" cy="200025"/>
            </a:xfrm>
            <a:prstGeom prst="rect">
              <a:avLst/>
            </a:prstGeom>
            <a:solidFill>
              <a:srgbClr val="72C4B2"/>
            </a:solidFill>
            <a:ln w="0">
              <a:noFill/>
              <a:prstDash val="solid"/>
            </a:ln>
          </p:spPr>
        </p:sp>
        <p:sp>
          <p:nvSpPr>
            <p:cNvPr id="1753" name="four:barrier-filling:filled-output-cell-82:1477"/>
            <p:cNvSpPr>
              <a:spLocks noGrp="1"/>
            </p:cNvSpPr>
            <p:nvPr/>
          </p:nvSpPr>
          <p:spPr>
            <a:xfrm>
              <a:off x="17523222" y="7343775"/>
              <a:ext cx="19248" cy="200025"/>
            </a:xfrm>
            <a:prstGeom prst="rect">
              <a:avLst/>
            </a:prstGeom>
            <a:solidFill>
              <a:srgbClr val="7FC9BA"/>
            </a:solidFill>
            <a:ln w="0">
              <a:noFill/>
              <a:prstDash val="solid"/>
            </a:ln>
          </p:spPr>
        </p:sp>
        <p:sp>
          <p:nvSpPr>
            <p:cNvPr id="1754" name="four:barrier-filling:filled-output-cell-83:1478"/>
            <p:cNvSpPr>
              <a:spLocks noGrp="1"/>
            </p:cNvSpPr>
            <p:nvPr/>
          </p:nvSpPr>
          <p:spPr>
            <a:xfrm>
              <a:off x="17542470" y="7343775"/>
              <a:ext cx="19248" cy="200025"/>
            </a:xfrm>
            <a:prstGeom prst="rect">
              <a:avLst/>
            </a:prstGeom>
            <a:solidFill>
              <a:srgbClr val="81C9BA"/>
            </a:solidFill>
            <a:ln w="0">
              <a:noFill/>
              <a:prstDash val="solid"/>
            </a:ln>
          </p:spPr>
        </p:sp>
        <p:sp>
          <p:nvSpPr>
            <p:cNvPr id="1755" name="four:barrier-filling:filled-output-cell-84:1479"/>
            <p:cNvSpPr>
              <a:spLocks noGrp="1"/>
            </p:cNvSpPr>
            <p:nvPr/>
          </p:nvSpPr>
          <p:spPr>
            <a:xfrm>
              <a:off x="17561719" y="7343775"/>
              <a:ext cx="19248" cy="200025"/>
            </a:xfrm>
            <a:prstGeom prst="rect">
              <a:avLst/>
            </a:prstGeom>
            <a:solidFill>
              <a:srgbClr val="81C9BA"/>
            </a:solidFill>
            <a:ln w="0">
              <a:noFill/>
              <a:prstDash val="solid"/>
            </a:ln>
          </p:spPr>
        </p:sp>
        <p:sp>
          <p:nvSpPr>
            <p:cNvPr id="1756" name="four:barrier-filling:filled-output-cell-85:1480"/>
            <p:cNvSpPr>
              <a:spLocks noGrp="1"/>
            </p:cNvSpPr>
            <p:nvPr/>
          </p:nvSpPr>
          <p:spPr>
            <a:xfrm>
              <a:off x="17580967" y="7343775"/>
              <a:ext cx="19248" cy="200025"/>
            </a:xfrm>
            <a:prstGeom prst="rect">
              <a:avLst/>
            </a:prstGeom>
            <a:solidFill>
              <a:srgbClr val="81C9BA"/>
            </a:solidFill>
            <a:ln w="0">
              <a:noFill/>
              <a:prstDash val="solid"/>
            </a:ln>
          </p:spPr>
        </p:sp>
        <p:sp>
          <p:nvSpPr>
            <p:cNvPr id="1757" name="four:barrier-filling:filled-output-cell-86:1481"/>
            <p:cNvSpPr>
              <a:spLocks noGrp="1"/>
            </p:cNvSpPr>
            <p:nvPr/>
          </p:nvSpPr>
          <p:spPr>
            <a:xfrm>
              <a:off x="17600216" y="7343775"/>
              <a:ext cx="19248" cy="200025"/>
            </a:xfrm>
            <a:prstGeom prst="rect">
              <a:avLst/>
            </a:prstGeom>
            <a:solidFill>
              <a:srgbClr val="81C9BA"/>
            </a:solidFill>
            <a:ln w="0">
              <a:noFill/>
              <a:prstDash val="solid"/>
            </a:ln>
          </p:spPr>
        </p:sp>
        <p:sp>
          <p:nvSpPr>
            <p:cNvPr id="1758" name="four:barrier-filling:filled-output-cell-87:1482"/>
            <p:cNvSpPr>
              <a:spLocks noGrp="1"/>
            </p:cNvSpPr>
            <p:nvPr/>
          </p:nvSpPr>
          <p:spPr>
            <a:xfrm>
              <a:off x="17619464" y="7343775"/>
              <a:ext cx="19248" cy="200025"/>
            </a:xfrm>
            <a:prstGeom prst="rect">
              <a:avLst/>
            </a:prstGeom>
            <a:solidFill>
              <a:srgbClr val="81C9BA"/>
            </a:solidFill>
            <a:ln w="0">
              <a:noFill/>
              <a:prstDash val="solid"/>
            </a:ln>
          </p:spPr>
        </p:sp>
        <p:sp>
          <p:nvSpPr>
            <p:cNvPr id="1759" name="four:barrier-filling:filled-output-cell-88:1483"/>
            <p:cNvSpPr>
              <a:spLocks noGrp="1"/>
            </p:cNvSpPr>
            <p:nvPr/>
          </p:nvSpPr>
          <p:spPr>
            <a:xfrm>
              <a:off x="17638713" y="7343775"/>
              <a:ext cx="19248" cy="200025"/>
            </a:xfrm>
            <a:prstGeom prst="rect">
              <a:avLst/>
            </a:prstGeom>
            <a:solidFill>
              <a:srgbClr val="81C9BA"/>
            </a:solidFill>
            <a:ln w="0">
              <a:noFill/>
              <a:prstDash val="solid"/>
            </a:ln>
          </p:spPr>
        </p:sp>
        <p:sp>
          <p:nvSpPr>
            <p:cNvPr id="1760" name="four:barrier-filling:filled-output-cell-89:1484"/>
            <p:cNvSpPr>
              <a:spLocks noGrp="1"/>
            </p:cNvSpPr>
            <p:nvPr/>
          </p:nvSpPr>
          <p:spPr>
            <a:xfrm>
              <a:off x="17657961" y="7343775"/>
              <a:ext cx="19248" cy="200025"/>
            </a:xfrm>
            <a:prstGeom prst="rect">
              <a:avLst/>
            </a:prstGeom>
            <a:solidFill>
              <a:srgbClr val="81C9BA"/>
            </a:solidFill>
            <a:ln w="0">
              <a:noFill/>
              <a:prstDash val="solid"/>
            </a:ln>
          </p:spPr>
        </p:sp>
        <p:sp>
          <p:nvSpPr>
            <p:cNvPr id="1761" name="four:barrier-filling:filled-output-cell-90:1485"/>
            <p:cNvSpPr>
              <a:spLocks noGrp="1"/>
            </p:cNvSpPr>
            <p:nvPr/>
          </p:nvSpPr>
          <p:spPr>
            <a:xfrm>
              <a:off x="17677209" y="7343775"/>
              <a:ext cx="19248" cy="200025"/>
            </a:xfrm>
            <a:prstGeom prst="rect">
              <a:avLst/>
            </a:prstGeom>
            <a:solidFill>
              <a:srgbClr val="81C9BA"/>
            </a:solidFill>
            <a:ln w="0">
              <a:noFill/>
              <a:prstDash val="solid"/>
            </a:ln>
          </p:spPr>
        </p:sp>
        <p:sp>
          <p:nvSpPr>
            <p:cNvPr id="1762" name="four:barrier-filling:filled-output-cell-91:1486"/>
            <p:cNvSpPr>
              <a:spLocks noGrp="1"/>
            </p:cNvSpPr>
            <p:nvPr/>
          </p:nvSpPr>
          <p:spPr>
            <a:xfrm>
              <a:off x="17696458" y="7343775"/>
              <a:ext cx="19248" cy="200025"/>
            </a:xfrm>
            <a:prstGeom prst="rect">
              <a:avLst/>
            </a:prstGeom>
            <a:solidFill>
              <a:srgbClr val="81C9BA"/>
            </a:solidFill>
            <a:ln w="0">
              <a:noFill/>
              <a:prstDash val="solid"/>
            </a:ln>
          </p:spPr>
        </p:sp>
        <p:sp>
          <p:nvSpPr>
            <p:cNvPr id="1763" name="four:barrier-filling:filled-output-cell-92:1487"/>
            <p:cNvSpPr>
              <a:spLocks noGrp="1"/>
            </p:cNvSpPr>
            <p:nvPr/>
          </p:nvSpPr>
          <p:spPr>
            <a:xfrm>
              <a:off x="17715706" y="7343775"/>
              <a:ext cx="19248" cy="200025"/>
            </a:xfrm>
            <a:prstGeom prst="rect">
              <a:avLst/>
            </a:prstGeom>
            <a:solidFill>
              <a:srgbClr val="81C9BA"/>
            </a:solidFill>
            <a:ln w="0">
              <a:noFill/>
              <a:prstDash val="solid"/>
            </a:ln>
          </p:spPr>
        </p:sp>
        <p:sp>
          <p:nvSpPr>
            <p:cNvPr id="1764" name="four:barrier-filling:filled-output-cell-93:1488"/>
            <p:cNvSpPr>
              <a:spLocks noGrp="1"/>
            </p:cNvSpPr>
            <p:nvPr/>
          </p:nvSpPr>
          <p:spPr>
            <a:xfrm>
              <a:off x="17734955" y="7343775"/>
              <a:ext cx="19248" cy="200025"/>
            </a:xfrm>
            <a:prstGeom prst="rect">
              <a:avLst/>
            </a:prstGeom>
            <a:solidFill>
              <a:srgbClr val="81C9BA"/>
            </a:solidFill>
            <a:ln w="0">
              <a:noFill/>
              <a:prstDash val="solid"/>
            </a:ln>
          </p:spPr>
        </p:sp>
        <p:sp>
          <p:nvSpPr>
            <p:cNvPr id="1765" name="four:barrier-filling:filled-output-cell-94:1489"/>
            <p:cNvSpPr>
              <a:spLocks noGrp="1"/>
            </p:cNvSpPr>
            <p:nvPr/>
          </p:nvSpPr>
          <p:spPr>
            <a:xfrm>
              <a:off x="17754203" y="7343775"/>
              <a:ext cx="19248" cy="200025"/>
            </a:xfrm>
            <a:prstGeom prst="rect">
              <a:avLst/>
            </a:prstGeom>
            <a:solidFill>
              <a:srgbClr val="81C9BA"/>
            </a:solidFill>
            <a:ln w="0">
              <a:noFill/>
              <a:prstDash val="solid"/>
            </a:ln>
          </p:spPr>
        </p:sp>
        <p:sp>
          <p:nvSpPr>
            <p:cNvPr id="1766" name="four:barrier-filling:filled-output-cell-95:1490"/>
            <p:cNvSpPr>
              <a:spLocks noGrp="1"/>
            </p:cNvSpPr>
            <p:nvPr/>
          </p:nvSpPr>
          <p:spPr>
            <a:xfrm>
              <a:off x="17773452" y="7343775"/>
              <a:ext cx="19248" cy="200025"/>
            </a:xfrm>
            <a:prstGeom prst="rect">
              <a:avLst/>
            </a:prstGeom>
            <a:solidFill>
              <a:srgbClr val="81C9BA"/>
            </a:solidFill>
            <a:ln w="0">
              <a:noFill/>
              <a:prstDash val="solid"/>
            </a:ln>
          </p:spPr>
        </p:sp>
        <p:sp>
          <p:nvSpPr>
            <p:cNvPr id="1767" name="four:barrier-filling:filled-output-cell-96:1491"/>
            <p:cNvSpPr>
              <a:spLocks noGrp="1"/>
            </p:cNvSpPr>
            <p:nvPr/>
          </p:nvSpPr>
          <p:spPr>
            <a:xfrm>
              <a:off x="17792700" y="7343775"/>
              <a:ext cx="19248" cy="200025"/>
            </a:xfrm>
            <a:prstGeom prst="rect">
              <a:avLst/>
            </a:prstGeom>
            <a:solidFill>
              <a:srgbClr val="81C9BA"/>
            </a:solidFill>
            <a:ln w="0">
              <a:noFill/>
              <a:prstDash val="solid"/>
            </a:ln>
          </p:spPr>
        </p:sp>
        <p:sp>
          <p:nvSpPr>
            <p:cNvPr id="1768" name="four:barrier-filling:filled-output-cell-97:1492"/>
            <p:cNvSpPr>
              <a:spLocks noGrp="1"/>
            </p:cNvSpPr>
            <p:nvPr/>
          </p:nvSpPr>
          <p:spPr>
            <a:xfrm>
              <a:off x="17811948" y="7343775"/>
              <a:ext cx="19248" cy="200025"/>
            </a:xfrm>
            <a:prstGeom prst="rect">
              <a:avLst/>
            </a:prstGeom>
            <a:solidFill>
              <a:srgbClr val="81C9BA"/>
            </a:solidFill>
            <a:ln w="0">
              <a:noFill/>
              <a:prstDash val="solid"/>
            </a:ln>
          </p:spPr>
        </p:sp>
        <p:sp>
          <p:nvSpPr>
            <p:cNvPr id="1769" name="four:barrier-filling:filled-output-cell-98:1493"/>
            <p:cNvSpPr>
              <a:spLocks noGrp="1"/>
            </p:cNvSpPr>
            <p:nvPr/>
          </p:nvSpPr>
          <p:spPr>
            <a:xfrm>
              <a:off x="17831197" y="7343775"/>
              <a:ext cx="19248" cy="200025"/>
            </a:xfrm>
            <a:prstGeom prst="rect">
              <a:avLst/>
            </a:prstGeom>
            <a:solidFill>
              <a:srgbClr val="81C9BA"/>
            </a:solidFill>
            <a:ln w="0">
              <a:noFill/>
              <a:prstDash val="solid"/>
            </a:ln>
          </p:spPr>
        </p:sp>
        <p:sp>
          <p:nvSpPr>
            <p:cNvPr id="1770" name="four:barrier-filling:filled-output-cell-99:1494"/>
            <p:cNvSpPr>
              <a:spLocks noGrp="1"/>
            </p:cNvSpPr>
            <p:nvPr/>
          </p:nvSpPr>
          <p:spPr>
            <a:xfrm>
              <a:off x="17850445" y="7343775"/>
              <a:ext cx="19248" cy="200025"/>
            </a:xfrm>
            <a:prstGeom prst="rect">
              <a:avLst/>
            </a:prstGeom>
            <a:solidFill>
              <a:srgbClr val="81C9BA"/>
            </a:solidFill>
            <a:ln w="0">
              <a:noFill/>
              <a:prstDash val="solid"/>
            </a:ln>
          </p:spPr>
        </p:sp>
        <p:sp>
          <p:nvSpPr>
            <p:cNvPr id="1771" name="four:barrier-filling:filled-output-cell-100:1495"/>
            <p:cNvSpPr>
              <a:spLocks noGrp="1"/>
            </p:cNvSpPr>
            <p:nvPr/>
          </p:nvSpPr>
          <p:spPr>
            <a:xfrm>
              <a:off x="17869694" y="7343775"/>
              <a:ext cx="19248" cy="200025"/>
            </a:xfrm>
            <a:prstGeom prst="rect">
              <a:avLst/>
            </a:prstGeom>
            <a:solidFill>
              <a:srgbClr val="81C9BA"/>
            </a:solidFill>
            <a:ln w="0">
              <a:noFill/>
              <a:prstDash val="solid"/>
            </a:ln>
          </p:spPr>
        </p:sp>
        <p:sp>
          <p:nvSpPr>
            <p:cNvPr id="1772" name="four:barrier-filling:filled-output-cell-101:1496"/>
            <p:cNvSpPr>
              <a:spLocks noGrp="1"/>
            </p:cNvSpPr>
            <p:nvPr/>
          </p:nvSpPr>
          <p:spPr>
            <a:xfrm>
              <a:off x="17888942" y="7343775"/>
              <a:ext cx="19248" cy="200025"/>
            </a:xfrm>
            <a:prstGeom prst="rect">
              <a:avLst/>
            </a:prstGeom>
            <a:solidFill>
              <a:srgbClr val="81C9BA"/>
            </a:solidFill>
            <a:ln w="0">
              <a:noFill/>
              <a:prstDash val="solid"/>
            </a:ln>
          </p:spPr>
        </p:sp>
        <p:sp>
          <p:nvSpPr>
            <p:cNvPr id="1773" name="four:barrier-filling:filled-output-cell-102:1497"/>
            <p:cNvSpPr>
              <a:spLocks noGrp="1"/>
            </p:cNvSpPr>
            <p:nvPr/>
          </p:nvSpPr>
          <p:spPr>
            <a:xfrm>
              <a:off x="17908191" y="7343775"/>
              <a:ext cx="19248" cy="200025"/>
            </a:xfrm>
            <a:prstGeom prst="rect">
              <a:avLst/>
            </a:prstGeom>
            <a:solidFill>
              <a:srgbClr val="81C9BA"/>
            </a:solidFill>
            <a:ln w="0">
              <a:noFill/>
              <a:prstDash val="solid"/>
            </a:ln>
          </p:spPr>
        </p:sp>
        <p:sp>
          <p:nvSpPr>
            <p:cNvPr id="1774" name="four:barrier-filling:filled-output-cell-103:1498"/>
            <p:cNvSpPr>
              <a:spLocks noGrp="1"/>
            </p:cNvSpPr>
            <p:nvPr/>
          </p:nvSpPr>
          <p:spPr>
            <a:xfrm>
              <a:off x="17927439" y="7343775"/>
              <a:ext cx="19248" cy="200025"/>
            </a:xfrm>
            <a:prstGeom prst="rect">
              <a:avLst/>
            </a:prstGeom>
            <a:solidFill>
              <a:srgbClr val="81C9BA"/>
            </a:solidFill>
            <a:ln w="0">
              <a:noFill/>
              <a:prstDash val="solid"/>
            </a:ln>
          </p:spPr>
        </p:sp>
        <p:sp>
          <p:nvSpPr>
            <p:cNvPr id="1775" name="four:barrier-filling:filled-output-cell-104:1499"/>
            <p:cNvSpPr>
              <a:spLocks noGrp="1"/>
            </p:cNvSpPr>
            <p:nvPr/>
          </p:nvSpPr>
          <p:spPr>
            <a:xfrm>
              <a:off x="17946688" y="7343775"/>
              <a:ext cx="19248" cy="200025"/>
            </a:xfrm>
            <a:prstGeom prst="rect">
              <a:avLst/>
            </a:prstGeom>
            <a:solidFill>
              <a:srgbClr val="81C9BA"/>
            </a:solidFill>
            <a:ln w="0">
              <a:noFill/>
              <a:prstDash val="solid"/>
            </a:ln>
          </p:spPr>
        </p:sp>
        <p:sp>
          <p:nvSpPr>
            <p:cNvPr id="1776" name="four:barrier-filling:filled-output-cell-105:1500"/>
            <p:cNvSpPr>
              <a:spLocks noGrp="1"/>
            </p:cNvSpPr>
            <p:nvPr/>
          </p:nvSpPr>
          <p:spPr>
            <a:xfrm>
              <a:off x="17965936" y="7343775"/>
              <a:ext cx="19248" cy="200025"/>
            </a:xfrm>
            <a:prstGeom prst="rect">
              <a:avLst/>
            </a:prstGeom>
            <a:solidFill>
              <a:srgbClr val="81C9BA"/>
            </a:solidFill>
            <a:ln w="0">
              <a:noFill/>
              <a:prstDash val="solid"/>
            </a:ln>
          </p:spPr>
        </p:sp>
        <p:sp>
          <p:nvSpPr>
            <p:cNvPr id="1777" name="four:barrier-filling:filled-output-cell-106:1501"/>
            <p:cNvSpPr>
              <a:spLocks noGrp="1"/>
            </p:cNvSpPr>
            <p:nvPr/>
          </p:nvSpPr>
          <p:spPr>
            <a:xfrm>
              <a:off x="17985184" y="7343775"/>
              <a:ext cx="19248" cy="200025"/>
            </a:xfrm>
            <a:prstGeom prst="rect">
              <a:avLst/>
            </a:prstGeom>
            <a:solidFill>
              <a:srgbClr val="81C9BA"/>
            </a:solidFill>
            <a:ln w="0">
              <a:noFill/>
              <a:prstDash val="solid"/>
            </a:ln>
          </p:spPr>
        </p:sp>
        <p:sp>
          <p:nvSpPr>
            <p:cNvPr id="1778" name="four:barrier-filling:filled-output-cell-107:1502"/>
            <p:cNvSpPr>
              <a:spLocks noGrp="1"/>
            </p:cNvSpPr>
            <p:nvPr/>
          </p:nvSpPr>
          <p:spPr>
            <a:xfrm>
              <a:off x="18004433" y="7343775"/>
              <a:ext cx="19248" cy="200025"/>
            </a:xfrm>
            <a:prstGeom prst="rect">
              <a:avLst/>
            </a:prstGeom>
            <a:solidFill>
              <a:srgbClr val="81C9BA"/>
            </a:solidFill>
            <a:ln w="0">
              <a:noFill/>
              <a:prstDash val="solid"/>
            </a:ln>
          </p:spPr>
        </p:sp>
        <p:sp>
          <p:nvSpPr>
            <p:cNvPr id="1779" name="four:barrier-filling:filled-output-cell-108:1503"/>
            <p:cNvSpPr>
              <a:spLocks noGrp="1"/>
            </p:cNvSpPr>
            <p:nvPr/>
          </p:nvSpPr>
          <p:spPr>
            <a:xfrm>
              <a:off x="18023681" y="7343775"/>
              <a:ext cx="19248" cy="200025"/>
            </a:xfrm>
            <a:prstGeom prst="rect">
              <a:avLst/>
            </a:prstGeom>
            <a:solidFill>
              <a:srgbClr val="81C9BA"/>
            </a:solidFill>
            <a:ln w="0">
              <a:noFill/>
              <a:prstDash val="solid"/>
            </a:ln>
          </p:spPr>
        </p:sp>
        <p:sp>
          <p:nvSpPr>
            <p:cNvPr id="1780" name="four:barrier-filling:filled-output-cell-109:1504"/>
            <p:cNvSpPr>
              <a:spLocks noGrp="1"/>
            </p:cNvSpPr>
            <p:nvPr/>
          </p:nvSpPr>
          <p:spPr>
            <a:xfrm>
              <a:off x="18042930" y="7343775"/>
              <a:ext cx="19248" cy="200025"/>
            </a:xfrm>
            <a:prstGeom prst="rect">
              <a:avLst/>
            </a:prstGeom>
            <a:solidFill>
              <a:srgbClr val="7FC9B9"/>
            </a:solidFill>
            <a:ln w="0">
              <a:noFill/>
              <a:prstDash val="solid"/>
            </a:ln>
          </p:spPr>
        </p:sp>
        <p:sp>
          <p:nvSpPr>
            <p:cNvPr id="1781" name="four:barrier-filling:filled-output-cell-110:1505"/>
            <p:cNvSpPr>
              <a:spLocks noGrp="1"/>
            </p:cNvSpPr>
            <p:nvPr/>
          </p:nvSpPr>
          <p:spPr>
            <a:xfrm>
              <a:off x="18062178" y="7343775"/>
              <a:ext cx="19248" cy="200025"/>
            </a:xfrm>
            <a:prstGeom prst="rect">
              <a:avLst/>
            </a:prstGeom>
            <a:solidFill>
              <a:srgbClr val="73C5B3"/>
            </a:solidFill>
            <a:ln w="0">
              <a:noFill/>
              <a:prstDash val="solid"/>
            </a:ln>
          </p:spPr>
        </p:sp>
        <p:sp>
          <p:nvSpPr>
            <p:cNvPr id="1782" name="four:barrier-filling:filled-output-cell-111:1506"/>
            <p:cNvSpPr>
              <a:spLocks noGrp="1"/>
            </p:cNvSpPr>
            <p:nvPr/>
          </p:nvSpPr>
          <p:spPr>
            <a:xfrm>
              <a:off x="18081427" y="7343775"/>
              <a:ext cx="19248" cy="200025"/>
            </a:xfrm>
            <a:prstGeom prst="rect">
              <a:avLst/>
            </a:prstGeom>
            <a:solidFill>
              <a:srgbClr val="60BEA8"/>
            </a:solidFill>
            <a:ln w="0">
              <a:noFill/>
              <a:prstDash val="solid"/>
            </a:ln>
          </p:spPr>
        </p:sp>
        <p:sp>
          <p:nvSpPr>
            <p:cNvPr id="1783" name="four:barrier-filling:filled-output-cell-112:1507"/>
            <p:cNvSpPr>
              <a:spLocks noGrp="1"/>
            </p:cNvSpPr>
            <p:nvPr/>
          </p:nvSpPr>
          <p:spPr>
            <a:xfrm>
              <a:off x="18100675" y="7343775"/>
              <a:ext cx="19248" cy="200025"/>
            </a:xfrm>
            <a:prstGeom prst="rect">
              <a:avLst/>
            </a:prstGeom>
            <a:solidFill>
              <a:srgbClr val="48B69B"/>
            </a:solidFill>
            <a:ln w="0">
              <a:noFill/>
              <a:prstDash val="solid"/>
            </a:ln>
          </p:spPr>
        </p:sp>
        <p:sp>
          <p:nvSpPr>
            <p:cNvPr id="1784" name="four:barrier-filling:filled-output-cell-113:1508"/>
            <p:cNvSpPr>
              <a:spLocks noGrp="1"/>
            </p:cNvSpPr>
            <p:nvPr/>
          </p:nvSpPr>
          <p:spPr>
            <a:xfrm>
              <a:off x="18119923" y="7343775"/>
              <a:ext cx="19248" cy="200025"/>
            </a:xfrm>
            <a:prstGeom prst="rect">
              <a:avLst/>
            </a:prstGeom>
            <a:solidFill>
              <a:srgbClr val="2EAE8D"/>
            </a:solidFill>
            <a:ln w="0">
              <a:noFill/>
              <a:prstDash val="solid"/>
            </a:ln>
          </p:spPr>
        </p:sp>
        <p:sp>
          <p:nvSpPr>
            <p:cNvPr id="1785" name="four:barrier-filling:filled-output-cell-114:1509"/>
            <p:cNvSpPr>
              <a:spLocks noGrp="1"/>
            </p:cNvSpPr>
            <p:nvPr/>
          </p:nvSpPr>
          <p:spPr>
            <a:xfrm>
              <a:off x="18139172" y="7343775"/>
              <a:ext cx="19248" cy="200025"/>
            </a:xfrm>
            <a:prstGeom prst="rect">
              <a:avLst/>
            </a:prstGeom>
            <a:solidFill>
              <a:srgbClr val="1AA781"/>
            </a:solidFill>
            <a:ln w="0">
              <a:noFill/>
              <a:prstDash val="solid"/>
            </a:ln>
          </p:spPr>
        </p:sp>
        <p:sp>
          <p:nvSpPr>
            <p:cNvPr id="1786" name="four:barrier-filling:filled-output-cell-115:1510"/>
            <p:cNvSpPr>
              <a:spLocks noGrp="1"/>
            </p:cNvSpPr>
            <p:nvPr/>
          </p:nvSpPr>
          <p:spPr>
            <a:xfrm>
              <a:off x="18158420" y="7343775"/>
              <a:ext cx="19248" cy="200025"/>
            </a:xfrm>
            <a:prstGeom prst="rect">
              <a:avLst/>
            </a:prstGeom>
            <a:solidFill>
              <a:srgbClr val="07A177"/>
            </a:solidFill>
            <a:ln w="0">
              <a:noFill/>
              <a:prstDash val="solid"/>
            </a:ln>
          </p:spPr>
        </p:sp>
        <p:sp>
          <p:nvSpPr>
            <p:cNvPr id="1787" name="four:barrier-filling:filled-output-cell-116:1511"/>
            <p:cNvSpPr>
              <a:spLocks noGrp="1"/>
            </p:cNvSpPr>
            <p:nvPr/>
          </p:nvSpPr>
          <p:spPr>
            <a:xfrm>
              <a:off x="18177669" y="7343775"/>
              <a:ext cx="19248" cy="200025"/>
            </a:xfrm>
            <a:prstGeom prst="rect">
              <a:avLst/>
            </a:prstGeom>
            <a:solidFill>
              <a:srgbClr val="009E73"/>
            </a:solidFill>
            <a:ln w="0">
              <a:noFill/>
              <a:prstDash val="solid"/>
            </a:ln>
          </p:spPr>
        </p:sp>
        <p:sp>
          <p:nvSpPr>
            <p:cNvPr id="1788" name="four:barrier-filling:filled-output-cell-117:1512"/>
            <p:cNvSpPr>
              <a:spLocks noGrp="1"/>
            </p:cNvSpPr>
            <p:nvPr/>
          </p:nvSpPr>
          <p:spPr>
            <a:xfrm>
              <a:off x="18196917" y="7343775"/>
              <a:ext cx="19248" cy="200025"/>
            </a:xfrm>
            <a:prstGeom prst="rect">
              <a:avLst/>
            </a:prstGeom>
            <a:solidFill>
              <a:srgbClr val="009E73"/>
            </a:solidFill>
            <a:ln w="0">
              <a:noFill/>
              <a:prstDash val="solid"/>
            </a:ln>
          </p:spPr>
        </p:sp>
        <p:sp>
          <p:nvSpPr>
            <p:cNvPr id="1789" name="four:barrier-filling:filled-output-cell-118:1513"/>
            <p:cNvSpPr>
              <a:spLocks noGrp="1"/>
            </p:cNvSpPr>
            <p:nvPr/>
          </p:nvSpPr>
          <p:spPr>
            <a:xfrm>
              <a:off x="18216166" y="7343775"/>
              <a:ext cx="19248" cy="200025"/>
            </a:xfrm>
            <a:prstGeom prst="rect">
              <a:avLst/>
            </a:prstGeom>
            <a:solidFill>
              <a:srgbClr val="009E73"/>
            </a:solidFill>
            <a:ln w="0">
              <a:noFill/>
              <a:prstDash val="solid"/>
            </a:ln>
          </p:spPr>
        </p:sp>
        <p:sp>
          <p:nvSpPr>
            <p:cNvPr id="1790" name="four:barrier-filling:filled-output-cell-119:1514"/>
            <p:cNvSpPr>
              <a:spLocks noGrp="1"/>
            </p:cNvSpPr>
            <p:nvPr/>
          </p:nvSpPr>
          <p:spPr>
            <a:xfrm>
              <a:off x="18235414" y="7343775"/>
              <a:ext cx="19248" cy="200025"/>
            </a:xfrm>
            <a:prstGeom prst="rect">
              <a:avLst/>
            </a:prstGeom>
            <a:solidFill>
              <a:srgbClr val="009E73"/>
            </a:solidFill>
            <a:ln w="0">
              <a:noFill/>
              <a:prstDash val="solid"/>
            </a:ln>
          </p:spPr>
        </p:sp>
        <p:sp>
          <p:nvSpPr>
            <p:cNvPr id="1791" name="four:barrier-filling:filled-output-cell-120:1515"/>
            <p:cNvSpPr>
              <a:spLocks noGrp="1"/>
            </p:cNvSpPr>
            <p:nvPr/>
          </p:nvSpPr>
          <p:spPr>
            <a:xfrm>
              <a:off x="18254663" y="7343775"/>
              <a:ext cx="19248" cy="200025"/>
            </a:xfrm>
            <a:prstGeom prst="rect">
              <a:avLst/>
            </a:prstGeom>
            <a:solidFill>
              <a:srgbClr val="009E73"/>
            </a:solidFill>
            <a:ln w="0">
              <a:noFill/>
              <a:prstDash val="solid"/>
            </a:ln>
          </p:spPr>
        </p:sp>
        <p:sp>
          <p:nvSpPr>
            <p:cNvPr id="1792" name="four:barrier-filling:filled-output-cell-121:1516"/>
            <p:cNvSpPr>
              <a:spLocks noGrp="1"/>
            </p:cNvSpPr>
            <p:nvPr/>
          </p:nvSpPr>
          <p:spPr>
            <a:xfrm>
              <a:off x="18273911" y="7343775"/>
              <a:ext cx="19248" cy="200025"/>
            </a:xfrm>
            <a:prstGeom prst="rect">
              <a:avLst/>
            </a:prstGeom>
            <a:solidFill>
              <a:srgbClr val="009E73"/>
            </a:solidFill>
            <a:ln w="0">
              <a:noFill/>
              <a:prstDash val="solid"/>
            </a:ln>
          </p:spPr>
        </p:sp>
        <p:sp>
          <p:nvSpPr>
            <p:cNvPr id="1793" name="four:barrier-filling:filled-output-cell-122:1517"/>
            <p:cNvSpPr>
              <a:spLocks noGrp="1"/>
            </p:cNvSpPr>
            <p:nvPr/>
          </p:nvSpPr>
          <p:spPr>
            <a:xfrm>
              <a:off x="18293159" y="7343775"/>
              <a:ext cx="19248" cy="200025"/>
            </a:xfrm>
            <a:prstGeom prst="rect">
              <a:avLst/>
            </a:prstGeom>
            <a:solidFill>
              <a:srgbClr val="009E73"/>
            </a:solidFill>
            <a:ln w="0">
              <a:noFill/>
              <a:prstDash val="solid"/>
            </a:ln>
          </p:spPr>
        </p:sp>
        <p:sp>
          <p:nvSpPr>
            <p:cNvPr id="1794" name="four:barrier-filling:filled-output-cell-123:1518"/>
            <p:cNvSpPr>
              <a:spLocks noGrp="1"/>
            </p:cNvSpPr>
            <p:nvPr/>
          </p:nvSpPr>
          <p:spPr>
            <a:xfrm>
              <a:off x="18312408" y="7343775"/>
              <a:ext cx="19248" cy="200025"/>
            </a:xfrm>
            <a:prstGeom prst="rect">
              <a:avLst/>
            </a:prstGeom>
            <a:solidFill>
              <a:srgbClr val="009E73"/>
            </a:solidFill>
            <a:ln w="0">
              <a:noFill/>
              <a:prstDash val="solid"/>
            </a:ln>
          </p:spPr>
        </p:sp>
        <p:sp>
          <p:nvSpPr>
            <p:cNvPr id="1795" name="four:barrier-filling:filled-output-cell-124:1519"/>
            <p:cNvSpPr>
              <a:spLocks noGrp="1"/>
            </p:cNvSpPr>
            <p:nvPr/>
          </p:nvSpPr>
          <p:spPr>
            <a:xfrm>
              <a:off x="18331656" y="7343775"/>
              <a:ext cx="19248" cy="200025"/>
            </a:xfrm>
            <a:prstGeom prst="rect">
              <a:avLst/>
            </a:prstGeom>
            <a:solidFill>
              <a:srgbClr val="009E73"/>
            </a:solidFill>
            <a:ln w="0">
              <a:noFill/>
              <a:prstDash val="solid"/>
            </a:ln>
          </p:spPr>
        </p:sp>
        <p:sp>
          <p:nvSpPr>
            <p:cNvPr id="1796" name="four:barrier-filling:filled-output-cell-125:1520"/>
            <p:cNvSpPr>
              <a:spLocks noGrp="1"/>
            </p:cNvSpPr>
            <p:nvPr/>
          </p:nvSpPr>
          <p:spPr>
            <a:xfrm>
              <a:off x="18350905" y="7343775"/>
              <a:ext cx="19248" cy="200025"/>
            </a:xfrm>
            <a:prstGeom prst="rect">
              <a:avLst/>
            </a:prstGeom>
            <a:solidFill>
              <a:srgbClr val="009E73"/>
            </a:solidFill>
            <a:ln w="0">
              <a:noFill/>
              <a:prstDash val="solid"/>
            </a:ln>
          </p:spPr>
        </p:sp>
        <p:sp>
          <p:nvSpPr>
            <p:cNvPr id="1797" name="four:barrier-filling:filled-output-cell-126:1521"/>
            <p:cNvSpPr>
              <a:spLocks noGrp="1"/>
            </p:cNvSpPr>
            <p:nvPr/>
          </p:nvSpPr>
          <p:spPr>
            <a:xfrm>
              <a:off x="18370153" y="7343775"/>
              <a:ext cx="19248" cy="200025"/>
            </a:xfrm>
            <a:prstGeom prst="rect">
              <a:avLst/>
            </a:prstGeom>
            <a:solidFill>
              <a:srgbClr val="009E73"/>
            </a:solidFill>
            <a:ln w="0">
              <a:noFill/>
              <a:prstDash val="solid"/>
            </a:ln>
          </p:spPr>
        </p:sp>
        <p:sp>
          <p:nvSpPr>
            <p:cNvPr id="1798" name="four:barrier-filling:filled-output-cell-127:1522"/>
            <p:cNvSpPr>
              <a:spLocks noGrp="1"/>
            </p:cNvSpPr>
            <p:nvPr/>
          </p:nvSpPr>
          <p:spPr>
            <a:xfrm>
              <a:off x="18389402" y="7343775"/>
              <a:ext cx="19248" cy="200025"/>
            </a:xfrm>
            <a:prstGeom prst="rect">
              <a:avLst/>
            </a:prstGeom>
            <a:solidFill>
              <a:srgbClr val="009E73"/>
            </a:solidFill>
            <a:ln w="0">
              <a:noFill/>
              <a:prstDash val="solid"/>
            </a:ln>
          </p:spPr>
        </p:sp>
        <p:sp>
          <p:nvSpPr>
            <p:cNvPr id="1799" name="four:barrier-filling:filled-output-cell-128:1523"/>
            <p:cNvSpPr>
              <a:spLocks noGrp="1"/>
            </p:cNvSpPr>
            <p:nvPr/>
          </p:nvSpPr>
          <p:spPr>
            <a:xfrm>
              <a:off x="18408650" y="7343775"/>
              <a:ext cx="19248" cy="200025"/>
            </a:xfrm>
            <a:prstGeom prst="rect">
              <a:avLst/>
            </a:prstGeom>
            <a:solidFill>
              <a:srgbClr val="019E74"/>
            </a:solidFill>
            <a:ln w="0">
              <a:noFill/>
              <a:prstDash val="solid"/>
            </a:ln>
          </p:spPr>
        </p:sp>
        <p:sp>
          <p:nvSpPr>
            <p:cNvPr id="1800" name="four:barrier-filling:filled-output-cell-129:1524"/>
            <p:cNvSpPr>
              <a:spLocks noGrp="1"/>
            </p:cNvSpPr>
            <p:nvPr/>
          </p:nvSpPr>
          <p:spPr>
            <a:xfrm>
              <a:off x="18427898" y="7343775"/>
              <a:ext cx="19248" cy="200025"/>
            </a:xfrm>
            <a:prstGeom prst="rect">
              <a:avLst/>
            </a:prstGeom>
            <a:solidFill>
              <a:srgbClr val="11A47D"/>
            </a:solidFill>
            <a:ln w="0">
              <a:noFill/>
              <a:prstDash val="solid"/>
            </a:ln>
          </p:spPr>
        </p:sp>
        <p:sp>
          <p:nvSpPr>
            <p:cNvPr id="1801" name="four:barrier-filling:filled-output-cell-130:1525"/>
            <p:cNvSpPr>
              <a:spLocks noGrp="1"/>
            </p:cNvSpPr>
            <p:nvPr/>
          </p:nvSpPr>
          <p:spPr>
            <a:xfrm>
              <a:off x="18447147" y="7343775"/>
              <a:ext cx="19248" cy="200025"/>
            </a:xfrm>
            <a:prstGeom prst="rect">
              <a:avLst/>
            </a:prstGeom>
            <a:solidFill>
              <a:srgbClr val="31AF8E"/>
            </a:solidFill>
            <a:ln w="0">
              <a:noFill/>
              <a:prstDash val="solid"/>
            </a:ln>
          </p:spPr>
        </p:sp>
        <p:sp>
          <p:nvSpPr>
            <p:cNvPr id="1802" name="four:barrier-filling:filled-output-cell-131:1526"/>
            <p:cNvSpPr>
              <a:spLocks noGrp="1"/>
            </p:cNvSpPr>
            <p:nvPr/>
          </p:nvSpPr>
          <p:spPr>
            <a:xfrm>
              <a:off x="18466395" y="7343775"/>
              <a:ext cx="19248" cy="200025"/>
            </a:xfrm>
            <a:prstGeom prst="rect">
              <a:avLst/>
            </a:prstGeom>
            <a:solidFill>
              <a:srgbClr val="59BCA4"/>
            </a:solidFill>
            <a:ln w="0">
              <a:noFill/>
              <a:prstDash val="solid"/>
            </a:ln>
          </p:spPr>
        </p:sp>
        <p:sp>
          <p:nvSpPr>
            <p:cNvPr id="1803" name="four:barrier-filling:filled-output-cell-132:1527"/>
            <p:cNvSpPr>
              <a:spLocks noGrp="1"/>
            </p:cNvSpPr>
            <p:nvPr/>
          </p:nvSpPr>
          <p:spPr>
            <a:xfrm>
              <a:off x="18485644" y="7343775"/>
              <a:ext cx="19248" cy="200025"/>
            </a:xfrm>
            <a:prstGeom prst="rect">
              <a:avLst/>
            </a:prstGeom>
            <a:solidFill>
              <a:srgbClr val="83CABC"/>
            </a:solidFill>
            <a:ln w="0">
              <a:noFill/>
              <a:prstDash val="solid"/>
            </a:ln>
          </p:spPr>
        </p:sp>
        <p:sp>
          <p:nvSpPr>
            <p:cNvPr id="1804" name="four:barrier-filling:filled-output-cell-133:1528"/>
            <p:cNvSpPr>
              <a:spLocks noGrp="1"/>
            </p:cNvSpPr>
            <p:nvPr/>
          </p:nvSpPr>
          <p:spPr>
            <a:xfrm>
              <a:off x="18504892" y="7343775"/>
              <a:ext cx="19248" cy="200025"/>
            </a:xfrm>
            <a:prstGeom prst="rect">
              <a:avLst/>
            </a:prstGeom>
            <a:solidFill>
              <a:srgbClr val="ABD7D2"/>
            </a:solidFill>
            <a:ln w="0">
              <a:noFill/>
              <a:prstDash val="solid"/>
            </a:ln>
          </p:spPr>
        </p:sp>
        <p:sp>
          <p:nvSpPr>
            <p:cNvPr id="1805" name="four:barrier-filling:filled-output-cell-134:1529"/>
            <p:cNvSpPr>
              <a:spLocks noGrp="1"/>
            </p:cNvSpPr>
            <p:nvPr/>
          </p:nvSpPr>
          <p:spPr>
            <a:xfrm>
              <a:off x="18524141" y="7343775"/>
              <a:ext cx="19248" cy="200025"/>
            </a:xfrm>
            <a:prstGeom prst="rect">
              <a:avLst/>
            </a:prstGeom>
            <a:solidFill>
              <a:srgbClr val="D7E0E8"/>
            </a:solidFill>
            <a:ln w="0">
              <a:noFill/>
              <a:prstDash val="solid"/>
            </a:ln>
          </p:spPr>
        </p:sp>
        <p:sp>
          <p:nvSpPr>
            <p:cNvPr id="1806" name="four:barrier-filling:filled-output-cell-135:1530"/>
            <p:cNvSpPr>
              <a:spLocks noGrp="1"/>
            </p:cNvSpPr>
            <p:nvPr/>
          </p:nvSpPr>
          <p:spPr>
            <a:xfrm>
              <a:off x="18543389" y="7343775"/>
              <a:ext cx="19248" cy="200025"/>
            </a:xfrm>
            <a:prstGeom prst="rect">
              <a:avLst/>
            </a:prstGeom>
            <a:solidFill>
              <a:srgbClr val="DCE7ED"/>
            </a:solidFill>
            <a:ln w="0">
              <a:noFill/>
              <a:prstDash val="solid"/>
            </a:ln>
          </p:spPr>
        </p:sp>
        <p:sp>
          <p:nvSpPr>
            <p:cNvPr id="1807" name="four:barrier-filling:filled-output-cell-136:1531"/>
            <p:cNvSpPr>
              <a:spLocks noGrp="1"/>
            </p:cNvSpPr>
            <p:nvPr/>
          </p:nvSpPr>
          <p:spPr>
            <a:xfrm>
              <a:off x="18562638" y="7343775"/>
              <a:ext cx="19248" cy="200025"/>
            </a:xfrm>
            <a:prstGeom prst="rect">
              <a:avLst/>
            </a:prstGeom>
            <a:solidFill>
              <a:srgbClr val="DCE8ED"/>
            </a:solidFill>
            <a:ln w="0">
              <a:noFill/>
              <a:prstDash val="solid"/>
            </a:ln>
          </p:spPr>
        </p:sp>
        <p:sp>
          <p:nvSpPr>
            <p:cNvPr id="1808" name="four:barrier-filling:filled-output-cell-137:1532"/>
            <p:cNvSpPr>
              <a:spLocks noGrp="1"/>
            </p:cNvSpPr>
            <p:nvPr/>
          </p:nvSpPr>
          <p:spPr>
            <a:xfrm>
              <a:off x="18581886" y="7343775"/>
              <a:ext cx="19248" cy="200025"/>
            </a:xfrm>
            <a:prstGeom prst="rect">
              <a:avLst/>
            </a:prstGeom>
            <a:solidFill>
              <a:srgbClr val="DCE8ED"/>
            </a:solidFill>
            <a:ln w="0">
              <a:noFill/>
              <a:prstDash val="solid"/>
            </a:ln>
          </p:spPr>
        </p:sp>
        <p:sp>
          <p:nvSpPr>
            <p:cNvPr id="1809" name="four:barrier-filling:filled-output-cell-138:1533"/>
            <p:cNvSpPr>
              <a:spLocks noGrp="1"/>
            </p:cNvSpPr>
            <p:nvPr/>
          </p:nvSpPr>
          <p:spPr>
            <a:xfrm>
              <a:off x="18601134" y="7343775"/>
              <a:ext cx="19248" cy="200025"/>
            </a:xfrm>
            <a:prstGeom prst="rect">
              <a:avLst/>
            </a:prstGeom>
            <a:solidFill>
              <a:srgbClr val="DCE8ED"/>
            </a:solidFill>
            <a:ln w="0">
              <a:noFill/>
              <a:prstDash val="solid"/>
            </a:ln>
          </p:spPr>
        </p:sp>
        <p:sp>
          <p:nvSpPr>
            <p:cNvPr id="1810" name="four:barrier-filling:filled-output-cell-139:1534"/>
            <p:cNvSpPr>
              <a:spLocks noGrp="1"/>
            </p:cNvSpPr>
            <p:nvPr/>
          </p:nvSpPr>
          <p:spPr>
            <a:xfrm>
              <a:off x="18620383" y="7343775"/>
              <a:ext cx="19248" cy="200025"/>
            </a:xfrm>
            <a:prstGeom prst="rect">
              <a:avLst/>
            </a:prstGeom>
            <a:solidFill>
              <a:srgbClr val="DCE8ED"/>
            </a:solidFill>
            <a:ln w="0">
              <a:noFill/>
              <a:prstDash val="solid"/>
            </a:ln>
          </p:spPr>
        </p:sp>
        <p:sp>
          <p:nvSpPr>
            <p:cNvPr id="1811" name="four:barrier-filling:filled-output-cell-140:1535"/>
            <p:cNvSpPr>
              <a:spLocks noGrp="1"/>
            </p:cNvSpPr>
            <p:nvPr/>
          </p:nvSpPr>
          <p:spPr>
            <a:xfrm>
              <a:off x="18639631" y="7343775"/>
              <a:ext cx="19248" cy="200025"/>
            </a:xfrm>
            <a:prstGeom prst="rect">
              <a:avLst/>
            </a:prstGeom>
            <a:solidFill>
              <a:srgbClr val="DCE8ED"/>
            </a:solidFill>
            <a:ln w="0">
              <a:noFill/>
              <a:prstDash val="solid"/>
            </a:ln>
          </p:spPr>
        </p:sp>
        <p:sp>
          <p:nvSpPr>
            <p:cNvPr id="1812" name="four:barrier-filling:filled-output-cell-141:1536"/>
            <p:cNvSpPr>
              <a:spLocks noGrp="1"/>
            </p:cNvSpPr>
            <p:nvPr/>
          </p:nvSpPr>
          <p:spPr>
            <a:xfrm>
              <a:off x="18658880" y="7343775"/>
              <a:ext cx="19248" cy="200025"/>
            </a:xfrm>
            <a:prstGeom prst="rect">
              <a:avLst/>
            </a:prstGeom>
            <a:solidFill>
              <a:srgbClr val="DCE8ED"/>
            </a:solidFill>
            <a:ln w="0">
              <a:noFill/>
              <a:prstDash val="solid"/>
            </a:ln>
          </p:spPr>
        </p:sp>
        <p:sp>
          <p:nvSpPr>
            <p:cNvPr id="1813" name="four:barrier-filling:filled-output-cell-142:1537"/>
            <p:cNvSpPr>
              <a:spLocks noGrp="1"/>
            </p:cNvSpPr>
            <p:nvPr/>
          </p:nvSpPr>
          <p:spPr>
            <a:xfrm>
              <a:off x="18678128" y="7343775"/>
              <a:ext cx="19248" cy="200025"/>
            </a:xfrm>
            <a:prstGeom prst="rect">
              <a:avLst/>
            </a:prstGeom>
            <a:solidFill>
              <a:srgbClr val="DCE8ED"/>
            </a:solidFill>
            <a:ln w="0">
              <a:noFill/>
              <a:prstDash val="solid"/>
            </a:ln>
          </p:spPr>
        </p:sp>
        <p:sp>
          <p:nvSpPr>
            <p:cNvPr id="1814" name="four:barrier-filling:filled-output-cell-143:1538"/>
            <p:cNvSpPr>
              <a:spLocks noGrp="1"/>
            </p:cNvSpPr>
            <p:nvPr/>
          </p:nvSpPr>
          <p:spPr>
            <a:xfrm>
              <a:off x="18697377" y="7343775"/>
              <a:ext cx="19248" cy="200025"/>
            </a:xfrm>
            <a:prstGeom prst="rect">
              <a:avLst/>
            </a:prstGeom>
            <a:solidFill>
              <a:srgbClr val="DCE8ED"/>
            </a:solidFill>
            <a:ln w="0">
              <a:noFill/>
              <a:prstDash val="solid"/>
            </a:ln>
          </p:spPr>
        </p:sp>
        <p:sp>
          <p:nvSpPr>
            <p:cNvPr id="1815" name="four:barrier-filling:filled-output-cell-144:1539"/>
            <p:cNvSpPr>
              <a:spLocks noGrp="1"/>
            </p:cNvSpPr>
            <p:nvPr/>
          </p:nvSpPr>
          <p:spPr>
            <a:xfrm>
              <a:off x="18716625" y="7343775"/>
              <a:ext cx="19248" cy="200025"/>
            </a:xfrm>
            <a:prstGeom prst="rect">
              <a:avLst/>
            </a:prstGeom>
            <a:solidFill>
              <a:srgbClr val="DCE8ED"/>
            </a:solidFill>
            <a:ln w="0">
              <a:noFill/>
              <a:prstDash val="solid"/>
            </a:ln>
          </p:spPr>
        </p:sp>
        <p:sp>
          <p:nvSpPr>
            <p:cNvPr id="1816" name="four:barrier-filling:filled-output-cell-145:1540"/>
            <p:cNvSpPr>
              <a:spLocks noGrp="1"/>
            </p:cNvSpPr>
            <p:nvPr/>
          </p:nvSpPr>
          <p:spPr>
            <a:xfrm>
              <a:off x="18735873" y="7343775"/>
              <a:ext cx="19248" cy="200025"/>
            </a:xfrm>
            <a:prstGeom prst="rect">
              <a:avLst/>
            </a:prstGeom>
            <a:solidFill>
              <a:srgbClr val="DCE8ED"/>
            </a:solidFill>
            <a:ln w="0">
              <a:noFill/>
              <a:prstDash val="solid"/>
            </a:ln>
          </p:spPr>
        </p:sp>
        <p:sp>
          <p:nvSpPr>
            <p:cNvPr id="1817" name="four:barrier-filling:filled-output-cell-146:1541"/>
            <p:cNvSpPr>
              <a:spLocks noGrp="1"/>
            </p:cNvSpPr>
            <p:nvPr/>
          </p:nvSpPr>
          <p:spPr>
            <a:xfrm>
              <a:off x="18755122" y="7343775"/>
              <a:ext cx="19248" cy="200025"/>
            </a:xfrm>
            <a:prstGeom prst="rect">
              <a:avLst/>
            </a:prstGeom>
            <a:solidFill>
              <a:srgbClr val="DCE8ED"/>
            </a:solidFill>
            <a:ln w="0">
              <a:noFill/>
              <a:prstDash val="solid"/>
            </a:ln>
          </p:spPr>
        </p:sp>
        <p:sp>
          <p:nvSpPr>
            <p:cNvPr id="1818" name="four:barrier-filling:filled-output-cell-147:1542"/>
            <p:cNvSpPr>
              <a:spLocks noGrp="1"/>
            </p:cNvSpPr>
            <p:nvPr/>
          </p:nvSpPr>
          <p:spPr>
            <a:xfrm>
              <a:off x="18774370" y="7343775"/>
              <a:ext cx="19248" cy="200025"/>
            </a:xfrm>
            <a:prstGeom prst="rect">
              <a:avLst/>
            </a:prstGeom>
            <a:solidFill>
              <a:srgbClr val="DCE8ED"/>
            </a:solidFill>
            <a:ln w="0">
              <a:noFill/>
              <a:prstDash val="solid"/>
            </a:ln>
          </p:spPr>
        </p:sp>
        <p:sp>
          <p:nvSpPr>
            <p:cNvPr id="1819" name="four:barrier-filling:filled-output-cell-148:1543"/>
            <p:cNvSpPr>
              <a:spLocks noGrp="1"/>
            </p:cNvSpPr>
            <p:nvPr/>
          </p:nvSpPr>
          <p:spPr>
            <a:xfrm>
              <a:off x="18793619" y="7343775"/>
              <a:ext cx="19248" cy="200025"/>
            </a:xfrm>
            <a:prstGeom prst="rect">
              <a:avLst/>
            </a:prstGeom>
            <a:solidFill>
              <a:srgbClr val="DCE8ED"/>
            </a:solidFill>
            <a:ln w="0">
              <a:noFill/>
              <a:prstDash val="solid"/>
            </a:ln>
          </p:spPr>
        </p:sp>
        <p:sp>
          <p:nvSpPr>
            <p:cNvPr id="1820" name="four:barrier-filling:filled-output-cell-149:1544"/>
            <p:cNvSpPr>
              <a:spLocks noGrp="1"/>
            </p:cNvSpPr>
            <p:nvPr/>
          </p:nvSpPr>
          <p:spPr>
            <a:xfrm>
              <a:off x="18812867" y="7343775"/>
              <a:ext cx="19248" cy="200025"/>
            </a:xfrm>
            <a:prstGeom prst="rect">
              <a:avLst/>
            </a:prstGeom>
            <a:solidFill>
              <a:srgbClr val="DCE8ED"/>
            </a:solidFill>
            <a:ln w="0">
              <a:noFill/>
              <a:prstDash val="solid"/>
            </a:ln>
          </p:spPr>
        </p:sp>
        <p:sp>
          <p:nvSpPr>
            <p:cNvPr id="1821" name="four:barrier-filling:filled-output-cell-150:1545"/>
            <p:cNvSpPr>
              <a:spLocks noGrp="1"/>
            </p:cNvSpPr>
            <p:nvPr/>
          </p:nvSpPr>
          <p:spPr>
            <a:xfrm>
              <a:off x="18832116" y="7343775"/>
              <a:ext cx="19248" cy="200025"/>
            </a:xfrm>
            <a:prstGeom prst="rect">
              <a:avLst/>
            </a:prstGeom>
            <a:solidFill>
              <a:srgbClr val="DCE8ED"/>
            </a:solidFill>
            <a:ln w="0">
              <a:noFill/>
              <a:prstDash val="solid"/>
            </a:ln>
          </p:spPr>
        </p:sp>
        <p:sp>
          <p:nvSpPr>
            <p:cNvPr id="1822" name="four:barrier-filling:filled-output-cell-151:1546"/>
            <p:cNvSpPr>
              <a:spLocks noGrp="1"/>
            </p:cNvSpPr>
            <p:nvPr/>
          </p:nvSpPr>
          <p:spPr>
            <a:xfrm>
              <a:off x="18851364" y="7343775"/>
              <a:ext cx="19248" cy="200025"/>
            </a:xfrm>
            <a:prstGeom prst="rect">
              <a:avLst/>
            </a:prstGeom>
            <a:solidFill>
              <a:srgbClr val="DCE8ED"/>
            </a:solidFill>
            <a:ln w="0">
              <a:noFill/>
              <a:prstDash val="solid"/>
            </a:ln>
          </p:spPr>
        </p:sp>
        <p:sp>
          <p:nvSpPr>
            <p:cNvPr id="1823" name="four:barrier-filling:filled-output-cell-152:1547"/>
            <p:cNvSpPr>
              <a:spLocks noGrp="1"/>
            </p:cNvSpPr>
            <p:nvPr/>
          </p:nvSpPr>
          <p:spPr>
            <a:xfrm>
              <a:off x="18870613" y="7343775"/>
              <a:ext cx="19248" cy="200025"/>
            </a:xfrm>
            <a:prstGeom prst="rect">
              <a:avLst/>
            </a:prstGeom>
            <a:solidFill>
              <a:srgbClr val="DCE8ED"/>
            </a:solidFill>
            <a:ln w="0">
              <a:noFill/>
              <a:prstDash val="solid"/>
            </a:ln>
          </p:spPr>
        </p:sp>
        <p:sp>
          <p:nvSpPr>
            <p:cNvPr id="1824" name="four:barrier-filling:filled-output-cell-153:1548"/>
            <p:cNvSpPr>
              <a:spLocks noGrp="1"/>
            </p:cNvSpPr>
            <p:nvPr/>
          </p:nvSpPr>
          <p:spPr>
            <a:xfrm>
              <a:off x="18889861" y="7343775"/>
              <a:ext cx="19248" cy="200025"/>
            </a:xfrm>
            <a:prstGeom prst="rect">
              <a:avLst/>
            </a:prstGeom>
            <a:solidFill>
              <a:srgbClr val="DCE8ED"/>
            </a:solidFill>
            <a:ln w="0">
              <a:noFill/>
              <a:prstDash val="solid"/>
            </a:ln>
          </p:spPr>
        </p:sp>
        <p:sp>
          <p:nvSpPr>
            <p:cNvPr id="1825" name="four:barrier-filling:filled-output-cell-154:1549"/>
            <p:cNvSpPr>
              <a:spLocks noGrp="1"/>
            </p:cNvSpPr>
            <p:nvPr/>
          </p:nvSpPr>
          <p:spPr>
            <a:xfrm>
              <a:off x="18909109" y="7343775"/>
              <a:ext cx="19248" cy="200025"/>
            </a:xfrm>
            <a:prstGeom prst="rect">
              <a:avLst/>
            </a:prstGeom>
            <a:solidFill>
              <a:srgbClr val="DCE8ED"/>
            </a:solidFill>
            <a:ln w="0">
              <a:noFill/>
              <a:prstDash val="solid"/>
            </a:ln>
          </p:spPr>
        </p:sp>
        <p:sp>
          <p:nvSpPr>
            <p:cNvPr id="1826" name="four:barrier-filling:filled-output-cell-155:1550"/>
            <p:cNvSpPr>
              <a:spLocks noGrp="1"/>
            </p:cNvSpPr>
            <p:nvPr/>
          </p:nvSpPr>
          <p:spPr>
            <a:xfrm>
              <a:off x="18928358" y="7343775"/>
              <a:ext cx="19248" cy="200025"/>
            </a:xfrm>
            <a:prstGeom prst="rect">
              <a:avLst/>
            </a:prstGeom>
            <a:solidFill>
              <a:srgbClr val="DCE8ED"/>
            </a:solidFill>
            <a:ln w="0">
              <a:noFill/>
              <a:prstDash val="solid"/>
            </a:ln>
          </p:spPr>
        </p:sp>
        <p:sp>
          <p:nvSpPr>
            <p:cNvPr id="1827" name="four:barrier-filling:filled-output-cell-156:1551"/>
            <p:cNvSpPr>
              <a:spLocks noGrp="1"/>
            </p:cNvSpPr>
            <p:nvPr/>
          </p:nvSpPr>
          <p:spPr>
            <a:xfrm>
              <a:off x="18947606" y="7343775"/>
              <a:ext cx="19248" cy="200025"/>
            </a:xfrm>
            <a:prstGeom prst="rect">
              <a:avLst/>
            </a:prstGeom>
            <a:solidFill>
              <a:srgbClr val="DCE8ED"/>
            </a:solidFill>
            <a:ln w="0">
              <a:noFill/>
              <a:prstDash val="solid"/>
            </a:ln>
          </p:spPr>
        </p:sp>
        <p:sp>
          <p:nvSpPr>
            <p:cNvPr id="1828" name="four:barrier-filling:filled-output-cell-157:1552"/>
            <p:cNvSpPr>
              <a:spLocks noGrp="1"/>
            </p:cNvSpPr>
            <p:nvPr/>
          </p:nvSpPr>
          <p:spPr>
            <a:xfrm>
              <a:off x="18966855" y="7343775"/>
              <a:ext cx="19248" cy="200025"/>
            </a:xfrm>
            <a:prstGeom prst="rect">
              <a:avLst/>
            </a:prstGeom>
            <a:solidFill>
              <a:srgbClr val="DCE8ED"/>
            </a:solidFill>
            <a:ln w="0">
              <a:noFill/>
              <a:prstDash val="solid"/>
            </a:ln>
          </p:spPr>
        </p:sp>
        <p:sp>
          <p:nvSpPr>
            <p:cNvPr id="1829" name="four:barrier-filling:filled-output-cell-158:1553"/>
            <p:cNvSpPr>
              <a:spLocks noGrp="1"/>
            </p:cNvSpPr>
            <p:nvPr/>
          </p:nvSpPr>
          <p:spPr>
            <a:xfrm>
              <a:off x="18986103" y="7343775"/>
              <a:ext cx="19248" cy="200025"/>
            </a:xfrm>
            <a:prstGeom prst="rect">
              <a:avLst/>
            </a:prstGeom>
            <a:solidFill>
              <a:srgbClr val="DCE8ED"/>
            </a:solidFill>
            <a:ln w="0">
              <a:noFill/>
              <a:prstDash val="solid"/>
            </a:ln>
          </p:spPr>
        </p:sp>
        <p:sp>
          <p:nvSpPr>
            <p:cNvPr id="1830" name="four:barrier-filling:filled-output-cell-159:1554"/>
            <p:cNvSpPr>
              <a:spLocks noGrp="1"/>
            </p:cNvSpPr>
            <p:nvPr/>
          </p:nvSpPr>
          <p:spPr>
            <a:xfrm>
              <a:off x="19005352" y="7343775"/>
              <a:ext cx="19248" cy="200025"/>
            </a:xfrm>
            <a:prstGeom prst="rect">
              <a:avLst/>
            </a:prstGeom>
            <a:solidFill>
              <a:srgbClr val="DCE8ED"/>
            </a:solidFill>
            <a:ln w="0">
              <a:noFill/>
              <a:prstDash val="solid"/>
            </a:ln>
          </p:spPr>
        </p:sp>
        <p:sp>
          <p:nvSpPr>
            <p:cNvPr id="1831" name="four:barrier-filling:filled-output-cell-160:1555"/>
            <p:cNvSpPr>
              <a:spLocks noGrp="1"/>
            </p:cNvSpPr>
            <p:nvPr/>
          </p:nvSpPr>
          <p:spPr>
            <a:xfrm>
              <a:off x="19024600" y="7343775"/>
              <a:ext cx="19248" cy="200025"/>
            </a:xfrm>
            <a:prstGeom prst="rect">
              <a:avLst/>
            </a:prstGeom>
            <a:solidFill>
              <a:srgbClr val="DCE8ED"/>
            </a:solidFill>
            <a:ln w="0">
              <a:noFill/>
              <a:prstDash val="solid"/>
            </a:ln>
          </p:spPr>
        </p:sp>
        <p:sp>
          <p:nvSpPr>
            <p:cNvPr id="1832" name="four:barrier-filling:filled-output-cell-161:1556"/>
            <p:cNvSpPr>
              <a:spLocks noGrp="1"/>
            </p:cNvSpPr>
            <p:nvPr/>
          </p:nvSpPr>
          <p:spPr>
            <a:xfrm>
              <a:off x="19043848" y="7343775"/>
              <a:ext cx="19248" cy="200025"/>
            </a:xfrm>
            <a:prstGeom prst="rect">
              <a:avLst/>
            </a:prstGeom>
            <a:solidFill>
              <a:srgbClr val="DCE8ED"/>
            </a:solidFill>
            <a:ln w="0">
              <a:noFill/>
              <a:prstDash val="solid"/>
            </a:ln>
          </p:spPr>
        </p:sp>
        <p:sp>
          <p:nvSpPr>
            <p:cNvPr id="1833" name="four:barrier-filling:filled-output-cell-162:1557"/>
            <p:cNvSpPr>
              <a:spLocks noGrp="1"/>
            </p:cNvSpPr>
            <p:nvPr/>
          </p:nvSpPr>
          <p:spPr>
            <a:xfrm>
              <a:off x="19063097" y="7343775"/>
              <a:ext cx="19248" cy="200025"/>
            </a:xfrm>
            <a:prstGeom prst="rect">
              <a:avLst/>
            </a:prstGeom>
            <a:solidFill>
              <a:srgbClr val="DCE6E9"/>
            </a:solidFill>
            <a:ln w="0">
              <a:noFill/>
              <a:prstDash val="solid"/>
            </a:ln>
          </p:spPr>
        </p:sp>
        <p:sp>
          <p:nvSpPr>
            <p:cNvPr id="1834" name="four:barrier-filling:filled-output-cell-163:1558"/>
            <p:cNvSpPr>
              <a:spLocks noGrp="1"/>
            </p:cNvSpPr>
            <p:nvPr/>
          </p:nvSpPr>
          <p:spPr>
            <a:xfrm>
              <a:off x="19082345" y="7343775"/>
              <a:ext cx="19248" cy="200025"/>
            </a:xfrm>
            <a:prstGeom prst="rect">
              <a:avLst/>
            </a:prstGeom>
            <a:solidFill>
              <a:srgbClr val="DADCDB"/>
            </a:solidFill>
            <a:ln w="0">
              <a:noFill/>
              <a:prstDash val="solid"/>
            </a:ln>
          </p:spPr>
        </p:sp>
        <p:sp>
          <p:nvSpPr>
            <p:cNvPr id="1835" name="four:barrier-filling:filled-output-cell-164:1559"/>
            <p:cNvSpPr>
              <a:spLocks noGrp="1"/>
            </p:cNvSpPr>
            <p:nvPr/>
          </p:nvSpPr>
          <p:spPr>
            <a:xfrm>
              <a:off x="19101594" y="7343775"/>
              <a:ext cx="19248" cy="200025"/>
            </a:xfrm>
            <a:prstGeom prst="rect">
              <a:avLst/>
            </a:prstGeom>
            <a:solidFill>
              <a:srgbClr val="D7C8D9"/>
            </a:solidFill>
            <a:ln w="0">
              <a:noFill/>
              <a:prstDash val="solid"/>
            </a:ln>
          </p:spPr>
        </p:sp>
        <p:sp>
          <p:nvSpPr>
            <p:cNvPr id="1836" name="four:barrier-filling:filled-output-cell-165:1560"/>
            <p:cNvSpPr>
              <a:spLocks noGrp="1"/>
            </p:cNvSpPr>
            <p:nvPr/>
          </p:nvSpPr>
          <p:spPr>
            <a:xfrm>
              <a:off x="19120842" y="7343775"/>
              <a:ext cx="19248" cy="200025"/>
            </a:xfrm>
            <a:prstGeom prst="rect">
              <a:avLst/>
            </a:prstGeom>
            <a:solidFill>
              <a:srgbClr val="D4B2CB"/>
            </a:solidFill>
            <a:ln w="0">
              <a:noFill/>
              <a:prstDash val="solid"/>
            </a:ln>
          </p:spPr>
        </p:sp>
        <p:sp>
          <p:nvSpPr>
            <p:cNvPr id="1837" name="four:barrier-filling:filled-output-cell-166:1561"/>
            <p:cNvSpPr>
              <a:spLocks noGrp="1"/>
            </p:cNvSpPr>
            <p:nvPr/>
          </p:nvSpPr>
          <p:spPr>
            <a:xfrm>
              <a:off x="19140091" y="7343775"/>
              <a:ext cx="19248" cy="200025"/>
            </a:xfrm>
            <a:prstGeom prst="rect">
              <a:avLst/>
            </a:prstGeom>
            <a:solidFill>
              <a:srgbClr val="D19DBE"/>
            </a:solidFill>
            <a:ln w="0">
              <a:noFill/>
              <a:prstDash val="solid"/>
            </a:ln>
          </p:spPr>
        </p:sp>
        <p:sp>
          <p:nvSpPr>
            <p:cNvPr id="1838" name="four:barrier-filling:filled-output-cell-167:1562"/>
            <p:cNvSpPr>
              <a:spLocks noGrp="1"/>
            </p:cNvSpPr>
            <p:nvPr/>
          </p:nvSpPr>
          <p:spPr>
            <a:xfrm>
              <a:off x="19159339" y="7343775"/>
              <a:ext cx="19248" cy="200025"/>
            </a:xfrm>
            <a:prstGeom prst="rect">
              <a:avLst/>
            </a:prstGeom>
            <a:solidFill>
              <a:srgbClr val="CF8AB2"/>
            </a:solidFill>
            <a:ln w="0">
              <a:noFill/>
              <a:prstDash val="solid"/>
            </a:ln>
          </p:spPr>
        </p:sp>
        <p:sp>
          <p:nvSpPr>
            <p:cNvPr id="1839" name="four:barrier-filling:filled-output-cell-168:1563"/>
            <p:cNvSpPr>
              <a:spLocks noGrp="1"/>
            </p:cNvSpPr>
            <p:nvPr/>
          </p:nvSpPr>
          <p:spPr>
            <a:xfrm>
              <a:off x="19178588" y="7343775"/>
              <a:ext cx="19248" cy="200025"/>
            </a:xfrm>
            <a:prstGeom prst="rect">
              <a:avLst/>
            </a:prstGeom>
            <a:solidFill>
              <a:srgbClr val="CD7EAA"/>
            </a:solidFill>
            <a:ln w="0">
              <a:noFill/>
              <a:prstDash val="solid"/>
            </a:ln>
          </p:spPr>
        </p:sp>
        <p:sp>
          <p:nvSpPr>
            <p:cNvPr id="1840" name="four:barrier-filling:filled-output-cell-169:1564"/>
            <p:cNvSpPr>
              <a:spLocks noGrp="1"/>
            </p:cNvSpPr>
            <p:nvPr/>
          </p:nvSpPr>
          <p:spPr>
            <a:xfrm>
              <a:off x="19197836" y="7343775"/>
              <a:ext cx="19248" cy="200025"/>
            </a:xfrm>
            <a:prstGeom prst="rect">
              <a:avLst/>
            </a:prstGeom>
            <a:solidFill>
              <a:srgbClr val="CC79A7"/>
            </a:solidFill>
            <a:ln w="0">
              <a:noFill/>
              <a:prstDash val="solid"/>
            </a:ln>
          </p:spPr>
        </p:sp>
        <p:sp>
          <p:nvSpPr>
            <p:cNvPr id="1841" name="four:barrier-filling:filled-output-cell-170:1565"/>
            <p:cNvSpPr>
              <a:spLocks noGrp="1"/>
            </p:cNvSpPr>
            <p:nvPr/>
          </p:nvSpPr>
          <p:spPr>
            <a:xfrm>
              <a:off x="19217084" y="7343775"/>
              <a:ext cx="19248" cy="200025"/>
            </a:xfrm>
            <a:prstGeom prst="rect">
              <a:avLst/>
            </a:prstGeom>
            <a:solidFill>
              <a:srgbClr val="CC79A7"/>
            </a:solidFill>
            <a:ln w="0">
              <a:noFill/>
              <a:prstDash val="solid"/>
            </a:ln>
          </p:spPr>
        </p:sp>
        <p:sp>
          <p:nvSpPr>
            <p:cNvPr id="1842" name="four:barrier-filling:filled-output-cell-171:1566"/>
            <p:cNvSpPr>
              <a:spLocks noGrp="1"/>
            </p:cNvSpPr>
            <p:nvPr/>
          </p:nvSpPr>
          <p:spPr>
            <a:xfrm>
              <a:off x="19236333" y="7343775"/>
              <a:ext cx="19248" cy="200025"/>
            </a:xfrm>
            <a:prstGeom prst="rect">
              <a:avLst/>
            </a:prstGeom>
            <a:solidFill>
              <a:srgbClr val="CC79A7"/>
            </a:solidFill>
            <a:ln w="0">
              <a:noFill/>
              <a:prstDash val="solid"/>
            </a:ln>
          </p:spPr>
        </p:sp>
        <p:sp>
          <p:nvSpPr>
            <p:cNvPr id="1843" name="four:barrier-filling:filled-output-cell-172:1567"/>
            <p:cNvSpPr>
              <a:spLocks noGrp="1"/>
            </p:cNvSpPr>
            <p:nvPr/>
          </p:nvSpPr>
          <p:spPr>
            <a:xfrm>
              <a:off x="19255581" y="7343775"/>
              <a:ext cx="19248" cy="200025"/>
            </a:xfrm>
            <a:prstGeom prst="rect">
              <a:avLst/>
            </a:prstGeom>
            <a:solidFill>
              <a:srgbClr val="CC79A7"/>
            </a:solidFill>
            <a:ln w="0">
              <a:noFill/>
              <a:prstDash val="solid"/>
            </a:ln>
          </p:spPr>
        </p:sp>
        <p:sp>
          <p:nvSpPr>
            <p:cNvPr id="1844" name="four:barrier-filling:filled-output-cell-173:1568"/>
            <p:cNvSpPr>
              <a:spLocks noGrp="1"/>
            </p:cNvSpPr>
            <p:nvPr/>
          </p:nvSpPr>
          <p:spPr>
            <a:xfrm>
              <a:off x="19274830" y="7343775"/>
              <a:ext cx="19248" cy="200025"/>
            </a:xfrm>
            <a:prstGeom prst="rect">
              <a:avLst/>
            </a:prstGeom>
            <a:solidFill>
              <a:srgbClr val="CC79A7"/>
            </a:solidFill>
            <a:ln w="0">
              <a:noFill/>
              <a:prstDash val="solid"/>
            </a:ln>
          </p:spPr>
        </p:sp>
        <p:sp>
          <p:nvSpPr>
            <p:cNvPr id="1845" name="four:barrier-filling:filled-output-cell-174:1569"/>
            <p:cNvSpPr>
              <a:spLocks noGrp="1"/>
            </p:cNvSpPr>
            <p:nvPr/>
          </p:nvSpPr>
          <p:spPr>
            <a:xfrm>
              <a:off x="19294078" y="7343775"/>
              <a:ext cx="19248" cy="200025"/>
            </a:xfrm>
            <a:prstGeom prst="rect">
              <a:avLst/>
            </a:prstGeom>
            <a:solidFill>
              <a:srgbClr val="CC79A7"/>
            </a:solidFill>
            <a:ln w="0">
              <a:noFill/>
              <a:prstDash val="solid"/>
            </a:ln>
          </p:spPr>
        </p:sp>
        <p:sp>
          <p:nvSpPr>
            <p:cNvPr id="1846" name="four:barrier-filling:filled-output-cell-175:1570"/>
            <p:cNvSpPr>
              <a:spLocks noGrp="1"/>
            </p:cNvSpPr>
            <p:nvPr/>
          </p:nvSpPr>
          <p:spPr>
            <a:xfrm>
              <a:off x="19313327" y="7343775"/>
              <a:ext cx="19248" cy="200025"/>
            </a:xfrm>
            <a:prstGeom prst="rect">
              <a:avLst/>
            </a:prstGeom>
            <a:solidFill>
              <a:srgbClr val="CC79A7"/>
            </a:solidFill>
            <a:ln w="0">
              <a:noFill/>
              <a:prstDash val="solid"/>
            </a:ln>
          </p:spPr>
        </p:sp>
        <p:sp>
          <p:nvSpPr>
            <p:cNvPr id="1847" name="four:barrier-filling:filled-output-cell-176:1571"/>
            <p:cNvSpPr>
              <a:spLocks noGrp="1"/>
            </p:cNvSpPr>
            <p:nvPr/>
          </p:nvSpPr>
          <p:spPr>
            <a:xfrm>
              <a:off x="19332575" y="7343775"/>
              <a:ext cx="19248" cy="200025"/>
            </a:xfrm>
            <a:prstGeom prst="rect">
              <a:avLst/>
            </a:prstGeom>
            <a:solidFill>
              <a:srgbClr val="CC79A7"/>
            </a:solidFill>
            <a:ln w="0">
              <a:noFill/>
              <a:prstDash val="solid"/>
            </a:ln>
          </p:spPr>
        </p:sp>
        <p:sp>
          <p:nvSpPr>
            <p:cNvPr id="1848" name="four:barrier-filling:filled-output-cell-177:1572"/>
            <p:cNvSpPr>
              <a:spLocks noGrp="1"/>
            </p:cNvSpPr>
            <p:nvPr/>
          </p:nvSpPr>
          <p:spPr>
            <a:xfrm>
              <a:off x="19351823" y="7343775"/>
              <a:ext cx="19248" cy="200025"/>
            </a:xfrm>
            <a:prstGeom prst="rect">
              <a:avLst/>
            </a:prstGeom>
            <a:solidFill>
              <a:srgbClr val="CC79A7"/>
            </a:solidFill>
            <a:ln w="0">
              <a:noFill/>
              <a:prstDash val="solid"/>
            </a:ln>
          </p:spPr>
        </p:sp>
        <p:sp>
          <p:nvSpPr>
            <p:cNvPr id="1849" name="four:barrier-filling:filled-output-cell-178:1573"/>
            <p:cNvSpPr>
              <a:spLocks noGrp="1"/>
            </p:cNvSpPr>
            <p:nvPr/>
          </p:nvSpPr>
          <p:spPr>
            <a:xfrm>
              <a:off x="19371072" y="7343775"/>
              <a:ext cx="19248" cy="200025"/>
            </a:xfrm>
            <a:prstGeom prst="rect">
              <a:avLst/>
            </a:prstGeom>
            <a:solidFill>
              <a:srgbClr val="CC79A7"/>
            </a:solidFill>
            <a:ln w="0">
              <a:noFill/>
              <a:prstDash val="solid"/>
            </a:ln>
          </p:spPr>
        </p:sp>
        <p:sp>
          <p:nvSpPr>
            <p:cNvPr id="1850" name="four:barrier-filling:filled-output-cell-179:1574"/>
            <p:cNvSpPr>
              <a:spLocks noGrp="1"/>
            </p:cNvSpPr>
            <p:nvPr/>
          </p:nvSpPr>
          <p:spPr>
            <a:xfrm>
              <a:off x="19390320" y="7343775"/>
              <a:ext cx="19248" cy="200025"/>
            </a:xfrm>
            <a:prstGeom prst="rect">
              <a:avLst/>
            </a:prstGeom>
            <a:solidFill>
              <a:srgbClr val="CC79A7"/>
            </a:solidFill>
            <a:ln w="0">
              <a:noFill/>
              <a:prstDash val="solid"/>
            </a:ln>
          </p:spPr>
        </p:sp>
        <p:sp>
          <p:nvSpPr>
            <p:cNvPr id="1851" name="four:barrier-filling:filled-output-cell-180:1575"/>
            <p:cNvSpPr>
              <a:spLocks noGrp="1"/>
            </p:cNvSpPr>
            <p:nvPr/>
          </p:nvSpPr>
          <p:spPr>
            <a:xfrm>
              <a:off x="19409569" y="7343775"/>
              <a:ext cx="19248" cy="200025"/>
            </a:xfrm>
            <a:prstGeom prst="rect">
              <a:avLst/>
            </a:prstGeom>
            <a:solidFill>
              <a:srgbClr val="CC79A7"/>
            </a:solidFill>
            <a:ln w="0">
              <a:noFill/>
              <a:prstDash val="solid"/>
            </a:ln>
          </p:spPr>
        </p:sp>
        <p:sp>
          <p:nvSpPr>
            <p:cNvPr id="1852" name="four:barrier-filling:filled-output-cell-181:1576"/>
            <p:cNvSpPr>
              <a:spLocks noGrp="1"/>
            </p:cNvSpPr>
            <p:nvPr/>
          </p:nvSpPr>
          <p:spPr>
            <a:xfrm>
              <a:off x="19428817" y="7343775"/>
              <a:ext cx="19248" cy="200025"/>
            </a:xfrm>
            <a:prstGeom prst="rect">
              <a:avLst/>
            </a:prstGeom>
            <a:solidFill>
              <a:srgbClr val="CC79A7"/>
            </a:solidFill>
            <a:ln w="0">
              <a:noFill/>
              <a:prstDash val="solid"/>
            </a:ln>
          </p:spPr>
        </p:sp>
        <p:sp>
          <p:nvSpPr>
            <p:cNvPr id="1853" name="four:barrier-filling:filled-output-cell-182:1577"/>
            <p:cNvSpPr>
              <a:spLocks noGrp="1"/>
            </p:cNvSpPr>
            <p:nvPr/>
          </p:nvSpPr>
          <p:spPr>
            <a:xfrm>
              <a:off x="19448066" y="7343775"/>
              <a:ext cx="19248" cy="200025"/>
            </a:xfrm>
            <a:prstGeom prst="rect">
              <a:avLst/>
            </a:prstGeom>
            <a:solidFill>
              <a:srgbClr val="CC79A7"/>
            </a:solidFill>
            <a:ln w="0">
              <a:noFill/>
              <a:prstDash val="solid"/>
            </a:ln>
          </p:spPr>
        </p:sp>
        <p:sp>
          <p:nvSpPr>
            <p:cNvPr id="1854" name="four:barrier-filling:filled-output-cell-183:1578"/>
            <p:cNvSpPr>
              <a:spLocks noGrp="1"/>
            </p:cNvSpPr>
            <p:nvPr/>
          </p:nvSpPr>
          <p:spPr>
            <a:xfrm>
              <a:off x="19467314" y="7343775"/>
              <a:ext cx="19248" cy="200025"/>
            </a:xfrm>
            <a:prstGeom prst="rect">
              <a:avLst/>
            </a:prstGeom>
            <a:solidFill>
              <a:srgbClr val="CE88B0"/>
            </a:solidFill>
            <a:ln w="0">
              <a:noFill/>
              <a:prstDash val="solid"/>
            </a:ln>
          </p:spPr>
        </p:sp>
        <p:sp>
          <p:nvSpPr>
            <p:cNvPr id="1855" name="four:barrier-filling:filled-output-cell-184:1579"/>
            <p:cNvSpPr>
              <a:spLocks noGrp="1"/>
            </p:cNvSpPr>
            <p:nvPr/>
          </p:nvSpPr>
          <p:spPr>
            <a:xfrm>
              <a:off x="19486563" y="7343775"/>
              <a:ext cx="19248" cy="200025"/>
            </a:xfrm>
            <a:prstGeom prst="rect">
              <a:avLst/>
            </a:prstGeom>
            <a:solidFill>
              <a:srgbClr val="D2A6C3"/>
            </a:solidFill>
            <a:ln w="0">
              <a:noFill/>
              <a:prstDash val="solid"/>
            </a:ln>
          </p:spPr>
        </p:sp>
        <p:sp>
          <p:nvSpPr>
            <p:cNvPr id="1856" name="four:barrier-filling:filled-output-cell-185:1580"/>
            <p:cNvSpPr>
              <a:spLocks noGrp="1"/>
            </p:cNvSpPr>
            <p:nvPr/>
          </p:nvSpPr>
          <p:spPr>
            <a:xfrm>
              <a:off x="19505811" y="7343775"/>
              <a:ext cx="19248" cy="200025"/>
            </a:xfrm>
            <a:prstGeom prst="rect">
              <a:avLst/>
            </a:prstGeom>
            <a:solidFill>
              <a:srgbClr val="D7C8D9"/>
            </a:solidFill>
            <a:ln w="0">
              <a:noFill/>
              <a:prstDash val="solid"/>
            </a:ln>
          </p:spPr>
        </p:sp>
        <p:sp>
          <p:nvSpPr>
            <p:cNvPr id="1857" name="four:barrier-filling:filled-output-cell-186:1581"/>
            <p:cNvSpPr>
              <a:spLocks noGrp="1"/>
            </p:cNvSpPr>
            <p:nvPr/>
          </p:nvSpPr>
          <p:spPr>
            <a:xfrm>
              <a:off x="19525059" y="7343775"/>
              <a:ext cx="19248" cy="200025"/>
            </a:xfrm>
            <a:prstGeom prst="rect">
              <a:avLst/>
            </a:prstGeom>
            <a:solidFill>
              <a:srgbClr val="DBE3E5"/>
            </a:solidFill>
            <a:ln w="0">
              <a:noFill/>
              <a:prstDash val="solid"/>
            </a:ln>
          </p:spPr>
        </p:sp>
        <p:sp>
          <p:nvSpPr>
            <p:cNvPr id="1858" name="four:barrier-filling:filled-output-cell-187:1582"/>
            <p:cNvSpPr>
              <a:spLocks noGrp="1"/>
            </p:cNvSpPr>
            <p:nvPr/>
          </p:nvSpPr>
          <p:spPr>
            <a:xfrm>
              <a:off x="19544308" y="7343775"/>
              <a:ext cx="19248" cy="200025"/>
            </a:xfrm>
            <a:prstGeom prst="rect">
              <a:avLst/>
            </a:prstGeom>
            <a:solidFill>
              <a:srgbClr val="DCE8ED"/>
            </a:solidFill>
            <a:ln w="0">
              <a:noFill/>
              <a:prstDash val="solid"/>
            </a:ln>
          </p:spPr>
        </p:sp>
        <p:sp>
          <p:nvSpPr>
            <p:cNvPr id="1859" name="four:barrier-filling:filled-output-cell-188:1583"/>
            <p:cNvSpPr>
              <a:spLocks noGrp="1"/>
            </p:cNvSpPr>
            <p:nvPr/>
          </p:nvSpPr>
          <p:spPr>
            <a:xfrm>
              <a:off x="19563556" y="7343775"/>
              <a:ext cx="19248" cy="200025"/>
            </a:xfrm>
            <a:prstGeom prst="rect">
              <a:avLst/>
            </a:prstGeom>
            <a:solidFill>
              <a:srgbClr val="DCE8ED"/>
            </a:solidFill>
            <a:ln w="0">
              <a:noFill/>
              <a:prstDash val="solid"/>
            </a:ln>
          </p:spPr>
        </p:sp>
        <p:sp>
          <p:nvSpPr>
            <p:cNvPr id="1860" name="four:barrier-filling:filled-output-cell-189:1584"/>
            <p:cNvSpPr>
              <a:spLocks noGrp="1"/>
            </p:cNvSpPr>
            <p:nvPr/>
          </p:nvSpPr>
          <p:spPr>
            <a:xfrm>
              <a:off x="19582805" y="7343775"/>
              <a:ext cx="19248" cy="200025"/>
            </a:xfrm>
            <a:prstGeom prst="rect">
              <a:avLst/>
            </a:prstGeom>
            <a:solidFill>
              <a:srgbClr val="DCE8ED"/>
            </a:solidFill>
            <a:ln w="0">
              <a:noFill/>
              <a:prstDash val="solid"/>
            </a:ln>
          </p:spPr>
        </p:sp>
        <p:sp>
          <p:nvSpPr>
            <p:cNvPr id="1861" name="four:barrier-filling:filled-output-cell-190:1585"/>
            <p:cNvSpPr>
              <a:spLocks noGrp="1"/>
            </p:cNvSpPr>
            <p:nvPr/>
          </p:nvSpPr>
          <p:spPr>
            <a:xfrm>
              <a:off x="19602053" y="7343775"/>
              <a:ext cx="19248" cy="200025"/>
            </a:xfrm>
            <a:prstGeom prst="rect">
              <a:avLst/>
            </a:prstGeom>
            <a:solidFill>
              <a:srgbClr val="DCE8ED"/>
            </a:solidFill>
            <a:ln w="0">
              <a:noFill/>
              <a:prstDash val="solid"/>
            </a:ln>
          </p:spPr>
        </p:sp>
        <p:sp>
          <p:nvSpPr>
            <p:cNvPr id="1862" name="four:barrier-filling:filled-output-cell-191:1586"/>
            <p:cNvSpPr>
              <a:spLocks noGrp="1"/>
            </p:cNvSpPr>
            <p:nvPr/>
          </p:nvSpPr>
          <p:spPr>
            <a:xfrm>
              <a:off x="19621302" y="7343775"/>
              <a:ext cx="19248" cy="200025"/>
            </a:xfrm>
            <a:prstGeom prst="rect">
              <a:avLst/>
            </a:prstGeom>
            <a:solidFill>
              <a:srgbClr val="DCE8ED"/>
            </a:solidFill>
            <a:ln w="0">
              <a:noFill/>
              <a:prstDash val="solid"/>
            </a:ln>
          </p:spPr>
        </p:sp>
        <p:sp>
          <p:nvSpPr>
            <p:cNvPr id="1863" name="four:barrier-filling:filled-output-border:1587"/>
            <p:cNvSpPr>
              <a:spLocks noGrp="1"/>
            </p:cNvSpPr>
            <p:nvPr/>
          </p:nvSpPr>
          <p:spPr>
            <a:xfrm>
              <a:off x="15944850" y="7343775"/>
              <a:ext cx="3695700" cy="200025"/>
            </a:xfrm>
            <a:prstGeom prst="rect">
              <a:avLst/>
            </a:prstGeom>
            <a:noFill/>
            <a:ln w="7620">
              <a:solidFill>
                <a:srgbClr val="263238"/>
              </a:solidFill>
              <a:prstDash val="solid"/>
            </a:ln>
          </p:spPr>
        </p:sp>
      </p:grpSp>
      <p:grpSp>
        <p:nvGrpSpPr>
          <p:cNvPr id="1864" name="time-step-strips"/>
          <p:cNvGrpSpPr/>
          <p:nvPr/>
        </p:nvGrpSpPr>
        <p:grpSpPr>
          <a:xfrm>
            <a:off x="0" y="0"/>
            <a:ext cx="24955500" cy="8572500"/>
            <a:chOff x="0" y="0"/>
            <a:chExt cx="24955500" cy="8572500"/>
          </a:xfrm>
        </p:grpSpPr>
        <p:sp>
          <p:nvSpPr>
            <p:cNvPr id="1865" name="four:time-step-strips:textbox:1588"/>
            <p:cNvSpPr>
              <a:spLocks noGrp="1"/>
            </p:cNvSpPr>
            <p:nvPr/>
          </p:nvSpPr>
          <p:spPr>
            <a:xfrm>
              <a:off x="20840700" y="1057275"/>
              <a:ext cx="3514725" cy="304800"/>
            </a:xfrm>
            <a:prstGeom prst="rect">
              <a:avLst/>
            </a:prstGeom>
            <a:noFill/>
            <a:ln w="0">
              <a:noFill/>
              <a:prstDash val="solid"/>
            </a:ln>
          </p:spPr>
          <p:txBody>
            <a:bodyPr wrap="none" lIns="0" tIns="0" rIns="0" bIns="0" anchor="ctr">
              <a:normAutofit/>
            </a:bodyPr>
            <a:lstStyle>
              <a:defPPr algn="l">
                <a:defRPr sz="1800" b="1">
                  <a:solidFill>
                    <a:srgbClr val="263238"/>
                  </a:solidFill>
                  <a:latin typeface="Arial" panose="020B0604020202090204"/>
                  <a:ea typeface="Arial" panose="020B0604020202090204"/>
                  <a:cs typeface="Arial" panose="020B0604020202090204"/>
                </a:defRPr>
              </a:defPPr>
            </a:lstStyle>
            <a:p>
              <a:pPr algn="l">
                <a:defRPr sz="1800" b="1">
                  <a:solidFill>
                    <a:srgbClr val="263238"/>
                  </a:solidFill>
                  <a:latin typeface="Arial" panose="020B0604020202090204"/>
                  <a:ea typeface="Arial" panose="020B0604020202090204"/>
                  <a:cs typeface="Arial" panose="020B0604020202090204"/>
                </a:defRPr>
              </a:pPr>
              <a:r>
                <a:rPr sz="1800" b="1">
                  <a:solidFill>
                    <a:srgbClr val="263238"/>
                  </a:solidFill>
                  <a:latin typeface="Arial" panose="020B0604020202090204"/>
                  <a:ea typeface="Arial" panose="020B0604020202090204"/>
                  <a:cs typeface="Arial" panose="020B0604020202090204"/>
                </a:rPr>
                <a:t>Time-step layouts</a:t>
              </a:r>
              <a:endParaRPr sz="1800" b="1">
                <a:solidFill>
                  <a:srgbClr val="263238"/>
                </a:solidFill>
                <a:latin typeface="Arial" panose="020B0604020202090204"/>
                <a:ea typeface="Arial" panose="020B0604020202090204"/>
                <a:cs typeface="Arial" panose="020B0604020202090204"/>
              </a:endParaRPr>
            </a:p>
          </p:txBody>
        </p:sp>
        <p:sp>
          <p:nvSpPr>
            <p:cNvPr id="1866" name="four:time-step-strips:textbox:1589"/>
            <p:cNvSpPr>
              <a:spLocks noGrp="1"/>
            </p:cNvSpPr>
            <p:nvPr/>
          </p:nvSpPr>
          <p:spPr>
            <a:xfrm>
              <a:off x="20831175" y="1552575"/>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tₐ</a:t>
              </a:r>
              <a:endParaRPr sz="2025" b="0">
                <a:solidFill>
                  <a:srgbClr val="263238"/>
                </a:solidFill>
                <a:latin typeface="Arial" panose="020B0604020202090204"/>
                <a:ea typeface="Arial" panose="020B0604020202090204"/>
                <a:cs typeface="Arial" panose="020B0604020202090204"/>
              </a:endParaRPr>
            </a:p>
          </p:txBody>
        </p:sp>
        <p:sp>
          <p:nvSpPr>
            <p:cNvPr id="1867" name="four:time-step-strips:time-strip-tₐ-cell-0:1590"/>
            <p:cNvSpPr>
              <a:spLocks noGrp="1"/>
            </p:cNvSpPr>
            <p:nvPr/>
          </p:nvSpPr>
          <p:spPr>
            <a:xfrm>
              <a:off x="21240750" y="1581150"/>
              <a:ext cx="15379" cy="276225"/>
            </a:xfrm>
            <a:prstGeom prst="rect">
              <a:avLst/>
            </a:prstGeom>
            <a:solidFill>
              <a:srgbClr val="DCE8ED"/>
            </a:solidFill>
            <a:ln w="0">
              <a:noFill/>
              <a:prstDash val="solid"/>
            </a:ln>
          </p:spPr>
        </p:sp>
        <p:sp>
          <p:nvSpPr>
            <p:cNvPr id="1868" name="four:time-step-strips:time-strip-tₐ-cell-1:1591"/>
            <p:cNvSpPr>
              <a:spLocks noGrp="1"/>
            </p:cNvSpPr>
            <p:nvPr/>
          </p:nvSpPr>
          <p:spPr>
            <a:xfrm>
              <a:off x="21256129" y="1581150"/>
              <a:ext cx="15379" cy="276225"/>
            </a:xfrm>
            <a:prstGeom prst="rect">
              <a:avLst/>
            </a:prstGeom>
            <a:solidFill>
              <a:srgbClr val="DCE8ED"/>
            </a:solidFill>
            <a:ln w="0">
              <a:noFill/>
              <a:prstDash val="solid"/>
            </a:ln>
          </p:spPr>
        </p:sp>
        <p:sp>
          <p:nvSpPr>
            <p:cNvPr id="1869" name="four:time-step-strips:time-strip-tₐ-cell-2:1592"/>
            <p:cNvSpPr>
              <a:spLocks noGrp="1"/>
            </p:cNvSpPr>
            <p:nvPr/>
          </p:nvSpPr>
          <p:spPr>
            <a:xfrm>
              <a:off x="21271508" y="1581150"/>
              <a:ext cx="15379" cy="276225"/>
            </a:xfrm>
            <a:prstGeom prst="rect">
              <a:avLst/>
            </a:prstGeom>
            <a:solidFill>
              <a:srgbClr val="DCE8ED"/>
            </a:solidFill>
            <a:ln w="0">
              <a:noFill/>
              <a:prstDash val="solid"/>
            </a:ln>
          </p:spPr>
        </p:sp>
        <p:sp>
          <p:nvSpPr>
            <p:cNvPr id="1870" name="four:time-step-strips:time-strip-tₐ-cell-3:1593"/>
            <p:cNvSpPr>
              <a:spLocks noGrp="1"/>
            </p:cNvSpPr>
            <p:nvPr/>
          </p:nvSpPr>
          <p:spPr>
            <a:xfrm>
              <a:off x="21286887" y="1581150"/>
              <a:ext cx="15379" cy="276225"/>
            </a:xfrm>
            <a:prstGeom prst="rect">
              <a:avLst/>
            </a:prstGeom>
            <a:solidFill>
              <a:srgbClr val="DCE8ED"/>
            </a:solidFill>
            <a:ln w="0">
              <a:noFill/>
              <a:prstDash val="solid"/>
            </a:ln>
          </p:spPr>
        </p:sp>
        <p:sp>
          <p:nvSpPr>
            <p:cNvPr id="1871" name="four:time-step-strips:time-strip-tₐ-cell-4:1594"/>
            <p:cNvSpPr>
              <a:spLocks noGrp="1"/>
            </p:cNvSpPr>
            <p:nvPr/>
          </p:nvSpPr>
          <p:spPr>
            <a:xfrm>
              <a:off x="21302266" y="1581150"/>
              <a:ext cx="15379" cy="276225"/>
            </a:xfrm>
            <a:prstGeom prst="rect">
              <a:avLst/>
            </a:prstGeom>
            <a:solidFill>
              <a:srgbClr val="DCE8ED"/>
            </a:solidFill>
            <a:ln w="0">
              <a:noFill/>
              <a:prstDash val="solid"/>
            </a:ln>
          </p:spPr>
        </p:sp>
        <p:sp>
          <p:nvSpPr>
            <p:cNvPr id="1872" name="four:time-step-strips:time-strip-tₐ-cell-5:1595"/>
            <p:cNvSpPr>
              <a:spLocks noGrp="1"/>
            </p:cNvSpPr>
            <p:nvPr/>
          </p:nvSpPr>
          <p:spPr>
            <a:xfrm>
              <a:off x="21317645" y="1581150"/>
              <a:ext cx="15379" cy="276225"/>
            </a:xfrm>
            <a:prstGeom prst="rect">
              <a:avLst/>
            </a:prstGeom>
            <a:solidFill>
              <a:srgbClr val="D4E2E9"/>
            </a:solidFill>
            <a:ln w="0">
              <a:noFill/>
              <a:prstDash val="solid"/>
            </a:ln>
          </p:spPr>
        </p:sp>
        <p:sp>
          <p:nvSpPr>
            <p:cNvPr id="1873" name="four:time-step-strips:time-strip-tₐ-cell-6:1596"/>
            <p:cNvSpPr>
              <a:spLocks noGrp="1"/>
            </p:cNvSpPr>
            <p:nvPr/>
          </p:nvSpPr>
          <p:spPr>
            <a:xfrm>
              <a:off x="21333023" y="1581150"/>
              <a:ext cx="15379" cy="276225"/>
            </a:xfrm>
            <a:prstGeom prst="rect">
              <a:avLst/>
            </a:prstGeom>
            <a:solidFill>
              <a:srgbClr val="9DC6DC"/>
            </a:solidFill>
            <a:ln w="0">
              <a:noFill/>
              <a:prstDash val="solid"/>
            </a:ln>
          </p:spPr>
        </p:sp>
        <p:sp>
          <p:nvSpPr>
            <p:cNvPr id="1874" name="four:time-step-strips:time-strip-tₐ-cell-7:1597"/>
            <p:cNvSpPr>
              <a:spLocks noGrp="1"/>
            </p:cNvSpPr>
            <p:nvPr/>
          </p:nvSpPr>
          <p:spPr>
            <a:xfrm>
              <a:off x="21348402" y="1581150"/>
              <a:ext cx="15379" cy="276225"/>
            </a:xfrm>
            <a:prstGeom prst="rect">
              <a:avLst/>
            </a:prstGeom>
            <a:solidFill>
              <a:srgbClr val="5AA2CA"/>
            </a:solidFill>
            <a:ln w="0">
              <a:noFill/>
              <a:prstDash val="solid"/>
            </a:ln>
          </p:spPr>
        </p:sp>
        <p:sp>
          <p:nvSpPr>
            <p:cNvPr id="1875" name="four:time-step-strips:time-strip-tₐ-cell-8:1598"/>
            <p:cNvSpPr>
              <a:spLocks noGrp="1"/>
            </p:cNvSpPr>
            <p:nvPr/>
          </p:nvSpPr>
          <p:spPr>
            <a:xfrm>
              <a:off x="21363781" y="1581150"/>
              <a:ext cx="15379" cy="276225"/>
            </a:xfrm>
            <a:prstGeom prst="rect">
              <a:avLst/>
            </a:prstGeom>
            <a:solidFill>
              <a:srgbClr val="1D82BA"/>
            </a:solidFill>
            <a:ln w="0">
              <a:noFill/>
              <a:prstDash val="solid"/>
            </a:ln>
          </p:spPr>
        </p:sp>
        <p:sp>
          <p:nvSpPr>
            <p:cNvPr id="1876" name="four:time-step-strips:time-strip-tₐ-cell-9:1599"/>
            <p:cNvSpPr>
              <a:spLocks noGrp="1"/>
            </p:cNvSpPr>
            <p:nvPr/>
          </p:nvSpPr>
          <p:spPr>
            <a:xfrm>
              <a:off x="21379160" y="1581150"/>
              <a:ext cx="15379" cy="276225"/>
            </a:xfrm>
            <a:prstGeom prst="rect">
              <a:avLst/>
            </a:prstGeom>
            <a:solidFill>
              <a:srgbClr val="0072B2"/>
            </a:solidFill>
            <a:ln w="0">
              <a:noFill/>
              <a:prstDash val="solid"/>
            </a:ln>
          </p:spPr>
        </p:sp>
        <p:sp>
          <p:nvSpPr>
            <p:cNvPr id="1877" name="four:time-step-strips:time-strip-tₐ-cell-10:1600"/>
            <p:cNvSpPr>
              <a:spLocks noGrp="1"/>
            </p:cNvSpPr>
            <p:nvPr/>
          </p:nvSpPr>
          <p:spPr>
            <a:xfrm>
              <a:off x="21394539" y="1581150"/>
              <a:ext cx="15379" cy="276225"/>
            </a:xfrm>
            <a:prstGeom prst="rect">
              <a:avLst/>
            </a:prstGeom>
            <a:solidFill>
              <a:srgbClr val="0072B2"/>
            </a:solidFill>
            <a:ln w="0">
              <a:noFill/>
              <a:prstDash val="solid"/>
            </a:ln>
          </p:spPr>
        </p:sp>
        <p:sp>
          <p:nvSpPr>
            <p:cNvPr id="1878" name="four:time-step-strips:time-strip-tₐ-cell-11:1601"/>
            <p:cNvSpPr>
              <a:spLocks noGrp="1"/>
            </p:cNvSpPr>
            <p:nvPr/>
          </p:nvSpPr>
          <p:spPr>
            <a:xfrm>
              <a:off x="21409918" y="1581150"/>
              <a:ext cx="15379" cy="276225"/>
            </a:xfrm>
            <a:prstGeom prst="rect">
              <a:avLst/>
            </a:prstGeom>
            <a:solidFill>
              <a:srgbClr val="0072B2"/>
            </a:solidFill>
            <a:ln w="0">
              <a:noFill/>
              <a:prstDash val="solid"/>
            </a:ln>
          </p:spPr>
        </p:sp>
        <p:sp>
          <p:nvSpPr>
            <p:cNvPr id="1879" name="four:time-step-strips:time-strip-tₐ-cell-12:1602"/>
            <p:cNvSpPr>
              <a:spLocks noGrp="1"/>
            </p:cNvSpPr>
            <p:nvPr/>
          </p:nvSpPr>
          <p:spPr>
            <a:xfrm>
              <a:off x="21425297" y="1581150"/>
              <a:ext cx="15379" cy="276225"/>
            </a:xfrm>
            <a:prstGeom prst="rect">
              <a:avLst/>
            </a:prstGeom>
            <a:solidFill>
              <a:srgbClr val="0072B2"/>
            </a:solidFill>
            <a:ln w="0">
              <a:noFill/>
              <a:prstDash val="solid"/>
            </a:ln>
          </p:spPr>
        </p:sp>
        <p:sp>
          <p:nvSpPr>
            <p:cNvPr id="1880" name="four:time-step-strips:time-strip-tₐ-cell-13:1603"/>
            <p:cNvSpPr>
              <a:spLocks noGrp="1"/>
            </p:cNvSpPr>
            <p:nvPr/>
          </p:nvSpPr>
          <p:spPr>
            <a:xfrm>
              <a:off x="21440676" y="1581150"/>
              <a:ext cx="15379" cy="276225"/>
            </a:xfrm>
            <a:prstGeom prst="rect">
              <a:avLst/>
            </a:prstGeom>
            <a:solidFill>
              <a:srgbClr val="0072B2"/>
            </a:solidFill>
            <a:ln w="0">
              <a:noFill/>
              <a:prstDash val="solid"/>
            </a:ln>
          </p:spPr>
        </p:sp>
        <p:sp>
          <p:nvSpPr>
            <p:cNvPr id="1881" name="four:time-step-strips:time-strip-tₐ-cell-14:1604"/>
            <p:cNvSpPr>
              <a:spLocks noGrp="1"/>
            </p:cNvSpPr>
            <p:nvPr/>
          </p:nvSpPr>
          <p:spPr>
            <a:xfrm>
              <a:off x="21456055" y="1581150"/>
              <a:ext cx="15379" cy="276225"/>
            </a:xfrm>
            <a:prstGeom prst="rect">
              <a:avLst/>
            </a:prstGeom>
            <a:solidFill>
              <a:srgbClr val="0072B2"/>
            </a:solidFill>
            <a:ln w="0">
              <a:noFill/>
              <a:prstDash val="solid"/>
            </a:ln>
          </p:spPr>
        </p:sp>
        <p:sp>
          <p:nvSpPr>
            <p:cNvPr id="1882" name="four:time-step-strips:time-strip-tₐ-cell-15:1605"/>
            <p:cNvSpPr>
              <a:spLocks noGrp="1"/>
            </p:cNvSpPr>
            <p:nvPr/>
          </p:nvSpPr>
          <p:spPr>
            <a:xfrm>
              <a:off x="21471434" y="1581150"/>
              <a:ext cx="15379" cy="276225"/>
            </a:xfrm>
            <a:prstGeom prst="rect">
              <a:avLst/>
            </a:prstGeom>
            <a:solidFill>
              <a:srgbClr val="0072B2"/>
            </a:solidFill>
            <a:ln w="0">
              <a:noFill/>
              <a:prstDash val="solid"/>
            </a:ln>
          </p:spPr>
        </p:sp>
        <p:sp>
          <p:nvSpPr>
            <p:cNvPr id="1883" name="four:time-step-strips:time-strip-tₐ-cell-16:1606"/>
            <p:cNvSpPr>
              <a:spLocks noGrp="1"/>
            </p:cNvSpPr>
            <p:nvPr/>
          </p:nvSpPr>
          <p:spPr>
            <a:xfrm>
              <a:off x="21486812" y="1581150"/>
              <a:ext cx="15379" cy="276225"/>
            </a:xfrm>
            <a:prstGeom prst="rect">
              <a:avLst/>
            </a:prstGeom>
            <a:solidFill>
              <a:srgbClr val="0072B2"/>
            </a:solidFill>
            <a:ln w="0">
              <a:noFill/>
              <a:prstDash val="solid"/>
            </a:ln>
          </p:spPr>
        </p:sp>
        <p:sp>
          <p:nvSpPr>
            <p:cNvPr id="1884" name="four:time-step-strips:time-strip-tₐ-cell-17:1607"/>
            <p:cNvSpPr>
              <a:spLocks noGrp="1"/>
            </p:cNvSpPr>
            <p:nvPr/>
          </p:nvSpPr>
          <p:spPr>
            <a:xfrm>
              <a:off x="21502191" y="1581150"/>
              <a:ext cx="15379" cy="276225"/>
            </a:xfrm>
            <a:prstGeom prst="rect">
              <a:avLst/>
            </a:prstGeom>
            <a:solidFill>
              <a:srgbClr val="0072B2"/>
            </a:solidFill>
            <a:ln w="0">
              <a:noFill/>
              <a:prstDash val="solid"/>
            </a:ln>
          </p:spPr>
        </p:sp>
        <p:sp>
          <p:nvSpPr>
            <p:cNvPr id="1885" name="four:time-step-strips:time-strip-tₐ-cell-18:1608"/>
            <p:cNvSpPr>
              <a:spLocks noGrp="1"/>
            </p:cNvSpPr>
            <p:nvPr/>
          </p:nvSpPr>
          <p:spPr>
            <a:xfrm>
              <a:off x="21517570" y="1581150"/>
              <a:ext cx="15379" cy="276225"/>
            </a:xfrm>
            <a:prstGeom prst="rect">
              <a:avLst/>
            </a:prstGeom>
            <a:solidFill>
              <a:srgbClr val="0072B2"/>
            </a:solidFill>
            <a:ln w="0">
              <a:noFill/>
              <a:prstDash val="solid"/>
            </a:ln>
          </p:spPr>
        </p:sp>
        <p:sp>
          <p:nvSpPr>
            <p:cNvPr id="1886" name="four:time-step-strips:time-strip-tₐ-cell-19:1609"/>
            <p:cNvSpPr>
              <a:spLocks noGrp="1"/>
            </p:cNvSpPr>
            <p:nvPr/>
          </p:nvSpPr>
          <p:spPr>
            <a:xfrm>
              <a:off x="21532949" y="1581150"/>
              <a:ext cx="15379" cy="276225"/>
            </a:xfrm>
            <a:prstGeom prst="rect">
              <a:avLst/>
            </a:prstGeom>
            <a:solidFill>
              <a:srgbClr val="0072B2"/>
            </a:solidFill>
            <a:ln w="0">
              <a:noFill/>
              <a:prstDash val="solid"/>
            </a:ln>
          </p:spPr>
        </p:sp>
        <p:sp>
          <p:nvSpPr>
            <p:cNvPr id="1887" name="four:time-step-strips:time-strip-tₐ-cell-20:1610"/>
            <p:cNvSpPr>
              <a:spLocks noGrp="1"/>
            </p:cNvSpPr>
            <p:nvPr/>
          </p:nvSpPr>
          <p:spPr>
            <a:xfrm>
              <a:off x="21548328" y="1581150"/>
              <a:ext cx="15379" cy="276225"/>
            </a:xfrm>
            <a:prstGeom prst="rect">
              <a:avLst/>
            </a:prstGeom>
            <a:solidFill>
              <a:srgbClr val="0072B2"/>
            </a:solidFill>
            <a:ln w="0">
              <a:noFill/>
              <a:prstDash val="solid"/>
            </a:ln>
          </p:spPr>
        </p:sp>
        <p:sp>
          <p:nvSpPr>
            <p:cNvPr id="1888" name="four:time-step-strips:time-strip-tₐ-cell-21:1611"/>
            <p:cNvSpPr>
              <a:spLocks noGrp="1"/>
            </p:cNvSpPr>
            <p:nvPr/>
          </p:nvSpPr>
          <p:spPr>
            <a:xfrm>
              <a:off x="21563707" y="1581150"/>
              <a:ext cx="15379" cy="276225"/>
            </a:xfrm>
            <a:prstGeom prst="rect">
              <a:avLst/>
            </a:prstGeom>
            <a:solidFill>
              <a:srgbClr val="0072B2"/>
            </a:solidFill>
            <a:ln w="0">
              <a:noFill/>
              <a:prstDash val="solid"/>
            </a:ln>
          </p:spPr>
        </p:sp>
        <p:sp>
          <p:nvSpPr>
            <p:cNvPr id="1889" name="four:time-step-strips:time-strip-tₐ-cell-22:1612"/>
            <p:cNvSpPr>
              <a:spLocks noGrp="1"/>
            </p:cNvSpPr>
            <p:nvPr/>
          </p:nvSpPr>
          <p:spPr>
            <a:xfrm>
              <a:off x="21579086" y="1581150"/>
              <a:ext cx="15379" cy="276225"/>
            </a:xfrm>
            <a:prstGeom prst="rect">
              <a:avLst/>
            </a:prstGeom>
            <a:solidFill>
              <a:srgbClr val="0072B2"/>
            </a:solidFill>
            <a:ln w="0">
              <a:noFill/>
              <a:prstDash val="solid"/>
            </a:ln>
          </p:spPr>
        </p:sp>
        <p:sp>
          <p:nvSpPr>
            <p:cNvPr id="1890" name="four:time-step-strips:time-strip-tₐ-cell-23:1613"/>
            <p:cNvSpPr>
              <a:spLocks noGrp="1"/>
            </p:cNvSpPr>
            <p:nvPr/>
          </p:nvSpPr>
          <p:spPr>
            <a:xfrm>
              <a:off x="21594465" y="1581150"/>
              <a:ext cx="15379" cy="276225"/>
            </a:xfrm>
            <a:prstGeom prst="rect">
              <a:avLst/>
            </a:prstGeom>
            <a:solidFill>
              <a:srgbClr val="0977B4"/>
            </a:solidFill>
            <a:ln w="0">
              <a:noFill/>
              <a:prstDash val="solid"/>
            </a:ln>
          </p:spPr>
        </p:sp>
        <p:sp>
          <p:nvSpPr>
            <p:cNvPr id="1891" name="four:time-step-strips:time-strip-tₐ-cell-24:1614"/>
            <p:cNvSpPr>
              <a:spLocks noGrp="1"/>
            </p:cNvSpPr>
            <p:nvPr/>
          </p:nvSpPr>
          <p:spPr>
            <a:xfrm>
              <a:off x="21609844" y="1581150"/>
              <a:ext cx="15379" cy="276225"/>
            </a:xfrm>
            <a:prstGeom prst="rect">
              <a:avLst/>
            </a:prstGeom>
            <a:solidFill>
              <a:srgbClr val="2385BB"/>
            </a:solidFill>
            <a:ln w="0">
              <a:noFill/>
              <a:prstDash val="solid"/>
            </a:ln>
          </p:spPr>
        </p:sp>
        <p:sp>
          <p:nvSpPr>
            <p:cNvPr id="1892" name="four:time-step-strips:time-strip-tₐ-cell-25:1615"/>
            <p:cNvSpPr>
              <a:spLocks noGrp="1"/>
            </p:cNvSpPr>
            <p:nvPr/>
          </p:nvSpPr>
          <p:spPr>
            <a:xfrm>
              <a:off x="21625223" y="1581150"/>
              <a:ext cx="15379" cy="276225"/>
            </a:xfrm>
            <a:prstGeom prst="rect">
              <a:avLst/>
            </a:prstGeom>
            <a:solidFill>
              <a:srgbClr val="4899C5"/>
            </a:solidFill>
            <a:ln w="0">
              <a:noFill/>
              <a:prstDash val="solid"/>
            </a:ln>
          </p:spPr>
        </p:sp>
        <p:sp>
          <p:nvSpPr>
            <p:cNvPr id="1893" name="four:time-step-strips:time-strip-tₐ-cell-26:1616"/>
            <p:cNvSpPr>
              <a:spLocks noGrp="1"/>
            </p:cNvSpPr>
            <p:nvPr/>
          </p:nvSpPr>
          <p:spPr>
            <a:xfrm>
              <a:off x="21640602" y="1581150"/>
              <a:ext cx="15379" cy="276225"/>
            </a:xfrm>
            <a:prstGeom prst="rect">
              <a:avLst/>
            </a:prstGeom>
            <a:solidFill>
              <a:srgbClr val="72AFD1"/>
            </a:solidFill>
            <a:ln w="0">
              <a:noFill/>
              <a:prstDash val="solid"/>
            </a:ln>
          </p:spPr>
        </p:sp>
        <p:sp>
          <p:nvSpPr>
            <p:cNvPr id="1894" name="four:time-step-strips:time-strip-tₐ-cell-27:1617"/>
            <p:cNvSpPr>
              <a:spLocks noGrp="1"/>
            </p:cNvSpPr>
            <p:nvPr/>
          </p:nvSpPr>
          <p:spPr>
            <a:xfrm>
              <a:off x="21655980" y="1581150"/>
              <a:ext cx="15379" cy="276225"/>
            </a:xfrm>
            <a:prstGeom prst="rect">
              <a:avLst/>
            </a:prstGeom>
            <a:solidFill>
              <a:srgbClr val="9CC5DC"/>
            </a:solidFill>
            <a:ln w="0">
              <a:noFill/>
              <a:prstDash val="solid"/>
            </a:ln>
          </p:spPr>
        </p:sp>
        <p:sp>
          <p:nvSpPr>
            <p:cNvPr id="1895" name="four:time-step-strips:time-strip-tₐ-cell-28:1618"/>
            <p:cNvSpPr>
              <a:spLocks noGrp="1"/>
            </p:cNvSpPr>
            <p:nvPr/>
          </p:nvSpPr>
          <p:spPr>
            <a:xfrm>
              <a:off x="21671359" y="1581150"/>
              <a:ext cx="15379" cy="276225"/>
            </a:xfrm>
            <a:prstGeom prst="rect">
              <a:avLst/>
            </a:prstGeom>
            <a:solidFill>
              <a:srgbClr val="C9DBE4"/>
            </a:solidFill>
            <a:ln w="0">
              <a:noFill/>
              <a:prstDash val="solid"/>
            </a:ln>
          </p:spPr>
        </p:sp>
        <p:sp>
          <p:nvSpPr>
            <p:cNvPr id="1896" name="four:time-step-strips:time-strip-tₐ-cell-29:1619"/>
            <p:cNvSpPr>
              <a:spLocks noGrp="1"/>
            </p:cNvSpPr>
            <p:nvPr/>
          </p:nvSpPr>
          <p:spPr>
            <a:xfrm>
              <a:off x="21686738" y="1581150"/>
              <a:ext cx="15379" cy="276225"/>
            </a:xfrm>
            <a:prstGeom prst="rect">
              <a:avLst/>
            </a:prstGeom>
            <a:solidFill>
              <a:srgbClr val="D8E5EB"/>
            </a:solidFill>
            <a:ln w="0">
              <a:noFill/>
              <a:prstDash val="solid"/>
            </a:ln>
          </p:spPr>
        </p:sp>
        <p:sp>
          <p:nvSpPr>
            <p:cNvPr id="1897" name="four:time-step-strips:time-strip-tₐ-cell-30:1620"/>
            <p:cNvSpPr>
              <a:spLocks noGrp="1"/>
            </p:cNvSpPr>
            <p:nvPr/>
          </p:nvSpPr>
          <p:spPr>
            <a:xfrm>
              <a:off x="21702117" y="1581150"/>
              <a:ext cx="15379" cy="276225"/>
            </a:xfrm>
            <a:prstGeom prst="rect">
              <a:avLst/>
            </a:prstGeom>
            <a:solidFill>
              <a:srgbClr val="DCE8ED"/>
            </a:solidFill>
            <a:ln w="0">
              <a:noFill/>
              <a:prstDash val="solid"/>
            </a:ln>
          </p:spPr>
        </p:sp>
        <p:sp>
          <p:nvSpPr>
            <p:cNvPr id="1898" name="four:time-step-strips:time-strip-tₐ-cell-31:1621"/>
            <p:cNvSpPr>
              <a:spLocks noGrp="1"/>
            </p:cNvSpPr>
            <p:nvPr/>
          </p:nvSpPr>
          <p:spPr>
            <a:xfrm>
              <a:off x="21717496" y="1581150"/>
              <a:ext cx="15379" cy="276225"/>
            </a:xfrm>
            <a:prstGeom prst="rect">
              <a:avLst/>
            </a:prstGeom>
            <a:solidFill>
              <a:srgbClr val="DCE8ED"/>
            </a:solidFill>
            <a:ln w="0">
              <a:noFill/>
              <a:prstDash val="solid"/>
            </a:ln>
          </p:spPr>
        </p:sp>
        <p:sp>
          <p:nvSpPr>
            <p:cNvPr id="1899" name="four:time-step-strips:time-strip-tₐ-cell-32:1622"/>
            <p:cNvSpPr>
              <a:spLocks noGrp="1"/>
            </p:cNvSpPr>
            <p:nvPr/>
          </p:nvSpPr>
          <p:spPr>
            <a:xfrm>
              <a:off x="21732875" y="1581150"/>
              <a:ext cx="15379" cy="276225"/>
            </a:xfrm>
            <a:prstGeom prst="rect">
              <a:avLst/>
            </a:prstGeom>
            <a:solidFill>
              <a:srgbClr val="DCE8ED"/>
            </a:solidFill>
            <a:ln w="0">
              <a:noFill/>
              <a:prstDash val="solid"/>
            </a:ln>
          </p:spPr>
        </p:sp>
        <p:sp>
          <p:nvSpPr>
            <p:cNvPr id="1900" name="four:time-step-strips:time-strip-tₐ-cell-33:1623"/>
            <p:cNvSpPr>
              <a:spLocks noGrp="1"/>
            </p:cNvSpPr>
            <p:nvPr/>
          </p:nvSpPr>
          <p:spPr>
            <a:xfrm>
              <a:off x="21748254" y="1581150"/>
              <a:ext cx="15379" cy="276225"/>
            </a:xfrm>
            <a:prstGeom prst="rect">
              <a:avLst/>
            </a:prstGeom>
            <a:solidFill>
              <a:srgbClr val="DCE8ED"/>
            </a:solidFill>
            <a:ln w="0">
              <a:noFill/>
              <a:prstDash val="solid"/>
            </a:ln>
          </p:spPr>
        </p:sp>
        <p:sp>
          <p:nvSpPr>
            <p:cNvPr id="1901" name="four:time-step-strips:time-strip-tₐ-cell-34:1624"/>
            <p:cNvSpPr>
              <a:spLocks noGrp="1"/>
            </p:cNvSpPr>
            <p:nvPr/>
          </p:nvSpPr>
          <p:spPr>
            <a:xfrm>
              <a:off x="21763633" y="1581150"/>
              <a:ext cx="15379" cy="276225"/>
            </a:xfrm>
            <a:prstGeom prst="rect">
              <a:avLst/>
            </a:prstGeom>
            <a:solidFill>
              <a:srgbClr val="DCE8ED"/>
            </a:solidFill>
            <a:ln w="0">
              <a:noFill/>
              <a:prstDash val="solid"/>
            </a:ln>
          </p:spPr>
        </p:sp>
        <p:sp>
          <p:nvSpPr>
            <p:cNvPr id="1902" name="four:time-step-strips:time-strip-tₐ-cell-35:1625"/>
            <p:cNvSpPr>
              <a:spLocks noGrp="1"/>
            </p:cNvSpPr>
            <p:nvPr/>
          </p:nvSpPr>
          <p:spPr>
            <a:xfrm>
              <a:off x="21779012" y="1581150"/>
              <a:ext cx="15379" cy="276225"/>
            </a:xfrm>
            <a:prstGeom prst="rect">
              <a:avLst/>
            </a:prstGeom>
            <a:solidFill>
              <a:srgbClr val="DCE8ED"/>
            </a:solidFill>
            <a:ln w="0">
              <a:noFill/>
              <a:prstDash val="solid"/>
            </a:ln>
          </p:spPr>
        </p:sp>
        <p:sp>
          <p:nvSpPr>
            <p:cNvPr id="1903" name="four:time-step-strips:time-strip-tₐ-cell-36:1626"/>
            <p:cNvSpPr>
              <a:spLocks noGrp="1"/>
            </p:cNvSpPr>
            <p:nvPr/>
          </p:nvSpPr>
          <p:spPr>
            <a:xfrm>
              <a:off x="21794391" y="1581150"/>
              <a:ext cx="15379" cy="276225"/>
            </a:xfrm>
            <a:prstGeom prst="rect">
              <a:avLst/>
            </a:prstGeom>
            <a:solidFill>
              <a:srgbClr val="DCE8ED"/>
            </a:solidFill>
            <a:ln w="0">
              <a:noFill/>
              <a:prstDash val="solid"/>
            </a:ln>
          </p:spPr>
        </p:sp>
        <p:sp>
          <p:nvSpPr>
            <p:cNvPr id="1904" name="four:time-step-strips:time-strip-tₐ-cell-37:1627"/>
            <p:cNvSpPr>
              <a:spLocks noGrp="1"/>
            </p:cNvSpPr>
            <p:nvPr/>
          </p:nvSpPr>
          <p:spPr>
            <a:xfrm>
              <a:off x="21809770" y="1581150"/>
              <a:ext cx="15379" cy="276225"/>
            </a:xfrm>
            <a:prstGeom prst="rect">
              <a:avLst/>
            </a:prstGeom>
            <a:solidFill>
              <a:srgbClr val="DCE8ED"/>
            </a:solidFill>
            <a:ln w="0">
              <a:noFill/>
              <a:prstDash val="solid"/>
            </a:ln>
          </p:spPr>
        </p:sp>
        <p:sp>
          <p:nvSpPr>
            <p:cNvPr id="1905" name="four:time-step-strips:time-strip-tₐ-cell-38:1628"/>
            <p:cNvSpPr>
              <a:spLocks noGrp="1"/>
            </p:cNvSpPr>
            <p:nvPr/>
          </p:nvSpPr>
          <p:spPr>
            <a:xfrm>
              <a:off x="21825148" y="1581150"/>
              <a:ext cx="15379" cy="276225"/>
            </a:xfrm>
            <a:prstGeom prst="rect">
              <a:avLst/>
            </a:prstGeom>
            <a:solidFill>
              <a:srgbClr val="DCE8ED"/>
            </a:solidFill>
            <a:ln w="0">
              <a:noFill/>
              <a:prstDash val="solid"/>
            </a:ln>
          </p:spPr>
        </p:sp>
        <p:sp>
          <p:nvSpPr>
            <p:cNvPr id="1906" name="four:time-step-strips:time-strip-tₐ-cell-39:1629"/>
            <p:cNvSpPr>
              <a:spLocks noGrp="1"/>
            </p:cNvSpPr>
            <p:nvPr/>
          </p:nvSpPr>
          <p:spPr>
            <a:xfrm>
              <a:off x="21840527" y="1581150"/>
              <a:ext cx="15379" cy="276225"/>
            </a:xfrm>
            <a:prstGeom prst="rect">
              <a:avLst/>
            </a:prstGeom>
            <a:solidFill>
              <a:srgbClr val="DCE8ED"/>
            </a:solidFill>
            <a:ln w="0">
              <a:noFill/>
              <a:prstDash val="solid"/>
            </a:ln>
          </p:spPr>
        </p:sp>
        <p:sp>
          <p:nvSpPr>
            <p:cNvPr id="1907" name="four:time-step-strips:time-strip-tₐ-cell-40:1630"/>
            <p:cNvSpPr>
              <a:spLocks noGrp="1"/>
            </p:cNvSpPr>
            <p:nvPr/>
          </p:nvSpPr>
          <p:spPr>
            <a:xfrm>
              <a:off x="21855906" y="1581150"/>
              <a:ext cx="15379" cy="276225"/>
            </a:xfrm>
            <a:prstGeom prst="rect">
              <a:avLst/>
            </a:prstGeom>
            <a:solidFill>
              <a:srgbClr val="DCE8ED"/>
            </a:solidFill>
            <a:ln w="0">
              <a:noFill/>
              <a:prstDash val="solid"/>
            </a:ln>
          </p:spPr>
        </p:sp>
        <p:sp>
          <p:nvSpPr>
            <p:cNvPr id="1908" name="four:time-step-strips:time-strip-tₐ-cell-41:1631"/>
            <p:cNvSpPr>
              <a:spLocks noGrp="1"/>
            </p:cNvSpPr>
            <p:nvPr/>
          </p:nvSpPr>
          <p:spPr>
            <a:xfrm>
              <a:off x="21871285" y="1581150"/>
              <a:ext cx="15379" cy="276225"/>
            </a:xfrm>
            <a:prstGeom prst="rect">
              <a:avLst/>
            </a:prstGeom>
            <a:solidFill>
              <a:srgbClr val="DCE8ED"/>
            </a:solidFill>
            <a:ln w="0">
              <a:noFill/>
              <a:prstDash val="solid"/>
            </a:ln>
          </p:spPr>
        </p:sp>
        <p:sp>
          <p:nvSpPr>
            <p:cNvPr id="1909" name="four:time-step-strips:time-strip-tₐ-cell-42:1632"/>
            <p:cNvSpPr>
              <a:spLocks noGrp="1"/>
            </p:cNvSpPr>
            <p:nvPr/>
          </p:nvSpPr>
          <p:spPr>
            <a:xfrm>
              <a:off x="21886664" y="1581150"/>
              <a:ext cx="15379" cy="276225"/>
            </a:xfrm>
            <a:prstGeom prst="rect">
              <a:avLst/>
            </a:prstGeom>
            <a:solidFill>
              <a:srgbClr val="DCE8ED"/>
            </a:solidFill>
            <a:ln w="0">
              <a:noFill/>
              <a:prstDash val="solid"/>
            </a:ln>
          </p:spPr>
        </p:sp>
        <p:sp>
          <p:nvSpPr>
            <p:cNvPr id="1910" name="four:time-step-strips:time-strip-tₐ-cell-43:1633"/>
            <p:cNvSpPr>
              <a:spLocks noGrp="1"/>
            </p:cNvSpPr>
            <p:nvPr/>
          </p:nvSpPr>
          <p:spPr>
            <a:xfrm>
              <a:off x="21902043" y="1581150"/>
              <a:ext cx="15379" cy="276225"/>
            </a:xfrm>
            <a:prstGeom prst="rect">
              <a:avLst/>
            </a:prstGeom>
            <a:solidFill>
              <a:srgbClr val="DCE8ED"/>
            </a:solidFill>
            <a:ln w="0">
              <a:noFill/>
              <a:prstDash val="solid"/>
            </a:ln>
          </p:spPr>
        </p:sp>
        <p:sp>
          <p:nvSpPr>
            <p:cNvPr id="1911" name="four:time-step-strips:time-strip-tₐ-cell-44:1634"/>
            <p:cNvSpPr>
              <a:spLocks noGrp="1"/>
            </p:cNvSpPr>
            <p:nvPr/>
          </p:nvSpPr>
          <p:spPr>
            <a:xfrm>
              <a:off x="21917422" y="1581150"/>
              <a:ext cx="15379" cy="276225"/>
            </a:xfrm>
            <a:prstGeom prst="rect">
              <a:avLst/>
            </a:prstGeom>
            <a:solidFill>
              <a:srgbClr val="DCE8ED"/>
            </a:solidFill>
            <a:ln w="0">
              <a:noFill/>
              <a:prstDash val="solid"/>
            </a:ln>
          </p:spPr>
        </p:sp>
        <p:sp>
          <p:nvSpPr>
            <p:cNvPr id="1912" name="four:time-step-strips:time-strip-tₐ-cell-45:1635"/>
            <p:cNvSpPr>
              <a:spLocks noGrp="1"/>
            </p:cNvSpPr>
            <p:nvPr/>
          </p:nvSpPr>
          <p:spPr>
            <a:xfrm>
              <a:off x="21932801" y="1581150"/>
              <a:ext cx="15379" cy="276225"/>
            </a:xfrm>
            <a:prstGeom prst="rect">
              <a:avLst/>
            </a:prstGeom>
            <a:solidFill>
              <a:srgbClr val="DCE8ED"/>
            </a:solidFill>
            <a:ln w="0">
              <a:noFill/>
              <a:prstDash val="solid"/>
            </a:ln>
          </p:spPr>
        </p:sp>
        <p:sp>
          <p:nvSpPr>
            <p:cNvPr id="1913" name="four:time-step-strips:time-strip-tₐ-cell-46:1636"/>
            <p:cNvSpPr>
              <a:spLocks noGrp="1"/>
            </p:cNvSpPr>
            <p:nvPr/>
          </p:nvSpPr>
          <p:spPr>
            <a:xfrm>
              <a:off x="21948180" y="1581150"/>
              <a:ext cx="15379" cy="276225"/>
            </a:xfrm>
            <a:prstGeom prst="rect">
              <a:avLst/>
            </a:prstGeom>
            <a:solidFill>
              <a:srgbClr val="DCE8ED"/>
            </a:solidFill>
            <a:ln w="0">
              <a:noFill/>
              <a:prstDash val="solid"/>
            </a:ln>
          </p:spPr>
        </p:sp>
        <p:sp>
          <p:nvSpPr>
            <p:cNvPr id="1914" name="four:time-step-strips:time-strip-tₐ-cell-47:1637"/>
            <p:cNvSpPr>
              <a:spLocks noGrp="1"/>
            </p:cNvSpPr>
            <p:nvPr/>
          </p:nvSpPr>
          <p:spPr>
            <a:xfrm>
              <a:off x="21963559" y="1581150"/>
              <a:ext cx="15379" cy="276225"/>
            </a:xfrm>
            <a:prstGeom prst="rect">
              <a:avLst/>
            </a:prstGeom>
            <a:solidFill>
              <a:srgbClr val="DCE8ED"/>
            </a:solidFill>
            <a:ln w="0">
              <a:noFill/>
              <a:prstDash val="solid"/>
            </a:ln>
          </p:spPr>
        </p:sp>
        <p:sp>
          <p:nvSpPr>
            <p:cNvPr id="1915" name="four:time-step-strips:time-strip-tₐ-cell-48:1638"/>
            <p:cNvSpPr>
              <a:spLocks noGrp="1"/>
            </p:cNvSpPr>
            <p:nvPr/>
          </p:nvSpPr>
          <p:spPr>
            <a:xfrm>
              <a:off x="21978938" y="1581150"/>
              <a:ext cx="15379" cy="276225"/>
            </a:xfrm>
            <a:prstGeom prst="rect">
              <a:avLst/>
            </a:prstGeom>
            <a:solidFill>
              <a:srgbClr val="DCE8ED"/>
            </a:solidFill>
            <a:ln w="0">
              <a:noFill/>
              <a:prstDash val="solid"/>
            </a:ln>
          </p:spPr>
        </p:sp>
        <p:sp>
          <p:nvSpPr>
            <p:cNvPr id="1916" name="four:time-step-strips:time-strip-tₐ-cell-49:1639"/>
            <p:cNvSpPr>
              <a:spLocks noGrp="1"/>
            </p:cNvSpPr>
            <p:nvPr/>
          </p:nvSpPr>
          <p:spPr>
            <a:xfrm>
              <a:off x="21994316" y="1581150"/>
              <a:ext cx="15379" cy="276225"/>
            </a:xfrm>
            <a:prstGeom prst="rect">
              <a:avLst/>
            </a:prstGeom>
            <a:solidFill>
              <a:srgbClr val="DCE8ED"/>
            </a:solidFill>
            <a:ln w="0">
              <a:noFill/>
              <a:prstDash val="solid"/>
            </a:ln>
          </p:spPr>
        </p:sp>
        <p:sp>
          <p:nvSpPr>
            <p:cNvPr id="1917" name="four:time-step-strips:time-strip-tₐ-cell-50:1640"/>
            <p:cNvSpPr>
              <a:spLocks noGrp="1"/>
            </p:cNvSpPr>
            <p:nvPr/>
          </p:nvSpPr>
          <p:spPr>
            <a:xfrm>
              <a:off x="22009695" y="1581150"/>
              <a:ext cx="15379" cy="276225"/>
            </a:xfrm>
            <a:prstGeom prst="rect">
              <a:avLst/>
            </a:prstGeom>
            <a:solidFill>
              <a:srgbClr val="DCE8ED"/>
            </a:solidFill>
            <a:ln w="0">
              <a:noFill/>
              <a:prstDash val="solid"/>
            </a:ln>
          </p:spPr>
        </p:sp>
        <p:sp>
          <p:nvSpPr>
            <p:cNvPr id="1918" name="four:time-step-strips:time-strip-tₐ-cell-51:1641"/>
            <p:cNvSpPr>
              <a:spLocks noGrp="1"/>
            </p:cNvSpPr>
            <p:nvPr/>
          </p:nvSpPr>
          <p:spPr>
            <a:xfrm>
              <a:off x="22025074" y="1581150"/>
              <a:ext cx="15379" cy="276225"/>
            </a:xfrm>
            <a:prstGeom prst="rect">
              <a:avLst/>
            </a:prstGeom>
            <a:solidFill>
              <a:srgbClr val="DCE8ED"/>
            </a:solidFill>
            <a:ln w="0">
              <a:noFill/>
              <a:prstDash val="solid"/>
            </a:ln>
          </p:spPr>
        </p:sp>
        <p:sp>
          <p:nvSpPr>
            <p:cNvPr id="1919" name="four:time-step-strips:time-strip-tₐ-cell-52:1642"/>
            <p:cNvSpPr>
              <a:spLocks noGrp="1"/>
            </p:cNvSpPr>
            <p:nvPr/>
          </p:nvSpPr>
          <p:spPr>
            <a:xfrm>
              <a:off x="22040453" y="1581150"/>
              <a:ext cx="15379" cy="276225"/>
            </a:xfrm>
            <a:prstGeom prst="rect">
              <a:avLst/>
            </a:prstGeom>
            <a:solidFill>
              <a:srgbClr val="DCE8ED"/>
            </a:solidFill>
            <a:ln w="0">
              <a:noFill/>
              <a:prstDash val="solid"/>
            </a:ln>
          </p:spPr>
        </p:sp>
        <p:sp>
          <p:nvSpPr>
            <p:cNvPr id="1920" name="four:time-step-strips:time-strip-tₐ-cell-53:1643"/>
            <p:cNvSpPr>
              <a:spLocks noGrp="1"/>
            </p:cNvSpPr>
            <p:nvPr/>
          </p:nvSpPr>
          <p:spPr>
            <a:xfrm>
              <a:off x="22055832" y="1581150"/>
              <a:ext cx="15379" cy="276225"/>
            </a:xfrm>
            <a:prstGeom prst="rect">
              <a:avLst/>
            </a:prstGeom>
            <a:solidFill>
              <a:srgbClr val="DCE8ED"/>
            </a:solidFill>
            <a:ln w="0">
              <a:noFill/>
              <a:prstDash val="solid"/>
            </a:ln>
          </p:spPr>
        </p:sp>
        <p:sp>
          <p:nvSpPr>
            <p:cNvPr id="1921" name="four:time-step-strips:time-strip-tₐ-cell-54:1644"/>
            <p:cNvSpPr>
              <a:spLocks noGrp="1"/>
            </p:cNvSpPr>
            <p:nvPr/>
          </p:nvSpPr>
          <p:spPr>
            <a:xfrm>
              <a:off x="22071211" y="1581150"/>
              <a:ext cx="15379" cy="276225"/>
            </a:xfrm>
            <a:prstGeom prst="rect">
              <a:avLst/>
            </a:prstGeom>
            <a:solidFill>
              <a:srgbClr val="DCE8ED"/>
            </a:solidFill>
            <a:ln w="0">
              <a:noFill/>
              <a:prstDash val="solid"/>
            </a:ln>
          </p:spPr>
        </p:sp>
        <p:sp>
          <p:nvSpPr>
            <p:cNvPr id="1922" name="four:time-step-strips:time-strip-tₐ-cell-55:1645"/>
            <p:cNvSpPr>
              <a:spLocks noGrp="1"/>
            </p:cNvSpPr>
            <p:nvPr/>
          </p:nvSpPr>
          <p:spPr>
            <a:xfrm>
              <a:off x="22086590" y="1581150"/>
              <a:ext cx="15379" cy="276225"/>
            </a:xfrm>
            <a:prstGeom prst="rect">
              <a:avLst/>
            </a:prstGeom>
            <a:solidFill>
              <a:srgbClr val="DCE8ED"/>
            </a:solidFill>
            <a:ln w="0">
              <a:noFill/>
              <a:prstDash val="solid"/>
            </a:ln>
          </p:spPr>
        </p:sp>
        <p:sp>
          <p:nvSpPr>
            <p:cNvPr id="1923" name="four:time-step-strips:time-strip-tₐ-cell-56:1646"/>
            <p:cNvSpPr>
              <a:spLocks noGrp="1"/>
            </p:cNvSpPr>
            <p:nvPr/>
          </p:nvSpPr>
          <p:spPr>
            <a:xfrm>
              <a:off x="22101969" y="1581150"/>
              <a:ext cx="15379" cy="276225"/>
            </a:xfrm>
            <a:prstGeom prst="rect">
              <a:avLst/>
            </a:prstGeom>
            <a:solidFill>
              <a:srgbClr val="DBE8EC"/>
            </a:solidFill>
            <a:ln w="0">
              <a:noFill/>
              <a:prstDash val="solid"/>
            </a:ln>
          </p:spPr>
        </p:sp>
        <p:sp>
          <p:nvSpPr>
            <p:cNvPr id="1924" name="four:time-step-strips:time-strip-tₐ-cell-57:1647"/>
            <p:cNvSpPr>
              <a:spLocks noGrp="1"/>
            </p:cNvSpPr>
            <p:nvPr/>
          </p:nvSpPr>
          <p:spPr>
            <a:xfrm>
              <a:off x="22117348" y="1581150"/>
              <a:ext cx="15379" cy="276225"/>
            </a:xfrm>
            <a:prstGeom prst="rect">
              <a:avLst/>
            </a:prstGeom>
            <a:solidFill>
              <a:srgbClr val="D3E3E5"/>
            </a:solidFill>
            <a:ln w="0">
              <a:noFill/>
              <a:prstDash val="solid"/>
            </a:ln>
          </p:spPr>
        </p:sp>
        <p:sp>
          <p:nvSpPr>
            <p:cNvPr id="1925" name="four:time-step-strips:time-strip-tₐ-cell-58:1648"/>
            <p:cNvSpPr>
              <a:spLocks noGrp="1"/>
            </p:cNvSpPr>
            <p:nvPr/>
          </p:nvSpPr>
          <p:spPr>
            <a:xfrm>
              <a:off x="22132727" y="1581150"/>
              <a:ext cx="15379" cy="276225"/>
            </a:xfrm>
            <a:prstGeom prst="rect">
              <a:avLst/>
            </a:prstGeom>
            <a:solidFill>
              <a:srgbClr val="DAC9B8"/>
            </a:solidFill>
            <a:ln w="0">
              <a:noFill/>
              <a:prstDash val="solid"/>
            </a:ln>
          </p:spPr>
        </p:sp>
        <p:sp>
          <p:nvSpPr>
            <p:cNvPr id="1926" name="four:time-step-strips:time-strip-tₐ-cell-59:1649"/>
            <p:cNvSpPr>
              <a:spLocks noGrp="1"/>
            </p:cNvSpPr>
            <p:nvPr/>
          </p:nvSpPr>
          <p:spPr>
            <a:xfrm>
              <a:off x="22148105" y="1581150"/>
              <a:ext cx="15379" cy="276225"/>
            </a:xfrm>
            <a:prstGeom prst="rect">
              <a:avLst/>
            </a:prstGeom>
            <a:solidFill>
              <a:srgbClr val="D9B08D"/>
            </a:solidFill>
            <a:ln w="0">
              <a:noFill/>
              <a:prstDash val="solid"/>
            </a:ln>
          </p:spPr>
        </p:sp>
        <p:sp>
          <p:nvSpPr>
            <p:cNvPr id="1927" name="four:time-step-strips:time-strip-tₐ-cell-60:1650"/>
            <p:cNvSpPr>
              <a:spLocks noGrp="1"/>
            </p:cNvSpPr>
            <p:nvPr/>
          </p:nvSpPr>
          <p:spPr>
            <a:xfrm>
              <a:off x="22163484" y="1581150"/>
              <a:ext cx="15379" cy="276225"/>
            </a:xfrm>
            <a:prstGeom prst="rect">
              <a:avLst/>
            </a:prstGeom>
            <a:solidFill>
              <a:srgbClr val="D89660"/>
            </a:solidFill>
            <a:ln w="0">
              <a:noFill/>
              <a:prstDash val="solid"/>
            </a:ln>
          </p:spPr>
        </p:sp>
        <p:sp>
          <p:nvSpPr>
            <p:cNvPr id="1928" name="four:time-step-strips:time-strip-tₐ-cell-61:1651"/>
            <p:cNvSpPr>
              <a:spLocks noGrp="1"/>
            </p:cNvSpPr>
            <p:nvPr/>
          </p:nvSpPr>
          <p:spPr>
            <a:xfrm>
              <a:off x="22178863" y="1581150"/>
              <a:ext cx="15379" cy="276225"/>
            </a:xfrm>
            <a:prstGeom prst="rect">
              <a:avLst/>
            </a:prstGeom>
            <a:solidFill>
              <a:srgbClr val="D77D35"/>
            </a:solidFill>
            <a:ln w="0">
              <a:noFill/>
              <a:prstDash val="solid"/>
            </a:ln>
          </p:spPr>
        </p:sp>
        <p:sp>
          <p:nvSpPr>
            <p:cNvPr id="1929" name="four:time-step-strips:time-strip-tₐ-cell-62:1652"/>
            <p:cNvSpPr>
              <a:spLocks noGrp="1"/>
            </p:cNvSpPr>
            <p:nvPr/>
          </p:nvSpPr>
          <p:spPr>
            <a:xfrm>
              <a:off x="22194242" y="1581150"/>
              <a:ext cx="15379" cy="276225"/>
            </a:xfrm>
            <a:prstGeom prst="rect">
              <a:avLst/>
            </a:prstGeom>
            <a:solidFill>
              <a:srgbClr val="D66913"/>
            </a:solidFill>
            <a:ln w="0">
              <a:noFill/>
              <a:prstDash val="solid"/>
            </a:ln>
          </p:spPr>
        </p:sp>
        <p:sp>
          <p:nvSpPr>
            <p:cNvPr id="1930" name="four:time-step-strips:time-strip-tₐ-cell-63:1653"/>
            <p:cNvSpPr>
              <a:spLocks noGrp="1"/>
            </p:cNvSpPr>
            <p:nvPr/>
          </p:nvSpPr>
          <p:spPr>
            <a:xfrm>
              <a:off x="22209621" y="1581150"/>
              <a:ext cx="15379" cy="276225"/>
            </a:xfrm>
            <a:prstGeom prst="rect">
              <a:avLst/>
            </a:prstGeom>
            <a:solidFill>
              <a:srgbClr val="D55F02"/>
            </a:solidFill>
            <a:ln w="0">
              <a:noFill/>
              <a:prstDash val="solid"/>
            </a:ln>
          </p:spPr>
        </p:sp>
        <p:sp>
          <p:nvSpPr>
            <p:cNvPr id="1931" name="four:time-step-strips:time-strip-tₐ-cell-64:1654"/>
            <p:cNvSpPr>
              <a:spLocks noGrp="1"/>
            </p:cNvSpPr>
            <p:nvPr/>
          </p:nvSpPr>
          <p:spPr>
            <a:xfrm>
              <a:off x="22225000" y="1581150"/>
              <a:ext cx="15379" cy="276225"/>
            </a:xfrm>
            <a:prstGeom prst="rect">
              <a:avLst/>
            </a:prstGeom>
            <a:solidFill>
              <a:srgbClr val="D55E00"/>
            </a:solidFill>
            <a:ln w="0">
              <a:noFill/>
              <a:prstDash val="solid"/>
            </a:ln>
          </p:spPr>
        </p:sp>
        <p:sp>
          <p:nvSpPr>
            <p:cNvPr id="1932" name="four:time-step-strips:time-strip-tₐ-cell-65:1655"/>
            <p:cNvSpPr>
              <a:spLocks noGrp="1"/>
            </p:cNvSpPr>
            <p:nvPr/>
          </p:nvSpPr>
          <p:spPr>
            <a:xfrm>
              <a:off x="22240379" y="1581150"/>
              <a:ext cx="15379" cy="276225"/>
            </a:xfrm>
            <a:prstGeom prst="rect">
              <a:avLst/>
            </a:prstGeom>
            <a:solidFill>
              <a:srgbClr val="D55E00"/>
            </a:solidFill>
            <a:ln w="0">
              <a:noFill/>
              <a:prstDash val="solid"/>
            </a:ln>
          </p:spPr>
        </p:sp>
        <p:sp>
          <p:nvSpPr>
            <p:cNvPr id="1933" name="four:time-step-strips:time-strip-tₐ-cell-66:1656"/>
            <p:cNvSpPr>
              <a:spLocks noGrp="1"/>
            </p:cNvSpPr>
            <p:nvPr/>
          </p:nvSpPr>
          <p:spPr>
            <a:xfrm>
              <a:off x="22255758" y="1581150"/>
              <a:ext cx="15379" cy="276225"/>
            </a:xfrm>
            <a:prstGeom prst="rect">
              <a:avLst/>
            </a:prstGeom>
            <a:solidFill>
              <a:srgbClr val="D55E00"/>
            </a:solidFill>
            <a:ln w="0">
              <a:noFill/>
              <a:prstDash val="solid"/>
            </a:ln>
          </p:spPr>
        </p:sp>
        <p:sp>
          <p:nvSpPr>
            <p:cNvPr id="1934" name="four:time-step-strips:time-strip-tₐ-cell-67:1657"/>
            <p:cNvSpPr>
              <a:spLocks noGrp="1"/>
            </p:cNvSpPr>
            <p:nvPr/>
          </p:nvSpPr>
          <p:spPr>
            <a:xfrm>
              <a:off x="22271137" y="1581150"/>
              <a:ext cx="15379" cy="276225"/>
            </a:xfrm>
            <a:prstGeom prst="rect">
              <a:avLst/>
            </a:prstGeom>
            <a:solidFill>
              <a:srgbClr val="D55E00"/>
            </a:solidFill>
            <a:ln w="0">
              <a:noFill/>
              <a:prstDash val="solid"/>
            </a:ln>
          </p:spPr>
        </p:sp>
        <p:sp>
          <p:nvSpPr>
            <p:cNvPr id="1935" name="four:time-step-strips:time-strip-tₐ-cell-68:1658"/>
            <p:cNvSpPr>
              <a:spLocks noGrp="1"/>
            </p:cNvSpPr>
            <p:nvPr/>
          </p:nvSpPr>
          <p:spPr>
            <a:xfrm>
              <a:off x="22286516" y="1581150"/>
              <a:ext cx="15379" cy="276225"/>
            </a:xfrm>
            <a:prstGeom prst="rect">
              <a:avLst/>
            </a:prstGeom>
            <a:solidFill>
              <a:srgbClr val="D55E00"/>
            </a:solidFill>
            <a:ln w="0">
              <a:noFill/>
              <a:prstDash val="solid"/>
            </a:ln>
          </p:spPr>
        </p:sp>
        <p:sp>
          <p:nvSpPr>
            <p:cNvPr id="1936" name="four:time-step-strips:time-strip-tₐ-cell-69:1659"/>
            <p:cNvSpPr>
              <a:spLocks noGrp="1"/>
            </p:cNvSpPr>
            <p:nvPr/>
          </p:nvSpPr>
          <p:spPr>
            <a:xfrm>
              <a:off x="22301895" y="1581150"/>
              <a:ext cx="15379" cy="276225"/>
            </a:xfrm>
            <a:prstGeom prst="rect">
              <a:avLst/>
            </a:prstGeom>
            <a:solidFill>
              <a:srgbClr val="D55E00"/>
            </a:solidFill>
            <a:ln w="0">
              <a:noFill/>
              <a:prstDash val="solid"/>
            </a:ln>
          </p:spPr>
        </p:sp>
        <p:sp>
          <p:nvSpPr>
            <p:cNvPr id="1937" name="four:time-step-strips:time-strip-tₐ-cell-70:1660"/>
            <p:cNvSpPr>
              <a:spLocks noGrp="1"/>
            </p:cNvSpPr>
            <p:nvPr/>
          </p:nvSpPr>
          <p:spPr>
            <a:xfrm>
              <a:off x="22317273" y="1581150"/>
              <a:ext cx="15379" cy="276225"/>
            </a:xfrm>
            <a:prstGeom prst="rect">
              <a:avLst/>
            </a:prstGeom>
            <a:solidFill>
              <a:srgbClr val="D55E00"/>
            </a:solidFill>
            <a:ln w="0">
              <a:noFill/>
              <a:prstDash val="solid"/>
            </a:ln>
          </p:spPr>
        </p:sp>
        <p:sp>
          <p:nvSpPr>
            <p:cNvPr id="1938" name="four:time-step-strips:time-strip-tₐ-cell-71:1661"/>
            <p:cNvSpPr>
              <a:spLocks noGrp="1"/>
            </p:cNvSpPr>
            <p:nvPr/>
          </p:nvSpPr>
          <p:spPr>
            <a:xfrm>
              <a:off x="22332652" y="1581150"/>
              <a:ext cx="15379" cy="276225"/>
            </a:xfrm>
            <a:prstGeom prst="rect">
              <a:avLst/>
            </a:prstGeom>
            <a:solidFill>
              <a:srgbClr val="D55E00"/>
            </a:solidFill>
            <a:ln w="0">
              <a:noFill/>
              <a:prstDash val="solid"/>
            </a:ln>
          </p:spPr>
        </p:sp>
        <p:sp>
          <p:nvSpPr>
            <p:cNvPr id="1939" name="four:time-step-strips:time-strip-tₐ-cell-72:1662"/>
            <p:cNvSpPr>
              <a:spLocks noGrp="1"/>
            </p:cNvSpPr>
            <p:nvPr/>
          </p:nvSpPr>
          <p:spPr>
            <a:xfrm>
              <a:off x="22348031" y="1581150"/>
              <a:ext cx="15379" cy="276225"/>
            </a:xfrm>
            <a:prstGeom prst="rect">
              <a:avLst/>
            </a:prstGeom>
            <a:solidFill>
              <a:srgbClr val="D55E00"/>
            </a:solidFill>
            <a:ln w="0">
              <a:noFill/>
              <a:prstDash val="solid"/>
            </a:ln>
          </p:spPr>
        </p:sp>
        <p:sp>
          <p:nvSpPr>
            <p:cNvPr id="1940" name="four:time-step-strips:time-strip-tₐ-cell-73:1663"/>
            <p:cNvSpPr>
              <a:spLocks noGrp="1"/>
            </p:cNvSpPr>
            <p:nvPr/>
          </p:nvSpPr>
          <p:spPr>
            <a:xfrm>
              <a:off x="22363410" y="1581150"/>
              <a:ext cx="15379" cy="276225"/>
            </a:xfrm>
            <a:prstGeom prst="rect">
              <a:avLst/>
            </a:prstGeom>
            <a:solidFill>
              <a:srgbClr val="D55E00"/>
            </a:solidFill>
            <a:ln w="0">
              <a:noFill/>
              <a:prstDash val="solid"/>
            </a:ln>
          </p:spPr>
        </p:sp>
        <p:sp>
          <p:nvSpPr>
            <p:cNvPr id="1941" name="four:time-step-strips:time-strip-tₐ-cell-74:1664"/>
            <p:cNvSpPr>
              <a:spLocks noGrp="1"/>
            </p:cNvSpPr>
            <p:nvPr/>
          </p:nvSpPr>
          <p:spPr>
            <a:xfrm>
              <a:off x="22378789" y="1581150"/>
              <a:ext cx="15379" cy="276225"/>
            </a:xfrm>
            <a:prstGeom prst="rect">
              <a:avLst/>
            </a:prstGeom>
            <a:solidFill>
              <a:srgbClr val="D55E00"/>
            </a:solidFill>
            <a:ln w="0">
              <a:noFill/>
              <a:prstDash val="solid"/>
            </a:ln>
          </p:spPr>
        </p:sp>
        <p:sp>
          <p:nvSpPr>
            <p:cNvPr id="1942" name="four:time-step-strips:time-strip-tₐ-cell-75:1665"/>
            <p:cNvSpPr>
              <a:spLocks noGrp="1"/>
            </p:cNvSpPr>
            <p:nvPr/>
          </p:nvSpPr>
          <p:spPr>
            <a:xfrm>
              <a:off x="22394168" y="1581150"/>
              <a:ext cx="15379" cy="276225"/>
            </a:xfrm>
            <a:prstGeom prst="rect">
              <a:avLst/>
            </a:prstGeom>
            <a:solidFill>
              <a:srgbClr val="D55E00"/>
            </a:solidFill>
            <a:ln w="0">
              <a:noFill/>
              <a:prstDash val="solid"/>
            </a:ln>
          </p:spPr>
        </p:sp>
        <p:sp>
          <p:nvSpPr>
            <p:cNvPr id="1943" name="four:time-step-strips:time-strip-tₐ-cell-76:1666"/>
            <p:cNvSpPr>
              <a:spLocks noGrp="1"/>
            </p:cNvSpPr>
            <p:nvPr/>
          </p:nvSpPr>
          <p:spPr>
            <a:xfrm>
              <a:off x="22409547" y="1581150"/>
              <a:ext cx="15379" cy="276225"/>
            </a:xfrm>
            <a:prstGeom prst="rect">
              <a:avLst/>
            </a:prstGeom>
            <a:solidFill>
              <a:srgbClr val="D5640A"/>
            </a:solidFill>
            <a:ln w="0">
              <a:noFill/>
              <a:prstDash val="solid"/>
            </a:ln>
          </p:spPr>
        </p:sp>
        <p:sp>
          <p:nvSpPr>
            <p:cNvPr id="1944" name="four:time-step-strips:time-strip-tₐ-cell-77:1667"/>
            <p:cNvSpPr>
              <a:spLocks noGrp="1"/>
            </p:cNvSpPr>
            <p:nvPr/>
          </p:nvSpPr>
          <p:spPr>
            <a:xfrm>
              <a:off x="22424926" y="1581150"/>
              <a:ext cx="15379" cy="276225"/>
            </a:xfrm>
            <a:prstGeom prst="rect">
              <a:avLst/>
            </a:prstGeom>
            <a:solidFill>
              <a:srgbClr val="D67120"/>
            </a:solidFill>
            <a:ln w="0">
              <a:noFill/>
              <a:prstDash val="solid"/>
            </a:ln>
          </p:spPr>
        </p:sp>
        <p:sp>
          <p:nvSpPr>
            <p:cNvPr id="1945" name="four:time-step-strips:time-strip-tₐ-cell-78:1668"/>
            <p:cNvSpPr>
              <a:spLocks noGrp="1"/>
            </p:cNvSpPr>
            <p:nvPr/>
          </p:nvSpPr>
          <p:spPr>
            <a:xfrm>
              <a:off x="22440305" y="1581150"/>
              <a:ext cx="15379" cy="276225"/>
            </a:xfrm>
            <a:prstGeom prst="rect">
              <a:avLst/>
            </a:prstGeom>
            <a:solidFill>
              <a:srgbClr val="D7813D"/>
            </a:solidFill>
            <a:ln w="0">
              <a:noFill/>
              <a:prstDash val="solid"/>
            </a:ln>
          </p:spPr>
        </p:sp>
        <p:sp>
          <p:nvSpPr>
            <p:cNvPr id="1946" name="four:time-step-strips:time-strip-tₐ-cell-79:1669"/>
            <p:cNvSpPr>
              <a:spLocks noGrp="1"/>
            </p:cNvSpPr>
            <p:nvPr/>
          </p:nvSpPr>
          <p:spPr>
            <a:xfrm>
              <a:off x="22455684" y="1581150"/>
              <a:ext cx="15379" cy="276225"/>
            </a:xfrm>
            <a:prstGeom prst="rect">
              <a:avLst/>
            </a:prstGeom>
            <a:solidFill>
              <a:srgbClr val="A1B0B5"/>
            </a:solidFill>
            <a:ln w="0">
              <a:noFill/>
              <a:prstDash val="solid"/>
            </a:ln>
          </p:spPr>
        </p:sp>
        <p:sp>
          <p:nvSpPr>
            <p:cNvPr id="1947" name="four:time-step-strips:time-strip-tₐ-cell-80:1670"/>
            <p:cNvSpPr>
              <a:spLocks noGrp="1"/>
            </p:cNvSpPr>
            <p:nvPr/>
          </p:nvSpPr>
          <p:spPr>
            <a:xfrm>
              <a:off x="22471063" y="1581150"/>
              <a:ext cx="15379" cy="276225"/>
            </a:xfrm>
            <a:prstGeom prst="rect">
              <a:avLst/>
            </a:prstGeom>
            <a:solidFill>
              <a:srgbClr val="5CBDA6"/>
            </a:solidFill>
            <a:ln w="0">
              <a:noFill/>
              <a:prstDash val="solid"/>
            </a:ln>
          </p:spPr>
        </p:sp>
        <p:sp>
          <p:nvSpPr>
            <p:cNvPr id="1948" name="four:time-step-strips:time-strip-tₐ-cell-81:1671"/>
            <p:cNvSpPr>
              <a:spLocks noGrp="1"/>
            </p:cNvSpPr>
            <p:nvPr/>
          </p:nvSpPr>
          <p:spPr>
            <a:xfrm>
              <a:off x="22486441" y="1581150"/>
              <a:ext cx="15379" cy="276225"/>
            </a:xfrm>
            <a:prstGeom prst="rect">
              <a:avLst/>
            </a:prstGeom>
            <a:solidFill>
              <a:srgbClr val="72C4B2"/>
            </a:solidFill>
            <a:ln w="0">
              <a:noFill/>
              <a:prstDash val="solid"/>
            </a:ln>
          </p:spPr>
        </p:sp>
        <p:sp>
          <p:nvSpPr>
            <p:cNvPr id="1949" name="four:time-step-strips:time-strip-tₐ-cell-82:1672"/>
            <p:cNvSpPr>
              <a:spLocks noGrp="1"/>
            </p:cNvSpPr>
            <p:nvPr/>
          </p:nvSpPr>
          <p:spPr>
            <a:xfrm>
              <a:off x="22501820" y="1581150"/>
              <a:ext cx="15379" cy="276225"/>
            </a:xfrm>
            <a:prstGeom prst="rect">
              <a:avLst/>
            </a:prstGeom>
            <a:solidFill>
              <a:srgbClr val="7FC9BA"/>
            </a:solidFill>
            <a:ln w="0">
              <a:noFill/>
              <a:prstDash val="solid"/>
            </a:ln>
          </p:spPr>
        </p:sp>
        <p:sp>
          <p:nvSpPr>
            <p:cNvPr id="1950" name="four:time-step-strips:time-strip-tₐ-cell-83:1673"/>
            <p:cNvSpPr>
              <a:spLocks noGrp="1"/>
            </p:cNvSpPr>
            <p:nvPr/>
          </p:nvSpPr>
          <p:spPr>
            <a:xfrm>
              <a:off x="22517199" y="1581150"/>
              <a:ext cx="15379" cy="276225"/>
            </a:xfrm>
            <a:prstGeom prst="rect">
              <a:avLst/>
            </a:prstGeom>
            <a:solidFill>
              <a:srgbClr val="81C9BA"/>
            </a:solidFill>
            <a:ln w="0">
              <a:noFill/>
              <a:prstDash val="solid"/>
            </a:ln>
          </p:spPr>
        </p:sp>
        <p:sp>
          <p:nvSpPr>
            <p:cNvPr id="1951" name="four:time-step-strips:time-strip-tₐ-cell-84:1674"/>
            <p:cNvSpPr>
              <a:spLocks noGrp="1"/>
            </p:cNvSpPr>
            <p:nvPr/>
          </p:nvSpPr>
          <p:spPr>
            <a:xfrm>
              <a:off x="22532578" y="1581150"/>
              <a:ext cx="15379" cy="276225"/>
            </a:xfrm>
            <a:prstGeom prst="rect">
              <a:avLst/>
            </a:prstGeom>
            <a:solidFill>
              <a:srgbClr val="81C9BA"/>
            </a:solidFill>
            <a:ln w="0">
              <a:noFill/>
              <a:prstDash val="solid"/>
            </a:ln>
          </p:spPr>
        </p:sp>
        <p:sp>
          <p:nvSpPr>
            <p:cNvPr id="1952" name="four:time-step-strips:time-strip-tₐ-cell-85:1675"/>
            <p:cNvSpPr>
              <a:spLocks noGrp="1"/>
            </p:cNvSpPr>
            <p:nvPr/>
          </p:nvSpPr>
          <p:spPr>
            <a:xfrm>
              <a:off x="22547957" y="1581150"/>
              <a:ext cx="15379" cy="276225"/>
            </a:xfrm>
            <a:prstGeom prst="rect">
              <a:avLst/>
            </a:prstGeom>
            <a:solidFill>
              <a:srgbClr val="81C9BA"/>
            </a:solidFill>
            <a:ln w="0">
              <a:noFill/>
              <a:prstDash val="solid"/>
            </a:ln>
          </p:spPr>
        </p:sp>
        <p:sp>
          <p:nvSpPr>
            <p:cNvPr id="1953" name="four:time-step-strips:time-strip-tₐ-cell-86:1676"/>
            <p:cNvSpPr>
              <a:spLocks noGrp="1"/>
            </p:cNvSpPr>
            <p:nvPr/>
          </p:nvSpPr>
          <p:spPr>
            <a:xfrm>
              <a:off x="22563336" y="1581150"/>
              <a:ext cx="15379" cy="276225"/>
            </a:xfrm>
            <a:prstGeom prst="rect">
              <a:avLst/>
            </a:prstGeom>
            <a:solidFill>
              <a:srgbClr val="81C9BA"/>
            </a:solidFill>
            <a:ln w="0">
              <a:noFill/>
              <a:prstDash val="solid"/>
            </a:ln>
          </p:spPr>
        </p:sp>
        <p:sp>
          <p:nvSpPr>
            <p:cNvPr id="1954" name="four:time-step-strips:time-strip-tₐ-cell-87:1677"/>
            <p:cNvSpPr>
              <a:spLocks noGrp="1"/>
            </p:cNvSpPr>
            <p:nvPr/>
          </p:nvSpPr>
          <p:spPr>
            <a:xfrm>
              <a:off x="22578715" y="1581150"/>
              <a:ext cx="15379" cy="276225"/>
            </a:xfrm>
            <a:prstGeom prst="rect">
              <a:avLst/>
            </a:prstGeom>
            <a:solidFill>
              <a:srgbClr val="81C9BA"/>
            </a:solidFill>
            <a:ln w="0">
              <a:noFill/>
              <a:prstDash val="solid"/>
            </a:ln>
          </p:spPr>
        </p:sp>
        <p:sp>
          <p:nvSpPr>
            <p:cNvPr id="1955" name="four:time-step-strips:time-strip-tₐ-cell-88:1678"/>
            <p:cNvSpPr>
              <a:spLocks noGrp="1"/>
            </p:cNvSpPr>
            <p:nvPr/>
          </p:nvSpPr>
          <p:spPr>
            <a:xfrm>
              <a:off x="22594094" y="1581150"/>
              <a:ext cx="15379" cy="276225"/>
            </a:xfrm>
            <a:prstGeom prst="rect">
              <a:avLst/>
            </a:prstGeom>
            <a:solidFill>
              <a:srgbClr val="81C9BA"/>
            </a:solidFill>
            <a:ln w="0">
              <a:noFill/>
              <a:prstDash val="solid"/>
            </a:ln>
          </p:spPr>
        </p:sp>
        <p:sp>
          <p:nvSpPr>
            <p:cNvPr id="1956" name="four:time-step-strips:time-strip-tₐ-cell-89:1679"/>
            <p:cNvSpPr>
              <a:spLocks noGrp="1"/>
            </p:cNvSpPr>
            <p:nvPr/>
          </p:nvSpPr>
          <p:spPr>
            <a:xfrm>
              <a:off x="22609473" y="1581150"/>
              <a:ext cx="15379" cy="276225"/>
            </a:xfrm>
            <a:prstGeom prst="rect">
              <a:avLst/>
            </a:prstGeom>
            <a:solidFill>
              <a:srgbClr val="81C9BA"/>
            </a:solidFill>
            <a:ln w="0">
              <a:noFill/>
              <a:prstDash val="solid"/>
            </a:ln>
          </p:spPr>
        </p:sp>
        <p:sp>
          <p:nvSpPr>
            <p:cNvPr id="1957" name="four:time-step-strips:time-strip-tₐ-cell-90:1680"/>
            <p:cNvSpPr>
              <a:spLocks noGrp="1"/>
            </p:cNvSpPr>
            <p:nvPr/>
          </p:nvSpPr>
          <p:spPr>
            <a:xfrm>
              <a:off x="22624852" y="1581150"/>
              <a:ext cx="15379" cy="276225"/>
            </a:xfrm>
            <a:prstGeom prst="rect">
              <a:avLst/>
            </a:prstGeom>
            <a:solidFill>
              <a:srgbClr val="81C9BA"/>
            </a:solidFill>
            <a:ln w="0">
              <a:noFill/>
              <a:prstDash val="solid"/>
            </a:ln>
          </p:spPr>
        </p:sp>
        <p:sp>
          <p:nvSpPr>
            <p:cNvPr id="1958" name="four:time-step-strips:time-strip-tₐ-cell-91:1681"/>
            <p:cNvSpPr>
              <a:spLocks noGrp="1"/>
            </p:cNvSpPr>
            <p:nvPr/>
          </p:nvSpPr>
          <p:spPr>
            <a:xfrm>
              <a:off x="22640230" y="1581150"/>
              <a:ext cx="15379" cy="276225"/>
            </a:xfrm>
            <a:prstGeom prst="rect">
              <a:avLst/>
            </a:prstGeom>
            <a:solidFill>
              <a:srgbClr val="81C9BA"/>
            </a:solidFill>
            <a:ln w="0">
              <a:noFill/>
              <a:prstDash val="solid"/>
            </a:ln>
          </p:spPr>
        </p:sp>
        <p:sp>
          <p:nvSpPr>
            <p:cNvPr id="1959" name="four:time-step-strips:time-strip-tₐ-cell-92:1682"/>
            <p:cNvSpPr>
              <a:spLocks noGrp="1"/>
            </p:cNvSpPr>
            <p:nvPr/>
          </p:nvSpPr>
          <p:spPr>
            <a:xfrm>
              <a:off x="22655609" y="1581150"/>
              <a:ext cx="15379" cy="276225"/>
            </a:xfrm>
            <a:prstGeom prst="rect">
              <a:avLst/>
            </a:prstGeom>
            <a:solidFill>
              <a:srgbClr val="81C9BA"/>
            </a:solidFill>
            <a:ln w="0">
              <a:noFill/>
              <a:prstDash val="solid"/>
            </a:ln>
          </p:spPr>
        </p:sp>
        <p:sp>
          <p:nvSpPr>
            <p:cNvPr id="1960" name="four:time-step-strips:time-strip-tₐ-cell-93:1683"/>
            <p:cNvSpPr>
              <a:spLocks noGrp="1"/>
            </p:cNvSpPr>
            <p:nvPr/>
          </p:nvSpPr>
          <p:spPr>
            <a:xfrm>
              <a:off x="22670988" y="1581150"/>
              <a:ext cx="15379" cy="276225"/>
            </a:xfrm>
            <a:prstGeom prst="rect">
              <a:avLst/>
            </a:prstGeom>
            <a:solidFill>
              <a:srgbClr val="81C9BA"/>
            </a:solidFill>
            <a:ln w="0">
              <a:noFill/>
              <a:prstDash val="solid"/>
            </a:ln>
          </p:spPr>
        </p:sp>
        <p:sp>
          <p:nvSpPr>
            <p:cNvPr id="1961" name="four:time-step-strips:time-strip-tₐ-cell-94:1684"/>
            <p:cNvSpPr>
              <a:spLocks noGrp="1"/>
            </p:cNvSpPr>
            <p:nvPr/>
          </p:nvSpPr>
          <p:spPr>
            <a:xfrm>
              <a:off x="22686367" y="1581150"/>
              <a:ext cx="15379" cy="276225"/>
            </a:xfrm>
            <a:prstGeom prst="rect">
              <a:avLst/>
            </a:prstGeom>
            <a:solidFill>
              <a:srgbClr val="81C9BA"/>
            </a:solidFill>
            <a:ln w="0">
              <a:noFill/>
              <a:prstDash val="solid"/>
            </a:ln>
          </p:spPr>
        </p:sp>
        <p:sp>
          <p:nvSpPr>
            <p:cNvPr id="1962" name="four:time-step-strips:time-strip-tₐ-cell-95:1685"/>
            <p:cNvSpPr>
              <a:spLocks noGrp="1"/>
            </p:cNvSpPr>
            <p:nvPr/>
          </p:nvSpPr>
          <p:spPr>
            <a:xfrm>
              <a:off x="22701746" y="1581150"/>
              <a:ext cx="15379" cy="276225"/>
            </a:xfrm>
            <a:prstGeom prst="rect">
              <a:avLst/>
            </a:prstGeom>
            <a:solidFill>
              <a:srgbClr val="81C9BA"/>
            </a:solidFill>
            <a:ln w="0">
              <a:noFill/>
              <a:prstDash val="solid"/>
            </a:ln>
          </p:spPr>
        </p:sp>
        <p:sp>
          <p:nvSpPr>
            <p:cNvPr id="1963" name="four:time-step-strips:time-strip-tₐ-cell-96:1686"/>
            <p:cNvSpPr>
              <a:spLocks noGrp="1"/>
            </p:cNvSpPr>
            <p:nvPr/>
          </p:nvSpPr>
          <p:spPr>
            <a:xfrm>
              <a:off x="22717125" y="1581150"/>
              <a:ext cx="15379" cy="276225"/>
            </a:xfrm>
            <a:prstGeom prst="rect">
              <a:avLst/>
            </a:prstGeom>
            <a:solidFill>
              <a:srgbClr val="81C9BA"/>
            </a:solidFill>
            <a:ln w="0">
              <a:noFill/>
              <a:prstDash val="solid"/>
            </a:ln>
          </p:spPr>
        </p:sp>
        <p:sp>
          <p:nvSpPr>
            <p:cNvPr id="1964" name="four:time-step-strips:time-strip-tₐ-cell-97:1687"/>
            <p:cNvSpPr>
              <a:spLocks noGrp="1"/>
            </p:cNvSpPr>
            <p:nvPr/>
          </p:nvSpPr>
          <p:spPr>
            <a:xfrm>
              <a:off x="22732504" y="1581150"/>
              <a:ext cx="15379" cy="276225"/>
            </a:xfrm>
            <a:prstGeom prst="rect">
              <a:avLst/>
            </a:prstGeom>
            <a:solidFill>
              <a:srgbClr val="81C9BA"/>
            </a:solidFill>
            <a:ln w="0">
              <a:noFill/>
              <a:prstDash val="solid"/>
            </a:ln>
          </p:spPr>
        </p:sp>
        <p:sp>
          <p:nvSpPr>
            <p:cNvPr id="1965" name="four:time-step-strips:time-strip-tₐ-cell-98:1688"/>
            <p:cNvSpPr>
              <a:spLocks noGrp="1"/>
            </p:cNvSpPr>
            <p:nvPr/>
          </p:nvSpPr>
          <p:spPr>
            <a:xfrm>
              <a:off x="22747883" y="1581150"/>
              <a:ext cx="15379" cy="276225"/>
            </a:xfrm>
            <a:prstGeom prst="rect">
              <a:avLst/>
            </a:prstGeom>
            <a:solidFill>
              <a:srgbClr val="81C9BA"/>
            </a:solidFill>
            <a:ln w="0">
              <a:noFill/>
              <a:prstDash val="solid"/>
            </a:ln>
          </p:spPr>
        </p:sp>
        <p:sp>
          <p:nvSpPr>
            <p:cNvPr id="1966" name="four:time-step-strips:time-strip-tₐ-cell-99:1689"/>
            <p:cNvSpPr>
              <a:spLocks noGrp="1"/>
            </p:cNvSpPr>
            <p:nvPr/>
          </p:nvSpPr>
          <p:spPr>
            <a:xfrm>
              <a:off x="22763262" y="1581150"/>
              <a:ext cx="15379" cy="276225"/>
            </a:xfrm>
            <a:prstGeom prst="rect">
              <a:avLst/>
            </a:prstGeom>
            <a:solidFill>
              <a:srgbClr val="81C9BA"/>
            </a:solidFill>
            <a:ln w="0">
              <a:noFill/>
              <a:prstDash val="solid"/>
            </a:ln>
          </p:spPr>
        </p:sp>
        <p:sp>
          <p:nvSpPr>
            <p:cNvPr id="1967" name="four:time-step-strips:time-strip-tₐ-cell-100:1690"/>
            <p:cNvSpPr>
              <a:spLocks noGrp="1"/>
            </p:cNvSpPr>
            <p:nvPr/>
          </p:nvSpPr>
          <p:spPr>
            <a:xfrm>
              <a:off x="22778641" y="1581150"/>
              <a:ext cx="15379" cy="276225"/>
            </a:xfrm>
            <a:prstGeom prst="rect">
              <a:avLst/>
            </a:prstGeom>
            <a:solidFill>
              <a:srgbClr val="81C9BA"/>
            </a:solidFill>
            <a:ln w="0">
              <a:noFill/>
              <a:prstDash val="solid"/>
            </a:ln>
          </p:spPr>
        </p:sp>
        <p:sp>
          <p:nvSpPr>
            <p:cNvPr id="1968" name="four:time-step-strips:time-strip-tₐ-cell-101:1691"/>
            <p:cNvSpPr>
              <a:spLocks noGrp="1"/>
            </p:cNvSpPr>
            <p:nvPr/>
          </p:nvSpPr>
          <p:spPr>
            <a:xfrm>
              <a:off x="22794020" y="1581150"/>
              <a:ext cx="15379" cy="276225"/>
            </a:xfrm>
            <a:prstGeom prst="rect">
              <a:avLst/>
            </a:prstGeom>
            <a:solidFill>
              <a:srgbClr val="81C9BA"/>
            </a:solidFill>
            <a:ln w="0">
              <a:noFill/>
              <a:prstDash val="solid"/>
            </a:ln>
          </p:spPr>
        </p:sp>
        <p:sp>
          <p:nvSpPr>
            <p:cNvPr id="1969" name="four:time-step-strips:time-strip-tₐ-cell-102:1692"/>
            <p:cNvSpPr>
              <a:spLocks noGrp="1"/>
            </p:cNvSpPr>
            <p:nvPr/>
          </p:nvSpPr>
          <p:spPr>
            <a:xfrm>
              <a:off x="22809398" y="1581150"/>
              <a:ext cx="15379" cy="276225"/>
            </a:xfrm>
            <a:prstGeom prst="rect">
              <a:avLst/>
            </a:prstGeom>
            <a:solidFill>
              <a:srgbClr val="81C9BA"/>
            </a:solidFill>
            <a:ln w="0">
              <a:noFill/>
              <a:prstDash val="solid"/>
            </a:ln>
          </p:spPr>
        </p:sp>
        <p:sp>
          <p:nvSpPr>
            <p:cNvPr id="1970" name="four:time-step-strips:time-strip-tₐ-cell-103:1693"/>
            <p:cNvSpPr>
              <a:spLocks noGrp="1"/>
            </p:cNvSpPr>
            <p:nvPr/>
          </p:nvSpPr>
          <p:spPr>
            <a:xfrm>
              <a:off x="22824777" y="1581150"/>
              <a:ext cx="15379" cy="276225"/>
            </a:xfrm>
            <a:prstGeom prst="rect">
              <a:avLst/>
            </a:prstGeom>
            <a:solidFill>
              <a:srgbClr val="81C9BA"/>
            </a:solidFill>
            <a:ln w="0">
              <a:noFill/>
              <a:prstDash val="solid"/>
            </a:ln>
          </p:spPr>
        </p:sp>
        <p:sp>
          <p:nvSpPr>
            <p:cNvPr id="1971" name="four:time-step-strips:time-strip-tₐ-cell-104:1694"/>
            <p:cNvSpPr>
              <a:spLocks noGrp="1"/>
            </p:cNvSpPr>
            <p:nvPr/>
          </p:nvSpPr>
          <p:spPr>
            <a:xfrm>
              <a:off x="22840156" y="1581150"/>
              <a:ext cx="15379" cy="276225"/>
            </a:xfrm>
            <a:prstGeom prst="rect">
              <a:avLst/>
            </a:prstGeom>
            <a:solidFill>
              <a:srgbClr val="81C9BA"/>
            </a:solidFill>
            <a:ln w="0">
              <a:noFill/>
              <a:prstDash val="solid"/>
            </a:ln>
          </p:spPr>
        </p:sp>
        <p:sp>
          <p:nvSpPr>
            <p:cNvPr id="1972" name="four:time-step-strips:time-strip-tₐ-cell-105:1695"/>
            <p:cNvSpPr>
              <a:spLocks noGrp="1"/>
            </p:cNvSpPr>
            <p:nvPr/>
          </p:nvSpPr>
          <p:spPr>
            <a:xfrm>
              <a:off x="22855535" y="1581150"/>
              <a:ext cx="15379" cy="276225"/>
            </a:xfrm>
            <a:prstGeom prst="rect">
              <a:avLst/>
            </a:prstGeom>
            <a:solidFill>
              <a:srgbClr val="81C9BA"/>
            </a:solidFill>
            <a:ln w="0">
              <a:noFill/>
              <a:prstDash val="solid"/>
            </a:ln>
          </p:spPr>
        </p:sp>
        <p:sp>
          <p:nvSpPr>
            <p:cNvPr id="1973" name="four:time-step-strips:time-strip-tₐ-cell-106:1696"/>
            <p:cNvSpPr>
              <a:spLocks noGrp="1"/>
            </p:cNvSpPr>
            <p:nvPr/>
          </p:nvSpPr>
          <p:spPr>
            <a:xfrm>
              <a:off x="22870914" y="1581150"/>
              <a:ext cx="15379" cy="276225"/>
            </a:xfrm>
            <a:prstGeom prst="rect">
              <a:avLst/>
            </a:prstGeom>
            <a:solidFill>
              <a:srgbClr val="81C9BA"/>
            </a:solidFill>
            <a:ln w="0">
              <a:noFill/>
              <a:prstDash val="solid"/>
            </a:ln>
          </p:spPr>
        </p:sp>
        <p:sp>
          <p:nvSpPr>
            <p:cNvPr id="1974" name="four:time-step-strips:time-strip-tₐ-cell-107:1697"/>
            <p:cNvSpPr>
              <a:spLocks noGrp="1"/>
            </p:cNvSpPr>
            <p:nvPr/>
          </p:nvSpPr>
          <p:spPr>
            <a:xfrm>
              <a:off x="22886293" y="1581150"/>
              <a:ext cx="15379" cy="276225"/>
            </a:xfrm>
            <a:prstGeom prst="rect">
              <a:avLst/>
            </a:prstGeom>
            <a:solidFill>
              <a:srgbClr val="81C9BA"/>
            </a:solidFill>
            <a:ln w="0">
              <a:noFill/>
              <a:prstDash val="solid"/>
            </a:ln>
          </p:spPr>
        </p:sp>
        <p:sp>
          <p:nvSpPr>
            <p:cNvPr id="1975" name="four:time-step-strips:time-strip-tₐ-cell-108:1698"/>
            <p:cNvSpPr>
              <a:spLocks noGrp="1"/>
            </p:cNvSpPr>
            <p:nvPr/>
          </p:nvSpPr>
          <p:spPr>
            <a:xfrm>
              <a:off x="22901672" y="1581150"/>
              <a:ext cx="15379" cy="276225"/>
            </a:xfrm>
            <a:prstGeom prst="rect">
              <a:avLst/>
            </a:prstGeom>
            <a:solidFill>
              <a:srgbClr val="81C9BA"/>
            </a:solidFill>
            <a:ln w="0">
              <a:noFill/>
              <a:prstDash val="solid"/>
            </a:ln>
          </p:spPr>
        </p:sp>
        <p:sp>
          <p:nvSpPr>
            <p:cNvPr id="1976" name="four:time-step-strips:time-strip-tₐ-cell-109:1699"/>
            <p:cNvSpPr>
              <a:spLocks noGrp="1"/>
            </p:cNvSpPr>
            <p:nvPr/>
          </p:nvSpPr>
          <p:spPr>
            <a:xfrm>
              <a:off x="22917051" y="1581150"/>
              <a:ext cx="15379" cy="276225"/>
            </a:xfrm>
            <a:prstGeom prst="rect">
              <a:avLst/>
            </a:prstGeom>
            <a:solidFill>
              <a:srgbClr val="7FC9B9"/>
            </a:solidFill>
            <a:ln w="0">
              <a:noFill/>
              <a:prstDash val="solid"/>
            </a:ln>
          </p:spPr>
        </p:sp>
        <p:sp>
          <p:nvSpPr>
            <p:cNvPr id="1977" name="four:time-step-strips:time-strip-tₐ-cell-110:1700"/>
            <p:cNvSpPr>
              <a:spLocks noGrp="1"/>
            </p:cNvSpPr>
            <p:nvPr/>
          </p:nvSpPr>
          <p:spPr>
            <a:xfrm>
              <a:off x="22932430" y="1581150"/>
              <a:ext cx="15379" cy="276225"/>
            </a:xfrm>
            <a:prstGeom prst="rect">
              <a:avLst/>
            </a:prstGeom>
            <a:solidFill>
              <a:srgbClr val="73C5B3"/>
            </a:solidFill>
            <a:ln w="0">
              <a:noFill/>
              <a:prstDash val="solid"/>
            </a:ln>
          </p:spPr>
        </p:sp>
        <p:sp>
          <p:nvSpPr>
            <p:cNvPr id="1978" name="four:time-step-strips:time-strip-tₐ-cell-111:1701"/>
            <p:cNvSpPr>
              <a:spLocks noGrp="1"/>
            </p:cNvSpPr>
            <p:nvPr/>
          </p:nvSpPr>
          <p:spPr>
            <a:xfrm>
              <a:off x="22947809" y="1581150"/>
              <a:ext cx="15379" cy="276225"/>
            </a:xfrm>
            <a:prstGeom prst="rect">
              <a:avLst/>
            </a:prstGeom>
            <a:solidFill>
              <a:srgbClr val="60BEA8"/>
            </a:solidFill>
            <a:ln w="0">
              <a:noFill/>
              <a:prstDash val="solid"/>
            </a:ln>
          </p:spPr>
        </p:sp>
        <p:sp>
          <p:nvSpPr>
            <p:cNvPr id="1979" name="four:time-step-strips:time-strip-tₐ-cell-112:1702"/>
            <p:cNvSpPr>
              <a:spLocks noGrp="1"/>
            </p:cNvSpPr>
            <p:nvPr/>
          </p:nvSpPr>
          <p:spPr>
            <a:xfrm>
              <a:off x="22963188" y="1581150"/>
              <a:ext cx="15379" cy="276225"/>
            </a:xfrm>
            <a:prstGeom prst="rect">
              <a:avLst/>
            </a:prstGeom>
            <a:solidFill>
              <a:srgbClr val="48B69B"/>
            </a:solidFill>
            <a:ln w="0">
              <a:noFill/>
              <a:prstDash val="solid"/>
            </a:ln>
          </p:spPr>
        </p:sp>
        <p:sp>
          <p:nvSpPr>
            <p:cNvPr id="1980" name="four:time-step-strips:time-strip-tₐ-cell-113:1703"/>
            <p:cNvSpPr>
              <a:spLocks noGrp="1"/>
            </p:cNvSpPr>
            <p:nvPr/>
          </p:nvSpPr>
          <p:spPr>
            <a:xfrm>
              <a:off x="22978566" y="1581150"/>
              <a:ext cx="15379" cy="276225"/>
            </a:xfrm>
            <a:prstGeom prst="rect">
              <a:avLst/>
            </a:prstGeom>
            <a:solidFill>
              <a:srgbClr val="2EAE8D"/>
            </a:solidFill>
            <a:ln w="0">
              <a:noFill/>
              <a:prstDash val="solid"/>
            </a:ln>
          </p:spPr>
        </p:sp>
        <p:sp>
          <p:nvSpPr>
            <p:cNvPr id="1981" name="four:time-step-strips:time-strip-tₐ-cell-114:1704"/>
            <p:cNvSpPr>
              <a:spLocks noGrp="1"/>
            </p:cNvSpPr>
            <p:nvPr/>
          </p:nvSpPr>
          <p:spPr>
            <a:xfrm>
              <a:off x="22993945" y="1581150"/>
              <a:ext cx="15379" cy="276225"/>
            </a:xfrm>
            <a:prstGeom prst="rect">
              <a:avLst/>
            </a:prstGeom>
            <a:solidFill>
              <a:srgbClr val="1AA781"/>
            </a:solidFill>
            <a:ln w="0">
              <a:noFill/>
              <a:prstDash val="solid"/>
            </a:ln>
          </p:spPr>
        </p:sp>
        <p:sp>
          <p:nvSpPr>
            <p:cNvPr id="1982" name="four:time-step-strips:time-strip-tₐ-cell-115:1705"/>
            <p:cNvSpPr>
              <a:spLocks noGrp="1"/>
            </p:cNvSpPr>
            <p:nvPr/>
          </p:nvSpPr>
          <p:spPr>
            <a:xfrm>
              <a:off x="23009324" y="1581150"/>
              <a:ext cx="15379" cy="276225"/>
            </a:xfrm>
            <a:prstGeom prst="rect">
              <a:avLst/>
            </a:prstGeom>
            <a:solidFill>
              <a:srgbClr val="07A177"/>
            </a:solidFill>
            <a:ln w="0">
              <a:noFill/>
              <a:prstDash val="solid"/>
            </a:ln>
          </p:spPr>
        </p:sp>
        <p:sp>
          <p:nvSpPr>
            <p:cNvPr id="1983" name="four:time-step-strips:time-strip-tₐ-cell-116:1706"/>
            <p:cNvSpPr>
              <a:spLocks noGrp="1"/>
            </p:cNvSpPr>
            <p:nvPr/>
          </p:nvSpPr>
          <p:spPr>
            <a:xfrm>
              <a:off x="23024703" y="1581150"/>
              <a:ext cx="15379" cy="276225"/>
            </a:xfrm>
            <a:prstGeom prst="rect">
              <a:avLst/>
            </a:prstGeom>
            <a:solidFill>
              <a:srgbClr val="009E73"/>
            </a:solidFill>
            <a:ln w="0">
              <a:noFill/>
              <a:prstDash val="solid"/>
            </a:ln>
          </p:spPr>
        </p:sp>
        <p:sp>
          <p:nvSpPr>
            <p:cNvPr id="1984" name="four:time-step-strips:time-strip-tₐ-cell-117:1707"/>
            <p:cNvSpPr>
              <a:spLocks noGrp="1"/>
            </p:cNvSpPr>
            <p:nvPr/>
          </p:nvSpPr>
          <p:spPr>
            <a:xfrm>
              <a:off x="23040082" y="1581150"/>
              <a:ext cx="15379" cy="276225"/>
            </a:xfrm>
            <a:prstGeom prst="rect">
              <a:avLst/>
            </a:prstGeom>
            <a:solidFill>
              <a:srgbClr val="009E73"/>
            </a:solidFill>
            <a:ln w="0">
              <a:noFill/>
              <a:prstDash val="solid"/>
            </a:ln>
          </p:spPr>
        </p:sp>
        <p:sp>
          <p:nvSpPr>
            <p:cNvPr id="1985" name="four:time-step-strips:time-strip-tₐ-cell-118:1708"/>
            <p:cNvSpPr>
              <a:spLocks noGrp="1"/>
            </p:cNvSpPr>
            <p:nvPr/>
          </p:nvSpPr>
          <p:spPr>
            <a:xfrm>
              <a:off x="23055461" y="1581150"/>
              <a:ext cx="15379" cy="276225"/>
            </a:xfrm>
            <a:prstGeom prst="rect">
              <a:avLst/>
            </a:prstGeom>
            <a:solidFill>
              <a:srgbClr val="009E73"/>
            </a:solidFill>
            <a:ln w="0">
              <a:noFill/>
              <a:prstDash val="solid"/>
            </a:ln>
          </p:spPr>
        </p:sp>
        <p:sp>
          <p:nvSpPr>
            <p:cNvPr id="1986" name="four:time-step-strips:time-strip-tₐ-cell-119:1709"/>
            <p:cNvSpPr>
              <a:spLocks noGrp="1"/>
            </p:cNvSpPr>
            <p:nvPr/>
          </p:nvSpPr>
          <p:spPr>
            <a:xfrm>
              <a:off x="23070840" y="1581150"/>
              <a:ext cx="15379" cy="276225"/>
            </a:xfrm>
            <a:prstGeom prst="rect">
              <a:avLst/>
            </a:prstGeom>
            <a:solidFill>
              <a:srgbClr val="009E73"/>
            </a:solidFill>
            <a:ln w="0">
              <a:noFill/>
              <a:prstDash val="solid"/>
            </a:ln>
          </p:spPr>
        </p:sp>
        <p:sp>
          <p:nvSpPr>
            <p:cNvPr id="1987" name="four:time-step-strips:time-strip-tₐ-cell-120:1710"/>
            <p:cNvSpPr>
              <a:spLocks noGrp="1"/>
            </p:cNvSpPr>
            <p:nvPr/>
          </p:nvSpPr>
          <p:spPr>
            <a:xfrm>
              <a:off x="23086219" y="1581150"/>
              <a:ext cx="15379" cy="276225"/>
            </a:xfrm>
            <a:prstGeom prst="rect">
              <a:avLst/>
            </a:prstGeom>
            <a:solidFill>
              <a:srgbClr val="009E73"/>
            </a:solidFill>
            <a:ln w="0">
              <a:noFill/>
              <a:prstDash val="solid"/>
            </a:ln>
          </p:spPr>
        </p:sp>
        <p:sp>
          <p:nvSpPr>
            <p:cNvPr id="1988" name="four:time-step-strips:time-strip-tₐ-cell-121:1711"/>
            <p:cNvSpPr>
              <a:spLocks noGrp="1"/>
            </p:cNvSpPr>
            <p:nvPr/>
          </p:nvSpPr>
          <p:spPr>
            <a:xfrm>
              <a:off x="23101598" y="1581150"/>
              <a:ext cx="15379" cy="276225"/>
            </a:xfrm>
            <a:prstGeom prst="rect">
              <a:avLst/>
            </a:prstGeom>
            <a:solidFill>
              <a:srgbClr val="009E73"/>
            </a:solidFill>
            <a:ln w="0">
              <a:noFill/>
              <a:prstDash val="solid"/>
            </a:ln>
          </p:spPr>
        </p:sp>
        <p:sp>
          <p:nvSpPr>
            <p:cNvPr id="1989" name="four:time-step-strips:time-strip-tₐ-cell-122:1712"/>
            <p:cNvSpPr>
              <a:spLocks noGrp="1"/>
            </p:cNvSpPr>
            <p:nvPr/>
          </p:nvSpPr>
          <p:spPr>
            <a:xfrm>
              <a:off x="23116977" y="1581150"/>
              <a:ext cx="15379" cy="276225"/>
            </a:xfrm>
            <a:prstGeom prst="rect">
              <a:avLst/>
            </a:prstGeom>
            <a:solidFill>
              <a:srgbClr val="009E73"/>
            </a:solidFill>
            <a:ln w="0">
              <a:noFill/>
              <a:prstDash val="solid"/>
            </a:ln>
          </p:spPr>
        </p:sp>
        <p:sp>
          <p:nvSpPr>
            <p:cNvPr id="1990" name="four:time-step-strips:time-strip-tₐ-cell-123:1713"/>
            <p:cNvSpPr>
              <a:spLocks noGrp="1"/>
            </p:cNvSpPr>
            <p:nvPr/>
          </p:nvSpPr>
          <p:spPr>
            <a:xfrm>
              <a:off x="23132355" y="1581150"/>
              <a:ext cx="15379" cy="276225"/>
            </a:xfrm>
            <a:prstGeom prst="rect">
              <a:avLst/>
            </a:prstGeom>
            <a:solidFill>
              <a:srgbClr val="009E73"/>
            </a:solidFill>
            <a:ln w="0">
              <a:noFill/>
              <a:prstDash val="solid"/>
            </a:ln>
          </p:spPr>
        </p:sp>
        <p:sp>
          <p:nvSpPr>
            <p:cNvPr id="1991" name="four:time-step-strips:time-strip-tₐ-cell-124:1714"/>
            <p:cNvSpPr>
              <a:spLocks noGrp="1"/>
            </p:cNvSpPr>
            <p:nvPr/>
          </p:nvSpPr>
          <p:spPr>
            <a:xfrm>
              <a:off x="23147734" y="1581150"/>
              <a:ext cx="15379" cy="276225"/>
            </a:xfrm>
            <a:prstGeom prst="rect">
              <a:avLst/>
            </a:prstGeom>
            <a:solidFill>
              <a:srgbClr val="009E73"/>
            </a:solidFill>
            <a:ln w="0">
              <a:noFill/>
              <a:prstDash val="solid"/>
            </a:ln>
          </p:spPr>
        </p:sp>
        <p:sp>
          <p:nvSpPr>
            <p:cNvPr id="1992" name="four:time-step-strips:time-strip-tₐ-cell-125:1715"/>
            <p:cNvSpPr>
              <a:spLocks noGrp="1"/>
            </p:cNvSpPr>
            <p:nvPr/>
          </p:nvSpPr>
          <p:spPr>
            <a:xfrm>
              <a:off x="23163113" y="1581150"/>
              <a:ext cx="15379" cy="276225"/>
            </a:xfrm>
            <a:prstGeom prst="rect">
              <a:avLst/>
            </a:prstGeom>
            <a:solidFill>
              <a:srgbClr val="009E73"/>
            </a:solidFill>
            <a:ln w="0">
              <a:noFill/>
              <a:prstDash val="solid"/>
            </a:ln>
          </p:spPr>
        </p:sp>
        <p:sp>
          <p:nvSpPr>
            <p:cNvPr id="1993" name="four:time-step-strips:time-strip-tₐ-cell-126:1716"/>
            <p:cNvSpPr>
              <a:spLocks noGrp="1"/>
            </p:cNvSpPr>
            <p:nvPr/>
          </p:nvSpPr>
          <p:spPr>
            <a:xfrm>
              <a:off x="23178492" y="1581150"/>
              <a:ext cx="15379" cy="276225"/>
            </a:xfrm>
            <a:prstGeom prst="rect">
              <a:avLst/>
            </a:prstGeom>
            <a:solidFill>
              <a:srgbClr val="009E73"/>
            </a:solidFill>
            <a:ln w="0">
              <a:noFill/>
              <a:prstDash val="solid"/>
            </a:ln>
          </p:spPr>
        </p:sp>
        <p:sp>
          <p:nvSpPr>
            <p:cNvPr id="1994" name="four:time-step-strips:time-strip-tₐ-cell-127:1717"/>
            <p:cNvSpPr>
              <a:spLocks noGrp="1"/>
            </p:cNvSpPr>
            <p:nvPr/>
          </p:nvSpPr>
          <p:spPr>
            <a:xfrm>
              <a:off x="23193871" y="1581150"/>
              <a:ext cx="15379" cy="276225"/>
            </a:xfrm>
            <a:prstGeom prst="rect">
              <a:avLst/>
            </a:prstGeom>
            <a:solidFill>
              <a:srgbClr val="009E73"/>
            </a:solidFill>
            <a:ln w="0">
              <a:noFill/>
              <a:prstDash val="solid"/>
            </a:ln>
          </p:spPr>
        </p:sp>
        <p:sp>
          <p:nvSpPr>
            <p:cNvPr id="1995" name="four:time-step-strips:time-strip-tₐ-cell-128:1718"/>
            <p:cNvSpPr>
              <a:spLocks noGrp="1"/>
            </p:cNvSpPr>
            <p:nvPr/>
          </p:nvSpPr>
          <p:spPr>
            <a:xfrm>
              <a:off x="23209250" y="1581150"/>
              <a:ext cx="15379" cy="276225"/>
            </a:xfrm>
            <a:prstGeom prst="rect">
              <a:avLst/>
            </a:prstGeom>
            <a:solidFill>
              <a:srgbClr val="019E74"/>
            </a:solidFill>
            <a:ln w="0">
              <a:noFill/>
              <a:prstDash val="solid"/>
            </a:ln>
          </p:spPr>
        </p:sp>
        <p:sp>
          <p:nvSpPr>
            <p:cNvPr id="1996" name="four:time-step-strips:time-strip-tₐ-cell-129:1719"/>
            <p:cNvSpPr>
              <a:spLocks noGrp="1"/>
            </p:cNvSpPr>
            <p:nvPr/>
          </p:nvSpPr>
          <p:spPr>
            <a:xfrm>
              <a:off x="23224629" y="1581150"/>
              <a:ext cx="15379" cy="276225"/>
            </a:xfrm>
            <a:prstGeom prst="rect">
              <a:avLst/>
            </a:prstGeom>
            <a:solidFill>
              <a:srgbClr val="11A47D"/>
            </a:solidFill>
            <a:ln w="0">
              <a:noFill/>
              <a:prstDash val="solid"/>
            </a:ln>
          </p:spPr>
        </p:sp>
        <p:sp>
          <p:nvSpPr>
            <p:cNvPr id="1997" name="four:time-step-strips:time-strip-tₐ-cell-130:1720"/>
            <p:cNvSpPr>
              <a:spLocks noGrp="1"/>
            </p:cNvSpPr>
            <p:nvPr/>
          </p:nvSpPr>
          <p:spPr>
            <a:xfrm>
              <a:off x="23240008" y="1581150"/>
              <a:ext cx="15379" cy="276225"/>
            </a:xfrm>
            <a:prstGeom prst="rect">
              <a:avLst/>
            </a:prstGeom>
            <a:solidFill>
              <a:srgbClr val="31AF8E"/>
            </a:solidFill>
            <a:ln w="0">
              <a:noFill/>
              <a:prstDash val="solid"/>
            </a:ln>
          </p:spPr>
        </p:sp>
        <p:sp>
          <p:nvSpPr>
            <p:cNvPr id="1998" name="four:time-step-strips:time-strip-tₐ-cell-131:1721"/>
            <p:cNvSpPr>
              <a:spLocks noGrp="1"/>
            </p:cNvSpPr>
            <p:nvPr/>
          </p:nvSpPr>
          <p:spPr>
            <a:xfrm>
              <a:off x="23255387" y="1581150"/>
              <a:ext cx="15379" cy="276225"/>
            </a:xfrm>
            <a:prstGeom prst="rect">
              <a:avLst/>
            </a:prstGeom>
            <a:solidFill>
              <a:srgbClr val="59BCA4"/>
            </a:solidFill>
            <a:ln w="0">
              <a:noFill/>
              <a:prstDash val="solid"/>
            </a:ln>
          </p:spPr>
        </p:sp>
        <p:sp>
          <p:nvSpPr>
            <p:cNvPr id="1999" name="four:time-step-strips:time-strip-tₐ-cell-132:1722"/>
            <p:cNvSpPr>
              <a:spLocks noGrp="1"/>
            </p:cNvSpPr>
            <p:nvPr/>
          </p:nvSpPr>
          <p:spPr>
            <a:xfrm>
              <a:off x="23270766" y="1581150"/>
              <a:ext cx="15379" cy="276225"/>
            </a:xfrm>
            <a:prstGeom prst="rect">
              <a:avLst/>
            </a:prstGeom>
            <a:solidFill>
              <a:srgbClr val="83CABC"/>
            </a:solidFill>
            <a:ln w="0">
              <a:noFill/>
              <a:prstDash val="solid"/>
            </a:ln>
          </p:spPr>
        </p:sp>
        <p:sp>
          <p:nvSpPr>
            <p:cNvPr id="2000" name="four:time-step-strips:time-strip-tₐ-cell-133:1723"/>
            <p:cNvSpPr>
              <a:spLocks noGrp="1"/>
            </p:cNvSpPr>
            <p:nvPr/>
          </p:nvSpPr>
          <p:spPr>
            <a:xfrm>
              <a:off x="23286145" y="1581150"/>
              <a:ext cx="15379" cy="276225"/>
            </a:xfrm>
            <a:prstGeom prst="rect">
              <a:avLst/>
            </a:prstGeom>
            <a:solidFill>
              <a:srgbClr val="ABD7D2"/>
            </a:solidFill>
            <a:ln w="0">
              <a:noFill/>
              <a:prstDash val="solid"/>
            </a:ln>
          </p:spPr>
        </p:sp>
        <p:sp>
          <p:nvSpPr>
            <p:cNvPr id="2001" name="four:time-step-strips:time-strip-tₐ-cell-134:1724"/>
            <p:cNvSpPr>
              <a:spLocks noGrp="1"/>
            </p:cNvSpPr>
            <p:nvPr/>
          </p:nvSpPr>
          <p:spPr>
            <a:xfrm>
              <a:off x="23301523" y="1581150"/>
              <a:ext cx="15379" cy="276225"/>
            </a:xfrm>
            <a:prstGeom prst="rect">
              <a:avLst/>
            </a:prstGeom>
            <a:solidFill>
              <a:srgbClr val="D7E0E8"/>
            </a:solidFill>
            <a:ln w="0">
              <a:noFill/>
              <a:prstDash val="solid"/>
            </a:ln>
          </p:spPr>
        </p:sp>
        <p:sp>
          <p:nvSpPr>
            <p:cNvPr id="2002" name="four:time-step-strips:time-strip-tₐ-cell-135:1725"/>
            <p:cNvSpPr>
              <a:spLocks noGrp="1"/>
            </p:cNvSpPr>
            <p:nvPr/>
          </p:nvSpPr>
          <p:spPr>
            <a:xfrm>
              <a:off x="23316902" y="1581150"/>
              <a:ext cx="15379" cy="276225"/>
            </a:xfrm>
            <a:prstGeom prst="rect">
              <a:avLst/>
            </a:prstGeom>
            <a:solidFill>
              <a:srgbClr val="DCE7ED"/>
            </a:solidFill>
            <a:ln w="0">
              <a:noFill/>
              <a:prstDash val="solid"/>
            </a:ln>
          </p:spPr>
        </p:sp>
        <p:sp>
          <p:nvSpPr>
            <p:cNvPr id="2003" name="four:time-step-strips:time-strip-tₐ-cell-136:1726"/>
            <p:cNvSpPr>
              <a:spLocks noGrp="1"/>
            </p:cNvSpPr>
            <p:nvPr/>
          </p:nvSpPr>
          <p:spPr>
            <a:xfrm>
              <a:off x="23332281" y="1581150"/>
              <a:ext cx="15379" cy="276225"/>
            </a:xfrm>
            <a:prstGeom prst="rect">
              <a:avLst/>
            </a:prstGeom>
            <a:solidFill>
              <a:srgbClr val="DCE8ED"/>
            </a:solidFill>
            <a:ln w="0">
              <a:noFill/>
              <a:prstDash val="solid"/>
            </a:ln>
          </p:spPr>
        </p:sp>
        <p:sp>
          <p:nvSpPr>
            <p:cNvPr id="2004" name="four:time-step-strips:time-strip-tₐ-cell-137:1727"/>
            <p:cNvSpPr>
              <a:spLocks noGrp="1"/>
            </p:cNvSpPr>
            <p:nvPr/>
          </p:nvSpPr>
          <p:spPr>
            <a:xfrm>
              <a:off x="23347660" y="1581150"/>
              <a:ext cx="15379" cy="276225"/>
            </a:xfrm>
            <a:prstGeom prst="rect">
              <a:avLst/>
            </a:prstGeom>
            <a:solidFill>
              <a:srgbClr val="DCE8ED"/>
            </a:solidFill>
            <a:ln w="0">
              <a:noFill/>
              <a:prstDash val="solid"/>
            </a:ln>
          </p:spPr>
        </p:sp>
        <p:sp>
          <p:nvSpPr>
            <p:cNvPr id="2005" name="four:time-step-strips:time-strip-tₐ-cell-138:1728"/>
            <p:cNvSpPr>
              <a:spLocks noGrp="1"/>
            </p:cNvSpPr>
            <p:nvPr/>
          </p:nvSpPr>
          <p:spPr>
            <a:xfrm>
              <a:off x="23363039" y="1581150"/>
              <a:ext cx="15379" cy="276225"/>
            </a:xfrm>
            <a:prstGeom prst="rect">
              <a:avLst/>
            </a:prstGeom>
            <a:solidFill>
              <a:srgbClr val="DCE8ED"/>
            </a:solidFill>
            <a:ln w="0">
              <a:noFill/>
              <a:prstDash val="solid"/>
            </a:ln>
          </p:spPr>
        </p:sp>
        <p:sp>
          <p:nvSpPr>
            <p:cNvPr id="2006" name="four:time-step-strips:time-strip-tₐ-cell-139:1729"/>
            <p:cNvSpPr>
              <a:spLocks noGrp="1"/>
            </p:cNvSpPr>
            <p:nvPr/>
          </p:nvSpPr>
          <p:spPr>
            <a:xfrm>
              <a:off x="23378418" y="1581150"/>
              <a:ext cx="15379" cy="276225"/>
            </a:xfrm>
            <a:prstGeom prst="rect">
              <a:avLst/>
            </a:prstGeom>
            <a:solidFill>
              <a:srgbClr val="DCE8ED"/>
            </a:solidFill>
            <a:ln w="0">
              <a:noFill/>
              <a:prstDash val="solid"/>
            </a:ln>
          </p:spPr>
        </p:sp>
        <p:sp>
          <p:nvSpPr>
            <p:cNvPr id="2007" name="four:time-step-strips:time-strip-tₐ-cell-140:1730"/>
            <p:cNvSpPr>
              <a:spLocks noGrp="1"/>
            </p:cNvSpPr>
            <p:nvPr/>
          </p:nvSpPr>
          <p:spPr>
            <a:xfrm>
              <a:off x="23393797" y="1581150"/>
              <a:ext cx="15379" cy="276225"/>
            </a:xfrm>
            <a:prstGeom prst="rect">
              <a:avLst/>
            </a:prstGeom>
            <a:solidFill>
              <a:srgbClr val="DCE8ED"/>
            </a:solidFill>
            <a:ln w="0">
              <a:noFill/>
              <a:prstDash val="solid"/>
            </a:ln>
          </p:spPr>
        </p:sp>
        <p:sp>
          <p:nvSpPr>
            <p:cNvPr id="2008" name="four:time-step-strips:time-strip-tₐ-cell-141:1731"/>
            <p:cNvSpPr>
              <a:spLocks noGrp="1"/>
            </p:cNvSpPr>
            <p:nvPr/>
          </p:nvSpPr>
          <p:spPr>
            <a:xfrm>
              <a:off x="23409176" y="1581150"/>
              <a:ext cx="15379" cy="276225"/>
            </a:xfrm>
            <a:prstGeom prst="rect">
              <a:avLst/>
            </a:prstGeom>
            <a:solidFill>
              <a:srgbClr val="DCE8ED"/>
            </a:solidFill>
            <a:ln w="0">
              <a:noFill/>
              <a:prstDash val="solid"/>
            </a:ln>
          </p:spPr>
        </p:sp>
        <p:sp>
          <p:nvSpPr>
            <p:cNvPr id="2009" name="four:time-step-strips:time-strip-tₐ-cell-142:1732"/>
            <p:cNvSpPr>
              <a:spLocks noGrp="1"/>
            </p:cNvSpPr>
            <p:nvPr/>
          </p:nvSpPr>
          <p:spPr>
            <a:xfrm>
              <a:off x="23424555" y="1581150"/>
              <a:ext cx="15379" cy="276225"/>
            </a:xfrm>
            <a:prstGeom prst="rect">
              <a:avLst/>
            </a:prstGeom>
            <a:solidFill>
              <a:srgbClr val="DCE8ED"/>
            </a:solidFill>
            <a:ln w="0">
              <a:noFill/>
              <a:prstDash val="solid"/>
            </a:ln>
          </p:spPr>
        </p:sp>
        <p:sp>
          <p:nvSpPr>
            <p:cNvPr id="2010" name="four:time-step-strips:time-strip-tₐ-cell-143:1733"/>
            <p:cNvSpPr>
              <a:spLocks noGrp="1"/>
            </p:cNvSpPr>
            <p:nvPr/>
          </p:nvSpPr>
          <p:spPr>
            <a:xfrm>
              <a:off x="23439934" y="1581150"/>
              <a:ext cx="15379" cy="276225"/>
            </a:xfrm>
            <a:prstGeom prst="rect">
              <a:avLst/>
            </a:prstGeom>
            <a:solidFill>
              <a:srgbClr val="DCE8ED"/>
            </a:solidFill>
            <a:ln w="0">
              <a:noFill/>
              <a:prstDash val="solid"/>
            </a:ln>
          </p:spPr>
        </p:sp>
        <p:sp>
          <p:nvSpPr>
            <p:cNvPr id="2011" name="four:time-step-strips:time-strip-tₐ-cell-144:1734"/>
            <p:cNvSpPr>
              <a:spLocks noGrp="1"/>
            </p:cNvSpPr>
            <p:nvPr/>
          </p:nvSpPr>
          <p:spPr>
            <a:xfrm>
              <a:off x="23455313" y="1581150"/>
              <a:ext cx="15379" cy="276225"/>
            </a:xfrm>
            <a:prstGeom prst="rect">
              <a:avLst/>
            </a:prstGeom>
            <a:solidFill>
              <a:srgbClr val="DCE8ED"/>
            </a:solidFill>
            <a:ln w="0">
              <a:noFill/>
              <a:prstDash val="solid"/>
            </a:ln>
          </p:spPr>
        </p:sp>
        <p:sp>
          <p:nvSpPr>
            <p:cNvPr id="2012" name="four:time-step-strips:time-strip-tₐ-cell-145:1735"/>
            <p:cNvSpPr>
              <a:spLocks noGrp="1"/>
            </p:cNvSpPr>
            <p:nvPr/>
          </p:nvSpPr>
          <p:spPr>
            <a:xfrm>
              <a:off x="23470691" y="1581150"/>
              <a:ext cx="15379" cy="276225"/>
            </a:xfrm>
            <a:prstGeom prst="rect">
              <a:avLst/>
            </a:prstGeom>
            <a:solidFill>
              <a:srgbClr val="DCE8ED"/>
            </a:solidFill>
            <a:ln w="0">
              <a:noFill/>
              <a:prstDash val="solid"/>
            </a:ln>
          </p:spPr>
        </p:sp>
        <p:sp>
          <p:nvSpPr>
            <p:cNvPr id="2013" name="four:time-step-strips:time-strip-tₐ-cell-146:1736"/>
            <p:cNvSpPr>
              <a:spLocks noGrp="1"/>
            </p:cNvSpPr>
            <p:nvPr/>
          </p:nvSpPr>
          <p:spPr>
            <a:xfrm>
              <a:off x="23486070" y="1581150"/>
              <a:ext cx="15379" cy="276225"/>
            </a:xfrm>
            <a:prstGeom prst="rect">
              <a:avLst/>
            </a:prstGeom>
            <a:solidFill>
              <a:srgbClr val="DCE8ED"/>
            </a:solidFill>
            <a:ln w="0">
              <a:noFill/>
              <a:prstDash val="solid"/>
            </a:ln>
          </p:spPr>
        </p:sp>
        <p:sp>
          <p:nvSpPr>
            <p:cNvPr id="2014" name="four:time-step-strips:time-strip-tₐ-cell-147:1737"/>
            <p:cNvSpPr>
              <a:spLocks noGrp="1"/>
            </p:cNvSpPr>
            <p:nvPr/>
          </p:nvSpPr>
          <p:spPr>
            <a:xfrm>
              <a:off x="23501449" y="1581150"/>
              <a:ext cx="15379" cy="276225"/>
            </a:xfrm>
            <a:prstGeom prst="rect">
              <a:avLst/>
            </a:prstGeom>
            <a:solidFill>
              <a:srgbClr val="DCE8ED"/>
            </a:solidFill>
            <a:ln w="0">
              <a:noFill/>
              <a:prstDash val="solid"/>
            </a:ln>
          </p:spPr>
        </p:sp>
        <p:sp>
          <p:nvSpPr>
            <p:cNvPr id="2015" name="four:time-step-strips:time-strip-tₐ-cell-148:1738"/>
            <p:cNvSpPr>
              <a:spLocks noGrp="1"/>
            </p:cNvSpPr>
            <p:nvPr/>
          </p:nvSpPr>
          <p:spPr>
            <a:xfrm>
              <a:off x="23516828" y="1581150"/>
              <a:ext cx="15379" cy="276225"/>
            </a:xfrm>
            <a:prstGeom prst="rect">
              <a:avLst/>
            </a:prstGeom>
            <a:solidFill>
              <a:srgbClr val="DCE8ED"/>
            </a:solidFill>
            <a:ln w="0">
              <a:noFill/>
              <a:prstDash val="solid"/>
            </a:ln>
          </p:spPr>
        </p:sp>
        <p:sp>
          <p:nvSpPr>
            <p:cNvPr id="2016" name="four:time-step-strips:time-strip-tₐ-cell-149:1739"/>
            <p:cNvSpPr>
              <a:spLocks noGrp="1"/>
            </p:cNvSpPr>
            <p:nvPr/>
          </p:nvSpPr>
          <p:spPr>
            <a:xfrm>
              <a:off x="23532207" y="1581150"/>
              <a:ext cx="15379" cy="276225"/>
            </a:xfrm>
            <a:prstGeom prst="rect">
              <a:avLst/>
            </a:prstGeom>
            <a:solidFill>
              <a:srgbClr val="DCE8ED"/>
            </a:solidFill>
            <a:ln w="0">
              <a:noFill/>
              <a:prstDash val="solid"/>
            </a:ln>
          </p:spPr>
        </p:sp>
        <p:sp>
          <p:nvSpPr>
            <p:cNvPr id="2017" name="four:time-step-strips:time-strip-tₐ-cell-150:1740"/>
            <p:cNvSpPr>
              <a:spLocks noGrp="1"/>
            </p:cNvSpPr>
            <p:nvPr/>
          </p:nvSpPr>
          <p:spPr>
            <a:xfrm>
              <a:off x="23547586" y="1581150"/>
              <a:ext cx="15379" cy="276225"/>
            </a:xfrm>
            <a:prstGeom prst="rect">
              <a:avLst/>
            </a:prstGeom>
            <a:solidFill>
              <a:srgbClr val="DCE8ED"/>
            </a:solidFill>
            <a:ln w="0">
              <a:noFill/>
              <a:prstDash val="solid"/>
            </a:ln>
          </p:spPr>
        </p:sp>
        <p:sp>
          <p:nvSpPr>
            <p:cNvPr id="2018" name="four:time-step-strips:time-strip-tₐ-cell-151:1741"/>
            <p:cNvSpPr>
              <a:spLocks noGrp="1"/>
            </p:cNvSpPr>
            <p:nvPr/>
          </p:nvSpPr>
          <p:spPr>
            <a:xfrm>
              <a:off x="23562965" y="1581150"/>
              <a:ext cx="15379" cy="276225"/>
            </a:xfrm>
            <a:prstGeom prst="rect">
              <a:avLst/>
            </a:prstGeom>
            <a:solidFill>
              <a:srgbClr val="DCE8ED"/>
            </a:solidFill>
            <a:ln w="0">
              <a:noFill/>
              <a:prstDash val="solid"/>
            </a:ln>
          </p:spPr>
        </p:sp>
        <p:sp>
          <p:nvSpPr>
            <p:cNvPr id="2019" name="four:time-step-strips:time-strip-tₐ-cell-152:1742"/>
            <p:cNvSpPr>
              <a:spLocks noGrp="1"/>
            </p:cNvSpPr>
            <p:nvPr/>
          </p:nvSpPr>
          <p:spPr>
            <a:xfrm>
              <a:off x="23578344" y="1581150"/>
              <a:ext cx="15379" cy="276225"/>
            </a:xfrm>
            <a:prstGeom prst="rect">
              <a:avLst/>
            </a:prstGeom>
            <a:solidFill>
              <a:srgbClr val="DCE8ED"/>
            </a:solidFill>
            <a:ln w="0">
              <a:noFill/>
              <a:prstDash val="solid"/>
            </a:ln>
          </p:spPr>
        </p:sp>
        <p:sp>
          <p:nvSpPr>
            <p:cNvPr id="2020" name="four:time-step-strips:time-strip-tₐ-cell-153:1743"/>
            <p:cNvSpPr>
              <a:spLocks noGrp="1"/>
            </p:cNvSpPr>
            <p:nvPr/>
          </p:nvSpPr>
          <p:spPr>
            <a:xfrm>
              <a:off x="23593723" y="1581150"/>
              <a:ext cx="15379" cy="276225"/>
            </a:xfrm>
            <a:prstGeom prst="rect">
              <a:avLst/>
            </a:prstGeom>
            <a:solidFill>
              <a:srgbClr val="DCE8ED"/>
            </a:solidFill>
            <a:ln w="0">
              <a:noFill/>
              <a:prstDash val="solid"/>
            </a:ln>
          </p:spPr>
        </p:sp>
        <p:sp>
          <p:nvSpPr>
            <p:cNvPr id="2021" name="four:time-step-strips:time-strip-tₐ-cell-154:1744"/>
            <p:cNvSpPr>
              <a:spLocks noGrp="1"/>
            </p:cNvSpPr>
            <p:nvPr/>
          </p:nvSpPr>
          <p:spPr>
            <a:xfrm>
              <a:off x="23609102" y="1581150"/>
              <a:ext cx="15379" cy="276225"/>
            </a:xfrm>
            <a:prstGeom prst="rect">
              <a:avLst/>
            </a:prstGeom>
            <a:solidFill>
              <a:srgbClr val="DCE8ED"/>
            </a:solidFill>
            <a:ln w="0">
              <a:noFill/>
              <a:prstDash val="solid"/>
            </a:ln>
          </p:spPr>
        </p:sp>
        <p:sp>
          <p:nvSpPr>
            <p:cNvPr id="2022" name="four:time-step-strips:time-strip-tₐ-cell-155:1745"/>
            <p:cNvSpPr>
              <a:spLocks noGrp="1"/>
            </p:cNvSpPr>
            <p:nvPr/>
          </p:nvSpPr>
          <p:spPr>
            <a:xfrm>
              <a:off x="23624480" y="1581150"/>
              <a:ext cx="15379" cy="276225"/>
            </a:xfrm>
            <a:prstGeom prst="rect">
              <a:avLst/>
            </a:prstGeom>
            <a:solidFill>
              <a:srgbClr val="DCE8ED"/>
            </a:solidFill>
            <a:ln w="0">
              <a:noFill/>
              <a:prstDash val="solid"/>
            </a:ln>
          </p:spPr>
        </p:sp>
        <p:sp>
          <p:nvSpPr>
            <p:cNvPr id="2023" name="four:time-step-strips:time-strip-tₐ-cell-156:1746"/>
            <p:cNvSpPr>
              <a:spLocks noGrp="1"/>
            </p:cNvSpPr>
            <p:nvPr/>
          </p:nvSpPr>
          <p:spPr>
            <a:xfrm>
              <a:off x="23639859" y="1581150"/>
              <a:ext cx="15379" cy="276225"/>
            </a:xfrm>
            <a:prstGeom prst="rect">
              <a:avLst/>
            </a:prstGeom>
            <a:solidFill>
              <a:srgbClr val="DCE8ED"/>
            </a:solidFill>
            <a:ln w="0">
              <a:noFill/>
              <a:prstDash val="solid"/>
            </a:ln>
          </p:spPr>
        </p:sp>
        <p:sp>
          <p:nvSpPr>
            <p:cNvPr id="2024" name="four:time-step-strips:time-strip-tₐ-cell-157:1747"/>
            <p:cNvSpPr>
              <a:spLocks noGrp="1"/>
            </p:cNvSpPr>
            <p:nvPr/>
          </p:nvSpPr>
          <p:spPr>
            <a:xfrm>
              <a:off x="23655238" y="1581150"/>
              <a:ext cx="15379" cy="276225"/>
            </a:xfrm>
            <a:prstGeom prst="rect">
              <a:avLst/>
            </a:prstGeom>
            <a:solidFill>
              <a:srgbClr val="DCE8ED"/>
            </a:solidFill>
            <a:ln w="0">
              <a:noFill/>
              <a:prstDash val="solid"/>
            </a:ln>
          </p:spPr>
        </p:sp>
        <p:sp>
          <p:nvSpPr>
            <p:cNvPr id="2025" name="four:time-step-strips:time-strip-tₐ-cell-158:1748"/>
            <p:cNvSpPr>
              <a:spLocks noGrp="1"/>
            </p:cNvSpPr>
            <p:nvPr/>
          </p:nvSpPr>
          <p:spPr>
            <a:xfrm>
              <a:off x="23670617" y="1581150"/>
              <a:ext cx="15379" cy="276225"/>
            </a:xfrm>
            <a:prstGeom prst="rect">
              <a:avLst/>
            </a:prstGeom>
            <a:solidFill>
              <a:srgbClr val="DCE8ED"/>
            </a:solidFill>
            <a:ln w="0">
              <a:noFill/>
              <a:prstDash val="solid"/>
            </a:ln>
          </p:spPr>
        </p:sp>
        <p:sp>
          <p:nvSpPr>
            <p:cNvPr id="2026" name="four:time-step-strips:time-strip-tₐ-cell-159:1749"/>
            <p:cNvSpPr>
              <a:spLocks noGrp="1"/>
            </p:cNvSpPr>
            <p:nvPr/>
          </p:nvSpPr>
          <p:spPr>
            <a:xfrm>
              <a:off x="23685996" y="1581150"/>
              <a:ext cx="15379" cy="276225"/>
            </a:xfrm>
            <a:prstGeom prst="rect">
              <a:avLst/>
            </a:prstGeom>
            <a:solidFill>
              <a:srgbClr val="DCE8ED"/>
            </a:solidFill>
            <a:ln w="0">
              <a:noFill/>
              <a:prstDash val="solid"/>
            </a:ln>
          </p:spPr>
        </p:sp>
        <p:sp>
          <p:nvSpPr>
            <p:cNvPr id="2027" name="four:time-step-strips:time-strip-tₐ-cell-160:1750"/>
            <p:cNvSpPr>
              <a:spLocks noGrp="1"/>
            </p:cNvSpPr>
            <p:nvPr/>
          </p:nvSpPr>
          <p:spPr>
            <a:xfrm>
              <a:off x="23701375" y="1581150"/>
              <a:ext cx="15379" cy="276225"/>
            </a:xfrm>
            <a:prstGeom prst="rect">
              <a:avLst/>
            </a:prstGeom>
            <a:solidFill>
              <a:srgbClr val="DCE8ED"/>
            </a:solidFill>
            <a:ln w="0">
              <a:noFill/>
              <a:prstDash val="solid"/>
            </a:ln>
          </p:spPr>
        </p:sp>
        <p:sp>
          <p:nvSpPr>
            <p:cNvPr id="2028" name="four:time-step-strips:time-strip-tₐ-cell-161:1751"/>
            <p:cNvSpPr>
              <a:spLocks noGrp="1"/>
            </p:cNvSpPr>
            <p:nvPr/>
          </p:nvSpPr>
          <p:spPr>
            <a:xfrm>
              <a:off x="23716754" y="1581150"/>
              <a:ext cx="15379" cy="276225"/>
            </a:xfrm>
            <a:prstGeom prst="rect">
              <a:avLst/>
            </a:prstGeom>
            <a:solidFill>
              <a:srgbClr val="DCE8ED"/>
            </a:solidFill>
            <a:ln w="0">
              <a:noFill/>
              <a:prstDash val="solid"/>
            </a:ln>
          </p:spPr>
        </p:sp>
        <p:sp>
          <p:nvSpPr>
            <p:cNvPr id="2029" name="four:time-step-strips:time-strip-tₐ-cell-162:1752"/>
            <p:cNvSpPr>
              <a:spLocks noGrp="1"/>
            </p:cNvSpPr>
            <p:nvPr/>
          </p:nvSpPr>
          <p:spPr>
            <a:xfrm>
              <a:off x="23732133" y="1581150"/>
              <a:ext cx="15379" cy="276225"/>
            </a:xfrm>
            <a:prstGeom prst="rect">
              <a:avLst/>
            </a:prstGeom>
            <a:solidFill>
              <a:srgbClr val="DCE6E9"/>
            </a:solidFill>
            <a:ln w="0">
              <a:noFill/>
              <a:prstDash val="solid"/>
            </a:ln>
          </p:spPr>
        </p:sp>
        <p:sp>
          <p:nvSpPr>
            <p:cNvPr id="2030" name="four:time-step-strips:time-strip-tₐ-cell-163:1753"/>
            <p:cNvSpPr>
              <a:spLocks noGrp="1"/>
            </p:cNvSpPr>
            <p:nvPr/>
          </p:nvSpPr>
          <p:spPr>
            <a:xfrm>
              <a:off x="23747512" y="1581150"/>
              <a:ext cx="15379" cy="276225"/>
            </a:xfrm>
            <a:prstGeom prst="rect">
              <a:avLst/>
            </a:prstGeom>
            <a:solidFill>
              <a:srgbClr val="DADCDB"/>
            </a:solidFill>
            <a:ln w="0">
              <a:noFill/>
              <a:prstDash val="solid"/>
            </a:ln>
          </p:spPr>
        </p:sp>
        <p:sp>
          <p:nvSpPr>
            <p:cNvPr id="2031" name="four:time-step-strips:time-strip-tₐ-cell-164:1754"/>
            <p:cNvSpPr>
              <a:spLocks noGrp="1"/>
            </p:cNvSpPr>
            <p:nvPr/>
          </p:nvSpPr>
          <p:spPr>
            <a:xfrm>
              <a:off x="23762891" y="1581150"/>
              <a:ext cx="15379" cy="276225"/>
            </a:xfrm>
            <a:prstGeom prst="rect">
              <a:avLst/>
            </a:prstGeom>
            <a:solidFill>
              <a:srgbClr val="D7C8D9"/>
            </a:solidFill>
            <a:ln w="0">
              <a:noFill/>
              <a:prstDash val="solid"/>
            </a:ln>
          </p:spPr>
        </p:sp>
        <p:sp>
          <p:nvSpPr>
            <p:cNvPr id="2032" name="four:time-step-strips:time-strip-tₐ-cell-165:1755"/>
            <p:cNvSpPr>
              <a:spLocks noGrp="1"/>
            </p:cNvSpPr>
            <p:nvPr/>
          </p:nvSpPr>
          <p:spPr>
            <a:xfrm>
              <a:off x="23778270" y="1581150"/>
              <a:ext cx="15379" cy="276225"/>
            </a:xfrm>
            <a:prstGeom prst="rect">
              <a:avLst/>
            </a:prstGeom>
            <a:solidFill>
              <a:srgbClr val="D4B2CB"/>
            </a:solidFill>
            <a:ln w="0">
              <a:noFill/>
              <a:prstDash val="solid"/>
            </a:ln>
          </p:spPr>
        </p:sp>
        <p:sp>
          <p:nvSpPr>
            <p:cNvPr id="2033" name="four:time-step-strips:time-strip-tₐ-cell-166:1756"/>
            <p:cNvSpPr>
              <a:spLocks noGrp="1"/>
            </p:cNvSpPr>
            <p:nvPr/>
          </p:nvSpPr>
          <p:spPr>
            <a:xfrm>
              <a:off x="23793648" y="1581150"/>
              <a:ext cx="15379" cy="276225"/>
            </a:xfrm>
            <a:prstGeom prst="rect">
              <a:avLst/>
            </a:prstGeom>
            <a:solidFill>
              <a:srgbClr val="D19DBE"/>
            </a:solidFill>
            <a:ln w="0">
              <a:noFill/>
              <a:prstDash val="solid"/>
            </a:ln>
          </p:spPr>
        </p:sp>
        <p:sp>
          <p:nvSpPr>
            <p:cNvPr id="2034" name="four:time-step-strips:time-strip-tₐ-cell-167:1757"/>
            <p:cNvSpPr>
              <a:spLocks noGrp="1"/>
            </p:cNvSpPr>
            <p:nvPr/>
          </p:nvSpPr>
          <p:spPr>
            <a:xfrm>
              <a:off x="23809027" y="1581150"/>
              <a:ext cx="15379" cy="276225"/>
            </a:xfrm>
            <a:prstGeom prst="rect">
              <a:avLst/>
            </a:prstGeom>
            <a:solidFill>
              <a:srgbClr val="CF8AB2"/>
            </a:solidFill>
            <a:ln w="0">
              <a:noFill/>
              <a:prstDash val="solid"/>
            </a:ln>
          </p:spPr>
        </p:sp>
        <p:sp>
          <p:nvSpPr>
            <p:cNvPr id="2035" name="four:time-step-strips:time-strip-tₐ-cell-168:1758"/>
            <p:cNvSpPr>
              <a:spLocks noGrp="1"/>
            </p:cNvSpPr>
            <p:nvPr/>
          </p:nvSpPr>
          <p:spPr>
            <a:xfrm>
              <a:off x="23824406" y="1581150"/>
              <a:ext cx="15379" cy="276225"/>
            </a:xfrm>
            <a:prstGeom prst="rect">
              <a:avLst/>
            </a:prstGeom>
            <a:solidFill>
              <a:srgbClr val="CD7EAA"/>
            </a:solidFill>
            <a:ln w="0">
              <a:noFill/>
              <a:prstDash val="solid"/>
            </a:ln>
          </p:spPr>
        </p:sp>
        <p:sp>
          <p:nvSpPr>
            <p:cNvPr id="2036" name="four:time-step-strips:time-strip-tₐ-cell-169:1759"/>
            <p:cNvSpPr>
              <a:spLocks noGrp="1"/>
            </p:cNvSpPr>
            <p:nvPr/>
          </p:nvSpPr>
          <p:spPr>
            <a:xfrm>
              <a:off x="23839785" y="1581150"/>
              <a:ext cx="15379" cy="276225"/>
            </a:xfrm>
            <a:prstGeom prst="rect">
              <a:avLst/>
            </a:prstGeom>
            <a:solidFill>
              <a:srgbClr val="CC79A7"/>
            </a:solidFill>
            <a:ln w="0">
              <a:noFill/>
              <a:prstDash val="solid"/>
            </a:ln>
          </p:spPr>
        </p:sp>
        <p:sp>
          <p:nvSpPr>
            <p:cNvPr id="2037" name="four:time-step-strips:time-strip-tₐ-cell-170:1760"/>
            <p:cNvSpPr>
              <a:spLocks noGrp="1"/>
            </p:cNvSpPr>
            <p:nvPr/>
          </p:nvSpPr>
          <p:spPr>
            <a:xfrm>
              <a:off x="23855164" y="1581150"/>
              <a:ext cx="15379" cy="276225"/>
            </a:xfrm>
            <a:prstGeom prst="rect">
              <a:avLst/>
            </a:prstGeom>
            <a:solidFill>
              <a:srgbClr val="CC79A7"/>
            </a:solidFill>
            <a:ln w="0">
              <a:noFill/>
              <a:prstDash val="solid"/>
            </a:ln>
          </p:spPr>
        </p:sp>
        <p:sp>
          <p:nvSpPr>
            <p:cNvPr id="2038" name="four:time-step-strips:time-strip-tₐ-cell-171:1761"/>
            <p:cNvSpPr>
              <a:spLocks noGrp="1"/>
            </p:cNvSpPr>
            <p:nvPr/>
          </p:nvSpPr>
          <p:spPr>
            <a:xfrm>
              <a:off x="23870543" y="1581150"/>
              <a:ext cx="15379" cy="276225"/>
            </a:xfrm>
            <a:prstGeom prst="rect">
              <a:avLst/>
            </a:prstGeom>
            <a:solidFill>
              <a:srgbClr val="CC79A7"/>
            </a:solidFill>
            <a:ln w="0">
              <a:noFill/>
              <a:prstDash val="solid"/>
            </a:ln>
          </p:spPr>
        </p:sp>
        <p:sp>
          <p:nvSpPr>
            <p:cNvPr id="2039" name="four:time-step-strips:time-strip-tₐ-cell-172:1762"/>
            <p:cNvSpPr>
              <a:spLocks noGrp="1"/>
            </p:cNvSpPr>
            <p:nvPr/>
          </p:nvSpPr>
          <p:spPr>
            <a:xfrm>
              <a:off x="23885922" y="1581150"/>
              <a:ext cx="15379" cy="276225"/>
            </a:xfrm>
            <a:prstGeom prst="rect">
              <a:avLst/>
            </a:prstGeom>
            <a:solidFill>
              <a:srgbClr val="CC79A7"/>
            </a:solidFill>
            <a:ln w="0">
              <a:noFill/>
              <a:prstDash val="solid"/>
            </a:ln>
          </p:spPr>
        </p:sp>
        <p:sp>
          <p:nvSpPr>
            <p:cNvPr id="2040" name="four:time-step-strips:time-strip-tₐ-cell-173:1763"/>
            <p:cNvSpPr>
              <a:spLocks noGrp="1"/>
            </p:cNvSpPr>
            <p:nvPr/>
          </p:nvSpPr>
          <p:spPr>
            <a:xfrm>
              <a:off x="23901301" y="1581150"/>
              <a:ext cx="15379" cy="276225"/>
            </a:xfrm>
            <a:prstGeom prst="rect">
              <a:avLst/>
            </a:prstGeom>
            <a:solidFill>
              <a:srgbClr val="CC79A7"/>
            </a:solidFill>
            <a:ln w="0">
              <a:noFill/>
              <a:prstDash val="solid"/>
            </a:ln>
          </p:spPr>
        </p:sp>
        <p:sp>
          <p:nvSpPr>
            <p:cNvPr id="2041" name="four:time-step-strips:time-strip-tₐ-cell-174:1764"/>
            <p:cNvSpPr>
              <a:spLocks noGrp="1"/>
            </p:cNvSpPr>
            <p:nvPr/>
          </p:nvSpPr>
          <p:spPr>
            <a:xfrm>
              <a:off x="23916680" y="1581150"/>
              <a:ext cx="15379" cy="276225"/>
            </a:xfrm>
            <a:prstGeom prst="rect">
              <a:avLst/>
            </a:prstGeom>
            <a:solidFill>
              <a:srgbClr val="CC79A7"/>
            </a:solidFill>
            <a:ln w="0">
              <a:noFill/>
              <a:prstDash val="solid"/>
            </a:ln>
          </p:spPr>
        </p:sp>
        <p:sp>
          <p:nvSpPr>
            <p:cNvPr id="2042" name="four:time-step-strips:time-strip-tₐ-cell-175:1765"/>
            <p:cNvSpPr>
              <a:spLocks noGrp="1"/>
            </p:cNvSpPr>
            <p:nvPr/>
          </p:nvSpPr>
          <p:spPr>
            <a:xfrm>
              <a:off x="23932059" y="1581150"/>
              <a:ext cx="15379" cy="276225"/>
            </a:xfrm>
            <a:prstGeom prst="rect">
              <a:avLst/>
            </a:prstGeom>
            <a:solidFill>
              <a:srgbClr val="CC79A7"/>
            </a:solidFill>
            <a:ln w="0">
              <a:noFill/>
              <a:prstDash val="solid"/>
            </a:ln>
          </p:spPr>
        </p:sp>
        <p:sp>
          <p:nvSpPr>
            <p:cNvPr id="2043" name="four:time-step-strips:time-strip-tₐ-cell-176:1766"/>
            <p:cNvSpPr>
              <a:spLocks noGrp="1"/>
            </p:cNvSpPr>
            <p:nvPr/>
          </p:nvSpPr>
          <p:spPr>
            <a:xfrm>
              <a:off x="23947438" y="1581150"/>
              <a:ext cx="15379" cy="276225"/>
            </a:xfrm>
            <a:prstGeom prst="rect">
              <a:avLst/>
            </a:prstGeom>
            <a:solidFill>
              <a:srgbClr val="CC79A7"/>
            </a:solidFill>
            <a:ln w="0">
              <a:noFill/>
              <a:prstDash val="solid"/>
            </a:ln>
          </p:spPr>
        </p:sp>
        <p:sp>
          <p:nvSpPr>
            <p:cNvPr id="2044" name="four:time-step-strips:time-strip-tₐ-cell-177:1767"/>
            <p:cNvSpPr>
              <a:spLocks noGrp="1"/>
            </p:cNvSpPr>
            <p:nvPr/>
          </p:nvSpPr>
          <p:spPr>
            <a:xfrm>
              <a:off x="23962816" y="1581150"/>
              <a:ext cx="15379" cy="276225"/>
            </a:xfrm>
            <a:prstGeom prst="rect">
              <a:avLst/>
            </a:prstGeom>
            <a:solidFill>
              <a:srgbClr val="CC79A7"/>
            </a:solidFill>
            <a:ln w="0">
              <a:noFill/>
              <a:prstDash val="solid"/>
            </a:ln>
          </p:spPr>
        </p:sp>
        <p:sp>
          <p:nvSpPr>
            <p:cNvPr id="2045" name="four:time-step-strips:time-strip-tₐ-cell-178:1768"/>
            <p:cNvSpPr>
              <a:spLocks noGrp="1"/>
            </p:cNvSpPr>
            <p:nvPr/>
          </p:nvSpPr>
          <p:spPr>
            <a:xfrm>
              <a:off x="23978195" y="1581150"/>
              <a:ext cx="15379" cy="276225"/>
            </a:xfrm>
            <a:prstGeom prst="rect">
              <a:avLst/>
            </a:prstGeom>
            <a:solidFill>
              <a:srgbClr val="CC79A7"/>
            </a:solidFill>
            <a:ln w="0">
              <a:noFill/>
              <a:prstDash val="solid"/>
            </a:ln>
          </p:spPr>
        </p:sp>
        <p:sp>
          <p:nvSpPr>
            <p:cNvPr id="2046" name="four:time-step-strips:time-strip-tₐ-cell-179:1769"/>
            <p:cNvSpPr>
              <a:spLocks noGrp="1"/>
            </p:cNvSpPr>
            <p:nvPr/>
          </p:nvSpPr>
          <p:spPr>
            <a:xfrm>
              <a:off x="23993574" y="1581150"/>
              <a:ext cx="15379" cy="276225"/>
            </a:xfrm>
            <a:prstGeom prst="rect">
              <a:avLst/>
            </a:prstGeom>
            <a:solidFill>
              <a:srgbClr val="CC79A7"/>
            </a:solidFill>
            <a:ln w="0">
              <a:noFill/>
              <a:prstDash val="solid"/>
            </a:ln>
          </p:spPr>
        </p:sp>
        <p:sp>
          <p:nvSpPr>
            <p:cNvPr id="2047" name="four:time-step-strips:time-strip-tₐ-cell-180:1770"/>
            <p:cNvSpPr>
              <a:spLocks noGrp="1"/>
            </p:cNvSpPr>
            <p:nvPr/>
          </p:nvSpPr>
          <p:spPr>
            <a:xfrm>
              <a:off x="24008953" y="1581150"/>
              <a:ext cx="15379" cy="276225"/>
            </a:xfrm>
            <a:prstGeom prst="rect">
              <a:avLst/>
            </a:prstGeom>
            <a:solidFill>
              <a:srgbClr val="CC79A7"/>
            </a:solidFill>
            <a:ln w="0">
              <a:noFill/>
              <a:prstDash val="solid"/>
            </a:ln>
          </p:spPr>
        </p:sp>
        <p:sp>
          <p:nvSpPr>
            <p:cNvPr id="2048" name="four:time-step-strips:time-strip-tₐ-cell-181:1771"/>
            <p:cNvSpPr>
              <a:spLocks noGrp="1"/>
            </p:cNvSpPr>
            <p:nvPr/>
          </p:nvSpPr>
          <p:spPr>
            <a:xfrm>
              <a:off x="24024332" y="1581150"/>
              <a:ext cx="15379" cy="276225"/>
            </a:xfrm>
            <a:prstGeom prst="rect">
              <a:avLst/>
            </a:prstGeom>
            <a:solidFill>
              <a:srgbClr val="CC79A7"/>
            </a:solidFill>
            <a:ln w="0">
              <a:noFill/>
              <a:prstDash val="solid"/>
            </a:ln>
          </p:spPr>
        </p:sp>
        <p:sp>
          <p:nvSpPr>
            <p:cNvPr id="2049" name="four:time-step-strips:time-strip-tₐ-cell-182:1772"/>
            <p:cNvSpPr>
              <a:spLocks noGrp="1"/>
            </p:cNvSpPr>
            <p:nvPr/>
          </p:nvSpPr>
          <p:spPr>
            <a:xfrm>
              <a:off x="24039711" y="1581150"/>
              <a:ext cx="15379" cy="276225"/>
            </a:xfrm>
            <a:prstGeom prst="rect">
              <a:avLst/>
            </a:prstGeom>
            <a:solidFill>
              <a:srgbClr val="CC79A7"/>
            </a:solidFill>
            <a:ln w="0">
              <a:noFill/>
              <a:prstDash val="solid"/>
            </a:ln>
          </p:spPr>
        </p:sp>
        <p:sp>
          <p:nvSpPr>
            <p:cNvPr id="2050" name="four:time-step-strips:time-strip-tₐ-cell-183:1773"/>
            <p:cNvSpPr>
              <a:spLocks noGrp="1"/>
            </p:cNvSpPr>
            <p:nvPr/>
          </p:nvSpPr>
          <p:spPr>
            <a:xfrm>
              <a:off x="24055090" y="1581150"/>
              <a:ext cx="15379" cy="276225"/>
            </a:xfrm>
            <a:prstGeom prst="rect">
              <a:avLst/>
            </a:prstGeom>
            <a:solidFill>
              <a:srgbClr val="CE88B0"/>
            </a:solidFill>
            <a:ln w="0">
              <a:noFill/>
              <a:prstDash val="solid"/>
            </a:ln>
          </p:spPr>
        </p:sp>
        <p:sp>
          <p:nvSpPr>
            <p:cNvPr id="2051" name="four:time-step-strips:time-strip-tₐ-cell-184:1774"/>
            <p:cNvSpPr>
              <a:spLocks noGrp="1"/>
            </p:cNvSpPr>
            <p:nvPr/>
          </p:nvSpPr>
          <p:spPr>
            <a:xfrm>
              <a:off x="24070469" y="1581150"/>
              <a:ext cx="15379" cy="276225"/>
            </a:xfrm>
            <a:prstGeom prst="rect">
              <a:avLst/>
            </a:prstGeom>
            <a:solidFill>
              <a:srgbClr val="D2A6C3"/>
            </a:solidFill>
            <a:ln w="0">
              <a:noFill/>
              <a:prstDash val="solid"/>
            </a:ln>
          </p:spPr>
        </p:sp>
        <p:sp>
          <p:nvSpPr>
            <p:cNvPr id="2052" name="four:time-step-strips:time-strip-tₐ-cell-185:1775"/>
            <p:cNvSpPr>
              <a:spLocks noGrp="1"/>
            </p:cNvSpPr>
            <p:nvPr/>
          </p:nvSpPr>
          <p:spPr>
            <a:xfrm>
              <a:off x="24085848" y="1581150"/>
              <a:ext cx="15379" cy="276225"/>
            </a:xfrm>
            <a:prstGeom prst="rect">
              <a:avLst/>
            </a:prstGeom>
            <a:solidFill>
              <a:srgbClr val="D7C8D9"/>
            </a:solidFill>
            <a:ln w="0">
              <a:noFill/>
              <a:prstDash val="solid"/>
            </a:ln>
          </p:spPr>
        </p:sp>
        <p:sp>
          <p:nvSpPr>
            <p:cNvPr id="2053" name="four:time-step-strips:time-strip-tₐ-cell-186:1776"/>
            <p:cNvSpPr>
              <a:spLocks noGrp="1"/>
            </p:cNvSpPr>
            <p:nvPr/>
          </p:nvSpPr>
          <p:spPr>
            <a:xfrm>
              <a:off x="24101227" y="1581150"/>
              <a:ext cx="15379" cy="276225"/>
            </a:xfrm>
            <a:prstGeom prst="rect">
              <a:avLst/>
            </a:prstGeom>
            <a:solidFill>
              <a:srgbClr val="DBE3E5"/>
            </a:solidFill>
            <a:ln w="0">
              <a:noFill/>
              <a:prstDash val="solid"/>
            </a:ln>
          </p:spPr>
        </p:sp>
        <p:sp>
          <p:nvSpPr>
            <p:cNvPr id="2054" name="four:time-step-strips:time-strip-tₐ-cell-187:1777"/>
            <p:cNvSpPr>
              <a:spLocks noGrp="1"/>
            </p:cNvSpPr>
            <p:nvPr/>
          </p:nvSpPr>
          <p:spPr>
            <a:xfrm>
              <a:off x="24116605" y="1581150"/>
              <a:ext cx="15379" cy="276225"/>
            </a:xfrm>
            <a:prstGeom prst="rect">
              <a:avLst/>
            </a:prstGeom>
            <a:solidFill>
              <a:srgbClr val="DCE8ED"/>
            </a:solidFill>
            <a:ln w="0">
              <a:noFill/>
              <a:prstDash val="solid"/>
            </a:ln>
          </p:spPr>
        </p:sp>
        <p:sp>
          <p:nvSpPr>
            <p:cNvPr id="2055" name="four:time-step-strips:time-strip-tₐ-cell-188:1778"/>
            <p:cNvSpPr>
              <a:spLocks noGrp="1"/>
            </p:cNvSpPr>
            <p:nvPr/>
          </p:nvSpPr>
          <p:spPr>
            <a:xfrm>
              <a:off x="24131984" y="1581150"/>
              <a:ext cx="15379" cy="276225"/>
            </a:xfrm>
            <a:prstGeom prst="rect">
              <a:avLst/>
            </a:prstGeom>
            <a:solidFill>
              <a:srgbClr val="DCE8ED"/>
            </a:solidFill>
            <a:ln w="0">
              <a:noFill/>
              <a:prstDash val="solid"/>
            </a:ln>
          </p:spPr>
        </p:sp>
        <p:sp>
          <p:nvSpPr>
            <p:cNvPr id="2056" name="four:time-step-strips:time-strip-tₐ-cell-189:1779"/>
            <p:cNvSpPr>
              <a:spLocks noGrp="1"/>
            </p:cNvSpPr>
            <p:nvPr/>
          </p:nvSpPr>
          <p:spPr>
            <a:xfrm>
              <a:off x="24147363" y="1581150"/>
              <a:ext cx="15379" cy="276225"/>
            </a:xfrm>
            <a:prstGeom prst="rect">
              <a:avLst/>
            </a:prstGeom>
            <a:solidFill>
              <a:srgbClr val="DCE8ED"/>
            </a:solidFill>
            <a:ln w="0">
              <a:noFill/>
              <a:prstDash val="solid"/>
            </a:ln>
          </p:spPr>
        </p:sp>
        <p:sp>
          <p:nvSpPr>
            <p:cNvPr id="2057" name="four:time-step-strips:time-strip-tₐ-cell-190:1780"/>
            <p:cNvSpPr>
              <a:spLocks noGrp="1"/>
            </p:cNvSpPr>
            <p:nvPr/>
          </p:nvSpPr>
          <p:spPr>
            <a:xfrm>
              <a:off x="24162742" y="1581150"/>
              <a:ext cx="15379" cy="276225"/>
            </a:xfrm>
            <a:prstGeom prst="rect">
              <a:avLst/>
            </a:prstGeom>
            <a:solidFill>
              <a:srgbClr val="DCE8ED"/>
            </a:solidFill>
            <a:ln w="0">
              <a:noFill/>
              <a:prstDash val="solid"/>
            </a:ln>
          </p:spPr>
        </p:sp>
        <p:sp>
          <p:nvSpPr>
            <p:cNvPr id="2058" name="four:time-step-strips:time-strip-tₐ-cell-191:1781"/>
            <p:cNvSpPr>
              <a:spLocks noGrp="1"/>
            </p:cNvSpPr>
            <p:nvPr/>
          </p:nvSpPr>
          <p:spPr>
            <a:xfrm>
              <a:off x="24178121" y="1581150"/>
              <a:ext cx="15379" cy="276225"/>
            </a:xfrm>
            <a:prstGeom prst="rect">
              <a:avLst/>
            </a:prstGeom>
            <a:solidFill>
              <a:srgbClr val="DCE8ED"/>
            </a:solidFill>
            <a:ln w="0">
              <a:noFill/>
              <a:prstDash val="solid"/>
            </a:ln>
          </p:spPr>
        </p:sp>
        <p:sp>
          <p:nvSpPr>
            <p:cNvPr id="2059" name="four:time-step-strips:time-strip-tₐ-border:1782"/>
            <p:cNvSpPr>
              <a:spLocks noGrp="1"/>
            </p:cNvSpPr>
            <p:nvPr/>
          </p:nvSpPr>
          <p:spPr>
            <a:xfrm>
              <a:off x="21240750" y="1581150"/>
              <a:ext cx="2952750" cy="276225"/>
            </a:xfrm>
            <a:prstGeom prst="rect">
              <a:avLst/>
            </a:prstGeom>
            <a:noFill/>
            <a:ln w="7620">
              <a:solidFill>
                <a:srgbClr val="263238"/>
              </a:solidFill>
              <a:prstDash val="solid"/>
            </a:ln>
          </p:spPr>
        </p:sp>
        <p:sp>
          <p:nvSpPr>
            <p:cNvPr id="2060" name="four:time-step-strips:textbox:1783"/>
            <p:cNvSpPr>
              <a:spLocks noGrp="1"/>
            </p:cNvSpPr>
            <p:nvPr/>
          </p:nvSpPr>
          <p:spPr>
            <a:xfrm>
              <a:off x="20831175" y="2266950"/>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tᵦ</a:t>
              </a:r>
              <a:endParaRPr sz="2025" b="0">
                <a:solidFill>
                  <a:srgbClr val="263238"/>
                </a:solidFill>
                <a:latin typeface="Arial" panose="020B0604020202090204"/>
                <a:ea typeface="Arial" panose="020B0604020202090204"/>
                <a:cs typeface="Arial" panose="020B0604020202090204"/>
              </a:endParaRPr>
            </a:p>
          </p:txBody>
        </p:sp>
        <p:sp>
          <p:nvSpPr>
            <p:cNvPr id="2061" name="four:time-step-strips:time-strip-tᵦ-cell-0:1784"/>
            <p:cNvSpPr>
              <a:spLocks noGrp="1"/>
            </p:cNvSpPr>
            <p:nvPr/>
          </p:nvSpPr>
          <p:spPr>
            <a:xfrm>
              <a:off x="21240750" y="2295525"/>
              <a:ext cx="15379" cy="276225"/>
            </a:xfrm>
            <a:prstGeom prst="rect">
              <a:avLst/>
            </a:prstGeom>
            <a:solidFill>
              <a:srgbClr val="DCE8ED"/>
            </a:solidFill>
            <a:ln w="0">
              <a:noFill/>
              <a:prstDash val="solid"/>
            </a:ln>
          </p:spPr>
        </p:sp>
        <p:sp>
          <p:nvSpPr>
            <p:cNvPr id="2062" name="four:time-step-strips:time-strip-tᵦ-cell-1:1785"/>
            <p:cNvSpPr>
              <a:spLocks noGrp="1"/>
            </p:cNvSpPr>
            <p:nvPr/>
          </p:nvSpPr>
          <p:spPr>
            <a:xfrm>
              <a:off x="21256129" y="2295525"/>
              <a:ext cx="15379" cy="276225"/>
            </a:xfrm>
            <a:prstGeom prst="rect">
              <a:avLst/>
            </a:prstGeom>
            <a:solidFill>
              <a:srgbClr val="DCE8ED"/>
            </a:solidFill>
            <a:ln w="0">
              <a:noFill/>
              <a:prstDash val="solid"/>
            </a:ln>
          </p:spPr>
        </p:sp>
        <p:sp>
          <p:nvSpPr>
            <p:cNvPr id="2063" name="four:time-step-strips:time-strip-tᵦ-cell-2:1786"/>
            <p:cNvSpPr>
              <a:spLocks noGrp="1"/>
            </p:cNvSpPr>
            <p:nvPr/>
          </p:nvSpPr>
          <p:spPr>
            <a:xfrm>
              <a:off x="21271508" y="2295525"/>
              <a:ext cx="15379" cy="276225"/>
            </a:xfrm>
            <a:prstGeom prst="rect">
              <a:avLst/>
            </a:prstGeom>
            <a:solidFill>
              <a:srgbClr val="5AA2CA"/>
            </a:solidFill>
            <a:ln w="0">
              <a:noFill/>
              <a:prstDash val="solid"/>
            </a:ln>
          </p:spPr>
        </p:sp>
        <p:sp>
          <p:nvSpPr>
            <p:cNvPr id="2064" name="four:time-step-strips:time-strip-tᵦ-cell-3:1787"/>
            <p:cNvSpPr>
              <a:spLocks noGrp="1"/>
            </p:cNvSpPr>
            <p:nvPr/>
          </p:nvSpPr>
          <p:spPr>
            <a:xfrm>
              <a:off x="21286887" y="2295525"/>
              <a:ext cx="15379" cy="276225"/>
            </a:xfrm>
            <a:prstGeom prst="rect">
              <a:avLst/>
            </a:prstGeom>
            <a:solidFill>
              <a:srgbClr val="0072B2"/>
            </a:solidFill>
            <a:ln w="0">
              <a:noFill/>
              <a:prstDash val="solid"/>
            </a:ln>
          </p:spPr>
        </p:sp>
        <p:sp>
          <p:nvSpPr>
            <p:cNvPr id="2065" name="four:time-step-strips:time-strip-tᵦ-cell-4:1788"/>
            <p:cNvSpPr>
              <a:spLocks noGrp="1"/>
            </p:cNvSpPr>
            <p:nvPr/>
          </p:nvSpPr>
          <p:spPr>
            <a:xfrm>
              <a:off x="21302266" y="2295525"/>
              <a:ext cx="15379" cy="276225"/>
            </a:xfrm>
            <a:prstGeom prst="rect">
              <a:avLst/>
            </a:prstGeom>
            <a:solidFill>
              <a:srgbClr val="0072B2"/>
            </a:solidFill>
            <a:ln w="0">
              <a:noFill/>
              <a:prstDash val="solid"/>
            </a:ln>
          </p:spPr>
        </p:sp>
        <p:sp>
          <p:nvSpPr>
            <p:cNvPr id="2066" name="four:time-step-strips:time-strip-tᵦ-cell-5:1789"/>
            <p:cNvSpPr>
              <a:spLocks noGrp="1"/>
            </p:cNvSpPr>
            <p:nvPr/>
          </p:nvSpPr>
          <p:spPr>
            <a:xfrm>
              <a:off x="21317645" y="2295525"/>
              <a:ext cx="15379" cy="276225"/>
            </a:xfrm>
            <a:prstGeom prst="rect">
              <a:avLst/>
            </a:prstGeom>
            <a:solidFill>
              <a:srgbClr val="0072B2"/>
            </a:solidFill>
            <a:ln w="0">
              <a:noFill/>
              <a:prstDash val="solid"/>
            </a:ln>
          </p:spPr>
        </p:sp>
        <p:sp>
          <p:nvSpPr>
            <p:cNvPr id="2067" name="four:time-step-strips:time-strip-tᵦ-cell-6:1790"/>
            <p:cNvSpPr>
              <a:spLocks noGrp="1"/>
            </p:cNvSpPr>
            <p:nvPr/>
          </p:nvSpPr>
          <p:spPr>
            <a:xfrm>
              <a:off x="21333023" y="2295525"/>
              <a:ext cx="15379" cy="276225"/>
            </a:xfrm>
            <a:prstGeom prst="rect">
              <a:avLst/>
            </a:prstGeom>
            <a:solidFill>
              <a:srgbClr val="0072B2"/>
            </a:solidFill>
            <a:ln w="0">
              <a:noFill/>
              <a:prstDash val="solid"/>
            </a:ln>
          </p:spPr>
        </p:sp>
        <p:sp>
          <p:nvSpPr>
            <p:cNvPr id="2068" name="four:time-step-strips:time-strip-tᵦ-cell-7:1791"/>
            <p:cNvSpPr>
              <a:spLocks noGrp="1"/>
            </p:cNvSpPr>
            <p:nvPr/>
          </p:nvSpPr>
          <p:spPr>
            <a:xfrm>
              <a:off x="21348402" y="2295525"/>
              <a:ext cx="15379" cy="276225"/>
            </a:xfrm>
            <a:prstGeom prst="rect">
              <a:avLst/>
            </a:prstGeom>
            <a:solidFill>
              <a:srgbClr val="0072B2"/>
            </a:solidFill>
            <a:ln w="0">
              <a:noFill/>
              <a:prstDash val="solid"/>
            </a:ln>
          </p:spPr>
        </p:sp>
        <p:sp>
          <p:nvSpPr>
            <p:cNvPr id="2069" name="four:time-step-strips:time-strip-tᵦ-cell-8:1792"/>
            <p:cNvSpPr>
              <a:spLocks noGrp="1"/>
            </p:cNvSpPr>
            <p:nvPr/>
          </p:nvSpPr>
          <p:spPr>
            <a:xfrm>
              <a:off x="21363781" y="2295525"/>
              <a:ext cx="15379" cy="276225"/>
            </a:xfrm>
            <a:prstGeom prst="rect">
              <a:avLst/>
            </a:prstGeom>
            <a:solidFill>
              <a:srgbClr val="0072B2"/>
            </a:solidFill>
            <a:ln w="0">
              <a:noFill/>
              <a:prstDash val="solid"/>
            </a:ln>
          </p:spPr>
        </p:sp>
        <p:sp>
          <p:nvSpPr>
            <p:cNvPr id="2070" name="four:time-step-strips:time-strip-tᵦ-cell-9:1793"/>
            <p:cNvSpPr>
              <a:spLocks noGrp="1"/>
            </p:cNvSpPr>
            <p:nvPr/>
          </p:nvSpPr>
          <p:spPr>
            <a:xfrm>
              <a:off x="21379160" y="2295525"/>
              <a:ext cx="15379" cy="276225"/>
            </a:xfrm>
            <a:prstGeom prst="rect">
              <a:avLst/>
            </a:prstGeom>
            <a:solidFill>
              <a:srgbClr val="0072B2"/>
            </a:solidFill>
            <a:ln w="0">
              <a:noFill/>
              <a:prstDash val="solid"/>
            </a:ln>
          </p:spPr>
        </p:sp>
        <p:sp>
          <p:nvSpPr>
            <p:cNvPr id="2071" name="four:time-step-strips:time-strip-tᵦ-cell-10:1794"/>
            <p:cNvSpPr>
              <a:spLocks noGrp="1"/>
            </p:cNvSpPr>
            <p:nvPr/>
          </p:nvSpPr>
          <p:spPr>
            <a:xfrm>
              <a:off x="21394539" y="2295525"/>
              <a:ext cx="15379" cy="276225"/>
            </a:xfrm>
            <a:prstGeom prst="rect">
              <a:avLst/>
            </a:prstGeom>
            <a:solidFill>
              <a:srgbClr val="0072B2"/>
            </a:solidFill>
            <a:ln w="0">
              <a:noFill/>
              <a:prstDash val="solid"/>
            </a:ln>
          </p:spPr>
        </p:sp>
        <p:sp>
          <p:nvSpPr>
            <p:cNvPr id="2072" name="four:time-step-strips:time-strip-tᵦ-cell-11:1795"/>
            <p:cNvSpPr>
              <a:spLocks noGrp="1"/>
            </p:cNvSpPr>
            <p:nvPr/>
          </p:nvSpPr>
          <p:spPr>
            <a:xfrm>
              <a:off x="21409918" y="2295525"/>
              <a:ext cx="15379" cy="276225"/>
            </a:xfrm>
            <a:prstGeom prst="rect">
              <a:avLst/>
            </a:prstGeom>
            <a:solidFill>
              <a:srgbClr val="0072B2"/>
            </a:solidFill>
            <a:ln w="0">
              <a:noFill/>
              <a:prstDash val="solid"/>
            </a:ln>
          </p:spPr>
        </p:sp>
        <p:sp>
          <p:nvSpPr>
            <p:cNvPr id="2073" name="four:time-step-strips:time-strip-tᵦ-cell-12:1796"/>
            <p:cNvSpPr>
              <a:spLocks noGrp="1"/>
            </p:cNvSpPr>
            <p:nvPr/>
          </p:nvSpPr>
          <p:spPr>
            <a:xfrm>
              <a:off x="21425297" y="2295525"/>
              <a:ext cx="15379" cy="276225"/>
            </a:xfrm>
            <a:prstGeom prst="rect">
              <a:avLst/>
            </a:prstGeom>
            <a:solidFill>
              <a:srgbClr val="0072B2"/>
            </a:solidFill>
            <a:ln w="0">
              <a:noFill/>
              <a:prstDash val="solid"/>
            </a:ln>
          </p:spPr>
        </p:sp>
        <p:sp>
          <p:nvSpPr>
            <p:cNvPr id="2074" name="four:time-step-strips:time-strip-tᵦ-cell-13:1797"/>
            <p:cNvSpPr>
              <a:spLocks noGrp="1"/>
            </p:cNvSpPr>
            <p:nvPr/>
          </p:nvSpPr>
          <p:spPr>
            <a:xfrm>
              <a:off x="21440676" y="2295525"/>
              <a:ext cx="15379" cy="276225"/>
            </a:xfrm>
            <a:prstGeom prst="rect">
              <a:avLst/>
            </a:prstGeom>
            <a:solidFill>
              <a:srgbClr val="0072B2"/>
            </a:solidFill>
            <a:ln w="0">
              <a:noFill/>
              <a:prstDash val="solid"/>
            </a:ln>
          </p:spPr>
        </p:sp>
        <p:sp>
          <p:nvSpPr>
            <p:cNvPr id="2075" name="four:time-step-strips:time-strip-tᵦ-cell-14:1798"/>
            <p:cNvSpPr>
              <a:spLocks noGrp="1"/>
            </p:cNvSpPr>
            <p:nvPr/>
          </p:nvSpPr>
          <p:spPr>
            <a:xfrm>
              <a:off x="21456055" y="2295525"/>
              <a:ext cx="15379" cy="276225"/>
            </a:xfrm>
            <a:prstGeom prst="rect">
              <a:avLst/>
            </a:prstGeom>
            <a:solidFill>
              <a:srgbClr val="0072B2"/>
            </a:solidFill>
            <a:ln w="0">
              <a:noFill/>
              <a:prstDash val="solid"/>
            </a:ln>
          </p:spPr>
        </p:sp>
        <p:sp>
          <p:nvSpPr>
            <p:cNvPr id="2076" name="four:time-step-strips:time-strip-tᵦ-cell-15:1799"/>
            <p:cNvSpPr>
              <a:spLocks noGrp="1"/>
            </p:cNvSpPr>
            <p:nvPr/>
          </p:nvSpPr>
          <p:spPr>
            <a:xfrm>
              <a:off x="21471434" y="2295525"/>
              <a:ext cx="15379" cy="276225"/>
            </a:xfrm>
            <a:prstGeom prst="rect">
              <a:avLst/>
            </a:prstGeom>
            <a:solidFill>
              <a:srgbClr val="0072B2"/>
            </a:solidFill>
            <a:ln w="0">
              <a:noFill/>
              <a:prstDash val="solid"/>
            </a:ln>
          </p:spPr>
        </p:sp>
        <p:sp>
          <p:nvSpPr>
            <p:cNvPr id="2077" name="four:time-step-strips:time-strip-tᵦ-cell-16:1800"/>
            <p:cNvSpPr>
              <a:spLocks noGrp="1"/>
            </p:cNvSpPr>
            <p:nvPr/>
          </p:nvSpPr>
          <p:spPr>
            <a:xfrm>
              <a:off x="21486812" y="2295525"/>
              <a:ext cx="15379" cy="276225"/>
            </a:xfrm>
            <a:prstGeom prst="rect">
              <a:avLst/>
            </a:prstGeom>
            <a:solidFill>
              <a:srgbClr val="0072B2"/>
            </a:solidFill>
            <a:ln w="0">
              <a:noFill/>
              <a:prstDash val="solid"/>
            </a:ln>
          </p:spPr>
        </p:sp>
        <p:sp>
          <p:nvSpPr>
            <p:cNvPr id="2078" name="four:time-step-strips:time-strip-tᵦ-cell-17:1801"/>
            <p:cNvSpPr>
              <a:spLocks noGrp="1"/>
            </p:cNvSpPr>
            <p:nvPr/>
          </p:nvSpPr>
          <p:spPr>
            <a:xfrm>
              <a:off x="21502191" y="2295525"/>
              <a:ext cx="15379" cy="276225"/>
            </a:xfrm>
            <a:prstGeom prst="rect">
              <a:avLst/>
            </a:prstGeom>
            <a:solidFill>
              <a:srgbClr val="0072B2"/>
            </a:solidFill>
            <a:ln w="0">
              <a:noFill/>
              <a:prstDash val="solid"/>
            </a:ln>
          </p:spPr>
        </p:sp>
        <p:sp>
          <p:nvSpPr>
            <p:cNvPr id="2079" name="four:time-step-strips:time-strip-tᵦ-cell-18:1802"/>
            <p:cNvSpPr>
              <a:spLocks noGrp="1"/>
            </p:cNvSpPr>
            <p:nvPr/>
          </p:nvSpPr>
          <p:spPr>
            <a:xfrm>
              <a:off x="21517570" y="2295525"/>
              <a:ext cx="15379" cy="276225"/>
            </a:xfrm>
            <a:prstGeom prst="rect">
              <a:avLst/>
            </a:prstGeom>
            <a:solidFill>
              <a:srgbClr val="0072B2"/>
            </a:solidFill>
            <a:ln w="0">
              <a:noFill/>
              <a:prstDash val="solid"/>
            </a:ln>
          </p:spPr>
        </p:sp>
        <p:sp>
          <p:nvSpPr>
            <p:cNvPr id="2080" name="four:time-step-strips:time-strip-tᵦ-cell-19:1803"/>
            <p:cNvSpPr>
              <a:spLocks noGrp="1"/>
            </p:cNvSpPr>
            <p:nvPr/>
          </p:nvSpPr>
          <p:spPr>
            <a:xfrm>
              <a:off x="21532949" y="2295525"/>
              <a:ext cx="15379" cy="276225"/>
            </a:xfrm>
            <a:prstGeom prst="rect">
              <a:avLst/>
            </a:prstGeom>
            <a:solidFill>
              <a:srgbClr val="0072B2"/>
            </a:solidFill>
            <a:ln w="0">
              <a:noFill/>
              <a:prstDash val="solid"/>
            </a:ln>
          </p:spPr>
        </p:sp>
        <p:sp>
          <p:nvSpPr>
            <p:cNvPr id="2081" name="four:time-step-strips:time-strip-tᵦ-cell-20:1804"/>
            <p:cNvSpPr>
              <a:spLocks noGrp="1"/>
            </p:cNvSpPr>
            <p:nvPr/>
          </p:nvSpPr>
          <p:spPr>
            <a:xfrm>
              <a:off x="21548328" y="2295525"/>
              <a:ext cx="15379" cy="276225"/>
            </a:xfrm>
            <a:prstGeom prst="rect">
              <a:avLst/>
            </a:prstGeom>
            <a:solidFill>
              <a:srgbClr val="0072B2"/>
            </a:solidFill>
            <a:ln w="0">
              <a:noFill/>
              <a:prstDash val="solid"/>
            </a:ln>
          </p:spPr>
        </p:sp>
        <p:sp>
          <p:nvSpPr>
            <p:cNvPr id="2082" name="four:time-step-strips:time-strip-tᵦ-cell-21:1805"/>
            <p:cNvSpPr>
              <a:spLocks noGrp="1"/>
            </p:cNvSpPr>
            <p:nvPr/>
          </p:nvSpPr>
          <p:spPr>
            <a:xfrm>
              <a:off x="21563707" y="2295525"/>
              <a:ext cx="15379" cy="276225"/>
            </a:xfrm>
            <a:prstGeom prst="rect">
              <a:avLst/>
            </a:prstGeom>
            <a:solidFill>
              <a:srgbClr val="0072B2"/>
            </a:solidFill>
            <a:ln w="0">
              <a:noFill/>
              <a:prstDash val="solid"/>
            </a:ln>
          </p:spPr>
        </p:sp>
        <p:sp>
          <p:nvSpPr>
            <p:cNvPr id="2083" name="four:time-step-strips:time-strip-tᵦ-cell-22:1806"/>
            <p:cNvSpPr>
              <a:spLocks noGrp="1"/>
            </p:cNvSpPr>
            <p:nvPr/>
          </p:nvSpPr>
          <p:spPr>
            <a:xfrm>
              <a:off x="21579086" y="2295525"/>
              <a:ext cx="15379" cy="276225"/>
            </a:xfrm>
            <a:prstGeom prst="rect">
              <a:avLst/>
            </a:prstGeom>
            <a:solidFill>
              <a:srgbClr val="0072B2"/>
            </a:solidFill>
            <a:ln w="0">
              <a:noFill/>
              <a:prstDash val="solid"/>
            </a:ln>
          </p:spPr>
        </p:sp>
        <p:sp>
          <p:nvSpPr>
            <p:cNvPr id="2084" name="four:time-step-strips:time-strip-tᵦ-cell-23:1807"/>
            <p:cNvSpPr>
              <a:spLocks noGrp="1"/>
            </p:cNvSpPr>
            <p:nvPr/>
          </p:nvSpPr>
          <p:spPr>
            <a:xfrm>
              <a:off x="21594465" y="2295525"/>
              <a:ext cx="15379" cy="276225"/>
            </a:xfrm>
            <a:prstGeom prst="rect">
              <a:avLst/>
            </a:prstGeom>
            <a:solidFill>
              <a:srgbClr val="0977B4"/>
            </a:solidFill>
            <a:ln w="0">
              <a:noFill/>
              <a:prstDash val="solid"/>
            </a:ln>
          </p:spPr>
        </p:sp>
        <p:sp>
          <p:nvSpPr>
            <p:cNvPr id="2085" name="four:time-step-strips:time-strip-tᵦ-cell-24:1808"/>
            <p:cNvSpPr>
              <a:spLocks noGrp="1"/>
            </p:cNvSpPr>
            <p:nvPr/>
          </p:nvSpPr>
          <p:spPr>
            <a:xfrm>
              <a:off x="21609844" y="2295525"/>
              <a:ext cx="15379" cy="276225"/>
            </a:xfrm>
            <a:prstGeom prst="rect">
              <a:avLst/>
            </a:prstGeom>
            <a:solidFill>
              <a:srgbClr val="2385BB"/>
            </a:solidFill>
            <a:ln w="0">
              <a:noFill/>
              <a:prstDash val="solid"/>
            </a:ln>
          </p:spPr>
        </p:sp>
        <p:sp>
          <p:nvSpPr>
            <p:cNvPr id="2086" name="four:time-step-strips:time-strip-tᵦ-cell-25:1809"/>
            <p:cNvSpPr>
              <a:spLocks noGrp="1"/>
            </p:cNvSpPr>
            <p:nvPr/>
          </p:nvSpPr>
          <p:spPr>
            <a:xfrm>
              <a:off x="21625223" y="2295525"/>
              <a:ext cx="15379" cy="276225"/>
            </a:xfrm>
            <a:prstGeom prst="rect">
              <a:avLst/>
            </a:prstGeom>
            <a:solidFill>
              <a:srgbClr val="4899C5"/>
            </a:solidFill>
            <a:ln w="0">
              <a:noFill/>
              <a:prstDash val="solid"/>
            </a:ln>
          </p:spPr>
        </p:sp>
        <p:sp>
          <p:nvSpPr>
            <p:cNvPr id="2087" name="four:time-step-strips:time-strip-tᵦ-cell-26:1810"/>
            <p:cNvSpPr>
              <a:spLocks noGrp="1"/>
            </p:cNvSpPr>
            <p:nvPr/>
          </p:nvSpPr>
          <p:spPr>
            <a:xfrm>
              <a:off x="21640602" y="2295525"/>
              <a:ext cx="15379" cy="276225"/>
            </a:xfrm>
            <a:prstGeom prst="rect">
              <a:avLst/>
            </a:prstGeom>
            <a:solidFill>
              <a:srgbClr val="72AFD1"/>
            </a:solidFill>
            <a:ln w="0">
              <a:noFill/>
              <a:prstDash val="solid"/>
            </a:ln>
          </p:spPr>
        </p:sp>
        <p:sp>
          <p:nvSpPr>
            <p:cNvPr id="2088" name="four:time-step-strips:time-strip-tᵦ-cell-27:1811"/>
            <p:cNvSpPr>
              <a:spLocks noGrp="1"/>
            </p:cNvSpPr>
            <p:nvPr/>
          </p:nvSpPr>
          <p:spPr>
            <a:xfrm>
              <a:off x="21655980" y="2295525"/>
              <a:ext cx="15379" cy="276225"/>
            </a:xfrm>
            <a:prstGeom prst="rect">
              <a:avLst/>
            </a:prstGeom>
            <a:solidFill>
              <a:srgbClr val="9CC5DC"/>
            </a:solidFill>
            <a:ln w="0">
              <a:noFill/>
              <a:prstDash val="solid"/>
            </a:ln>
          </p:spPr>
        </p:sp>
        <p:sp>
          <p:nvSpPr>
            <p:cNvPr id="2089" name="four:time-step-strips:time-strip-tᵦ-cell-28:1812"/>
            <p:cNvSpPr>
              <a:spLocks noGrp="1"/>
            </p:cNvSpPr>
            <p:nvPr/>
          </p:nvSpPr>
          <p:spPr>
            <a:xfrm>
              <a:off x="21671359" y="2295525"/>
              <a:ext cx="15379" cy="276225"/>
            </a:xfrm>
            <a:prstGeom prst="rect">
              <a:avLst/>
            </a:prstGeom>
            <a:solidFill>
              <a:srgbClr val="C9DBE4"/>
            </a:solidFill>
            <a:ln w="0">
              <a:noFill/>
              <a:prstDash val="solid"/>
            </a:ln>
          </p:spPr>
        </p:sp>
        <p:sp>
          <p:nvSpPr>
            <p:cNvPr id="2090" name="four:time-step-strips:time-strip-tᵦ-cell-29:1813"/>
            <p:cNvSpPr>
              <a:spLocks noGrp="1"/>
            </p:cNvSpPr>
            <p:nvPr/>
          </p:nvSpPr>
          <p:spPr>
            <a:xfrm>
              <a:off x="21686738" y="2295525"/>
              <a:ext cx="15379" cy="276225"/>
            </a:xfrm>
            <a:prstGeom prst="rect">
              <a:avLst/>
            </a:prstGeom>
            <a:solidFill>
              <a:srgbClr val="D8E5EB"/>
            </a:solidFill>
            <a:ln w="0">
              <a:noFill/>
              <a:prstDash val="solid"/>
            </a:ln>
          </p:spPr>
        </p:sp>
        <p:sp>
          <p:nvSpPr>
            <p:cNvPr id="2091" name="four:time-step-strips:time-strip-tᵦ-cell-30:1814"/>
            <p:cNvSpPr>
              <a:spLocks noGrp="1"/>
            </p:cNvSpPr>
            <p:nvPr/>
          </p:nvSpPr>
          <p:spPr>
            <a:xfrm>
              <a:off x="21702117" y="2295525"/>
              <a:ext cx="15379" cy="276225"/>
            </a:xfrm>
            <a:prstGeom prst="rect">
              <a:avLst/>
            </a:prstGeom>
            <a:solidFill>
              <a:srgbClr val="DCE8ED"/>
            </a:solidFill>
            <a:ln w="0">
              <a:noFill/>
              <a:prstDash val="solid"/>
            </a:ln>
          </p:spPr>
        </p:sp>
        <p:sp>
          <p:nvSpPr>
            <p:cNvPr id="2092" name="four:time-step-strips:time-strip-tᵦ-cell-31:1815"/>
            <p:cNvSpPr>
              <a:spLocks noGrp="1"/>
            </p:cNvSpPr>
            <p:nvPr/>
          </p:nvSpPr>
          <p:spPr>
            <a:xfrm>
              <a:off x="21717496" y="2295525"/>
              <a:ext cx="15379" cy="276225"/>
            </a:xfrm>
            <a:prstGeom prst="rect">
              <a:avLst/>
            </a:prstGeom>
            <a:solidFill>
              <a:srgbClr val="DCE8ED"/>
            </a:solidFill>
            <a:ln w="0">
              <a:noFill/>
              <a:prstDash val="solid"/>
            </a:ln>
          </p:spPr>
        </p:sp>
        <p:sp>
          <p:nvSpPr>
            <p:cNvPr id="2093" name="four:time-step-strips:time-strip-tᵦ-cell-32:1816"/>
            <p:cNvSpPr>
              <a:spLocks noGrp="1"/>
            </p:cNvSpPr>
            <p:nvPr/>
          </p:nvSpPr>
          <p:spPr>
            <a:xfrm>
              <a:off x="21732875" y="2295525"/>
              <a:ext cx="15379" cy="276225"/>
            </a:xfrm>
            <a:prstGeom prst="rect">
              <a:avLst/>
            </a:prstGeom>
            <a:solidFill>
              <a:srgbClr val="DCE8ED"/>
            </a:solidFill>
            <a:ln w="0">
              <a:noFill/>
              <a:prstDash val="solid"/>
            </a:ln>
          </p:spPr>
        </p:sp>
        <p:sp>
          <p:nvSpPr>
            <p:cNvPr id="2094" name="four:time-step-strips:time-strip-tᵦ-cell-33:1817"/>
            <p:cNvSpPr>
              <a:spLocks noGrp="1"/>
            </p:cNvSpPr>
            <p:nvPr/>
          </p:nvSpPr>
          <p:spPr>
            <a:xfrm>
              <a:off x="21748254" y="2295525"/>
              <a:ext cx="15379" cy="276225"/>
            </a:xfrm>
            <a:prstGeom prst="rect">
              <a:avLst/>
            </a:prstGeom>
            <a:solidFill>
              <a:srgbClr val="DCE8ED"/>
            </a:solidFill>
            <a:ln w="0">
              <a:noFill/>
              <a:prstDash val="solid"/>
            </a:ln>
          </p:spPr>
        </p:sp>
        <p:sp>
          <p:nvSpPr>
            <p:cNvPr id="2095" name="four:time-step-strips:time-strip-tᵦ-cell-34:1818"/>
            <p:cNvSpPr>
              <a:spLocks noGrp="1"/>
            </p:cNvSpPr>
            <p:nvPr/>
          </p:nvSpPr>
          <p:spPr>
            <a:xfrm>
              <a:off x="21763633" y="2295525"/>
              <a:ext cx="15379" cy="276225"/>
            </a:xfrm>
            <a:prstGeom prst="rect">
              <a:avLst/>
            </a:prstGeom>
            <a:solidFill>
              <a:srgbClr val="DCE8ED"/>
            </a:solidFill>
            <a:ln w="0">
              <a:noFill/>
              <a:prstDash val="solid"/>
            </a:ln>
          </p:spPr>
        </p:sp>
        <p:sp>
          <p:nvSpPr>
            <p:cNvPr id="2096" name="four:time-step-strips:time-strip-tᵦ-cell-35:1819"/>
            <p:cNvSpPr>
              <a:spLocks noGrp="1"/>
            </p:cNvSpPr>
            <p:nvPr/>
          </p:nvSpPr>
          <p:spPr>
            <a:xfrm>
              <a:off x="21779012" y="2295525"/>
              <a:ext cx="15379" cy="276225"/>
            </a:xfrm>
            <a:prstGeom prst="rect">
              <a:avLst/>
            </a:prstGeom>
            <a:solidFill>
              <a:srgbClr val="DCE8ED"/>
            </a:solidFill>
            <a:ln w="0">
              <a:noFill/>
              <a:prstDash val="solid"/>
            </a:ln>
          </p:spPr>
        </p:sp>
        <p:sp>
          <p:nvSpPr>
            <p:cNvPr id="2097" name="four:time-step-strips:time-strip-tᵦ-cell-36:1820"/>
            <p:cNvSpPr>
              <a:spLocks noGrp="1"/>
            </p:cNvSpPr>
            <p:nvPr/>
          </p:nvSpPr>
          <p:spPr>
            <a:xfrm>
              <a:off x="21794391" y="2295525"/>
              <a:ext cx="15379" cy="276225"/>
            </a:xfrm>
            <a:prstGeom prst="rect">
              <a:avLst/>
            </a:prstGeom>
            <a:solidFill>
              <a:srgbClr val="DCE8ED"/>
            </a:solidFill>
            <a:ln w="0">
              <a:noFill/>
              <a:prstDash val="solid"/>
            </a:ln>
          </p:spPr>
        </p:sp>
        <p:sp>
          <p:nvSpPr>
            <p:cNvPr id="2098" name="four:time-step-strips:time-strip-tᵦ-cell-37:1821"/>
            <p:cNvSpPr>
              <a:spLocks noGrp="1"/>
            </p:cNvSpPr>
            <p:nvPr/>
          </p:nvSpPr>
          <p:spPr>
            <a:xfrm>
              <a:off x="21809770" y="2295525"/>
              <a:ext cx="15379" cy="276225"/>
            </a:xfrm>
            <a:prstGeom prst="rect">
              <a:avLst/>
            </a:prstGeom>
            <a:solidFill>
              <a:srgbClr val="DCE8ED"/>
            </a:solidFill>
            <a:ln w="0">
              <a:noFill/>
              <a:prstDash val="solid"/>
            </a:ln>
          </p:spPr>
        </p:sp>
        <p:sp>
          <p:nvSpPr>
            <p:cNvPr id="2099" name="four:time-step-strips:time-strip-tᵦ-cell-38:1822"/>
            <p:cNvSpPr>
              <a:spLocks noGrp="1"/>
            </p:cNvSpPr>
            <p:nvPr/>
          </p:nvSpPr>
          <p:spPr>
            <a:xfrm>
              <a:off x="21825148" y="2295525"/>
              <a:ext cx="15379" cy="276225"/>
            </a:xfrm>
            <a:prstGeom prst="rect">
              <a:avLst/>
            </a:prstGeom>
            <a:solidFill>
              <a:srgbClr val="DCE8ED"/>
            </a:solidFill>
            <a:ln w="0">
              <a:noFill/>
              <a:prstDash val="solid"/>
            </a:ln>
          </p:spPr>
        </p:sp>
        <p:sp>
          <p:nvSpPr>
            <p:cNvPr id="2100" name="four:time-step-strips:time-strip-tᵦ-cell-39:1823"/>
            <p:cNvSpPr>
              <a:spLocks noGrp="1"/>
            </p:cNvSpPr>
            <p:nvPr/>
          </p:nvSpPr>
          <p:spPr>
            <a:xfrm>
              <a:off x="21840527" y="2295525"/>
              <a:ext cx="15379" cy="276225"/>
            </a:xfrm>
            <a:prstGeom prst="rect">
              <a:avLst/>
            </a:prstGeom>
            <a:solidFill>
              <a:srgbClr val="DCE8ED"/>
            </a:solidFill>
            <a:ln w="0">
              <a:noFill/>
              <a:prstDash val="solid"/>
            </a:ln>
          </p:spPr>
        </p:sp>
        <p:sp>
          <p:nvSpPr>
            <p:cNvPr id="2101" name="four:time-step-strips:time-strip-tᵦ-cell-40:1824"/>
            <p:cNvSpPr>
              <a:spLocks noGrp="1"/>
            </p:cNvSpPr>
            <p:nvPr/>
          </p:nvSpPr>
          <p:spPr>
            <a:xfrm>
              <a:off x="21855906" y="2295525"/>
              <a:ext cx="15379" cy="276225"/>
            </a:xfrm>
            <a:prstGeom prst="rect">
              <a:avLst/>
            </a:prstGeom>
            <a:solidFill>
              <a:srgbClr val="DCE8ED"/>
            </a:solidFill>
            <a:ln w="0">
              <a:noFill/>
              <a:prstDash val="solid"/>
            </a:ln>
          </p:spPr>
        </p:sp>
        <p:sp>
          <p:nvSpPr>
            <p:cNvPr id="2102" name="four:time-step-strips:time-strip-tᵦ-cell-41:1825"/>
            <p:cNvSpPr>
              <a:spLocks noGrp="1"/>
            </p:cNvSpPr>
            <p:nvPr/>
          </p:nvSpPr>
          <p:spPr>
            <a:xfrm>
              <a:off x="21871285" y="2295525"/>
              <a:ext cx="15379" cy="276225"/>
            </a:xfrm>
            <a:prstGeom prst="rect">
              <a:avLst/>
            </a:prstGeom>
            <a:solidFill>
              <a:srgbClr val="DCE8ED"/>
            </a:solidFill>
            <a:ln w="0">
              <a:noFill/>
              <a:prstDash val="solid"/>
            </a:ln>
          </p:spPr>
        </p:sp>
        <p:sp>
          <p:nvSpPr>
            <p:cNvPr id="2103" name="four:time-step-strips:time-strip-tᵦ-cell-42:1826"/>
            <p:cNvSpPr>
              <a:spLocks noGrp="1"/>
            </p:cNvSpPr>
            <p:nvPr/>
          </p:nvSpPr>
          <p:spPr>
            <a:xfrm>
              <a:off x="21886664" y="2295525"/>
              <a:ext cx="15379" cy="276225"/>
            </a:xfrm>
            <a:prstGeom prst="rect">
              <a:avLst/>
            </a:prstGeom>
            <a:solidFill>
              <a:srgbClr val="DCE8ED"/>
            </a:solidFill>
            <a:ln w="0">
              <a:noFill/>
              <a:prstDash val="solid"/>
            </a:ln>
          </p:spPr>
        </p:sp>
        <p:sp>
          <p:nvSpPr>
            <p:cNvPr id="2104" name="four:time-step-strips:time-strip-tᵦ-cell-43:1827"/>
            <p:cNvSpPr>
              <a:spLocks noGrp="1"/>
            </p:cNvSpPr>
            <p:nvPr/>
          </p:nvSpPr>
          <p:spPr>
            <a:xfrm>
              <a:off x="21902043" y="2295525"/>
              <a:ext cx="15379" cy="276225"/>
            </a:xfrm>
            <a:prstGeom prst="rect">
              <a:avLst/>
            </a:prstGeom>
            <a:solidFill>
              <a:srgbClr val="DCE8ED"/>
            </a:solidFill>
            <a:ln w="0">
              <a:noFill/>
              <a:prstDash val="solid"/>
            </a:ln>
          </p:spPr>
        </p:sp>
        <p:sp>
          <p:nvSpPr>
            <p:cNvPr id="2105" name="four:time-step-strips:time-strip-tᵦ-cell-44:1828"/>
            <p:cNvSpPr>
              <a:spLocks noGrp="1"/>
            </p:cNvSpPr>
            <p:nvPr/>
          </p:nvSpPr>
          <p:spPr>
            <a:xfrm>
              <a:off x="21917422" y="2295525"/>
              <a:ext cx="15379" cy="276225"/>
            </a:xfrm>
            <a:prstGeom prst="rect">
              <a:avLst/>
            </a:prstGeom>
            <a:solidFill>
              <a:srgbClr val="DCE8ED"/>
            </a:solidFill>
            <a:ln w="0">
              <a:noFill/>
              <a:prstDash val="solid"/>
            </a:ln>
          </p:spPr>
        </p:sp>
        <p:sp>
          <p:nvSpPr>
            <p:cNvPr id="2106" name="four:time-step-strips:time-strip-tᵦ-cell-45:1829"/>
            <p:cNvSpPr>
              <a:spLocks noGrp="1"/>
            </p:cNvSpPr>
            <p:nvPr/>
          </p:nvSpPr>
          <p:spPr>
            <a:xfrm>
              <a:off x="21932801" y="2295525"/>
              <a:ext cx="15379" cy="276225"/>
            </a:xfrm>
            <a:prstGeom prst="rect">
              <a:avLst/>
            </a:prstGeom>
            <a:solidFill>
              <a:srgbClr val="DCE8ED"/>
            </a:solidFill>
            <a:ln w="0">
              <a:noFill/>
              <a:prstDash val="solid"/>
            </a:ln>
          </p:spPr>
        </p:sp>
        <p:sp>
          <p:nvSpPr>
            <p:cNvPr id="2107" name="four:time-step-strips:time-strip-tᵦ-cell-46:1830"/>
            <p:cNvSpPr>
              <a:spLocks noGrp="1"/>
            </p:cNvSpPr>
            <p:nvPr/>
          </p:nvSpPr>
          <p:spPr>
            <a:xfrm>
              <a:off x="21948180" y="2295525"/>
              <a:ext cx="15379" cy="276225"/>
            </a:xfrm>
            <a:prstGeom prst="rect">
              <a:avLst/>
            </a:prstGeom>
            <a:solidFill>
              <a:srgbClr val="DCE8ED"/>
            </a:solidFill>
            <a:ln w="0">
              <a:noFill/>
              <a:prstDash val="solid"/>
            </a:ln>
          </p:spPr>
        </p:sp>
        <p:sp>
          <p:nvSpPr>
            <p:cNvPr id="2108" name="four:time-step-strips:time-strip-tᵦ-cell-47:1831"/>
            <p:cNvSpPr>
              <a:spLocks noGrp="1"/>
            </p:cNvSpPr>
            <p:nvPr/>
          </p:nvSpPr>
          <p:spPr>
            <a:xfrm>
              <a:off x="21963559" y="2295525"/>
              <a:ext cx="15379" cy="276225"/>
            </a:xfrm>
            <a:prstGeom prst="rect">
              <a:avLst/>
            </a:prstGeom>
            <a:solidFill>
              <a:srgbClr val="DCE8ED"/>
            </a:solidFill>
            <a:ln w="0">
              <a:noFill/>
              <a:prstDash val="solid"/>
            </a:ln>
          </p:spPr>
        </p:sp>
        <p:sp>
          <p:nvSpPr>
            <p:cNvPr id="2109" name="four:time-step-strips:time-strip-tᵦ-cell-48:1832"/>
            <p:cNvSpPr>
              <a:spLocks noGrp="1"/>
            </p:cNvSpPr>
            <p:nvPr/>
          </p:nvSpPr>
          <p:spPr>
            <a:xfrm>
              <a:off x="21978938" y="2295525"/>
              <a:ext cx="15379" cy="276225"/>
            </a:xfrm>
            <a:prstGeom prst="rect">
              <a:avLst/>
            </a:prstGeom>
            <a:solidFill>
              <a:srgbClr val="DCE8ED"/>
            </a:solidFill>
            <a:ln w="0">
              <a:noFill/>
              <a:prstDash val="solid"/>
            </a:ln>
          </p:spPr>
        </p:sp>
        <p:sp>
          <p:nvSpPr>
            <p:cNvPr id="2110" name="four:time-step-strips:time-strip-tᵦ-cell-49:1833"/>
            <p:cNvSpPr>
              <a:spLocks noGrp="1"/>
            </p:cNvSpPr>
            <p:nvPr/>
          </p:nvSpPr>
          <p:spPr>
            <a:xfrm>
              <a:off x="21994316" y="2295525"/>
              <a:ext cx="15379" cy="276225"/>
            </a:xfrm>
            <a:prstGeom prst="rect">
              <a:avLst/>
            </a:prstGeom>
            <a:solidFill>
              <a:srgbClr val="DCE8ED"/>
            </a:solidFill>
            <a:ln w="0">
              <a:noFill/>
              <a:prstDash val="solid"/>
            </a:ln>
          </p:spPr>
        </p:sp>
        <p:sp>
          <p:nvSpPr>
            <p:cNvPr id="2111" name="four:time-step-strips:time-strip-tᵦ-cell-50:1834"/>
            <p:cNvSpPr>
              <a:spLocks noGrp="1"/>
            </p:cNvSpPr>
            <p:nvPr/>
          </p:nvSpPr>
          <p:spPr>
            <a:xfrm>
              <a:off x="22009695" y="2295525"/>
              <a:ext cx="15379" cy="276225"/>
            </a:xfrm>
            <a:prstGeom prst="rect">
              <a:avLst/>
            </a:prstGeom>
            <a:solidFill>
              <a:srgbClr val="DCE8ED"/>
            </a:solidFill>
            <a:ln w="0">
              <a:noFill/>
              <a:prstDash val="solid"/>
            </a:ln>
          </p:spPr>
        </p:sp>
        <p:sp>
          <p:nvSpPr>
            <p:cNvPr id="2112" name="four:time-step-strips:time-strip-tᵦ-cell-51:1835"/>
            <p:cNvSpPr>
              <a:spLocks noGrp="1"/>
            </p:cNvSpPr>
            <p:nvPr/>
          </p:nvSpPr>
          <p:spPr>
            <a:xfrm>
              <a:off x="22025074" y="2295525"/>
              <a:ext cx="15379" cy="276225"/>
            </a:xfrm>
            <a:prstGeom prst="rect">
              <a:avLst/>
            </a:prstGeom>
            <a:solidFill>
              <a:srgbClr val="DCE8ED"/>
            </a:solidFill>
            <a:ln w="0">
              <a:noFill/>
              <a:prstDash val="solid"/>
            </a:ln>
          </p:spPr>
        </p:sp>
        <p:sp>
          <p:nvSpPr>
            <p:cNvPr id="2113" name="four:time-step-strips:time-strip-tᵦ-cell-52:1836"/>
            <p:cNvSpPr>
              <a:spLocks noGrp="1"/>
            </p:cNvSpPr>
            <p:nvPr/>
          </p:nvSpPr>
          <p:spPr>
            <a:xfrm>
              <a:off x="22040453" y="2295525"/>
              <a:ext cx="15379" cy="276225"/>
            </a:xfrm>
            <a:prstGeom prst="rect">
              <a:avLst/>
            </a:prstGeom>
            <a:solidFill>
              <a:srgbClr val="DCE8ED"/>
            </a:solidFill>
            <a:ln w="0">
              <a:noFill/>
              <a:prstDash val="solid"/>
            </a:ln>
          </p:spPr>
        </p:sp>
        <p:sp>
          <p:nvSpPr>
            <p:cNvPr id="2114" name="four:time-step-strips:time-strip-tᵦ-cell-53:1837"/>
            <p:cNvSpPr>
              <a:spLocks noGrp="1"/>
            </p:cNvSpPr>
            <p:nvPr/>
          </p:nvSpPr>
          <p:spPr>
            <a:xfrm>
              <a:off x="22055832" y="2295525"/>
              <a:ext cx="15379" cy="276225"/>
            </a:xfrm>
            <a:prstGeom prst="rect">
              <a:avLst/>
            </a:prstGeom>
            <a:solidFill>
              <a:srgbClr val="DCE8ED"/>
            </a:solidFill>
            <a:ln w="0">
              <a:noFill/>
              <a:prstDash val="solid"/>
            </a:ln>
          </p:spPr>
        </p:sp>
        <p:sp>
          <p:nvSpPr>
            <p:cNvPr id="2115" name="four:time-step-strips:time-strip-tᵦ-cell-54:1838"/>
            <p:cNvSpPr>
              <a:spLocks noGrp="1"/>
            </p:cNvSpPr>
            <p:nvPr/>
          </p:nvSpPr>
          <p:spPr>
            <a:xfrm>
              <a:off x="22071211" y="2295525"/>
              <a:ext cx="15379" cy="276225"/>
            </a:xfrm>
            <a:prstGeom prst="rect">
              <a:avLst/>
            </a:prstGeom>
            <a:solidFill>
              <a:srgbClr val="DCE8ED"/>
            </a:solidFill>
            <a:ln w="0">
              <a:noFill/>
              <a:prstDash val="solid"/>
            </a:ln>
          </p:spPr>
        </p:sp>
        <p:sp>
          <p:nvSpPr>
            <p:cNvPr id="2116" name="four:time-step-strips:time-strip-tᵦ-cell-55:1839"/>
            <p:cNvSpPr>
              <a:spLocks noGrp="1"/>
            </p:cNvSpPr>
            <p:nvPr/>
          </p:nvSpPr>
          <p:spPr>
            <a:xfrm>
              <a:off x="22086590" y="2295525"/>
              <a:ext cx="15379" cy="276225"/>
            </a:xfrm>
            <a:prstGeom prst="rect">
              <a:avLst/>
            </a:prstGeom>
            <a:solidFill>
              <a:srgbClr val="DCE8ED"/>
            </a:solidFill>
            <a:ln w="0">
              <a:noFill/>
              <a:prstDash val="solid"/>
            </a:ln>
          </p:spPr>
        </p:sp>
        <p:sp>
          <p:nvSpPr>
            <p:cNvPr id="2117" name="four:time-step-strips:time-strip-tᵦ-cell-56:1840"/>
            <p:cNvSpPr>
              <a:spLocks noGrp="1"/>
            </p:cNvSpPr>
            <p:nvPr/>
          </p:nvSpPr>
          <p:spPr>
            <a:xfrm>
              <a:off x="22101969" y="2295525"/>
              <a:ext cx="15379" cy="276225"/>
            </a:xfrm>
            <a:prstGeom prst="rect">
              <a:avLst/>
            </a:prstGeom>
            <a:solidFill>
              <a:srgbClr val="DCE8ED"/>
            </a:solidFill>
            <a:ln w="0">
              <a:noFill/>
              <a:prstDash val="solid"/>
            </a:ln>
          </p:spPr>
        </p:sp>
        <p:sp>
          <p:nvSpPr>
            <p:cNvPr id="2118" name="four:time-step-strips:time-strip-tᵦ-cell-57:1841"/>
            <p:cNvSpPr>
              <a:spLocks noGrp="1"/>
            </p:cNvSpPr>
            <p:nvPr/>
          </p:nvSpPr>
          <p:spPr>
            <a:xfrm>
              <a:off x="22117348" y="2295525"/>
              <a:ext cx="15379" cy="276225"/>
            </a:xfrm>
            <a:prstGeom prst="rect">
              <a:avLst/>
            </a:prstGeom>
            <a:solidFill>
              <a:srgbClr val="DCE8ED"/>
            </a:solidFill>
            <a:ln w="0">
              <a:noFill/>
              <a:prstDash val="solid"/>
            </a:ln>
          </p:spPr>
        </p:sp>
        <p:sp>
          <p:nvSpPr>
            <p:cNvPr id="2119" name="four:time-step-strips:time-strip-tᵦ-cell-58:1842"/>
            <p:cNvSpPr>
              <a:spLocks noGrp="1"/>
            </p:cNvSpPr>
            <p:nvPr/>
          </p:nvSpPr>
          <p:spPr>
            <a:xfrm>
              <a:off x="22132727" y="2295525"/>
              <a:ext cx="15379" cy="276225"/>
            </a:xfrm>
            <a:prstGeom prst="rect">
              <a:avLst/>
            </a:prstGeom>
            <a:solidFill>
              <a:srgbClr val="D6E4E7"/>
            </a:solidFill>
            <a:ln w="0">
              <a:noFill/>
              <a:prstDash val="solid"/>
            </a:ln>
          </p:spPr>
        </p:sp>
        <p:sp>
          <p:nvSpPr>
            <p:cNvPr id="2120" name="four:time-step-strips:time-strip-tᵦ-cell-59:1843"/>
            <p:cNvSpPr>
              <a:spLocks noGrp="1"/>
            </p:cNvSpPr>
            <p:nvPr/>
          </p:nvSpPr>
          <p:spPr>
            <a:xfrm>
              <a:off x="22148105" y="2295525"/>
              <a:ext cx="15379" cy="276225"/>
            </a:xfrm>
            <a:prstGeom prst="rect">
              <a:avLst/>
            </a:prstGeom>
            <a:solidFill>
              <a:srgbClr val="DBCEC0"/>
            </a:solidFill>
            <a:ln w="0">
              <a:noFill/>
              <a:prstDash val="solid"/>
            </a:ln>
          </p:spPr>
        </p:sp>
        <p:sp>
          <p:nvSpPr>
            <p:cNvPr id="2121" name="four:time-step-strips:time-strip-tᵦ-cell-60:1844"/>
            <p:cNvSpPr>
              <a:spLocks noGrp="1"/>
            </p:cNvSpPr>
            <p:nvPr/>
          </p:nvSpPr>
          <p:spPr>
            <a:xfrm>
              <a:off x="22163484" y="2295525"/>
              <a:ext cx="15379" cy="276225"/>
            </a:xfrm>
            <a:prstGeom prst="rect">
              <a:avLst/>
            </a:prstGeom>
            <a:solidFill>
              <a:srgbClr val="D9B697"/>
            </a:solidFill>
            <a:ln w="0">
              <a:noFill/>
              <a:prstDash val="solid"/>
            </a:ln>
          </p:spPr>
        </p:sp>
        <p:sp>
          <p:nvSpPr>
            <p:cNvPr id="2122" name="four:time-step-strips:time-strip-tᵦ-cell-61:1845"/>
            <p:cNvSpPr>
              <a:spLocks noGrp="1"/>
            </p:cNvSpPr>
            <p:nvPr/>
          </p:nvSpPr>
          <p:spPr>
            <a:xfrm>
              <a:off x="22178863" y="2295525"/>
              <a:ext cx="15379" cy="276225"/>
            </a:xfrm>
            <a:prstGeom prst="rect">
              <a:avLst/>
            </a:prstGeom>
            <a:solidFill>
              <a:srgbClr val="D89B69"/>
            </a:solidFill>
            <a:ln w="0">
              <a:noFill/>
              <a:prstDash val="solid"/>
            </a:ln>
          </p:spPr>
        </p:sp>
        <p:sp>
          <p:nvSpPr>
            <p:cNvPr id="2123" name="four:time-step-strips:time-strip-tᵦ-cell-62:1846"/>
            <p:cNvSpPr>
              <a:spLocks noGrp="1"/>
            </p:cNvSpPr>
            <p:nvPr/>
          </p:nvSpPr>
          <p:spPr>
            <a:xfrm>
              <a:off x="22194242" y="2295525"/>
              <a:ext cx="15379" cy="276225"/>
            </a:xfrm>
            <a:prstGeom prst="rect">
              <a:avLst/>
            </a:prstGeom>
            <a:solidFill>
              <a:srgbClr val="D7813C"/>
            </a:solidFill>
            <a:ln w="0">
              <a:noFill/>
              <a:prstDash val="solid"/>
            </a:ln>
          </p:spPr>
        </p:sp>
        <p:sp>
          <p:nvSpPr>
            <p:cNvPr id="2124" name="four:time-step-strips:time-strip-tᵦ-cell-63:1847"/>
            <p:cNvSpPr>
              <a:spLocks noGrp="1"/>
            </p:cNvSpPr>
            <p:nvPr/>
          </p:nvSpPr>
          <p:spPr>
            <a:xfrm>
              <a:off x="22209621" y="2295525"/>
              <a:ext cx="15379" cy="276225"/>
            </a:xfrm>
            <a:prstGeom prst="rect">
              <a:avLst/>
            </a:prstGeom>
            <a:solidFill>
              <a:srgbClr val="D66C18"/>
            </a:solidFill>
            <a:ln w="0">
              <a:noFill/>
              <a:prstDash val="solid"/>
            </a:ln>
          </p:spPr>
        </p:sp>
        <p:sp>
          <p:nvSpPr>
            <p:cNvPr id="2125" name="four:time-step-strips:time-strip-tᵦ-cell-64:1848"/>
            <p:cNvSpPr>
              <a:spLocks noGrp="1"/>
            </p:cNvSpPr>
            <p:nvPr/>
          </p:nvSpPr>
          <p:spPr>
            <a:xfrm>
              <a:off x="22225000" y="2295525"/>
              <a:ext cx="15379" cy="276225"/>
            </a:xfrm>
            <a:prstGeom prst="rect">
              <a:avLst/>
            </a:prstGeom>
            <a:solidFill>
              <a:srgbClr val="D55F03"/>
            </a:solidFill>
            <a:ln w="0">
              <a:noFill/>
              <a:prstDash val="solid"/>
            </a:ln>
          </p:spPr>
        </p:sp>
        <p:sp>
          <p:nvSpPr>
            <p:cNvPr id="2126" name="four:time-step-strips:time-strip-tᵦ-cell-65:1849"/>
            <p:cNvSpPr>
              <a:spLocks noGrp="1"/>
            </p:cNvSpPr>
            <p:nvPr/>
          </p:nvSpPr>
          <p:spPr>
            <a:xfrm>
              <a:off x="22240379" y="2295525"/>
              <a:ext cx="15379" cy="276225"/>
            </a:xfrm>
            <a:prstGeom prst="rect">
              <a:avLst/>
            </a:prstGeom>
            <a:solidFill>
              <a:srgbClr val="D55E00"/>
            </a:solidFill>
            <a:ln w="0">
              <a:noFill/>
              <a:prstDash val="solid"/>
            </a:ln>
          </p:spPr>
        </p:sp>
        <p:sp>
          <p:nvSpPr>
            <p:cNvPr id="2127" name="four:time-step-strips:time-strip-tᵦ-cell-66:1850"/>
            <p:cNvSpPr>
              <a:spLocks noGrp="1"/>
            </p:cNvSpPr>
            <p:nvPr/>
          </p:nvSpPr>
          <p:spPr>
            <a:xfrm>
              <a:off x="22255758" y="2295525"/>
              <a:ext cx="15379" cy="276225"/>
            </a:xfrm>
            <a:prstGeom prst="rect">
              <a:avLst/>
            </a:prstGeom>
            <a:solidFill>
              <a:srgbClr val="D55E00"/>
            </a:solidFill>
            <a:ln w="0">
              <a:noFill/>
              <a:prstDash val="solid"/>
            </a:ln>
          </p:spPr>
        </p:sp>
        <p:sp>
          <p:nvSpPr>
            <p:cNvPr id="2128" name="four:time-step-strips:time-strip-tᵦ-cell-67:1851"/>
            <p:cNvSpPr>
              <a:spLocks noGrp="1"/>
            </p:cNvSpPr>
            <p:nvPr/>
          </p:nvSpPr>
          <p:spPr>
            <a:xfrm>
              <a:off x="22271137" y="2295525"/>
              <a:ext cx="15379" cy="276225"/>
            </a:xfrm>
            <a:prstGeom prst="rect">
              <a:avLst/>
            </a:prstGeom>
            <a:solidFill>
              <a:srgbClr val="D55E00"/>
            </a:solidFill>
            <a:ln w="0">
              <a:noFill/>
              <a:prstDash val="solid"/>
            </a:ln>
          </p:spPr>
        </p:sp>
        <p:sp>
          <p:nvSpPr>
            <p:cNvPr id="2129" name="four:time-step-strips:time-strip-tᵦ-cell-68:1852"/>
            <p:cNvSpPr>
              <a:spLocks noGrp="1"/>
            </p:cNvSpPr>
            <p:nvPr/>
          </p:nvSpPr>
          <p:spPr>
            <a:xfrm>
              <a:off x="22286516" y="2295525"/>
              <a:ext cx="15379" cy="276225"/>
            </a:xfrm>
            <a:prstGeom prst="rect">
              <a:avLst/>
            </a:prstGeom>
            <a:solidFill>
              <a:srgbClr val="D55E00"/>
            </a:solidFill>
            <a:ln w="0">
              <a:noFill/>
              <a:prstDash val="solid"/>
            </a:ln>
          </p:spPr>
        </p:sp>
        <p:sp>
          <p:nvSpPr>
            <p:cNvPr id="2130" name="four:time-step-strips:time-strip-tᵦ-cell-69:1853"/>
            <p:cNvSpPr>
              <a:spLocks noGrp="1"/>
            </p:cNvSpPr>
            <p:nvPr/>
          </p:nvSpPr>
          <p:spPr>
            <a:xfrm>
              <a:off x="22301895" y="2295525"/>
              <a:ext cx="15379" cy="276225"/>
            </a:xfrm>
            <a:prstGeom prst="rect">
              <a:avLst/>
            </a:prstGeom>
            <a:solidFill>
              <a:srgbClr val="D55E00"/>
            </a:solidFill>
            <a:ln w="0">
              <a:noFill/>
              <a:prstDash val="solid"/>
            </a:ln>
          </p:spPr>
        </p:sp>
        <p:sp>
          <p:nvSpPr>
            <p:cNvPr id="2131" name="four:time-step-strips:time-strip-tᵦ-cell-70:1854"/>
            <p:cNvSpPr>
              <a:spLocks noGrp="1"/>
            </p:cNvSpPr>
            <p:nvPr/>
          </p:nvSpPr>
          <p:spPr>
            <a:xfrm>
              <a:off x="22317273" y="2295525"/>
              <a:ext cx="15379" cy="276225"/>
            </a:xfrm>
            <a:prstGeom prst="rect">
              <a:avLst/>
            </a:prstGeom>
            <a:solidFill>
              <a:srgbClr val="D55E00"/>
            </a:solidFill>
            <a:ln w="0">
              <a:noFill/>
              <a:prstDash val="solid"/>
            </a:ln>
          </p:spPr>
        </p:sp>
        <p:sp>
          <p:nvSpPr>
            <p:cNvPr id="2132" name="four:time-step-strips:time-strip-tᵦ-cell-71:1855"/>
            <p:cNvSpPr>
              <a:spLocks noGrp="1"/>
            </p:cNvSpPr>
            <p:nvPr/>
          </p:nvSpPr>
          <p:spPr>
            <a:xfrm>
              <a:off x="22332652" y="2295525"/>
              <a:ext cx="15379" cy="276225"/>
            </a:xfrm>
            <a:prstGeom prst="rect">
              <a:avLst/>
            </a:prstGeom>
            <a:solidFill>
              <a:srgbClr val="D55E00"/>
            </a:solidFill>
            <a:ln w="0">
              <a:noFill/>
              <a:prstDash val="solid"/>
            </a:ln>
          </p:spPr>
        </p:sp>
        <p:sp>
          <p:nvSpPr>
            <p:cNvPr id="2133" name="four:time-step-strips:time-strip-tᵦ-cell-72:1856"/>
            <p:cNvSpPr>
              <a:spLocks noGrp="1"/>
            </p:cNvSpPr>
            <p:nvPr/>
          </p:nvSpPr>
          <p:spPr>
            <a:xfrm>
              <a:off x="22348031" y="2295525"/>
              <a:ext cx="15379" cy="276225"/>
            </a:xfrm>
            <a:prstGeom prst="rect">
              <a:avLst/>
            </a:prstGeom>
            <a:solidFill>
              <a:srgbClr val="D55E00"/>
            </a:solidFill>
            <a:ln w="0">
              <a:noFill/>
              <a:prstDash val="solid"/>
            </a:ln>
          </p:spPr>
        </p:sp>
        <p:sp>
          <p:nvSpPr>
            <p:cNvPr id="2134" name="four:time-step-strips:time-strip-tᵦ-cell-73:1857"/>
            <p:cNvSpPr>
              <a:spLocks noGrp="1"/>
            </p:cNvSpPr>
            <p:nvPr/>
          </p:nvSpPr>
          <p:spPr>
            <a:xfrm>
              <a:off x="22363410" y="2295525"/>
              <a:ext cx="15379" cy="276225"/>
            </a:xfrm>
            <a:prstGeom prst="rect">
              <a:avLst/>
            </a:prstGeom>
            <a:solidFill>
              <a:srgbClr val="D55E00"/>
            </a:solidFill>
            <a:ln w="0">
              <a:noFill/>
              <a:prstDash val="solid"/>
            </a:ln>
          </p:spPr>
        </p:sp>
        <p:sp>
          <p:nvSpPr>
            <p:cNvPr id="2135" name="four:time-step-strips:time-strip-tᵦ-cell-74:1858"/>
            <p:cNvSpPr>
              <a:spLocks noGrp="1"/>
            </p:cNvSpPr>
            <p:nvPr/>
          </p:nvSpPr>
          <p:spPr>
            <a:xfrm>
              <a:off x="22378789" y="2295525"/>
              <a:ext cx="15379" cy="276225"/>
            </a:xfrm>
            <a:prstGeom prst="rect">
              <a:avLst/>
            </a:prstGeom>
            <a:solidFill>
              <a:srgbClr val="D55E00"/>
            </a:solidFill>
            <a:ln w="0">
              <a:noFill/>
              <a:prstDash val="solid"/>
            </a:ln>
          </p:spPr>
        </p:sp>
        <p:sp>
          <p:nvSpPr>
            <p:cNvPr id="2136" name="four:time-step-strips:time-strip-tᵦ-cell-75:1859"/>
            <p:cNvSpPr>
              <a:spLocks noGrp="1"/>
            </p:cNvSpPr>
            <p:nvPr/>
          </p:nvSpPr>
          <p:spPr>
            <a:xfrm>
              <a:off x="22394168" y="2295525"/>
              <a:ext cx="15379" cy="276225"/>
            </a:xfrm>
            <a:prstGeom prst="rect">
              <a:avLst/>
            </a:prstGeom>
            <a:solidFill>
              <a:srgbClr val="D55E00"/>
            </a:solidFill>
            <a:ln w="0">
              <a:noFill/>
              <a:prstDash val="solid"/>
            </a:ln>
          </p:spPr>
        </p:sp>
        <p:sp>
          <p:nvSpPr>
            <p:cNvPr id="2137" name="four:time-step-strips:time-strip-tᵦ-cell-76:1860"/>
            <p:cNvSpPr>
              <a:spLocks noGrp="1"/>
            </p:cNvSpPr>
            <p:nvPr/>
          </p:nvSpPr>
          <p:spPr>
            <a:xfrm>
              <a:off x="22409547" y="2295525"/>
              <a:ext cx="15379" cy="276225"/>
            </a:xfrm>
            <a:prstGeom prst="rect">
              <a:avLst/>
            </a:prstGeom>
            <a:solidFill>
              <a:srgbClr val="D55E00"/>
            </a:solidFill>
            <a:ln w="0">
              <a:noFill/>
              <a:prstDash val="solid"/>
            </a:ln>
          </p:spPr>
        </p:sp>
        <p:sp>
          <p:nvSpPr>
            <p:cNvPr id="2138" name="four:time-step-strips:time-strip-tᵦ-cell-77:1861"/>
            <p:cNvSpPr>
              <a:spLocks noGrp="1"/>
            </p:cNvSpPr>
            <p:nvPr/>
          </p:nvSpPr>
          <p:spPr>
            <a:xfrm>
              <a:off x="22424926" y="2295525"/>
              <a:ext cx="15379" cy="276225"/>
            </a:xfrm>
            <a:prstGeom prst="rect">
              <a:avLst/>
            </a:prstGeom>
            <a:solidFill>
              <a:srgbClr val="D55E00"/>
            </a:solidFill>
            <a:ln w="0">
              <a:noFill/>
              <a:prstDash val="solid"/>
            </a:ln>
          </p:spPr>
        </p:sp>
        <p:sp>
          <p:nvSpPr>
            <p:cNvPr id="2139" name="four:time-step-strips:time-strip-tᵦ-cell-78:1862"/>
            <p:cNvSpPr>
              <a:spLocks noGrp="1"/>
            </p:cNvSpPr>
            <p:nvPr/>
          </p:nvSpPr>
          <p:spPr>
            <a:xfrm>
              <a:off x="22440305" y="2295525"/>
              <a:ext cx="15379" cy="276225"/>
            </a:xfrm>
            <a:prstGeom prst="rect">
              <a:avLst/>
            </a:prstGeom>
            <a:solidFill>
              <a:srgbClr val="D55E00"/>
            </a:solidFill>
            <a:ln w="0">
              <a:noFill/>
              <a:prstDash val="solid"/>
            </a:ln>
          </p:spPr>
        </p:sp>
        <p:sp>
          <p:nvSpPr>
            <p:cNvPr id="2140" name="four:time-step-strips:time-strip-tᵦ-cell-79:1863"/>
            <p:cNvSpPr>
              <a:spLocks noGrp="1"/>
            </p:cNvSpPr>
            <p:nvPr/>
          </p:nvSpPr>
          <p:spPr>
            <a:xfrm>
              <a:off x="22455684" y="2295525"/>
              <a:ext cx="15379" cy="276225"/>
            </a:xfrm>
            <a:prstGeom prst="rect">
              <a:avLst/>
            </a:prstGeom>
            <a:solidFill>
              <a:srgbClr val="D55F02"/>
            </a:solidFill>
            <a:ln w="0">
              <a:noFill/>
              <a:prstDash val="solid"/>
            </a:ln>
          </p:spPr>
        </p:sp>
        <p:sp>
          <p:nvSpPr>
            <p:cNvPr id="2141" name="four:time-step-strips:time-strip-tᵦ-cell-80:1864"/>
            <p:cNvSpPr>
              <a:spLocks noGrp="1"/>
            </p:cNvSpPr>
            <p:nvPr/>
          </p:nvSpPr>
          <p:spPr>
            <a:xfrm>
              <a:off x="22471063" y="2295525"/>
              <a:ext cx="15379" cy="276225"/>
            </a:xfrm>
            <a:prstGeom prst="rect">
              <a:avLst/>
            </a:prstGeom>
            <a:solidFill>
              <a:srgbClr val="D66811"/>
            </a:solidFill>
            <a:ln w="0">
              <a:noFill/>
              <a:prstDash val="solid"/>
            </a:ln>
          </p:spPr>
        </p:sp>
        <p:sp>
          <p:nvSpPr>
            <p:cNvPr id="2142" name="four:time-step-strips:time-strip-tᵦ-cell-81:1865"/>
            <p:cNvSpPr>
              <a:spLocks noGrp="1"/>
            </p:cNvSpPr>
            <p:nvPr/>
          </p:nvSpPr>
          <p:spPr>
            <a:xfrm>
              <a:off x="22486441" y="2295525"/>
              <a:ext cx="15379" cy="276225"/>
            </a:xfrm>
            <a:prstGeom prst="rect">
              <a:avLst/>
            </a:prstGeom>
            <a:solidFill>
              <a:srgbClr val="D6772B"/>
            </a:solidFill>
            <a:ln w="0">
              <a:noFill/>
              <a:prstDash val="solid"/>
            </a:ln>
          </p:spPr>
        </p:sp>
        <p:sp>
          <p:nvSpPr>
            <p:cNvPr id="2143" name="four:time-step-strips:time-strip-tᵦ-cell-82:1866"/>
            <p:cNvSpPr>
              <a:spLocks noGrp="1"/>
            </p:cNvSpPr>
            <p:nvPr/>
          </p:nvSpPr>
          <p:spPr>
            <a:xfrm>
              <a:off x="22501820" y="2295525"/>
              <a:ext cx="15379" cy="276225"/>
            </a:xfrm>
            <a:prstGeom prst="rect">
              <a:avLst/>
            </a:prstGeom>
            <a:solidFill>
              <a:srgbClr val="98ADAC"/>
            </a:solidFill>
            <a:ln w="0">
              <a:noFill/>
              <a:prstDash val="solid"/>
            </a:ln>
          </p:spPr>
        </p:sp>
        <p:sp>
          <p:nvSpPr>
            <p:cNvPr id="2144" name="four:time-step-strips:time-strip-tᵦ-cell-83:1867"/>
            <p:cNvSpPr>
              <a:spLocks noGrp="1"/>
            </p:cNvSpPr>
            <p:nvPr/>
          </p:nvSpPr>
          <p:spPr>
            <a:xfrm>
              <a:off x="22517199" y="2295525"/>
              <a:ext cx="15379" cy="276225"/>
            </a:xfrm>
            <a:prstGeom prst="rect">
              <a:avLst/>
            </a:prstGeom>
            <a:solidFill>
              <a:srgbClr val="A8B1BB"/>
            </a:solidFill>
            <a:ln w="0">
              <a:noFill/>
              <a:prstDash val="solid"/>
            </a:ln>
          </p:spPr>
        </p:sp>
        <p:sp>
          <p:nvSpPr>
            <p:cNvPr id="2145" name="four:time-step-strips:time-strip-tᵦ-cell-84:1868"/>
            <p:cNvSpPr>
              <a:spLocks noGrp="1"/>
            </p:cNvSpPr>
            <p:nvPr/>
          </p:nvSpPr>
          <p:spPr>
            <a:xfrm>
              <a:off x="22532578" y="2295525"/>
              <a:ext cx="15379" cy="276225"/>
            </a:xfrm>
            <a:prstGeom prst="rect">
              <a:avLst/>
            </a:prstGeom>
            <a:solidFill>
              <a:srgbClr val="65C0AB"/>
            </a:solidFill>
            <a:ln w="0">
              <a:noFill/>
              <a:prstDash val="solid"/>
            </a:ln>
          </p:spPr>
        </p:sp>
        <p:sp>
          <p:nvSpPr>
            <p:cNvPr id="2146" name="four:time-step-strips:time-strip-tᵦ-cell-85:1869"/>
            <p:cNvSpPr>
              <a:spLocks noGrp="1"/>
            </p:cNvSpPr>
            <p:nvPr/>
          </p:nvSpPr>
          <p:spPr>
            <a:xfrm>
              <a:off x="22547957" y="2295525"/>
              <a:ext cx="15379" cy="276225"/>
            </a:xfrm>
            <a:prstGeom prst="rect">
              <a:avLst/>
            </a:prstGeom>
            <a:solidFill>
              <a:srgbClr val="78C6B6"/>
            </a:solidFill>
            <a:ln w="0">
              <a:noFill/>
              <a:prstDash val="solid"/>
            </a:ln>
          </p:spPr>
        </p:sp>
        <p:sp>
          <p:nvSpPr>
            <p:cNvPr id="2147" name="four:time-step-strips:time-strip-tᵦ-cell-86:1870"/>
            <p:cNvSpPr>
              <a:spLocks noGrp="1"/>
            </p:cNvSpPr>
            <p:nvPr/>
          </p:nvSpPr>
          <p:spPr>
            <a:xfrm>
              <a:off x="22563336" y="2295525"/>
              <a:ext cx="15379" cy="276225"/>
            </a:xfrm>
            <a:prstGeom prst="rect">
              <a:avLst/>
            </a:prstGeom>
            <a:solidFill>
              <a:srgbClr val="81C9BA"/>
            </a:solidFill>
            <a:ln w="0">
              <a:noFill/>
              <a:prstDash val="solid"/>
            </a:ln>
          </p:spPr>
        </p:sp>
        <p:sp>
          <p:nvSpPr>
            <p:cNvPr id="2148" name="four:time-step-strips:time-strip-tᵦ-cell-87:1871"/>
            <p:cNvSpPr>
              <a:spLocks noGrp="1"/>
            </p:cNvSpPr>
            <p:nvPr/>
          </p:nvSpPr>
          <p:spPr>
            <a:xfrm>
              <a:off x="22578715" y="2295525"/>
              <a:ext cx="15379" cy="276225"/>
            </a:xfrm>
            <a:prstGeom prst="rect">
              <a:avLst/>
            </a:prstGeom>
            <a:solidFill>
              <a:srgbClr val="81C9BA"/>
            </a:solidFill>
            <a:ln w="0">
              <a:noFill/>
              <a:prstDash val="solid"/>
            </a:ln>
          </p:spPr>
        </p:sp>
        <p:sp>
          <p:nvSpPr>
            <p:cNvPr id="2149" name="four:time-step-strips:time-strip-tᵦ-cell-88:1872"/>
            <p:cNvSpPr>
              <a:spLocks noGrp="1"/>
            </p:cNvSpPr>
            <p:nvPr/>
          </p:nvSpPr>
          <p:spPr>
            <a:xfrm>
              <a:off x="22594094" y="2295525"/>
              <a:ext cx="15379" cy="276225"/>
            </a:xfrm>
            <a:prstGeom prst="rect">
              <a:avLst/>
            </a:prstGeom>
            <a:solidFill>
              <a:srgbClr val="81C9BA"/>
            </a:solidFill>
            <a:ln w="0">
              <a:noFill/>
              <a:prstDash val="solid"/>
            </a:ln>
          </p:spPr>
        </p:sp>
        <p:sp>
          <p:nvSpPr>
            <p:cNvPr id="2150" name="four:time-step-strips:time-strip-tᵦ-cell-89:1873"/>
            <p:cNvSpPr>
              <a:spLocks noGrp="1"/>
            </p:cNvSpPr>
            <p:nvPr/>
          </p:nvSpPr>
          <p:spPr>
            <a:xfrm>
              <a:off x="22609473" y="2295525"/>
              <a:ext cx="15379" cy="276225"/>
            </a:xfrm>
            <a:prstGeom prst="rect">
              <a:avLst/>
            </a:prstGeom>
            <a:solidFill>
              <a:srgbClr val="81C9BA"/>
            </a:solidFill>
            <a:ln w="0">
              <a:noFill/>
              <a:prstDash val="solid"/>
            </a:ln>
          </p:spPr>
        </p:sp>
        <p:sp>
          <p:nvSpPr>
            <p:cNvPr id="2151" name="four:time-step-strips:time-strip-tᵦ-cell-90:1874"/>
            <p:cNvSpPr>
              <a:spLocks noGrp="1"/>
            </p:cNvSpPr>
            <p:nvPr/>
          </p:nvSpPr>
          <p:spPr>
            <a:xfrm>
              <a:off x="22624852" y="2295525"/>
              <a:ext cx="15379" cy="276225"/>
            </a:xfrm>
            <a:prstGeom prst="rect">
              <a:avLst/>
            </a:prstGeom>
            <a:solidFill>
              <a:srgbClr val="81C9BA"/>
            </a:solidFill>
            <a:ln w="0">
              <a:noFill/>
              <a:prstDash val="solid"/>
            </a:ln>
          </p:spPr>
        </p:sp>
        <p:sp>
          <p:nvSpPr>
            <p:cNvPr id="2152" name="four:time-step-strips:time-strip-tᵦ-cell-91:1875"/>
            <p:cNvSpPr>
              <a:spLocks noGrp="1"/>
            </p:cNvSpPr>
            <p:nvPr/>
          </p:nvSpPr>
          <p:spPr>
            <a:xfrm>
              <a:off x="22640230" y="2295525"/>
              <a:ext cx="15379" cy="276225"/>
            </a:xfrm>
            <a:prstGeom prst="rect">
              <a:avLst/>
            </a:prstGeom>
            <a:solidFill>
              <a:srgbClr val="81C9BA"/>
            </a:solidFill>
            <a:ln w="0">
              <a:noFill/>
              <a:prstDash val="solid"/>
            </a:ln>
          </p:spPr>
        </p:sp>
        <p:sp>
          <p:nvSpPr>
            <p:cNvPr id="2153" name="four:time-step-strips:time-strip-tᵦ-cell-92:1876"/>
            <p:cNvSpPr>
              <a:spLocks noGrp="1"/>
            </p:cNvSpPr>
            <p:nvPr/>
          </p:nvSpPr>
          <p:spPr>
            <a:xfrm>
              <a:off x="22655609" y="2295525"/>
              <a:ext cx="15379" cy="276225"/>
            </a:xfrm>
            <a:prstGeom prst="rect">
              <a:avLst/>
            </a:prstGeom>
            <a:solidFill>
              <a:srgbClr val="81C9BA"/>
            </a:solidFill>
            <a:ln w="0">
              <a:noFill/>
              <a:prstDash val="solid"/>
            </a:ln>
          </p:spPr>
        </p:sp>
        <p:sp>
          <p:nvSpPr>
            <p:cNvPr id="2154" name="four:time-step-strips:time-strip-tᵦ-cell-93:1877"/>
            <p:cNvSpPr>
              <a:spLocks noGrp="1"/>
            </p:cNvSpPr>
            <p:nvPr/>
          </p:nvSpPr>
          <p:spPr>
            <a:xfrm>
              <a:off x="22670988" y="2295525"/>
              <a:ext cx="15379" cy="276225"/>
            </a:xfrm>
            <a:prstGeom prst="rect">
              <a:avLst/>
            </a:prstGeom>
            <a:solidFill>
              <a:srgbClr val="81C9BA"/>
            </a:solidFill>
            <a:ln w="0">
              <a:noFill/>
              <a:prstDash val="solid"/>
            </a:ln>
          </p:spPr>
        </p:sp>
        <p:sp>
          <p:nvSpPr>
            <p:cNvPr id="2155" name="four:time-step-strips:time-strip-tᵦ-cell-94:1878"/>
            <p:cNvSpPr>
              <a:spLocks noGrp="1"/>
            </p:cNvSpPr>
            <p:nvPr/>
          </p:nvSpPr>
          <p:spPr>
            <a:xfrm>
              <a:off x="22686367" y="2295525"/>
              <a:ext cx="15379" cy="276225"/>
            </a:xfrm>
            <a:prstGeom prst="rect">
              <a:avLst/>
            </a:prstGeom>
            <a:solidFill>
              <a:srgbClr val="81C9BA"/>
            </a:solidFill>
            <a:ln w="0">
              <a:noFill/>
              <a:prstDash val="solid"/>
            </a:ln>
          </p:spPr>
        </p:sp>
        <p:sp>
          <p:nvSpPr>
            <p:cNvPr id="2156" name="four:time-step-strips:time-strip-tᵦ-cell-95:1879"/>
            <p:cNvSpPr>
              <a:spLocks noGrp="1"/>
            </p:cNvSpPr>
            <p:nvPr/>
          </p:nvSpPr>
          <p:spPr>
            <a:xfrm>
              <a:off x="22701746" y="2295525"/>
              <a:ext cx="15379" cy="276225"/>
            </a:xfrm>
            <a:prstGeom prst="rect">
              <a:avLst/>
            </a:prstGeom>
            <a:solidFill>
              <a:srgbClr val="81C9BA"/>
            </a:solidFill>
            <a:ln w="0">
              <a:noFill/>
              <a:prstDash val="solid"/>
            </a:ln>
          </p:spPr>
        </p:sp>
        <p:sp>
          <p:nvSpPr>
            <p:cNvPr id="2157" name="four:time-step-strips:time-strip-tᵦ-cell-96:1880"/>
            <p:cNvSpPr>
              <a:spLocks noGrp="1"/>
            </p:cNvSpPr>
            <p:nvPr/>
          </p:nvSpPr>
          <p:spPr>
            <a:xfrm>
              <a:off x="22717125" y="2295525"/>
              <a:ext cx="15379" cy="276225"/>
            </a:xfrm>
            <a:prstGeom prst="rect">
              <a:avLst/>
            </a:prstGeom>
            <a:solidFill>
              <a:srgbClr val="81C9BA"/>
            </a:solidFill>
            <a:ln w="0">
              <a:noFill/>
              <a:prstDash val="solid"/>
            </a:ln>
          </p:spPr>
        </p:sp>
        <p:sp>
          <p:nvSpPr>
            <p:cNvPr id="2158" name="four:time-step-strips:time-strip-tᵦ-cell-97:1881"/>
            <p:cNvSpPr>
              <a:spLocks noGrp="1"/>
            </p:cNvSpPr>
            <p:nvPr/>
          </p:nvSpPr>
          <p:spPr>
            <a:xfrm>
              <a:off x="22732504" y="2295525"/>
              <a:ext cx="15379" cy="276225"/>
            </a:xfrm>
            <a:prstGeom prst="rect">
              <a:avLst/>
            </a:prstGeom>
            <a:solidFill>
              <a:srgbClr val="81C9BA"/>
            </a:solidFill>
            <a:ln w="0">
              <a:noFill/>
              <a:prstDash val="solid"/>
            </a:ln>
          </p:spPr>
        </p:sp>
        <p:sp>
          <p:nvSpPr>
            <p:cNvPr id="2159" name="four:time-step-strips:time-strip-tᵦ-cell-98:1882"/>
            <p:cNvSpPr>
              <a:spLocks noGrp="1"/>
            </p:cNvSpPr>
            <p:nvPr/>
          </p:nvSpPr>
          <p:spPr>
            <a:xfrm>
              <a:off x="22747883" y="2295525"/>
              <a:ext cx="15379" cy="276225"/>
            </a:xfrm>
            <a:prstGeom prst="rect">
              <a:avLst/>
            </a:prstGeom>
            <a:solidFill>
              <a:srgbClr val="81C9BA"/>
            </a:solidFill>
            <a:ln w="0">
              <a:noFill/>
              <a:prstDash val="solid"/>
            </a:ln>
          </p:spPr>
        </p:sp>
        <p:sp>
          <p:nvSpPr>
            <p:cNvPr id="2160" name="four:time-step-strips:time-strip-tᵦ-cell-99:1883"/>
            <p:cNvSpPr>
              <a:spLocks noGrp="1"/>
            </p:cNvSpPr>
            <p:nvPr/>
          </p:nvSpPr>
          <p:spPr>
            <a:xfrm>
              <a:off x="22763262" y="2295525"/>
              <a:ext cx="15379" cy="276225"/>
            </a:xfrm>
            <a:prstGeom prst="rect">
              <a:avLst/>
            </a:prstGeom>
            <a:solidFill>
              <a:srgbClr val="81C9BA"/>
            </a:solidFill>
            <a:ln w="0">
              <a:noFill/>
              <a:prstDash val="solid"/>
            </a:ln>
          </p:spPr>
        </p:sp>
        <p:sp>
          <p:nvSpPr>
            <p:cNvPr id="2161" name="four:time-step-strips:time-strip-tᵦ-cell-100:1884"/>
            <p:cNvSpPr>
              <a:spLocks noGrp="1"/>
            </p:cNvSpPr>
            <p:nvPr/>
          </p:nvSpPr>
          <p:spPr>
            <a:xfrm>
              <a:off x="22778641" y="2295525"/>
              <a:ext cx="15379" cy="276225"/>
            </a:xfrm>
            <a:prstGeom prst="rect">
              <a:avLst/>
            </a:prstGeom>
            <a:solidFill>
              <a:srgbClr val="81C9BA"/>
            </a:solidFill>
            <a:ln w="0">
              <a:noFill/>
              <a:prstDash val="solid"/>
            </a:ln>
          </p:spPr>
        </p:sp>
        <p:sp>
          <p:nvSpPr>
            <p:cNvPr id="2162" name="four:time-step-strips:time-strip-tᵦ-cell-101:1885"/>
            <p:cNvSpPr>
              <a:spLocks noGrp="1"/>
            </p:cNvSpPr>
            <p:nvPr/>
          </p:nvSpPr>
          <p:spPr>
            <a:xfrm>
              <a:off x="22794020" y="2295525"/>
              <a:ext cx="15379" cy="276225"/>
            </a:xfrm>
            <a:prstGeom prst="rect">
              <a:avLst/>
            </a:prstGeom>
            <a:solidFill>
              <a:srgbClr val="81C9BA"/>
            </a:solidFill>
            <a:ln w="0">
              <a:noFill/>
              <a:prstDash val="solid"/>
            </a:ln>
          </p:spPr>
        </p:sp>
        <p:sp>
          <p:nvSpPr>
            <p:cNvPr id="2163" name="four:time-step-strips:time-strip-tᵦ-cell-102:1886"/>
            <p:cNvSpPr>
              <a:spLocks noGrp="1"/>
            </p:cNvSpPr>
            <p:nvPr/>
          </p:nvSpPr>
          <p:spPr>
            <a:xfrm>
              <a:off x="22809398" y="2295525"/>
              <a:ext cx="15379" cy="276225"/>
            </a:xfrm>
            <a:prstGeom prst="rect">
              <a:avLst/>
            </a:prstGeom>
            <a:solidFill>
              <a:srgbClr val="81C9BA"/>
            </a:solidFill>
            <a:ln w="0">
              <a:noFill/>
              <a:prstDash val="solid"/>
            </a:ln>
          </p:spPr>
        </p:sp>
        <p:sp>
          <p:nvSpPr>
            <p:cNvPr id="2164" name="four:time-step-strips:time-strip-tᵦ-cell-103:1887"/>
            <p:cNvSpPr>
              <a:spLocks noGrp="1"/>
            </p:cNvSpPr>
            <p:nvPr/>
          </p:nvSpPr>
          <p:spPr>
            <a:xfrm>
              <a:off x="22824777" y="2295525"/>
              <a:ext cx="15379" cy="276225"/>
            </a:xfrm>
            <a:prstGeom prst="rect">
              <a:avLst/>
            </a:prstGeom>
            <a:solidFill>
              <a:srgbClr val="81C9BA"/>
            </a:solidFill>
            <a:ln w="0">
              <a:noFill/>
              <a:prstDash val="solid"/>
            </a:ln>
          </p:spPr>
        </p:sp>
        <p:sp>
          <p:nvSpPr>
            <p:cNvPr id="2165" name="four:time-step-strips:time-strip-tᵦ-cell-104:1888"/>
            <p:cNvSpPr>
              <a:spLocks noGrp="1"/>
            </p:cNvSpPr>
            <p:nvPr/>
          </p:nvSpPr>
          <p:spPr>
            <a:xfrm>
              <a:off x="22840156" y="2295525"/>
              <a:ext cx="15379" cy="276225"/>
            </a:xfrm>
            <a:prstGeom prst="rect">
              <a:avLst/>
            </a:prstGeom>
            <a:solidFill>
              <a:srgbClr val="81C9BA"/>
            </a:solidFill>
            <a:ln w="0">
              <a:noFill/>
              <a:prstDash val="solid"/>
            </a:ln>
          </p:spPr>
        </p:sp>
        <p:sp>
          <p:nvSpPr>
            <p:cNvPr id="2166" name="four:time-step-strips:time-strip-tᵦ-cell-105:1889"/>
            <p:cNvSpPr>
              <a:spLocks noGrp="1"/>
            </p:cNvSpPr>
            <p:nvPr/>
          </p:nvSpPr>
          <p:spPr>
            <a:xfrm>
              <a:off x="22855535" y="2295525"/>
              <a:ext cx="15379" cy="276225"/>
            </a:xfrm>
            <a:prstGeom prst="rect">
              <a:avLst/>
            </a:prstGeom>
            <a:solidFill>
              <a:srgbClr val="81C9BA"/>
            </a:solidFill>
            <a:ln w="0">
              <a:noFill/>
              <a:prstDash val="solid"/>
            </a:ln>
          </p:spPr>
        </p:sp>
        <p:sp>
          <p:nvSpPr>
            <p:cNvPr id="2167" name="four:time-step-strips:time-strip-tᵦ-cell-106:1890"/>
            <p:cNvSpPr>
              <a:spLocks noGrp="1"/>
            </p:cNvSpPr>
            <p:nvPr/>
          </p:nvSpPr>
          <p:spPr>
            <a:xfrm>
              <a:off x="22870914" y="2295525"/>
              <a:ext cx="15379" cy="276225"/>
            </a:xfrm>
            <a:prstGeom prst="rect">
              <a:avLst/>
            </a:prstGeom>
            <a:solidFill>
              <a:srgbClr val="81C9BA"/>
            </a:solidFill>
            <a:ln w="0">
              <a:noFill/>
              <a:prstDash val="solid"/>
            </a:ln>
          </p:spPr>
        </p:sp>
        <p:sp>
          <p:nvSpPr>
            <p:cNvPr id="2168" name="four:time-step-strips:time-strip-tᵦ-cell-107:1891"/>
            <p:cNvSpPr>
              <a:spLocks noGrp="1"/>
            </p:cNvSpPr>
            <p:nvPr/>
          </p:nvSpPr>
          <p:spPr>
            <a:xfrm>
              <a:off x="22886293" y="2295525"/>
              <a:ext cx="15379" cy="276225"/>
            </a:xfrm>
            <a:prstGeom prst="rect">
              <a:avLst/>
            </a:prstGeom>
            <a:solidFill>
              <a:srgbClr val="81C9BA"/>
            </a:solidFill>
            <a:ln w="0">
              <a:noFill/>
              <a:prstDash val="solid"/>
            </a:ln>
          </p:spPr>
        </p:sp>
        <p:sp>
          <p:nvSpPr>
            <p:cNvPr id="2169" name="four:time-step-strips:time-strip-tᵦ-cell-108:1892"/>
            <p:cNvSpPr>
              <a:spLocks noGrp="1"/>
            </p:cNvSpPr>
            <p:nvPr/>
          </p:nvSpPr>
          <p:spPr>
            <a:xfrm>
              <a:off x="22901672" y="2295525"/>
              <a:ext cx="15379" cy="276225"/>
            </a:xfrm>
            <a:prstGeom prst="rect">
              <a:avLst/>
            </a:prstGeom>
            <a:solidFill>
              <a:srgbClr val="81C9BA"/>
            </a:solidFill>
            <a:ln w="0">
              <a:noFill/>
              <a:prstDash val="solid"/>
            </a:ln>
          </p:spPr>
        </p:sp>
        <p:sp>
          <p:nvSpPr>
            <p:cNvPr id="2170" name="four:time-step-strips:time-strip-tᵦ-cell-109:1893"/>
            <p:cNvSpPr>
              <a:spLocks noGrp="1"/>
            </p:cNvSpPr>
            <p:nvPr/>
          </p:nvSpPr>
          <p:spPr>
            <a:xfrm>
              <a:off x="22917051" y="2295525"/>
              <a:ext cx="15379" cy="276225"/>
            </a:xfrm>
            <a:prstGeom prst="rect">
              <a:avLst/>
            </a:prstGeom>
            <a:solidFill>
              <a:srgbClr val="81C9BA"/>
            </a:solidFill>
            <a:ln w="0">
              <a:noFill/>
              <a:prstDash val="solid"/>
            </a:ln>
          </p:spPr>
        </p:sp>
        <p:sp>
          <p:nvSpPr>
            <p:cNvPr id="2171" name="four:time-step-strips:time-strip-tᵦ-cell-110:1894"/>
            <p:cNvSpPr>
              <a:spLocks noGrp="1"/>
            </p:cNvSpPr>
            <p:nvPr/>
          </p:nvSpPr>
          <p:spPr>
            <a:xfrm>
              <a:off x="22932430" y="2295525"/>
              <a:ext cx="15379" cy="276225"/>
            </a:xfrm>
            <a:prstGeom prst="rect">
              <a:avLst/>
            </a:prstGeom>
            <a:solidFill>
              <a:srgbClr val="81C9BA"/>
            </a:solidFill>
            <a:ln w="0">
              <a:noFill/>
              <a:prstDash val="solid"/>
            </a:ln>
          </p:spPr>
        </p:sp>
        <p:sp>
          <p:nvSpPr>
            <p:cNvPr id="2172" name="four:time-step-strips:time-strip-tᵦ-cell-111:1895"/>
            <p:cNvSpPr>
              <a:spLocks noGrp="1"/>
            </p:cNvSpPr>
            <p:nvPr/>
          </p:nvSpPr>
          <p:spPr>
            <a:xfrm>
              <a:off x="22947809" y="2295525"/>
              <a:ext cx="15379" cy="276225"/>
            </a:xfrm>
            <a:prstGeom prst="rect">
              <a:avLst/>
            </a:prstGeom>
            <a:solidFill>
              <a:srgbClr val="81C9BA"/>
            </a:solidFill>
            <a:ln w="0">
              <a:noFill/>
              <a:prstDash val="solid"/>
            </a:ln>
          </p:spPr>
        </p:sp>
        <p:sp>
          <p:nvSpPr>
            <p:cNvPr id="2173" name="four:time-step-strips:time-strip-tᵦ-cell-112:1896"/>
            <p:cNvSpPr>
              <a:spLocks noGrp="1"/>
            </p:cNvSpPr>
            <p:nvPr/>
          </p:nvSpPr>
          <p:spPr>
            <a:xfrm>
              <a:off x="22963188" y="2295525"/>
              <a:ext cx="15379" cy="276225"/>
            </a:xfrm>
            <a:prstGeom prst="rect">
              <a:avLst/>
            </a:prstGeom>
            <a:solidFill>
              <a:srgbClr val="81C9BA"/>
            </a:solidFill>
            <a:ln w="0">
              <a:noFill/>
              <a:prstDash val="solid"/>
            </a:ln>
          </p:spPr>
        </p:sp>
        <p:sp>
          <p:nvSpPr>
            <p:cNvPr id="2174" name="four:time-step-strips:time-strip-tᵦ-cell-113:1897"/>
            <p:cNvSpPr>
              <a:spLocks noGrp="1"/>
            </p:cNvSpPr>
            <p:nvPr/>
          </p:nvSpPr>
          <p:spPr>
            <a:xfrm>
              <a:off x="22978566" y="2295525"/>
              <a:ext cx="15379" cy="276225"/>
            </a:xfrm>
            <a:prstGeom prst="rect">
              <a:avLst/>
            </a:prstGeom>
            <a:solidFill>
              <a:srgbClr val="81C9BA"/>
            </a:solidFill>
            <a:ln w="0">
              <a:noFill/>
              <a:prstDash val="solid"/>
            </a:ln>
          </p:spPr>
        </p:sp>
        <p:sp>
          <p:nvSpPr>
            <p:cNvPr id="2175" name="four:time-step-strips:time-strip-tᵦ-cell-114:1898"/>
            <p:cNvSpPr>
              <a:spLocks noGrp="1"/>
            </p:cNvSpPr>
            <p:nvPr/>
          </p:nvSpPr>
          <p:spPr>
            <a:xfrm>
              <a:off x="22993945" y="2295525"/>
              <a:ext cx="15379" cy="276225"/>
            </a:xfrm>
            <a:prstGeom prst="rect">
              <a:avLst/>
            </a:prstGeom>
            <a:solidFill>
              <a:srgbClr val="81C9BA"/>
            </a:solidFill>
            <a:ln w="0">
              <a:noFill/>
              <a:prstDash val="solid"/>
            </a:ln>
          </p:spPr>
        </p:sp>
        <p:sp>
          <p:nvSpPr>
            <p:cNvPr id="2176" name="four:time-step-strips:time-strip-tᵦ-cell-115:1899"/>
            <p:cNvSpPr>
              <a:spLocks noGrp="1"/>
            </p:cNvSpPr>
            <p:nvPr/>
          </p:nvSpPr>
          <p:spPr>
            <a:xfrm>
              <a:off x="23009324" y="2295525"/>
              <a:ext cx="15379" cy="276225"/>
            </a:xfrm>
            <a:prstGeom prst="rect">
              <a:avLst/>
            </a:prstGeom>
            <a:solidFill>
              <a:srgbClr val="7FC9B9"/>
            </a:solidFill>
            <a:ln w="0">
              <a:noFill/>
              <a:prstDash val="solid"/>
            </a:ln>
          </p:spPr>
        </p:sp>
        <p:sp>
          <p:nvSpPr>
            <p:cNvPr id="2177" name="four:time-step-strips:time-strip-tᵦ-cell-116:1900"/>
            <p:cNvSpPr>
              <a:spLocks noGrp="1"/>
            </p:cNvSpPr>
            <p:nvPr/>
          </p:nvSpPr>
          <p:spPr>
            <a:xfrm>
              <a:off x="23024703" y="2295525"/>
              <a:ext cx="15379" cy="276225"/>
            </a:xfrm>
            <a:prstGeom prst="rect">
              <a:avLst/>
            </a:prstGeom>
            <a:solidFill>
              <a:srgbClr val="73C5B3"/>
            </a:solidFill>
            <a:ln w="0">
              <a:noFill/>
              <a:prstDash val="solid"/>
            </a:ln>
          </p:spPr>
        </p:sp>
        <p:sp>
          <p:nvSpPr>
            <p:cNvPr id="2178" name="four:time-step-strips:time-strip-tᵦ-cell-117:1901"/>
            <p:cNvSpPr>
              <a:spLocks noGrp="1"/>
            </p:cNvSpPr>
            <p:nvPr/>
          </p:nvSpPr>
          <p:spPr>
            <a:xfrm>
              <a:off x="23040082" y="2295525"/>
              <a:ext cx="15379" cy="276225"/>
            </a:xfrm>
            <a:prstGeom prst="rect">
              <a:avLst/>
            </a:prstGeom>
            <a:solidFill>
              <a:srgbClr val="60BEA8"/>
            </a:solidFill>
            <a:ln w="0">
              <a:noFill/>
              <a:prstDash val="solid"/>
            </a:ln>
          </p:spPr>
        </p:sp>
        <p:sp>
          <p:nvSpPr>
            <p:cNvPr id="2179" name="four:time-step-strips:time-strip-tᵦ-cell-118:1902"/>
            <p:cNvSpPr>
              <a:spLocks noGrp="1"/>
            </p:cNvSpPr>
            <p:nvPr/>
          </p:nvSpPr>
          <p:spPr>
            <a:xfrm>
              <a:off x="23055461" y="2295525"/>
              <a:ext cx="15379" cy="276225"/>
            </a:xfrm>
            <a:prstGeom prst="rect">
              <a:avLst/>
            </a:prstGeom>
            <a:solidFill>
              <a:srgbClr val="48B69B"/>
            </a:solidFill>
            <a:ln w="0">
              <a:noFill/>
              <a:prstDash val="solid"/>
            </a:ln>
          </p:spPr>
        </p:sp>
        <p:sp>
          <p:nvSpPr>
            <p:cNvPr id="2180" name="four:time-step-strips:time-strip-tᵦ-cell-119:1903"/>
            <p:cNvSpPr>
              <a:spLocks noGrp="1"/>
            </p:cNvSpPr>
            <p:nvPr/>
          </p:nvSpPr>
          <p:spPr>
            <a:xfrm>
              <a:off x="23070840" y="2295525"/>
              <a:ext cx="15379" cy="276225"/>
            </a:xfrm>
            <a:prstGeom prst="rect">
              <a:avLst/>
            </a:prstGeom>
            <a:solidFill>
              <a:srgbClr val="2EAE8D"/>
            </a:solidFill>
            <a:ln w="0">
              <a:noFill/>
              <a:prstDash val="solid"/>
            </a:ln>
          </p:spPr>
        </p:sp>
        <p:sp>
          <p:nvSpPr>
            <p:cNvPr id="2181" name="four:time-step-strips:time-strip-tᵦ-cell-120:1904"/>
            <p:cNvSpPr>
              <a:spLocks noGrp="1"/>
            </p:cNvSpPr>
            <p:nvPr/>
          </p:nvSpPr>
          <p:spPr>
            <a:xfrm>
              <a:off x="23086219" y="2295525"/>
              <a:ext cx="15379" cy="276225"/>
            </a:xfrm>
            <a:prstGeom prst="rect">
              <a:avLst/>
            </a:prstGeom>
            <a:solidFill>
              <a:srgbClr val="1AA781"/>
            </a:solidFill>
            <a:ln w="0">
              <a:noFill/>
              <a:prstDash val="solid"/>
            </a:ln>
          </p:spPr>
        </p:sp>
        <p:sp>
          <p:nvSpPr>
            <p:cNvPr id="2182" name="four:time-step-strips:time-strip-tᵦ-cell-121:1905"/>
            <p:cNvSpPr>
              <a:spLocks noGrp="1"/>
            </p:cNvSpPr>
            <p:nvPr/>
          </p:nvSpPr>
          <p:spPr>
            <a:xfrm>
              <a:off x="23101598" y="2295525"/>
              <a:ext cx="15379" cy="276225"/>
            </a:xfrm>
            <a:prstGeom prst="rect">
              <a:avLst/>
            </a:prstGeom>
            <a:solidFill>
              <a:srgbClr val="07A177"/>
            </a:solidFill>
            <a:ln w="0">
              <a:noFill/>
              <a:prstDash val="solid"/>
            </a:ln>
          </p:spPr>
        </p:sp>
        <p:sp>
          <p:nvSpPr>
            <p:cNvPr id="2183" name="four:time-step-strips:time-strip-tᵦ-cell-122:1906"/>
            <p:cNvSpPr>
              <a:spLocks noGrp="1"/>
            </p:cNvSpPr>
            <p:nvPr/>
          </p:nvSpPr>
          <p:spPr>
            <a:xfrm>
              <a:off x="23116977" y="2295525"/>
              <a:ext cx="15379" cy="276225"/>
            </a:xfrm>
            <a:prstGeom prst="rect">
              <a:avLst/>
            </a:prstGeom>
            <a:solidFill>
              <a:srgbClr val="009E73"/>
            </a:solidFill>
            <a:ln w="0">
              <a:noFill/>
              <a:prstDash val="solid"/>
            </a:ln>
          </p:spPr>
        </p:sp>
        <p:sp>
          <p:nvSpPr>
            <p:cNvPr id="2184" name="four:time-step-strips:time-strip-tᵦ-cell-123:1907"/>
            <p:cNvSpPr>
              <a:spLocks noGrp="1"/>
            </p:cNvSpPr>
            <p:nvPr/>
          </p:nvSpPr>
          <p:spPr>
            <a:xfrm>
              <a:off x="23132355" y="2295525"/>
              <a:ext cx="15379" cy="276225"/>
            </a:xfrm>
            <a:prstGeom prst="rect">
              <a:avLst/>
            </a:prstGeom>
            <a:solidFill>
              <a:srgbClr val="009E73"/>
            </a:solidFill>
            <a:ln w="0">
              <a:noFill/>
              <a:prstDash val="solid"/>
            </a:ln>
          </p:spPr>
        </p:sp>
        <p:sp>
          <p:nvSpPr>
            <p:cNvPr id="2185" name="four:time-step-strips:time-strip-tᵦ-cell-124:1908"/>
            <p:cNvSpPr>
              <a:spLocks noGrp="1"/>
            </p:cNvSpPr>
            <p:nvPr/>
          </p:nvSpPr>
          <p:spPr>
            <a:xfrm>
              <a:off x="23147734" y="2295525"/>
              <a:ext cx="15379" cy="276225"/>
            </a:xfrm>
            <a:prstGeom prst="rect">
              <a:avLst/>
            </a:prstGeom>
            <a:solidFill>
              <a:srgbClr val="009E73"/>
            </a:solidFill>
            <a:ln w="0">
              <a:noFill/>
              <a:prstDash val="solid"/>
            </a:ln>
          </p:spPr>
        </p:sp>
        <p:sp>
          <p:nvSpPr>
            <p:cNvPr id="2186" name="four:time-step-strips:time-strip-tᵦ-cell-125:1909"/>
            <p:cNvSpPr>
              <a:spLocks noGrp="1"/>
            </p:cNvSpPr>
            <p:nvPr/>
          </p:nvSpPr>
          <p:spPr>
            <a:xfrm>
              <a:off x="23163113" y="2295525"/>
              <a:ext cx="15379" cy="276225"/>
            </a:xfrm>
            <a:prstGeom prst="rect">
              <a:avLst/>
            </a:prstGeom>
            <a:solidFill>
              <a:srgbClr val="009E73"/>
            </a:solidFill>
            <a:ln w="0">
              <a:noFill/>
              <a:prstDash val="solid"/>
            </a:ln>
          </p:spPr>
        </p:sp>
        <p:sp>
          <p:nvSpPr>
            <p:cNvPr id="2187" name="four:time-step-strips:time-strip-tᵦ-cell-126:1910"/>
            <p:cNvSpPr>
              <a:spLocks noGrp="1"/>
            </p:cNvSpPr>
            <p:nvPr/>
          </p:nvSpPr>
          <p:spPr>
            <a:xfrm>
              <a:off x="23178492" y="2295525"/>
              <a:ext cx="15379" cy="276225"/>
            </a:xfrm>
            <a:prstGeom prst="rect">
              <a:avLst/>
            </a:prstGeom>
            <a:solidFill>
              <a:srgbClr val="009E73"/>
            </a:solidFill>
            <a:ln w="0">
              <a:noFill/>
              <a:prstDash val="solid"/>
            </a:ln>
          </p:spPr>
        </p:sp>
        <p:sp>
          <p:nvSpPr>
            <p:cNvPr id="2188" name="four:time-step-strips:time-strip-tᵦ-cell-127:1911"/>
            <p:cNvSpPr>
              <a:spLocks noGrp="1"/>
            </p:cNvSpPr>
            <p:nvPr/>
          </p:nvSpPr>
          <p:spPr>
            <a:xfrm>
              <a:off x="23193871" y="2295525"/>
              <a:ext cx="15379" cy="276225"/>
            </a:xfrm>
            <a:prstGeom prst="rect">
              <a:avLst/>
            </a:prstGeom>
            <a:solidFill>
              <a:srgbClr val="009E73"/>
            </a:solidFill>
            <a:ln w="0">
              <a:noFill/>
              <a:prstDash val="solid"/>
            </a:ln>
          </p:spPr>
        </p:sp>
        <p:sp>
          <p:nvSpPr>
            <p:cNvPr id="2189" name="four:time-step-strips:time-strip-tᵦ-cell-128:1912"/>
            <p:cNvSpPr>
              <a:spLocks noGrp="1"/>
            </p:cNvSpPr>
            <p:nvPr/>
          </p:nvSpPr>
          <p:spPr>
            <a:xfrm>
              <a:off x="23209250" y="2295525"/>
              <a:ext cx="15379" cy="276225"/>
            </a:xfrm>
            <a:prstGeom prst="rect">
              <a:avLst/>
            </a:prstGeom>
            <a:solidFill>
              <a:srgbClr val="009E73"/>
            </a:solidFill>
            <a:ln w="0">
              <a:noFill/>
              <a:prstDash val="solid"/>
            </a:ln>
          </p:spPr>
        </p:sp>
        <p:sp>
          <p:nvSpPr>
            <p:cNvPr id="2190" name="four:time-step-strips:time-strip-tᵦ-cell-129:1913"/>
            <p:cNvSpPr>
              <a:spLocks noGrp="1"/>
            </p:cNvSpPr>
            <p:nvPr/>
          </p:nvSpPr>
          <p:spPr>
            <a:xfrm>
              <a:off x="23224629" y="2295525"/>
              <a:ext cx="15379" cy="276225"/>
            </a:xfrm>
            <a:prstGeom prst="rect">
              <a:avLst/>
            </a:prstGeom>
            <a:solidFill>
              <a:srgbClr val="009E73"/>
            </a:solidFill>
            <a:ln w="0">
              <a:noFill/>
              <a:prstDash val="solid"/>
            </a:ln>
          </p:spPr>
        </p:sp>
        <p:sp>
          <p:nvSpPr>
            <p:cNvPr id="2191" name="four:time-step-strips:time-strip-tᵦ-cell-130:1914"/>
            <p:cNvSpPr>
              <a:spLocks noGrp="1"/>
            </p:cNvSpPr>
            <p:nvPr/>
          </p:nvSpPr>
          <p:spPr>
            <a:xfrm>
              <a:off x="23240008" y="2295525"/>
              <a:ext cx="15379" cy="276225"/>
            </a:xfrm>
            <a:prstGeom prst="rect">
              <a:avLst/>
            </a:prstGeom>
            <a:solidFill>
              <a:srgbClr val="009E73"/>
            </a:solidFill>
            <a:ln w="0">
              <a:noFill/>
              <a:prstDash val="solid"/>
            </a:ln>
          </p:spPr>
        </p:sp>
        <p:sp>
          <p:nvSpPr>
            <p:cNvPr id="2192" name="four:time-step-strips:time-strip-tᵦ-cell-131:1915"/>
            <p:cNvSpPr>
              <a:spLocks noGrp="1"/>
            </p:cNvSpPr>
            <p:nvPr/>
          </p:nvSpPr>
          <p:spPr>
            <a:xfrm>
              <a:off x="23255387" y="2295525"/>
              <a:ext cx="15379" cy="276225"/>
            </a:xfrm>
            <a:prstGeom prst="rect">
              <a:avLst/>
            </a:prstGeom>
            <a:solidFill>
              <a:srgbClr val="009E73"/>
            </a:solidFill>
            <a:ln w="0">
              <a:noFill/>
              <a:prstDash val="solid"/>
            </a:ln>
          </p:spPr>
        </p:sp>
        <p:sp>
          <p:nvSpPr>
            <p:cNvPr id="2193" name="four:time-step-strips:time-strip-tᵦ-cell-132:1916"/>
            <p:cNvSpPr>
              <a:spLocks noGrp="1"/>
            </p:cNvSpPr>
            <p:nvPr/>
          </p:nvSpPr>
          <p:spPr>
            <a:xfrm>
              <a:off x="23270766" y="2295525"/>
              <a:ext cx="15379" cy="276225"/>
            </a:xfrm>
            <a:prstGeom prst="rect">
              <a:avLst/>
            </a:prstGeom>
            <a:solidFill>
              <a:srgbClr val="06A076"/>
            </a:solidFill>
            <a:ln w="0">
              <a:noFill/>
              <a:prstDash val="solid"/>
            </a:ln>
          </p:spPr>
        </p:sp>
        <p:sp>
          <p:nvSpPr>
            <p:cNvPr id="2194" name="four:time-step-strips:time-strip-tᵦ-cell-133:1917"/>
            <p:cNvSpPr>
              <a:spLocks noGrp="1"/>
            </p:cNvSpPr>
            <p:nvPr/>
          </p:nvSpPr>
          <p:spPr>
            <a:xfrm>
              <a:off x="23286145" y="2295525"/>
              <a:ext cx="15379" cy="276225"/>
            </a:xfrm>
            <a:prstGeom prst="rect">
              <a:avLst/>
            </a:prstGeom>
            <a:solidFill>
              <a:srgbClr val="1DA883"/>
            </a:solidFill>
            <a:ln w="0">
              <a:noFill/>
              <a:prstDash val="solid"/>
            </a:ln>
          </p:spPr>
        </p:sp>
        <p:sp>
          <p:nvSpPr>
            <p:cNvPr id="2195" name="four:time-step-strips:time-strip-tᵦ-cell-134:1918"/>
            <p:cNvSpPr>
              <a:spLocks noGrp="1"/>
            </p:cNvSpPr>
            <p:nvPr/>
          </p:nvSpPr>
          <p:spPr>
            <a:xfrm>
              <a:off x="23301523" y="2295525"/>
              <a:ext cx="15379" cy="276225"/>
            </a:xfrm>
            <a:prstGeom prst="rect">
              <a:avLst/>
            </a:prstGeom>
            <a:solidFill>
              <a:srgbClr val="40B396"/>
            </a:solidFill>
            <a:ln w="0">
              <a:noFill/>
              <a:prstDash val="solid"/>
            </a:ln>
          </p:spPr>
        </p:sp>
        <p:sp>
          <p:nvSpPr>
            <p:cNvPr id="2196" name="four:time-step-strips:time-strip-tᵦ-cell-135:1919"/>
            <p:cNvSpPr>
              <a:spLocks noGrp="1"/>
            </p:cNvSpPr>
            <p:nvPr/>
          </p:nvSpPr>
          <p:spPr>
            <a:xfrm>
              <a:off x="23316902" y="2295525"/>
              <a:ext cx="15379" cy="276225"/>
            </a:xfrm>
            <a:prstGeom prst="rect">
              <a:avLst/>
            </a:prstGeom>
            <a:solidFill>
              <a:srgbClr val="6AC2AE"/>
            </a:solidFill>
            <a:ln w="0">
              <a:noFill/>
              <a:prstDash val="solid"/>
            </a:ln>
          </p:spPr>
        </p:sp>
        <p:sp>
          <p:nvSpPr>
            <p:cNvPr id="2197" name="four:time-step-strips:time-strip-tᵦ-cell-136:1920"/>
            <p:cNvSpPr>
              <a:spLocks noGrp="1"/>
            </p:cNvSpPr>
            <p:nvPr/>
          </p:nvSpPr>
          <p:spPr>
            <a:xfrm>
              <a:off x="23332281" y="2295525"/>
              <a:ext cx="15379" cy="276225"/>
            </a:xfrm>
            <a:prstGeom prst="rect">
              <a:avLst/>
            </a:prstGeom>
            <a:solidFill>
              <a:srgbClr val="93D0C5"/>
            </a:solidFill>
            <a:ln w="0">
              <a:noFill/>
              <a:prstDash val="solid"/>
            </a:ln>
          </p:spPr>
        </p:sp>
        <p:sp>
          <p:nvSpPr>
            <p:cNvPr id="2198" name="four:time-step-strips:time-strip-tᵦ-cell-137:1921"/>
            <p:cNvSpPr>
              <a:spLocks noGrp="1"/>
            </p:cNvSpPr>
            <p:nvPr/>
          </p:nvSpPr>
          <p:spPr>
            <a:xfrm>
              <a:off x="23347660" y="2295525"/>
              <a:ext cx="15379" cy="276225"/>
            </a:xfrm>
            <a:prstGeom prst="rect">
              <a:avLst/>
            </a:prstGeom>
            <a:solidFill>
              <a:srgbClr val="B8DCD9"/>
            </a:solidFill>
            <a:ln w="0">
              <a:noFill/>
              <a:prstDash val="solid"/>
            </a:ln>
          </p:spPr>
        </p:sp>
        <p:sp>
          <p:nvSpPr>
            <p:cNvPr id="2199" name="four:time-step-strips:time-strip-tᵦ-cell-138:1922"/>
            <p:cNvSpPr>
              <a:spLocks noGrp="1"/>
            </p:cNvSpPr>
            <p:nvPr/>
          </p:nvSpPr>
          <p:spPr>
            <a:xfrm>
              <a:off x="23363039" y="2295525"/>
              <a:ext cx="15379" cy="276225"/>
            </a:xfrm>
            <a:prstGeom prst="rect">
              <a:avLst/>
            </a:prstGeom>
            <a:solidFill>
              <a:srgbClr val="D9E4EB"/>
            </a:solidFill>
            <a:ln w="0">
              <a:noFill/>
              <a:prstDash val="solid"/>
            </a:ln>
          </p:spPr>
        </p:sp>
        <p:sp>
          <p:nvSpPr>
            <p:cNvPr id="2200" name="four:time-step-strips:time-strip-tᵦ-cell-139:1923"/>
            <p:cNvSpPr>
              <a:spLocks noGrp="1"/>
            </p:cNvSpPr>
            <p:nvPr/>
          </p:nvSpPr>
          <p:spPr>
            <a:xfrm>
              <a:off x="23378418" y="2295525"/>
              <a:ext cx="15379" cy="276225"/>
            </a:xfrm>
            <a:prstGeom prst="rect">
              <a:avLst/>
            </a:prstGeom>
            <a:solidFill>
              <a:srgbClr val="DCE8ED"/>
            </a:solidFill>
            <a:ln w="0">
              <a:noFill/>
              <a:prstDash val="solid"/>
            </a:ln>
          </p:spPr>
        </p:sp>
        <p:sp>
          <p:nvSpPr>
            <p:cNvPr id="2201" name="four:time-step-strips:time-strip-tᵦ-cell-140:1924"/>
            <p:cNvSpPr>
              <a:spLocks noGrp="1"/>
            </p:cNvSpPr>
            <p:nvPr/>
          </p:nvSpPr>
          <p:spPr>
            <a:xfrm>
              <a:off x="23393797" y="2295525"/>
              <a:ext cx="15379" cy="276225"/>
            </a:xfrm>
            <a:prstGeom prst="rect">
              <a:avLst/>
            </a:prstGeom>
            <a:solidFill>
              <a:srgbClr val="DCE8ED"/>
            </a:solidFill>
            <a:ln w="0">
              <a:noFill/>
              <a:prstDash val="solid"/>
            </a:ln>
          </p:spPr>
        </p:sp>
        <p:sp>
          <p:nvSpPr>
            <p:cNvPr id="2202" name="four:time-step-strips:time-strip-tᵦ-cell-141:1925"/>
            <p:cNvSpPr>
              <a:spLocks noGrp="1"/>
            </p:cNvSpPr>
            <p:nvPr/>
          </p:nvSpPr>
          <p:spPr>
            <a:xfrm>
              <a:off x="23409176" y="2295525"/>
              <a:ext cx="15379" cy="276225"/>
            </a:xfrm>
            <a:prstGeom prst="rect">
              <a:avLst/>
            </a:prstGeom>
            <a:solidFill>
              <a:srgbClr val="DCE8ED"/>
            </a:solidFill>
            <a:ln w="0">
              <a:noFill/>
              <a:prstDash val="solid"/>
            </a:ln>
          </p:spPr>
        </p:sp>
        <p:sp>
          <p:nvSpPr>
            <p:cNvPr id="2203" name="four:time-step-strips:time-strip-tᵦ-cell-142:1926"/>
            <p:cNvSpPr>
              <a:spLocks noGrp="1"/>
            </p:cNvSpPr>
            <p:nvPr/>
          </p:nvSpPr>
          <p:spPr>
            <a:xfrm>
              <a:off x="23424555" y="2295525"/>
              <a:ext cx="15379" cy="276225"/>
            </a:xfrm>
            <a:prstGeom prst="rect">
              <a:avLst/>
            </a:prstGeom>
            <a:solidFill>
              <a:srgbClr val="DCE8ED"/>
            </a:solidFill>
            <a:ln w="0">
              <a:noFill/>
              <a:prstDash val="solid"/>
            </a:ln>
          </p:spPr>
        </p:sp>
        <p:sp>
          <p:nvSpPr>
            <p:cNvPr id="2204" name="four:time-step-strips:time-strip-tᵦ-cell-143:1927"/>
            <p:cNvSpPr>
              <a:spLocks noGrp="1"/>
            </p:cNvSpPr>
            <p:nvPr/>
          </p:nvSpPr>
          <p:spPr>
            <a:xfrm>
              <a:off x="23439934" y="2295525"/>
              <a:ext cx="15379" cy="276225"/>
            </a:xfrm>
            <a:prstGeom prst="rect">
              <a:avLst/>
            </a:prstGeom>
            <a:solidFill>
              <a:srgbClr val="DCE8ED"/>
            </a:solidFill>
            <a:ln w="0">
              <a:noFill/>
              <a:prstDash val="solid"/>
            </a:ln>
          </p:spPr>
        </p:sp>
        <p:sp>
          <p:nvSpPr>
            <p:cNvPr id="2205" name="four:time-step-strips:time-strip-tᵦ-cell-144:1928"/>
            <p:cNvSpPr>
              <a:spLocks noGrp="1"/>
            </p:cNvSpPr>
            <p:nvPr/>
          </p:nvSpPr>
          <p:spPr>
            <a:xfrm>
              <a:off x="23455313" y="2295525"/>
              <a:ext cx="15379" cy="276225"/>
            </a:xfrm>
            <a:prstGeom prst="rect">
              <a:avLst/>
            </a:prstGeom>
            <a:solidFill>
              <a:srgbClr val="DCE8ED"/>
            </a:solidFill>
            <a:ln w="0">
              <a:noFill/>
              <a:prstDash val="solid"/>
            </a:ln>
          </p:spPr>
        </p:sp>
        <p:sp>
          <p:nvSpPr>
            <p:cNvPr id="2206" name="four:time-step-strips:time-strip-tᵦ-cell-145:1929"/>
            <p:cNvSpPr>
              <a:spLocks noGrp="1"/>
            </p:cNvSpPr>
            <p:nvPr/>
          </p:nvSpPr>
          <p:spPr>
            <a:xfrm>
              <a:off x="23470691" y="2295525"/>
              <a:ext cx="15379" cy="276225"/>
            </a:xfrm>
            <a:prstGeom prst="rect">
              <a:avLst/>
            </a:prstGeom>
            <a:solidFill>
              <a:srgbClr val="DCE8ED"/>
            </a:solidFill>
            <a:ln w="0">
              <a:noFill/>
              <a:prstDash val="solid"/>
            </a:ln>
          </p:spPr>
        </p:sp>
        <p:sp>
          <p:nvSpPr>
            <p:cNvPr id="2207" name="four:time-step-strips:time-strip-tᵦ-cell-146:1930"/>
            <p:cNvSpPr>
              <a:spLocks noGrp="1"/>
            </p:cNvSpPr>
            <p:nvPr/>
          </p:nvSpPr>
          <p:spPr>
            <a:xfrm>
              <a:off x="23486070" y="2295525"/>
              <a:ext cx="15379" cy="276225"/>
            </a:xfrm>
            <a:prstGeom prst="rect">
              <a:avLst/>
            </a:prstGeom>
            <a:solidFill>
              <a:srgbClr val="DCE8ED"/>
            </a:solidFill>
            <a:ln w="0">
              <a:noFill/>
              <a:prstDash val="solid"/>
            </a:ln>
          </p:spPr>
        </p:sp>
        <p:sp>
          <p:nvSpPr>
            <p:cNvPr id="2208" name="four:time-step-strips:time-strip-tᵦ-cell-147:1931"/>
            <p:cNvSpPr>
              <a:spLocks noGrp="1"/>
            </p:cNvSpPr>
            <p:nvPr/>
          </p:nvSpPr>
          <p:spPr>
            <a:xfrm>
              <a:off x="23501449" y="2295525"/>
              <a:ext cx="15379" cy="276225"/>
            </a:xfrm>
            <a:prstGeom prst="rect">
              <a:avLst/>
            </a:prstGeom>
            <a:solidFill>
              <a:srgbClr val="DCE8ED"/>
            </a:solidFill>
            <a:ln w="0">
              <a:noFill/>
              <a:prstDash val="solid"/>
            </a:ln>
          </p:spPr>
        </p:sp>
        <p:sp>
          <p:nvSpPr>
            <p:cNvPr id="2209" name="four:time-step-strips:time-strip-tᵦ-cell-148:1932"/>
            <p:cNvSpPr>
              <a:spLocks noGrp="1"/>
            </p:cNvSpPr>
            <p:nvPr/>
          </p:nvSpPr>
          <p:spPr>
            <a:xfrm>
              <a:off x="23516828" y="2295525"/>
              <a:ext cx="15379" cy="276225"/>
            </a:xfrm>
            <a:prstGeom prst="rect">
              <a:avLst/>
            </a:prstGeom>
            <a:solidFill>
              <a:srgbClr val="DCE8ED"/>
            </a:solidFill>
            <a:ln w="0">
              <a:noFill/>
              <a:prstDash val="solid"/>
            </a:ln>
          </p:spPr>
        </p:sp>
        <p:sp>
          <p:nvSpPr>
            <p:cNvPr id="2210" name="four:time-step-strips:time-strip-tᵦ-cell-149:1933"/>
            <p:cNvSpPr>
              <a:spLocks noGrp="1"/>
            </p:cNvSpPr>
            <p:nvPr/>
          </p:nvSpPr>
          <p:spPr>
            <a:xfrm>
              <a:off x="23532207" y="2295525"/>
              <a:ext cx="15379" cy="276225"/>
            </a:xfrm>
            <a:prstGeom prst="rect">
              <a:avLst/>
            </a:prstGeom>
            <a:solidFill>
              <a:srgbClr val="DCE8ED"/>
            </a:solidFill>
            <a:ln w="0">
              <a:noFill/>
              <a:prstDash val="solid"/>
            </a:ln>
          </p:spPr>
        </p:sp>
        <p:sp>
          <p:nvSpPr>
            <p:cNvPr id="2211" name="four:time-step-strips:time-strip-tᵦ-cell-150:1934"/>
            <p:cNvSpPr>
              <a:spLocks noGrp="1"/>
            </p:cNvSpPr>
            <p:nvPr/>
          </p:nvSpPr>
          <p:spPr>
            <a:xfrm>
              <a:off x="23547586" y="2295525"/>
              <a:ext cx="15379" cy="276225"/>
            </a:xfrm>
            <a:prstGeom prst="rect">
              <a:avLst/>
            </a:prstGeom>
            <a:solidFill>
              <a:srgbClr val="DCE8ED"/>
            </a:solidFill>
            <a:ln w="0">
              <a:noFill/>
              <a:prstDash val="solid"/>
            </a:ln>
          </p:spPr>
        </p:sp>
        <p:sp>
          <p:nvSpPr>
            <p:cNvPr id="2212" name="four:time-step-strips:time-strip-tᵦ-cell-151:1935"/>
            <p:cNvSpPr>
              <a:spLocks noGrp="1"/>
            </p:cNvSpPr>
            <p:nvPr/>
          </p:nvSpPr>
          <p:spPr>
            <a:xfrm>
              <a:off x="23562965" y="2295525"/>
              <a:ext cx="15379" cy="276225"/>
            </a:xfrm>
            <a:prstGeom prst="rect">
              <a:avLst/>
            </a:prstGeom>
            <a:solidFill>
              <a:srgbClr val="DCE8ED"/>
            </a:solidFill>
            <a:ln w="0">
              <a:noFill/>
              <a:prstDash val="solid"/>
            </a:ln>
          </p:spPr>
        </p:sp>
        <p:sp>
          <p:nvSpPr>
            <p:cNvPr id="2213" name="four:time-step-strips:time-strip-tᵦ-cell-152:1936"/>
            <p:cNvSpPr>
              <a:spLocks noGrp="1"/>
            </p:cNvSpPr>
            <p:nvPr/>
          </p:nvSpPr>
          <p:spPr>
            <a:xfrm>
              <a:off x="23578344" y="2295525"/>
              <a:ext cx="15379" cy="276225"/>
            </a:xfrm>
            <a:prstGeom prst="rect">
              <a:avLst/>
            </a:prstGeom>
            <a:solidFill>
              <a:srgbClr val="DCE8ED"/>
            </a:solidFill>
            <a:ln w="0">
              <a:noFill/>
              <a:prstDash val="solid"/>
            </a:ln>
          </p:spPr>
        </p:sp>
        <p:sp>
          <p:nvSpPr>
            <p:cNvPr id="2214" name="four:time-step-strips:time-strip-tᵦ-cell-153:1937"/>
            <p:cNvSpPr>
              <a:spLocks noGrp="1"/>
            </p:cNvSpPr>
            <p:nvPr/>
          </p:nvSpPr>
          <p:spPr>
            <a:xfrm>
              <a:off x="23593723" y="2295525"/>
              <a:ext cx="15379" cy="276225"/>
            </a:xfrm>
            <a:prstGeom prst="rect">
              <a:avLst/>
            </a:prstGeom>
            <a:solidFill>
              <a:srgbClr val="DCE8ED"/>
            </a:solidFill>
            <a:ln w="0">
              <a:noFill/>
              <a:prstDash val="solid"/>
            </a:ln>
          </p:spPr>
        </p:sp>
        <p:sp>
          <p:nvSpPr>
            <p:cNvPr id="2215" name="four:time-step-strips:time-strip-tᵦ-cell-154:1938"/>
            <p:cNvSpPr>
              <a:spLocks noGrp="1"/>
            </p:cNvSpPr>
            <p:nvPr/>
          </p:nvSpPr>
          <p:spPr>
            <a:xfrm>
              <a:off x="23609102" y="2295525"/>
              <a:ext cx="15379" cy="276225"/>
            </a:xfrm>
            <a:prstGeom prst="rect">
              <a:avLst/>
            </a:prstGeom>
            <a:solidFill>
              <a:srgbClr val="DCE8ED"/>
            </a:solidFill>
            <a:ln w="0">
              <a:noFill/>
              <a:prstDash val="solid"/>
            </a:ln>
          </p:spPr>
        </p:sp>
        <p:sp>
          <p:nvSpPr>
            <p:cNvPr id="2216" name="four:time-step-strips:time-strip-tᵦ-cell-155:1939"/>
            <p:cNvSpPr>
              <a:spLocks noGrp="1"/>
            </p:cNvSpPr>
            <p:nvPr/>
          </p:nvSpPr>
          <p:spPr>
            <a:xfrm>
              <a:off x="23624480" y="2295525"/>
              <a:ext cx="15379" cy="276225"/>
            </a:xfrm>
            <a:prstGeom prst="rect">
              <a:avLst/>
            </a:prstGeom>
            <a:solidFill>
              <a:srgbClr val="DCE8ED"/>
            </a:solidFill>
            <a:ln w="0">
              <a:noFill/>
              <a:prstDash val="solid"/>
            </a:ln>
          </p:spPr>
        </p:sp>
        <p:sp>
          <p:nvSpPr>
            <p:cNvPr id="2217" name="four:time-step-strips:time-strip-tᵦ-cell-156:1940"/>
            <p:cNvSpPr>
              <a:spLocks noGrp="1"/>
            </p:cNvSpPr>
            <p:nvPr/>
          </p:nvSpPr>
          <p:spPr>
            <a:xfrm>
              <a:off x="23639859" y="2295525"/>
              <a:ext cx="15379" cy="276225"/>
            </a:xfrm>
            <a:prstGeom prst="rect">
              <a:avLst/>
            </a:prstGeom>
            <a:solidFill>
              <a:srgbClr val="DCE8ED"/>
            </a:solidFill>
            <a:ln w="0">
              <a:noFill/>
              <a:prstDash val="solid"/>
            </a:ln>
          </p:spPr>
        </p:sp>
        <p:sp>
          <p:nvSpPr>
            <p:cNvPr id="2218" name="four:time-step-strips:time-strip-tᵦ-cell-157:1941"/>
            <p:cNvSpPr>
              <a:spLocks noGrp="1"/>
            </p:cNvSpPr>
            <p:nvPr/>
          </p:nvSpPr>
          <p:spPr>
            <a:xfrm>
              <a:off x="23655238" y="2295525"/>
              <a:ext cx="15379" cy="276225"/>
            </a:xfrm>
            <a:prstGeom prst="rect">
              <a:avLst/>
            </a:prstGeom>
            <a:solidFill>
              <a:srgbClr val="DCE8ED"/>
            </a:solidFill>
            <a:ln w="0">
              <a:noFill/>
              <a:prstDash val="solid"/>
            </a:ln>
          </p:spPr>
        </p:sp>
        <p:sp>
          <p:nvSpPr>
            <p:cNvPr id="2219" name="four:time-step-strips:time-strip-tᵦ-cell-158:1942"/>
            <p:cNvSpPr>
              <a:spLocks noGrp="1"/>
            </p:cNvSpPr>
            <p:nvPr/>
          </p:nvSpPr>
          <p:spPr>
            <a:xfrm>
              <a:off x="23670617" y="2295525"/>
              <a:ext cx="15379" cy="276225"/>
            </a:xfrm>
            <a:prstGeom prst="rect">
              <a:avLst/>
            </a:prstGeom>
            <a:solidFill>
              <a:srgbClr val="DCE8ED"/>
            </a:solidFill>
            <a:ln w="0">
              <a:noFill/>
              <a:prstDash val="solid"/>
            </a:ln>
          </p:spPr>
        </p:sp>
        <p:sp>
          <p:nvSpPr>
            <p:cNvPr id="2220" name="four:time-step-strips:time-strip-tᵦ-cell-159:1943"/>
            <p:cNvSpPr>
              <a:spLocks noGrp="1"/>
            </p:cNvSpPr>
            <p:nvPr/>
          </p:nvSpPr>
          <p:spPr>
            <a:xfrm>
              <a:off x="23685996" y="2295525"/>
              <a:ext cx="15379" cy="276225"/>
            </a:xfrm>
            <a:prstGeom prst="rect">
              <a:avLst/>
            </a:prstGeom>
            <a:solidFill>
              <a:srgbClr val="DCE8ED"/>
            </a:solidFill>
            <a:ln w="0">
              <a:noFill/>
              <a:prstDash val="solid"/>
            </a:ln>
          </p:spPr>
        </p:sp>
        <p:sp>
          <p:nvSpPr>
            <p:cNvPr id="2221" name="four:time-step-strips:time-strip-tᵦ-cell-160:1944"/>
            <p:cNvSpPr>
              <a:spLocks noGrp="1"/>
            </p:cNvSpPr>
            <p:nvPr/>
          </p:nvSpPr>
          <p:spPr>
            <a:xfrm>
              <a:off x="23701375" y="2295525"/>
              <a:ext cx="15379" cy="276225"/>
            </a:xfrm>
            <a:prstGeom prst="rect">
              <a:avLst/>
            </a:prstGeom>
            <a:solidFill>
              <a:srgbClr val="DCE8ED"/>
            </a:solidFill>
            <a:ln w="0">
              <a:noFill/>
              <a:prstDash val="solid"/>
            </a:ln>
          </p:spPr>
        </p:sp>
        <p:sp>
          <p:nvSpPr>
            <p:cNvPr id="2222" name="four:time-step-strips:time-strip-tᵦ-cell-161:1945"/>
            <p:cNvSpPr>
              <a:spLocks noGrp="1"/>
            </p:cNvSpPr>
            <p:nvPr/>
          </p:nvSpPr>
          <p:spPr>
            <a:xfrm>
              <a:off x="23716754" y="2295525"/>
              <a:ext cx="15379" cy="276225"/>
            </a:xfrm>
            <a:prstGeom prst="rect">
              <a:avLst/>
            </a:prstGeom>
            <a:solidFill>
              <a:srgbClr val="DCE8ED"/>
            </a:solidFill>
            <a:ln w="0">
              <a:noFill/>
              <a:prstDash val="solid"/>
            </a:ln>
          </p:spPr>
        </p:sp>
        <p:sp>
          <p:nvSpPr>
            <p:cNvPr id="2223" name="four:time-step-strips:time-strip-tᵦ-cell-162:1946"/>
            <p:cNvSpPr>
              <a:spLocks noGrp="1"/>
            </p:cNvSpPr>
            <p:nvPr/>
          </p:nvSpPr>
          <p:spPr>
            <a:xfrm>
              <a:off x="23732133" y="2295525"/>
              <a:ext cx="15379" cy="276225"/>
            </a:xfrm>
            <a:prstGeom prst="rect">
              <a:avLst/>
            </a:prstGeom>
            <a:solidFill>
              <a:srgbClr val="DCE8ED"/>
            </a:solidFill>
            <a:ln w="0">
              <a:noFill/>
              <a:prstDash val="solid"/>
            </a:ln>
          </p:spPr>
        </p:sp>
        <p:sp>
          <p:nvSpPr>
            <p:cNvPr id="2224" name="four:time-step-strips:time-strip-tᵦ-cell-163:1947"/>
            <p:cNvSpPr>
              <a:spLocks noGrp="1"/>
            </p:cNvSpPr>
            <p:nvPr/>
          </p:nvSpPr>
          <p:spPr>
            <a:xfrm>
              <a:off x="23747512" y="2295525"/>
              <a:ext cx="15379" cy="276225"/>
            </a:xfrm>
            <a:prstGeom prst="rect">
              <a:avLst/>
            </a:prstGeom>
            <a:solidFill>
              <a:srgbClr val="DCE8ED"/>
            </a:solidFill>
            <a:ln w="0">
              <a:noFill/>
              <a:prstDash val="solid"/>
            </a:ln>
          </p:spPr>
        </p:sp>
        <p:sp>
          <p:nvSpPr>
            <p:cNvPr id="2225" name="four:time-step-strips:time-strip-tᵦ-cell-164:1948"/>
            <p:cNvSpPr>
              <a:spLocks noGrp="1"/>
            </p:cNvSpPr>
            <p:nvPr/>
          </p:nvSpPr>
          <p:spPr>
            <a:xfrm>
              <a:off x="23762891" y="2295525"/>
              <a:ext cx="15379" cy="276225"/>
            </a:xfrm>
            <a:prstGeom prst="rect">
              <a:avLst/>
            </a:prstGeom>
            <a:solidFill>
              <a:srgbClr val="DCE8ED"/>
            </a:solidFill>
            <a:ln w="0">
              <a:noFill/>
              <a:prstDash val="solid"/>
            </a:ln>
          </p:spPr>
        </p:sp>
        <p:sp>
          <p:nvSpPr>
            <p:cNvPr id="2226" name="four:time-step-strips:time-strip-tᵦ-cell-165:1949"/>
            <p:cNvSpPr>
              <a:spLocks noGrp="1"/>
            </p:cNvSpPr>
            <p:nvPr/>
          </p:nvSpPr>
          <p:spPr>
            <a:xfrm>
              <a:off x="23778270" y="2295525"/>
              <a:ext cx="15379" cy="276225"/>
            </a:xfrm>
            <a:prstGeom prst="rect">
              <a:avLst/>
            </a:prstGeom>
            <a:solidFill>
              <a:srgbClr val="DCE8ED"/>
            </a:solidFill>
            <a:ln w="0">
              <a:noFill/>
              <a:prstDash val="solid"/>
            </a:ln>
          </p:spPr>
        </p:sp>
        <p:sp>
          <p:nvSpPr>
            <p:cNvPr id="2227" name="four:time-step-strips:time-strip-tᵦ-cell-166:1950"/>
            <p:cNvSpPr>
              <a:spLocks noGrp="1"/>
            </p:cNvSpPr>
            <p:nvPr/>
          </p:nvSpPr>
          <p:spPr>
            <a:xfrm>
              <a:off x="23793648" y="2295525"/>
              <a:ext cx="15379" cy="276225"/>
            </a:xfrm>
            <a:prstGeom prst="rect">
              <a:avLst/>
            </a:prstGeom>
            <a:solidFill>
              <a:srgbClr val="DBE2E5"/>
            </a:solidFill>
            <a:ln w="0">
              <a:noFill/>
              <a:prstDash val="solid"/>
            </a:ln>
          </p:spPr>
        </p:sp>
        <p:sp>
          <p:nvSpPr>
            <p:cNvPr id="2228" name="four:time-step-strips:time-strip-tᵦ-cell-167:1951"/>
            <p:cNvSpPr>
              <a:spLocks noGrp="1"/>
            </p:cNvSpPr>
            <p:nvPr/>
          </p:nvSpPr>
          <p:spPr>
            <a:xfrm>
              <a:off x="23809027" y="2295525"/>
              <a:ext cx="15379" cy="276225"/>
            </a:xfrm>
            <a:prstGeom prst="rect">
              <a:avLst/>
            </a:prstGeom>
            <a:solidFill>
              <a:srgbClr val="D9D3E0"/>
            </a:solidFill>
            <a:ln w="0">
              <a:noFill/>
              <a:prstDash val="solid"/>
            </a:ln>
          </p:spPr>
        </p:sp>
        <p:sp>
          <p:nvSpPr>
            <p:cNvPr id="2229" name="four:time-step-strips:time-strip-tᵦ-cell-168:1952"/>
            <p:cNvSpPr>
              <a:spLocks noGrp="1"/>
            </p:cNvSpPr>
            <p:nvPr/>
          </p:nvSpPr>
          <p:spPr>
            <a:xfrm>
              <a:off x="23824406" y="2295525"/>
              <a:ext cx="15379" cy="276225"/>
            </a:xfrm>
            <a:prstGeom prst="rect">
              <a:avLst/>
            </a:prstGeom>
            <a:solidFill>
              <a:srgbClr val="D6C0D4"/>
            </a:solidFill>
            <a:ln w="0">
              <a:noFill/>
              <a:prstDash val="solid"/>
            </a:ln>
          </p:spPr>
        </p:sp>
        <p:sp>
          <p:nvSpPr>
            <p:cNvPr id="2230" name="four:time-step-strips:time-strip-tᵦ-cell-169:1953"/>
            <p:cNvSpPr>
              <a:spLocks noGrp="1"/>
            </p:cNvSpPr>
            <p:nvPr/>
          </p:nvSpPr>
          <p:spPr>
            <a:xfrm>
              <a:off x="23839785" y="2295525"/>
              <a:ext cx="15379" cy="276225"/>
            </a:xfrm>
            <a:prstGeom prst="rect">
              <a:avLst/>
            </a:prstGeom>
            <a:solidFill>
              <a:srgbClr val="D3AAC6"/>
            </a:solidFill>
            <a:ln w="0">
              <a:noFill/>
              <a:prstDash val="solid"/>
            </a:ln>
          </p:spPr>
        </p:sp>
        <p:sp>
          <p:nvSpPr>
            <p:cNvPr id="2231" name="four:time-step-strips:time-strip-tᵦ-cell-170:1954"/>
            <p:cNvSpPr>
              <a:spLocks noGrp="1"/>
            </p:cNvSpPr>
            <p:nvPr/>
          </p:nvSpPr>
          <p:spPr>
            <a:xfrm>
              <a:off x="23855164" y="2295525"/>
              <a:ext cx="15379" cy="276225"/>
            </a:xfrm>
            <a:prstGeom prst="rect">
              <a:avLst/>
            </a:prstGeom>
            <a:solidFill>
              <a:srgbClr val="D095B9"/>
            </a:solidFill>
            <a:ln w="0">
              <a:noFill/>
              <a:prstDash val="solid"/>
            </a:ln>
          </p:spPr>
        </p:sp>
        <p:sp>
          <p:nvSpPr>
            <p:cNvPr id="2232" name="four:time-step-strips:time-strip-tᵦ-cell-171:1955"/>
            <p:cNvSpPr>
              <a:spLocks noGrp="1"/>
            </p:cNvSpPr>
            <p:nvPr/>
          </p:nvSpPr>
          <p:spPr>
            <a:xfrm>
              <a:off x="23870543" y="2295525"/>
              <a:ext cx="15379" cy="276225"/>
            </a:xfrm>
            <a:prstGeom prst="rect">
              <a:avLst/>
            </a:prstGeom>
            <a:solidFill>
              <a:srgbClr val="CE85AE"/>
            </a:solidFill>
            <a:ln w="0">
              <a:noFill/>
              <a:prstDash val="solid"/>
            </a:ln>
          </p:spPr>
        </p:sp>
        <p:sp>
          <p:nvSpPr>
            <p:cNvPr id="2233" name="four:time-step-strips:time-strip-tᵦ-cell-172:1956"/>
            <p:cNvSpPr>
              <a:spLocks noGrp="1"/>
            </p:cNvSpPr>
            <p:nvPr/>
          </p:nvSpPr>
          <p:spPr>
            <a:xfrm>
              <a:off x="23885922" y="2295525"/>
              <a:ext cx="15379" cy="276225"/>
            </a:xfrm>
            <a:prstGeom prst="rect">
              <a:avLst/>
            </a:prstGeom>
            <a:solidFill>
              <a:srgbClr val="CC7AA8"/>
            </a:solidFill>
            <a:ln w="0">
              <a:noFill/>
              <a:prstDash val="solid"/>
            </a:ln>
          </p:spPr>
        </p:sp>
        <p:sp>
          <p:nvSpPr>
            <p:cNvPr id="2234" name="four:time-step-strips:time-strip-tᵦ-cell-173:1957"/>
            <p:cNvSpPr>
              <a:spLocks noGrp="1"/>
            </p:cNvSpPr>
            <p:nvPr/>
          </p:nvSpPr>
          <p:spPr>
            <a:xfrm>
              <a:off x="23901301" y="2295525"/>
              <a:ext cx="15379" cy="276225"/>
            </a:xfrm>
            <a:prstGeom prst="rect">
              <a:avLst/>
            </a:prstGeom>
            <a:solidFill>
              <a:srgbClr val="CC79A7"/>
            </a:solidFill>
            <a:ln w="0">
              <a:noFill/>
              <a:prstDash val="solid"/>
            </a:ln>
          </p:spPr>
        </p:sp>
        <p:sp>
          <p:nvSpPr>
            <p:cNvPr id="2235" name="four:time-step-strips:time-strip-tᵦ-cell-174:1958"/>
            <p:cNvSpPr>
              <a:spLocks noGrp="1"/>
            </p:cNvSpPr>
            <p:nvPr/>
          </p:nvSpPr>
          <p:spPr>
            <a:xfrm>
              <a:off x="23916680" y="2295525"/>
              <a:ext cx="15379" cy="276225"/>
            </a:xfrm>
            <a:prstGeom prst="rect">
              <a:avLst/>
            </a:prstGeom>
            <a:solidFill>
              <a:srgbClr val="CC79A7"/>
            </a:solidFill>
            <a:ln w="0">
              <a:noFill/>
              <a:prstDash val="solid"/>
            </a:ln>
          </p:spPr>
        </p:sp>
        <p:sp>
          <p:nvSpPr>
            <p:cNvPr id="2236" name="four:time-step-strips:time-strip-tᵦ-cell-175:1959"/>
            <p:cNvSpPr>
              <a:spLocks noGrp="1"/>
            </p:cNvSpPr>
            <p:nvPr/>
          </p:nvSpPr>
          <p:spPr>
            <a:xfrm>
              <a:off x="23932059" y="2295525"/>
              <a:ext cx="15379" cy="276225"/>
            </a:xfrm>
            <a:prstGeom prst="rect">
              <a:avLst/>
            </a:prstGeom>
            <a:solidFill>
              <a:srgbClr val="CC79A7"/>
            </a:solidFill>
            <a:ln w="0">
              <a:noFill/>
              <a:prstDash val="solid"/>
            </a:ln>
          </p:spPr>
        </p:sp>
        <p:sp>
          <p:nvSpPr>
            <p:cNvPr id="2237" name="four:time-step-strips:time-strip-tᵦ-cell-176:1960"/>
            <p:cNvSpPr>
              <a:spLocks noGrp="1"/>
            </p:cNvSpPr>
            <p:nvPr/>
          </p:nvSpPr>
          <p:spPr>
            <a:xfrm>
              <a:off x="23947438" y="2295525"/>
              <a:ext cx="15379" cy="276225"/>
            </a:xfrm>
            <a:prstGeom prst="rect">
              <a:avLst/>
            </a:prstGeom>
            <a:solidFill>
              <a:srgbClr val="CC79A7"/>
            </a:solidFill>
            <a:ln w="0">
              <a:noFill/>
              <a:prstDash val="solid"/>
            </a:ln>
          </p:spPr>
        </p:sp>
        <p:sp>
          <p:nvSpPr>
            <p:cNvPr id="2238" name="four:time-step-strips:time-strip-tᵦ-cell-177:1961"/>
            <p:cNvSpPr>
              <a:spLocks noGrp="1"/>
            </p:cNvSpPr>
            <p:nvPr/>
          </p:nvSpPr>
          <p:spPr>
            <a:xfrm>
              <a:off x="23962816" y="2295525"/>
              <a:ext cx="15379" cy="276225"/>
            </a:xfrm>
            <a:prstGeom prst="rect">
              <a:avLst/>
            </a:prstGeom>
            <a:solidFill>
              <a:srgbClr val="CC79A7"/>
            </a:solidFill>
            <a:ln w="0">
              <a:noFill/>
              <a:prstDash val="solid"/>
            </a:ln>
          </p:spPr>
        </p:sp>
        <p:sp>
          <p:nvSpPr>
            <p:cNvPr id="2239" name="four:time-step-strips:time-strip-tᵦ-cell-178:1962"/>
            <p:cNvSpPr>
              <a:spLocks noGrp="1"/>
            </p:cNvSpPr>
            <p:nvPr/>
          </p:nvSpPr>
          <p:spPr>
            <a:xfrm>
              <a:off x="23978195" y="2295525"/>
              <a:ext cx="15379" cy="276225"/>
            </a:xfrm>
            <a:prstGeom prst="rect">
              <a:avLst/>
            </a:prstGeom>
            <a:solidFill>
              <a:srgbClr val="CC79A7"/>
            </a:solidFill>
            <a:ln w="0">
              <a:noFill/>
              <a:prstDash val="solid"/>
            </a:ln>
          </p:spPr>
        </p:sp>
        <p:sp>
          <p:nvSpPr>
            <p:cNvPr id="2240" name="four:time-step-strips:time-strip-tᵦ-cell-179:1963"/>
            <p:cNvSpPr>
              <a:spLocks noGrp="1"/>
            </p:cNvSpPr>
            <p:nvPr/>
          </p:nvSpPr>
          <p:spPr>
            <a:xfrm>
              <a:off x="23993574" y="2295525"/>
              <a:ext cx="15379" cy="276225"/>
            </a:xfrm>
            <a:prstGeom prst="rect">
              <a:avLst/>
            </a:prstGeom>
            <a:solidFill>
              <a:srgbClr val="CC79A7"/>
            </a:solidFill>
            <a:ln w="0">
              <a:noFill/>
              <a:prstDash val="solid"/>
            </a:ln>
          </p:spPr>
        </p:sp>
        <p:sp>
          <p:nvSpPr>
            <p:cNvPr id="2241" name="four:time-step-strips:time-strip-tᵦ-cell-180:1964"/>
            <p:cNvSpPr>
              <a:spLocks noGrp="1"/>
            </p:cNvSpPr>
            <p:nvPr/>
          </p:nvSpPr>
          <p:spPr>
            <a:xfrm>
              <a:off x="24008953" y="2295525"/>
              <a:ext cx="15379" cy="276225"/>
            </a:xfrm>
            <a:prstGeom prst="rect">
              <a:avLst/>
            </a:prstGeom>
            <a:solidFill>
              <a:srgbClr val="CC79A7"/>
            </a:solidFill>
            <a:ln w="0">
              <a:noFill/>
              <a:prstDash val="solid"/>
            </a:ln>
          </p:spPr>
        </p:sp>
        <p:sp>
          <p:nvSpPr>
            <p:cNvPr id="2242" name="four:time-step-strips:time-strip-tᵦ-cell-181:1965"/>
            <p:cNvSpPr>
              <a:spLocks noGrp="1"/>
            </p:cNvSpPr>
            <p:nvPr/>
          </p:nvSpPr>
          <p:spPr>
            <a:xfrm>
              <a:off x="24024332" y="2295525"/>
              <a:ext cx="15379" cy="276225"/>
            </a:xfrm>
            <a:prstGeom prst="rect">
              <a:avLst/>
            </a:prstGeom>
            <a:solidFill>
              <a:srgbClr val="CD7EAA"/>
            </a:solidFill>
            <a:ln w="0">
              <a:noFill/>
              <a:prstDash val="solid"/>
            </a:ln>
          </p:spPr>
        </p:sp>
        <p:sp>
          <p:nvSpPr>
            <p:cNvPr id="2243" name="four:time-step-strips:time-strip-tᵦ-cell-182:1966"/>
            <p:cNvSpPr>
              <a:spLocks noGrp="1"/>
            </p:cNvSpPr>
            <p:nvPr/>
          </p:nvSpPr>
          <p:spPr>
            <a:xfrm>
              <a:off x="24039711" y="2295525"/>
              <a:ext cx="15379" cy="276225"/>
            </a:xfrm>
            <a:prstGeom prst="rect">
              <a:avLst/>
            </a:prstGeom>
            <a:solidFill>
              <a:srgbClr val="D091B6"/>
            </a:solidFill>
            <a:ln w="0">
              <a:noFill/>
              <a:prstDash val="solid"/>
            </a:ln>
          </p:spPr>
        </p:sp>
        <p:sp>
          <p:nvSpPr>
            <p:cNvPr id="2244" name="four:time-step-strips:time-strip-tᵦ-cell-183:1967"/>
            <p:cNvSpPr>
              <a:spLocks noGrp="1"/>
            </p:cNvSpPr>
            <p:nvPr/>
          </p:nvSpPr>
          <p:spPr>
            <a:xfrm>
              <a:off x="24055090" y="2295525"/>
              <a:ext cx="15379" cy="276225"/>
            </a:xfrm>
            <a:prstGeom prst="rect">
              <a:avLst/>
            </a:prstGeom>
            <a:solidFill>
              <a:srgbClr val="D4AEC8"/>
            </a:solidFill>
            <a:ln w="0">
              <a:noFill/>
              <a:prstDash val="solid"/>
            </a:ln>
          </p:spPr>
        </p:sp>
        <p:sp>
          <p:nvSpPr>
            <p:cNvPr id="2245" name="four:time-step-strips:time-strip-tᵦ-cell-184:1968"/>
            <p:cNvSpPr>
              <a:spLocks noGrp="1"/>
            </p:cNvSpPr>
            <p:nvPr/>
          </p:nvSpPr>
          <p:spPr>
            <a:xfrm>
              <a:off x="24070469" y="2295525"/>
              <a:ext cx="15379" cy="276225"/>
            </a:xfrm>
            <a:prstGeom prst="rect">
              <a:avLst/>
            </a:prstGeom>
            <a:solidFill>
              <a:srgbClr val="D8CADA"/>
            </a:solidFill>
            <a:ln w="0">
              <a:noFill/>
              <a:prstDash val="solid"/>
            </a:ln>
          </p:spPr>
        </p:sp>
        <p:sp>
          <p:nvSpPr>
            <p:cNvPr id="2246" name="four:time-step-strips:time-strip-tᵦ-cell-185:1969"/>
            <p:cNvSpPr>
              <a:spLocks noGrp="1"/>
            </p:cNvSpPr>
            <p:nvPr/>
          </p:nvSpPr>
          <p:spPr>
            <a:xfrm>
              <a:off x="24085848" y="2295525"/>
              <a:ext cx="15379" cy="276225"/>
            </a:xfrm>
            <a:prstGeom prst="rect">
              <a:avLst/>
            </a:prstGeom>
            <a:solidFill>
              <a:srgbClr val="DBE1E3"/>
            </a:solidFill>
            <a:ln w="0">
              <a:noFill/>
              <a:prstDash val="solid"/>
            </a:ln>
          </p:spPr>
        </p:sp>
        <p:sp>
          <p:nvSpPr>
            <p:cNvPr id="2247" name="four:time-step-strips:time-strip-tᵦ-cell-186:1970"/>
            <p:cNvSpPr>
              <a:spLocks noGrp="1"/>
            </p:cNvSpPr>
            <p:nvPr/>
          </p:nvSpPr>
          <p:spPr>
            <a:xfrm>
              <a:off x="24101227" y="2295525"/>
              <a:ext cx="15379" cy="276225"/>
            </a:xfrm>
            <a:prstGeom prst="rect">
              <a:avLst/>
            </a:prstGeom>
            <a:solidFill>
              <a:srgbClr val="DCE8ED"/>
            </a:solidFill>
            <a:ln w="0">
              <a:noFill/>
              <a:prstDash val="solid"/>
            </a:ln>
          </p:spPr>
        </p:sp>
        <p:sp>
          <p:nvSpPr>
            <p:cNvPr id="2248" name="four:time-step-strips:time-strip-tᵦ-cell-187:1971"/>
            <p:cNvSpPr>
              <a:spLocks noGrp="1"/>
            </p:cNvSpPr>
            <p:nvPr/>
          </p:nvSpPr>
          <p:spPr>
            <a:xfrm>
              <a:off x="24116605" y="2295525"/>
              <a:ext cx="15379" cy="276225"/>
            </a:xfrm>
            <a:prstGeom prst="rect">
              <a:avLst/>
            </a:prstGeom>
            <a:solidFill>
              <a:srgbClr val="DCE8ED"/>
            </a:solidFill>
            <a:ln w="0">
              <a:noFill/>
              <a:prstDash val="solid"/>
            </a:ln>
          </p:spPr>
        </p:sp>
        <p:sp>
          <p:nvSpPr>
            <p:cNvPr id="2249" name="four:time-step-strips:time-strip-tᵦ-cell-188:1972"/>
            <p:cNvSpPr>
              <a:spLocks noGrp="1"/>
            </p:cNvSpPr>
            <p:nvPr/>
          </p:nvSpPr>
          <p:spPr>
            <a:xfrm>
              <a:off x="24131984" y="2295525"/>
              <a:ext cx="15379" cy="276225"/>
            </a:xfrm>
            <a:prstGeom prst="rect">
              <a:avLst/>
            </a:prstGeom>
            <a:solidFill>
              <a:srgbClr val="DCE8ED"/>
            </a:solidFill>
            <a:ln w="0">
              <a:noFill/>
              <a:prstDash val="solid"/>
            </a:ln>
          </p:spPr>
        </p:sp>
        <p:sp>
          <p:nvSpPr>
            <p:cNvPr id="2250" name="four:time-step-strips:time-strip-tᵦ-cell-189:1973"/>
            <p:cNvSpPr>
              <a:spLocks noGrp="1"/>
            </p:cNvSpPr>
            <p:nvPr/>
          </p:nvSpPr>
          <p:spPr>
            <a:xfrm>
              <a:off x="24147363" y="2295525"/>
              <a:ext cx="15379" cy="276225"/>
            </a:xfrm>
            <a:prstGeom prst="rect">
              <a:avLst/>
            </a:prstGeom>
            <a:solidFill>
              <a:srgbClr val="DCE8ED"/>
            </a:solidFill>
            <a:ln w="0">
              <a:noFill/>
              <a:prstDash val="solid"/>
            </a:ln>
          </p:spPr>
        </p:sp>
        <p:sp>
          <p:nvSpPr>
            <p:cNvPr id="2251" name="four:time-step-strips:time-strip-tᵦ-cell-190:1974"/>
            <p:cNvSpPr>
              <a:spLocks noGrp="1"/>
            </p:cNvSpPr>
            <p:nvPr/>
          </p:nvSpPr>
          <p:spPr>
            <a:xfrm>
              <a:off x="24162742" y="2295525"/>
              <a:ext cx="15379" cy="276225"/>
            </a:xfrm>
            <a:prstGeom prst="rect">
              <a:avLst/>
            </a:prstGeom>
            <a:solidFill>
              <a:srgbClr val="DCE8ED"/>
            </a:solidFill>
            <a:ln w="0">
              <a:noFill/>
              <a:prstDash val="solid"/>
            </a:ln>
          </p:spPr>
        </p:sp>
        <p:sp>
          <p:nvSpPr>
            <p:cNvPr id="2252" name="four:time-step-strips:time-strip-tᵦ-cell-191:1975"/>
            <p:cNvSpPr>
              <a:spLocks noGrp="1"/>
            </p:cNvSpPr>
            <p:nvPr/>
          </p:nvSpPr>
          <p:spPr>
            <a:xfrm>
              <a:off x="24178121" y="2295525"/>
              <a:ext cx="15379" cy="276225"/>
            </a:xfrm>
            <a:prstGeom prst="rect">
              <a:avLst/>
            </a:prstGeom>
            <a:solidFill>
              <a:srgbClr val="DCE8ED"/>
            </a:solidFill>
            <a:ln w="0">
              <a:noFill/>
              <a:prstDash val="solid"/>
            </a:ln>
          </p:spPr>
        </p:sp>
        <p:sp>
          <p:nvSpPr>
            <p:cNvPr id="2253" name="four:time-step-strips:time-strip-tᵦ-border:1976"/>
            <p:cNvSpPr>
              <a:spLocks noGrp="1"/>
            </p:cNvSpPr>
            <p:nvPr/>
          </p:nvSpPr>
          <p:spPr>
            <a:xfrm>
              <a:off x="21240750" y="2295525"/>
              <a:ext cx="2952750" cy="276225"/>
            </a:xfrm>
            <a:prstGeom prst="rect">
              <a:avLst/>
            </a:prstGeom>
            <a:noFill/>
            <a:ln w="7620">
              <a:solidFill>
                <a:srgbClr val="263238"/>
              </a:solidFill>
              <a:prstDash val="solid"/>
            </a:ln>
          </p:spPr>
        </p:sp>
        <p:sp>
          <p:nvSpPr>
            <p:cNvPr id="2254" name="four:time-step-strips:textbox:1977"/>
            <p:cNvSpPr>
              <a:spLocks noGrp="1"/>
            </p:cNvSpPr>
            <p:nvPr/>
          </p:nvSpPr>
          <p:spPr>
            <a:xfrm>
              <a:off x="20831175" y="2981325"/>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tᵢ</a:t>
              </a:r>
              <a:endParaRPr sz="2025" b="0">
                <a:solidFill>
                  <a:srgbClr val="263238"/>
                </a:solidFill>
                <a:latin typeface="Arial" panose="020B0604020202090204"/>
                <a:ea typeface="Arial" panose="020B0604020202090204"/>
                <a:cs typeface="Arial" panose="020B0604020202090204"/>
              </a:endParaRPr>
            </a:p>
          </p:txBody>
        </p:sp>
        <p:sp>
          <p:nvSpPr>
            <p:cNvPr id="2255" name="four:time-step-strips:time-strip-tᵢ-cell-0:1978"/>
            <p:cNvSpPr>
              <a:spLocks noGrp="1"/>
            </p:cNvSpPr>
            <p:nvPr/>
          </p:nvSpPr>
          <p:spPr>
            <a:xfrm>
              <a:off x="21240750" y="3009900"/>
              <a:ext cx="15379" cy="276225"/>
            </a:xfrm>
            <a:prstGeom prst="rect">
              <a:avLst/>
            </a:prstGeom>
            <a:solidFill>
              <a:srgbClr val="DCE8ED"/>
            </a:solidFill>
            <a:ln w="0">
              <a:noFill/>
              <a:prstDash val="solid"/>
            </a:ln>
          </p:spPr>
        </p:sp>
        <p:sp>
          <p:nvSpPr>
            <p:cNvPr id="2256" name="four:time-step-strips:time-strip-tᵢ-cell-1:1979"/>
            <p:cNvSpPr>
              <a:spLocks noGrp="1"/>
            </p:cNvSpPr>
            <p:nvPr/>
          </p:nvSpPr>
          <p:spPr>
            <a:xfrm>
              <a:off x="21256129" y="3009900"/>
              <a:ext cx="15379" cy="276225"/>
            </a:xfrm>
            <a:prstGeom prst="rect">
              <a:avLst/>
            </a:prstGeom>
            <a:solidFill>
              <a:srgbClr val="DCE8ED"/>
            </a:solidFill>
            <a:ln w="0">
              <a:noFill/>
              <a:prstDash val="solid"/>
            </a:ln>
          </p:spPr>
        </p:sp>
        <p:sp>
          <p:nvSpPr>
            <p:cNvPr id="2257" name="four:time-step-strips:time-strip-tᵢ-cell-2:1980"/>
            <p:cNvSpPr>
              <a:spLocks noGrp="1"/>
            </p:cNvSpPr>
            <p:nvPr/>
          </p:nvSpPr>
          <p:spPr>
            <a:xfrm>
              <a:off x="21271508" y="3009900"/>
              <a:ext cx="15379" cy="276225"/>
            </a:xfrm>
            <a:prstGeom prst="rect">
              <a:avLst/>
            </a:prstGeom>
            <a:solidFill>
              <a:srgbClr val="DCE8ED"/>
            </a:solidFill>
            <a:ln w="0">
              <a:noFill/>
              <a:prstDash val="solid"/>
            </a:ln>
          </p:spPr>
        </p:sp>
        <p:sp>
          <p:nvSpPr>
            <p:cNvPr id="2258" name="four:time-step-strips:time-strip-tᵢ-cell-3:1981"/>
            <p:cNvSpPr>
              <a:spLocks noGrp="1"/>
            </p:cNvSpPr>
            <p:nvPr/>
          </p:nvSpPr>
          <p:spPr>
            <a:xfrm>
              <a:off x="21286887" y="3009900"/>
              <a:ext cx="15379" cy="276225"/>
            </a:xfrm>
            <a:prstGeom prst="rect">
              <a:avLst/>
            </a:prstGeom>
            <a:solidFill>
              <a:srgbClr val="DCE8ED"/>
            </a:solidFill>
            <a:ln w="0">
              <a:noFill/>
              <a:prstDash val="solid"/>
            </a:ln>
          </p:spPr>
        </p:sp>
        <p:sp>
          <p:nvSpPr>
            <p:cNvPr id="2259" name="four:time-step-strips:time-strip-tᵢ-cell-4:1982"/>
            <p:cNvSpPr>
              <a:spLocks noGrp="1"/>
            </p:cNvSpPr>
            <p:nvPr/>
          </p:nvSpPr>
          <p:spPr>
            <a:xfrm>
              <a:off x="21302266" y="3009900"/>
              <a:ext cx="15379" cy="276225"/>
            </a:xfrm>
            <a:prstGeom prst="rect">
              <a:avLst/>
            </a:prstGeom>
            <a:solidFill>
              <a:srgbClr val="DCE8ED"/>
            </a:solidFill>
            <a:ln w="0">
              <a:noFill/>
              <a:prstDash val="solid"/>
            </a:ln>
          </p:spPr>
        </p:sp>
        <p:sp>
          <p:nvSpPr>
            <p:cNvPr id="2260" name="four:time-step-strips:time-strip-tᵢ-cell-5:1983"/>
            <p:cNvSpPr>
              <a:spLocks noGrp="1"/>
            </p:cNvSpPr>
            <p:nvPr/>
          </p:nvSpPr>
          <p:spPr>
            <a:xfrm>
              <a:off x="21317645" y="3009900"/>
              <a:ext cx="15379" cy="276225"/>
            </a:xfrm>
            <a:prstGeom prst="rect">
              <a:avLst/>
            </a:prstGeom>
            <a:solidFill>
              <a:srgbClr val="DCE8ED"/>
            </a:solidFill>
            <a:ln w="0">
              <a:noFill/>
              <a:prstDash val="solid"/>
            </a:ln>
          </p:spPr>
        </p:sp>
        <p:sp>
          <p:nvSpPr>
            <p:cNvPr id="2261" name="four:time-step-strips:time-strip-tᵢ-cell-6:1984"/>
            <p:cNvSpPr>
              <a:spLocks noGrp="1"/>
            </p:cNvSpPr>
            <p:nvPr/>
          </p:nvSpPr>
          <p:spPr>
            <a:xfrm>
              <a:off x="21333023" y="3009900"/>
              <a:ext cx="15379" cy="276225"/>
            </a:xfrm>
            <a:prstGeom prst="rect">
              <a:avLst/>
            </a:prstGeom>
            <a:solidFill>
              <a:srgbClr val="D2E1E8"/>
            </a:solidFill>
            <a:ln w="0">
              <a:noFill/>
              <a:prstDash val="solid"/>
            </a:ln>
          </p:spPr>
        </p:sp>
        <p:sp>
          <p:nvSpPr>
            <p:cNvPr id="2262" name="four:time-step-strips:time-strip-tᵢ-cell-7:1985"/>
            <p:cNvSpPr>
              <a:spLocks noGrp="1"/>
            </p:cNvSpPr>
            <p:nvPr/>
          </p:nvSpPr>
          <p:spPr>
            <a:xfrm>
              <a:off x="21348402" y="3009900"/>
              <a:ext cx="15379" cy="276225"/>
            </a:xfrm>
            <a:prstGeom prst="rect">
              <a:avLst/>
            </a:prstGeom>
            <a:solidFill>
              <a:srgbClr val="A2C9DD"/>
            </a:solidFill>
            <a:ln w="0">
              <a:noFill/>
              <a:prstDash val="solid"/>
            </a:ln>
          </p:spPr>
        </p:sp>
        <p:sp>
          <p:nvSpPr>
            <p:cNvPr id="2263" name="four:time-step-strips:time-strip-tᵢ-cell-8:1986"/>
            <p:cNvSpPr>
              <a:spLocks noGrp="1"/>
            </p:cNvSpPr>
            <p:nvPr/>
          </p:nvSpPr>
          <p:spPr>
            <a:xfrm>
              <a:off x="21363781" y="3009900"/>
              <a:ext cx="15379" cy="276225"/>
            </a:xfrm>
            <a:prstGeom prst="rect">
              <a:avLst/>
            </a:prstGeom>
            <a:solidFill>
              <a:srgbClr val="68AACE"/>
            </a:solidFill>
            <a:ln w="0">
              <a:noFill/>
              <a:prstDash val="solid"/>
            </a:ln>
          </p:spPr>
        </p:sp>
        <p:sp>
          <p:nvSpPr>
            <p:cNvPr id="2264" name="four:time-step-strips:time-strip-tᵢ-cell-9:1987"/>
            <p:cNvSpPr>
              <a:spLocks noGrp="1"/>
            </p:cNvSpPr>
            <p:nvPr/>
          </p:nvSpPr>
          <p:spPr>
            <a:xfrm>
              <a:off x="21379160" y="3009900"/>
              <a:ext cx="15379" cy="276225"/>
            </a:xfrm>
            <a:prstGeom prst="rect">
              <a:avLst/>
            </a:prstGeom>
            <a:solidFill>
              <a:srgbClr val="318CBF"/>
            </a:solidFill>
            <a:ln w="0">
              <a:noFill/>
              <a:prstDash val="solid"/>
            </a:ln>
          </p:spPr>
        </p:sp>
        <p:sp>
          <p:nvSpPr>
            <p:cNvPr id="2265" name="four:time-step-strips:time-strip-tᵢ-cell-10:1988"/>
            <p:cNvSpPr>
              <a:spLocks noGrp="1"/>
            </p:cNvSpPr>
            <p:nvPr/>
          </p:nvSpPr>
          <p:spPr>
            <a:xfrm>
              <a:off x="21394539" y="3009900"/>
              <a:ext cx="15379" cy="276225"/>
            </a:xfrm>
            <a:prstGeom prst="rect">
              <a:avLst/>
            </a:prstGeom>
            <a:solidFill>
              <a:srgbClr val="0977B4"/>
            </a:solidFill>
            <a:ln w="0">
              <a:noFill/>
              <a:prstDash val="solid"/>
            </a:ln>
          </p:spPr>
        </p:sp>
        <p:sp>
          <p:nvSpPr>
            <p:cNvPr id="2266" name="four:time-step-strips:time-strip-tᵢ-cell-11:1989"/>
            <p:cNvSpPr>
              <a:spLocks noGrp="1"/>
            </p:cNvSpPr>
            <p:nvPr/>
          </p:nvSpPr>
          <p:spPr>
            <a:xfrm>
              <a:off x="21409918" y="3009900"/>
              <a:ext cx="15379" cy="276225"/>
            </a:xfrm>
            <a:prstGeom prst="rect">
              <a:avLst/>
            </a:prstGeom>
            <a:solidFill>
              <a:srgbClr val="0072B2"/>
            </a:solidFill>
            <a:ln w="0">
              <a:noFill/>
              <a:prstDash val="solid"/>
            </a:ln>
          </p:spPr>
        </p:sp>
        <p:sp>
          <p:nvSpPr>
            <p:cNvPr id="2267" name="four:time-step-strips:time-strip-tᵢ-cell-12:1990"/>
            <p:cNvSpPr>
              <a:spLocks noGrp="1"/>
            </p:cNvSpPr>
            <p:nvPr/>
          </p:nvSpPr>
          <p:spPr>
            <a:xfrm>
              <a:off x="21425297" y="3009900"/>
              <a:ext cx="15379" cy="276225"/>
            </a:xfrm>
            <a:prstGeom prst="rect">
              <a:avLst/>
            </a:prstGeom>
            <a:solidFill>
              <a:srgbClr val="0072B2"/>
            </a:solidFill>
            <a:ln w="0">
              <a:noFill/>
              <a:prstDash val="solid"/>
            </a:ln>
          </p:spPr>
        </p:sp>
        <p:sp>
          <p:nvSpPr>
            <p:cNvPr id="2268" name="four:time-step-strips:time-strip-tᵢ-cell-13:1991"/>
            <p:cNvSpPr>
              <a:spLocks noGrp="1"/>
            </p:cNvSpPr>
            <p:nvPr/>
          </p:nvSpPr>
          <p:spPr>
            <a:xfrm>
              <a:off x="21440676" y="3009900"/>
              <a:ext cx="15379" cy="276225"/>
            </a:xfrm>
            <a:prstGeom prst="rect">
              <a:avLst/>
            </a:prstGeom>
            <a:solidFill>
              <a:srgbClr val="0072B2"/>
            </a:solidFill>
            <a:ln w="0">
              <a:noFill/>
              <a:prstDash val="solid"/>
            </a:ln>
          </p:spPr>
        </p:sp>
        <p:sp>
          <p:nvSpPr>
            <p:cNvPr id="2269" name="four:time-step-strips:time-strip-tᵢ-cell-14:1992"/>
            <p:cNvSpPr>
              <a:spLocks noGrp="1"/>
            </p:cNvSpPr>
            <p:nvPr/>
          </p:nvSpPr>
          <p:spPr>
            <a:xfrm>
              <a:off x="21456055" y="3009900"/>
              <a:ext cx="15379" cy="276225"/>
            </a:xfrm>
            <a:prstGeom prst="rect">
              <a:avLst/>
            </a:prstGeom>
            <a:solidFill>
              <a:srgbClr val="0072B2"/>
            </a:solidFill>
            <a:ln w="0">
              <a:noFill/>
              <a:prstDash val="solid"/>
            </a:ln>
          </p:spPr>
        </p:sp>
        <p:sp>
          <p:nvSpPr>
            <p:cNvPr id="2270" name="four:time-step-strips:time-strip-tᵢ-cell-15:1993"/>
            <p:cNvSpPr>
              <a:spLocks noGrp="1"/>
            </p:cNvSpPr>
            <p:nvPr/>
          </p:nvSpPr>
          <p:spPr>
            <a:xfrm>
              <a:off x="21471434" y="3009900"/>
              <a:ext cx="15379" cy="276225"/>
            </a:xfrm>
            <a:prstGeom prst="rect">
              <a:avLst/>
            </a:prstGeom>
            <a:solidFill>
              <a:srgbClr val="0072B2"/>
            </a:solidFill>
            <a:ln w="0">
              <a:noFill/>
              <a:prstDash val="solid"/>
            </a:ln>
          </p:spPr>
        </p:sp>
        <p:sp>
          <p:nvSpPr>
            <p:cNvPr id="2271" name="four:time-step-strips:time-strip-tᵢ-cell-16:1994"/>
            <p:cNvSpPr>
              <a:spLocks noGrp="1"/>
            </p:cNvSpPr>
            <p:nvPr/>
          </p:nvSpPr>
          <p:spPr>
            <a:xfrm>
              <a:off x="21486812" y="3009900"/>
              <a:ext cx="15379" cy="276225"/>
            </a:xfrm>
            <a:prstGeom prst="rect">
              <a:avLst/>
            </a:prstGeom>
            <a:solidFill>
              <a:srgbClr val="0072B2"/>
            </a:solidFill>
            <a:ln w="0">
              <a:noFill/>
              <a:prstDash val="solid"/>
            </a:ln>
          </p:spPr>
        </p:sp>
        <p:sp>
          <p:nvSpPr>
            <p:cNvPr id="2272" name="four:time-step-strips:time-strip-tᵢ-cell-17:1995"/>
            <p:cNvSpPr>
              <a:spLocks noGrp="1"/>
            </p:cNvSpPr>
            <p:nvPr/>
          </p:nvSpPr>
          <p:spPr>
            <a:xfrm>
              <a:off x="21502191" y="3009900"/>
              <a:ext cx="15379" cy="276225"/>
            </a:xfrm>
            <a:prstGeom prst="rect">
              <a:avLst/>
            </a:prstGeom>
            <a:solidFill>
              <a:srgbClr val="0072B2"/>
            </a:solidFill>
            <a:ln w="0">
              <a:noFill/>
              <a:prstDash val="solid"/>
            </a:ln>
          </p:spPr>
        </p:sp>
        <p:sp>
          <p:nvSpPr>
            <p:cNvPr id="2273" name="four:time-step-strips:time-strip-tᵢ-cell-18:1996"/>
            <p:cNvSpPr>
              <a:spLocks noGrp="1"/>
            </p:cNvSpPr>
            <p:nvPr/>
          </p:nvSpPr>
          <p:spPr>
            <a:xfrm>
              <a:off x="21517570" y="3009900"/>
              <a:ext cx="15379" cy="276225"/>
            </a:xfrm>
            <a:prstGeom prst="rect">
              <a:avLst/>
            </a:prstGeom>
            <a:solidFill>
              <a:srgbClr val="0072B2"/>
            </a:solidFill>
            <a:ln w="0">
              <a:noFill/>
              <a:prstDash val="solid"/>
            </a:ln>
          </p:spPr>
        </p:sp>
        <p:sp>
          <p:nvSpPr>
            <p:cNvPr id="2274" name="four:time-step-strips:time-strip-tᵢ-cell-19:1997"/>
            <p:cNvSpPr>
              <a:spLocks noGrp="1"/>
            </p:cNvSpPr>
            <p:nvPr/>
          </p:nvSpPr>
          <p:spPr>
            <a:xfrm>
              <a:off x="21532949" y="3009900"/>
              <a:ext cx="15379" cy="276225"/>
            </a:xfrm>
            <a:prstGeom prst="rect">
              <a:avLst/>
            </a:prstGeom>
            <a:solidFill>
              <a:srgbClr val="0072B2"/>
            </a:solidFill>
            <a:ln w="0">
              <a:noFill/>
              <a:prstDash val="solid"/>
            </a:ln>
          </p:spPr>
        </p:sp>
        <p:sp>
          <p:nvSpPr>
            <p:cNvPr id="2275" name="four:time-step-strips:time-strip-tᵢ-cell-20:1998"/>
            <p:cNvSpPr>
              <a:spLocks noGrp="1"/>
            </p:cNvSpPr>
            <p:nvPr/>
          </p:nvSpPr>
          <p:spPr>
            <a:xfrm>
              <a:off x="21548328" y="3009900"/>
              <a:ext cx="15379" cy="276225"/>
            </a:xfrm>
            <a:prstGeom prst="rect">
              <a:avLst/>
            </a:prstGeom>
            <a:solidFill>
              <a:srgbClr val="0072B2"/>
            </a:solidFill>
            <a:ln w="0">
              <a:noFill/>
              <a:prstDash val="solid"/>
            </a:ln>
          </p:spPr>
        </p:sp>
        <p:sp>
          <p:nvSpPr>
            <p:cNvPr id="2276" name="four:time-step-strips:time-strip-tᵢ-cell-21:1999"/>
            <p:cNvSpPr>
              <a:spLocks noGrp="1"/>
            </p:cNvSpPr>
            <p:nvPr/>
          </p:nvSpPr>
          <p:spPr>
            <a:xfrm>
              <a:off x="21563707" y="3009900"/>
              <a:ext cx="15379" cy="276225"/>
            </a:xfrm>
            <a:prstGeom prst="rect">
              <a:avLst/>
            </a:prstGeom>
            <a:solidFill>
              <a:srgbClr val="0072B2"/>
            </a:solidFill>
            <a:ln w="0">
              <a:noFill/>
              <a:prstDash val="solid"/>
            </a:ln>
          </p:spPr>
        </p:sp>
        <p:sp>
          <p:nvSpPr>
            <p:cNvPr id="2277" name="four:time-step-strips:time-strip-tᵢ-cell-22:2000"/>
            <p:cNvSpPr>
              <a:spLocks noGrp="1"/>
            </p:cNvSpPr>
            <p:nvPr/>
          </p:nvSpPr>
          <p:spPr>
            <a:xfrm>
              <a:off x="21579086" y="3009900"/>
              <a:ext cx="15379" cy="276225"/>
            </a:xfrm>
            <a:prstGeom prst="rect">
              <a:avLst/>
            </a:prstGeom>
            <a:solidFill>
              <a:srgbClr val="0D79B6"/>
            </a:solidFill>
            <a:ln w="0">
              <a:noFill/>
              <a:prstDash val="solid"/>
            </a:ln>
          </p:spPr>
        </p:sp>
        <p:sp>
          <p:nvSpPr>
            <p:cNvPr id="2278" name="four:time-step-strips:time-strip-tᵢ-cell-23:2001"/>
            <p:cNvSpPr>
              <a:spLocks noGrp="1"/>
            </p:cNvSpPr>
            <p:nvPr/>
          </p:nvSpPr>
          <p:spPr>
            <a:xfrm>
              <a:off x="21594465" y="3009900"/>
              <a:ext cx="15379" cy="276225"/>
            </a:xfrm>
            <a:prstGeom prst="rect">
              <a:avLst/>
            </a:prstGeom>
            <a:solidFill>
              <a:srgbClr val="2A88BD"/>
            </a:solidFill>
            <a:ln w="0">
              <a:noFill/>
              <a:prstDash val="solid"/>
            </a:ln>
          </p:spPr>
        </p:sp>
        <p:sp>
          <p:nvSpPr>
            <p:cNvPr id="2279" name="four:time-step-strips:time-strip-tᵢ-cell-24:2002"/>
            <p:cNvSpPr>
              <a:spLocks noGrp="1"/>
            </p:cNvSpPr>
            <p:nvPr/>
          </p:nvSpPr>
          <p:spPr>
            <a:xfrm>
              <a:off x="21609844" y="3009900"/>
              <a:ext cx="15379" cy="276225"/>
            </a:xfrm>
            <a:prstGeom prst="rect">
              <a:avLst/>
            </a:prstGeom>
            <a:solidFill>
              <a:srgbClr val="519DC8"/>
            </a:solidFill>
            <a:ln w="0">
              <a:noFill/>
              <a:prstDash val="solid"/>
            </a:ln>
          </p:spPr>
        </p:sp>
        <p:sp>
          <p:nvSpPr>
            <p:cNvPr id="2280" name="four:time-step-strips:time-strip-tᵢ-cell-25:2003"/>
            <p:cNvSpPr>
              <a:spLocks noGrp="1"/>
            </p:cNvSpPr>
            <p:nvPr/>
          </p:nvSpPr>
          <p:spPr>
            <a:xfrm>
              <a:off x="21625223" y="3009900"/>
              <a:ext cx="15379" cy="276225"/>
            </a:xfrm>
            <a:prstGeom prst="rect">
              <a:avLst/>
            </a:prstGeom>
            <a:solidFill>
              <a:srgbClr val="7BB4D3"/>
            </a:solidFill>
            <a:ln w="0">
              <a:noFill/>
              <a:prstDash val="solid"/>
            </a:ln>
          </p:spPr>
        </p:sp>
        <p:sp>
          <p:nvSpPr>
            <p:cNvPr id="2281" name="four:time-step-strips:time-strip-tᵢ-cell-26:2004"/>
            <p:cNvSpPr>
              <a:spLocks noGrp="1"/>
            </p:cNvSpPr>
            <p:nvPr/>
          </p:nvSpPr>
          <p:spPr>
            <a:xfrm>
              <a:off x="21640602" y="3009900"/>
              <a:ext cx="15379" cy="276225"/>
            </a:xfrm>
            <a:prstGeom prst="rect">
              <a:avLst/>
            </a:prstGeom>
            <a:solidFill>
              <a:srgbClr val="A4CADE"/>
            </a:solidFill>
            <a:ln w="0">
              <a:noFill/>
              <a:prstDash val="solid"/>
            </a:ln>
          </p:spPr>
        </p:sp>
        <p:sp>
          <p:nvSpPr>
            <p:cNvPr id="2282" name="four:time-step-strips:time-strip-tᵢ-cell-27:2005"/>
            <p:cNvSpPr>
              <a:spLocks noGrp="1"/>
            </p:cNvSpPr>
            <p:nvPr/>
          </p:nvSpPr>
          <p:spPr>
            <a:xfrm>
              <a:off x="21655980" y="3009900"/>
              <a:ext cx="15379" cy="276225"/>
            </a:xfrm>
            <a:prstGeom prst="rect">
              <a:avLst/>
            </a:prstGeom>
            <a:solidFill>
              <a:srgbClr val="CDDEE5"/>
            </a:solidFill>
            <a:ln w="0">
              <a:noFill/>
              <a:prstDash val="solid"/>
            </a:ln>
          </p:spPr>
        </p:sp>
        <p:sp>
          <p:nvSpPr>
            <p:cNvPr id="2283" name="four:time-step-strips:time-strip-tᵢ-cell-28:2006"/>
            <p:cNvSpPr>
              <a:spLocks noGrp="1"/>
            </p:cNvSpPr>
            <p:nvPr/>
          </p:nvSpPr>
          <p:spPr>
            <a:xfrm>
              <a:off x="21671359" y="3009900"/>
              <a:ext cx="15379" cy="276225"/>
            </a:xfrm>
            <a:prstGeom prst="rect">
              <a:avLst/>
            </a:prstGeom>
            <a:solidFill>
              <a:srgbClr val="DAE7EC"/>
            </a:solidFill>
            <a:ln w="0">
              <a:noFill/>
              <a:prstDash val="solid"/>
            </a:ln>
          </p:spPr>
        </p:sp>
        <p:sp>
          <p:nvSpPr>
            <p:cNvPr id="2284" name="four:time-step-strips:time-strip-tᵢ-cell-29:2007"/>
            <p:cNvSpPr>
              <a:spLocks noGrp="1"/>
            </p:cNvSpPr>
            <p:nvPr/>
          </p:nvSpPr>
          <p:spPr>
            <a:xfrm>
              <a:off x="21686738" y="3009900"/>
              <a:ext cx="15379" cy="276225"/>
            </a:xfrm>
            <a:prstGeom prst="rect">
              <a:avLst/>
            </a:prstGeom>
            <a:solidFill>
              <a:srgbClr val="DCE8ED"/>
            </a:solidFill>
            <a:ln w="0">
              <a:noFill/>
              <a:prstDash val="solid"/>
            </a:ln>
          </p:spPr>
        </p:sp>
        <p:sp>
          <p:nvSpPr>
            <p:cNvPr id="2285" name="four:time-step-strips:time-strip-tᵢ-cell-30:2008"/>
            <p:cNvSpPr>
              <a:spLocks noGrp="1"/>
            </p:cNvSpPr>
            <p:nvPr/>
          </p:nvSpPr>
          <p:spPr>
            <a:xfrm>
              <a:off x="21702117" y="3009900"/>
              <a:ext cx="15379" cy="276225"/>
            </a:xfrm>
            <a:prstGeom prst="rect">
              <a:avLst/>
            </a:prstGeom>
            <a:solidFill>
              <a:srgbClr val="DCE8ED"/>
            </a:solidFill>
            <a:ln w="0">
              <a:noFill/>
              <a:prstDash val="solid"/>
            </a:ln>
          </p:spPr>
        </p:sp>
        <p:sp>
          <p:nvSpPr>
            <p:cNvPr id="2286" name="four:time-step-strips:time-strip-tᵢ-cell-31:2009"/>
            <p:cNvSpPr>
              <a:spLocks noGrp="1"/>
            </p:cNvSpPr>
            <p:nvPr/>
          </p:nvSpPr>
          <p:spPr>
            <a:xfrm>
              <a:off x="21717496" y="3009900"/>
              <a:ext cx="15379" cy="276225"/>
            </a:xfrm>
            <a:prstGeom prst="rect">
              <a:avLst/>
            </a:prstGeom>
            <a:solidFill>
              <a:srgbClr val="DCE8ED"/>
            </a:solidFill>
            <a:ln w="0">
              <a:noFill/>
              <a:prstDash val="solid"/>
            </a:ln>
          </p:spPr>
        </p:sp>
        <p:sp>
          <p:nvSpPr>
            <p:cNvPr id="2287" name="four:time-step-strips:time-strip-tᵢ-cell-32:2010"/>
            <p:cNvSpPr>
              <a:spLocks noGrp="1"/>
            </p:cNvSpPr>
            <p:nvPr/>
          </p:nvSpPr>
          <p:spPr>
            <a:xfrm>
              <a:off x="21732875" y="3009900"/>
              <a:ext cx="15379" cy="276225"/>
            </a:xfrm>
            <a:prstGeom prst="rect">
              <a:avLst/>
            </a:prstGeom>
            <a:solidFill>
              <a:srgbClr val="DCE8ED"/>
            </a:solidFill>
            <a:ln w="0">
              <a:noFill/>
              <a:prstDash val="solid"/>
            </a:ln>
          </p:spPr>
        </p:sp>
        <p:sp>
          <p:nvSpPr>
            <p:cNvPr id="2288" name="four:time-step-strips:time-strip-tᵢ-cell-33:2011"/>
            <p:cNvSpPr>
              <a:spLocks noGrp="1"/>
            </p:cNvSpPr>
            <p:nvPr/>
          </p:nvSpPr>
          <p:spPr>
            <a:xfrm>
              <a:off x="21748254" y="3009900"/>
              <a:ext cx="15379" cy="276225"/>
            </a:xfrm>
            <a:prstGeom prst="rect">
              <a:avLst/>
            </a:prstGeom>
            <a:solidFill>
              <a:srgbClr val="DCE8ED"/>
            </a:solidFill>
            <a:ln w="0">
              <a:noFill/>
              <a:prstDash val="solid"/>
            </a:ln>
          </p:spPr>
        </p:sp>
        <p:sp>
          <p:nvSpPr>
            <p:cNvPr id="2289" name="four:time-step-strips:time-strip-tᵢ-cell-34:2012"/>
            <p:cNvSpPr>
              <a:spLocks noGrp="1"/>
            </p:cNvSpPr>
            <p:nvPr/>
          </p:nvSpPr>
          <p:spPr>
            <a:xfrm>
              <a:off x="21763633" y="3009900"/>
              <a:ext cx="15379" cy="276225"/>
            </a:xfrm>
            <a:prstGeom prst="rect">
              <a:avLst/>
            </a:prstGeom>
            <a:solidFill>
              <a:srgbClr val="DCE8ED"/>
            </a:solidFill>
            <a:ln w="0">
              <a:noFill/>
              <a:prstDash val="solid"/>
            </a:ln>
          </p:spPr>
        </p:sp>
        <p:sp>
          <p:nvSpPr>
            <p:cNvPr id="2290" name="four:time-step-strips:time-strip-tᵢ-cell-35:2013"/>
            <p:cNvSpPr>
              <a:spLocks noGrp="1"/>
            </p:cNvSpPr>
            <p:nvPr/>
          </p:nvSpPr>
          <p:spPr>
            <a:xfrm>
              <a:off x="21779012" y="3009900"/>
              <a:ext cx="15379" cy="276225"/>
            </a:xfrm>
            <a:prstGeom prst="rect">
              <a:avLst/>
            </a:prstGeom>
            <a:solidFill>
              <a:srgbClr val="DCE8ED"/>
            </a:solidFill>
            <a:ln w="0">
              <a:noFill/>
              <a:prstDash val="solid"/>
            </a:ln>
          </p:spPr>
        </p:sp>
        <p:sp>
          <p:nvSpPr>
            <p:cNvPr id="2291" name="four:time-step-strips:time-strip-tᵢ-cell-36:2014"/>
            <p:cNvSpPr>
              <a:spLocks noGrp="1"/>
            </p:cNvSpPr>
            <p:nvPr/>
          </p:nvSpPr>
          <p:spPr>
            <a:xfrm>
              <a:off x="21794391" y="3009900"/>
              <a:ext cx="15379" cy="276225"/>
            </a:xfrm>
            <a:prstGeom prst="rect">
              <a:avLst/>
            </a:prstGeom>
            <a:solidFill>
              <a:srgbClr val="DCE8ED"/>
            </a:solidFill>
            <a:ln w="0">
              <a:noFill/>
              <a:prstDash val="solid"/>
            </a:ln>
          </p:spPr>
        </p:sp>
        <p:sp>
          <p:nvSpPr>
            <p:cNvPr id="2292" name="four:time-step-strips:time-strip-tᵢ-cell-37:2015"/>
            <p:cNvSpPr>
              <a:spLocks noGrp="1"/>
            </p:cNvSpPr>
            <p:nvPr/>
          </p:nvSpPr>
          <p:spPr>
            <a:xfrm>
              <a:off x="21809770" y="3009900"/>
              <a:ext cx="15379" cy="276225"/>
            </a:xfrm>
            <a:prstGeom prst="rect">
              <a:avLst/>
            </a:prstGeom>
            <a:solidFill>
              <a:srgbClr val="DCE8ED"/>
            </a:solidFill>
            <a:ln w="0">
              <a:noFill/>
              <a:prstDash val="solid"/>
            </a:ln>
          </p:spPr>
        </p:sp>
        <p:sp>
          <p:nvSpPr>
            <p:cNvPr id="2293" name="four:time-step-strips:time-strip-tᵢ-cell-38:2016"/>
            <p:cNvSpPr>
              <a:spLocks noGrp="1"/>
            </p:cNvSpPr>
            <p:nvPr/>
          </p:nvSpPr>
          <p:spPr>
            <a:xfrm>
              <a:off x="21825148" y="3009900"/>
              <a:ext cx="15379" cy="276225"/>
            </a:xfrm>
            <a:prstGeom prst="rect">
              <a:avLst/>
            </a:prstGeom>
            <a:solidFill>
              <a:srgbClr val="DCE8ED"/>
            </a:solidFill>
            <a:ln w="0">
              <a:noFill/>
              <a:prstDash val="solid"/>
            </a:ln>
          </p:spPr>
        </p:sp>
        <p:sp>
          <p:nvSpPr>
            <p:cNvPr id="2294" name="four:time-step-strips:time-strip-tᵢ-cell-39:2017"/>
            <p:cNvSpPr>
              <a:spLocks noGrp="1"/>
            </p:cNvSpPr>
            <p:nvPr/>
          </p:nvSpPr>
          <p:spPr>
            <a:xfrm>
              <a:off x="21840527" y="3009900"/>
              <a:ext cx="15379" cy="276225"/>
            </a:xfrm>
            <a:prstGeom prst="rect">
              <a:avLst/>
            </a:prstGeom>
            <a:solidFill>
              <a:srgbClr val="DCE8ED"/>
            </a:solidFill>
            <a:ln w="0">
              <a:noFill/>
              <a:prstDash val="solid"/>
            </a:ln>
          </p:spPr>
        </p:sp>
        <p:sp>
          <p:nvSpPr>
            <p:cNvPr id="2295" name="four:time-step-strips:time-strip-tᵢ-cell-40:2018"/>
            <p:cNvSpPr>
              <a:spLocks noGrp="1"/>
            </p:cNvSpPr>
            <p:nvPr/>
          </p:nvSpPr>
          <p:spPr>
            <a:xfrm>
              <a:off x="21855906" y="3009900"/>
              <a:ext cx="15379" cy="276225"/>
            </a:xfrm>
            <a:prstGeom prst="rect">
              <a:avLst/>
            </a:prstGeom>
            <a:solidFill>
              <a:srgbClr val="DCE8ED"/>
            </a:solidFill>
            <a:ln w="0">
              <a:noFill/>
              <a:prstDash val="solid"/>
            </a:ln>
          </p:spPr>
        </p:sp>
        <p:sp>
          <p:nvSpPr>
            <p:cNvPr id="2296" name="four:time-step-strips:time-strip-tᵢ-cell-41:2019"/>
            <p:cNvSpPr>
              <a:spLocks noGrp="1"/>
            </p:cNvSpPr>
            <p:nvPr/>
          </p:nvSpPr>
          <p:spPr>
            <a:xfrm>
              <a:off x="21871285" y="3009900"/>
              <a:ext cx="15379" cy="276225"/>
            </a:xfrm>
            <a:prstGeom prst="rect">
              <a:avLst/>
            </a:prstGeom>
            <a:solidFill>
              <a:srgbClr val="DCE8ED"/>
            </a:solidFill>
            <a:ln w="0">
              <a:noFill/>
              <a:prstDash val="solid"/>
            </a:ln>
          </p:spPr>
        </p:sp>
        <p:sp>
          <p:nvSpPr>
            <p:cNvPr id="2297" name="four:time-step-strips:time-strip-tᵢ-cell-42:2020"/>
            <p:cNvSpPr>
              <a:spLocks noGrp="1"/>
            </p:cNvSpPr>
            <p:nvPr/>
          </p:nvSpPr>
          <p:spPr>
            <a:xfrm>
              <a:off x="21886664" y="3009900"/>
              <a:ext cx="15379" cy="276225"/>
            </a:xfrm>
            <a:prstGeom prst="rect">
              <a:avLst/>
            </a:prstGeom>
            <a:solidFill>
              <a:srgbClr val="DCE8ED"/>
            </a:solidFill>
            <a:ln w="0">
              <a:noFill/>
              <a:prstDash val="solid"/>
            </a:ln>
          </p:spPr>
        </p:sp>
        <p:sp>
          <p:nvSpPr>
            <p:cNvPr id="2298" name="four:time-step-strips:time-strip-tᵢ-cell-43:2021"/>
            <p:cNvSpPr>
              <a:spLocks noGrp="1"/>
            </p:cNvSpPr>
            <p:nvPr/>
          </p:nvSpPr>
          <p:spPr>
            <a:xfrm>
              <a:off x="21902043" y="3009900"/>
              <a:ext cx="15379" cy="276225"/>
            </a:xfrm>
            <a:prstGeom prst="rect">
              <a:avLst/>
            </a:prstGeom>
            <a:solidFill>
              <a:srgbClr val="DCE8ED"/>
            </a:solidFill>
            <a:ln w="0">
              <a:noFill/>
              <a:prstDash val="solid"/>
            </a:ln>
          </p:spPr>
        </p:sp>
        <p:sp>
          <p:nvSpPr>
            <p:cNvPr id="2299" name="four:time-step-strips:time-strip-tᵢ-cell-44:2022"/>
            <p:cNvSpPr>
              <a:spLocks noGrp="1"/>
            </p:cNvSpPr>
            <p:nvPr/>
          </p:nvSpPr>
          <p:spPr>
            <a:xfrm>
              <a:off x="21917422" y="3009900"/>
              <a:ext cx="15379" cy="276225"/>
            </a:xfrm>
            <a:prstGeom prst="rect">
              <a:avLst/>
            </a:prstGeom>
            <a:solidFill>
              <a:srgbClr val="DCE8ED"/>
            </a:solidFill>
            <a:ln w="0">
              <a:noFill/>
              <a:prstDash val="solid"/>
            </a:ln>
          </p:spPr>
        </p:sp>
        <p:sp>
          <p:nvSpPr>
            <p:cNvPr id="2300" name="four:time-step-strips:time-strip-tᵢ-cell-45:2023"/>
            <p:cNvSpPr>
              <a:spLocks noGrp="1"/>
            </p:cNvSpPr>
            <p:nvPr/>
          </p:nvSpPr>
          <p:spPr>
            <a:xfrm>
              <a:off x="21932801" y="3009900"/>
              <a:ext cx="15379" cy="276225"/>
            </a:xfrm>
            <a:prstGeom prst="rect">
              <a:avLst/>
            </a:prstGeom>
            <a:solidFill>
              <a:srgbClr val="DCE8ED"/>
            </a:solidFill>
            <a:ln w="0">
              <a:noFill/>
              <a:prstDash val="solid"/>
            </a:ln>
          </p:spPr>
        </p:sp>
        <p:sp>
          <p:nvSpPr>
            <p:cNvPr id="2301" name="four:time-step-strips:time-strip-tᵢ-cell-46:2024"/>
            <p:cNvSpPr>
              <a:spLocks noGrp="1"/>
            </p:cNvSpPr>
            <p:nvPr/>
          </p:nvSpPr>
          <p:spPr>
            <a:xfrm>
              <a:off x="21948180" y="3009900"/>
              <a:ext cx="15379" cy="276225"/>
            </a:xfrm>
            <a:prstGeom prst="rect">
              <a:avLst/>
            </a:prstGeom>
            <a:solidFill>
              <a:srgbClr val="DCE8ED"/>
            </a:solidFill>
            <a:ln w="0">
              <a:noFill/>
              <a:prstDash val="solid"/>
            </a:ln>
          </p:spPr>
        </p:sp>
        <p:sp>
          <p:nvSpPr>
            <p:cNvPr id="2302" name="four:time-step-strips:time-strip-tᵢ-cell-47:2025"/>
            <p:cNvSpPr>
              <a:spLocks noGrp="1"/>
            </p:cNvSpPr>
            <p:nvPr/>
          </p:nvSpPr>
          <p:spPr>
            <a:xfrm>
              <a:off x="21963559" y="3009900"/>
              <a:ext cx="15379" cy="276225"/>
            </a:xfrm>
            <a:prstGeom prst="rect">
              <a:avLst/>
            </a:prstGeom>
            <a:solidFill>
              <a:srgbClr val="DCE8ED"/>
            </a:solidFill>
            <a:ln w="0">
              <a:noFill/>
              <a:prstDash val="solid"/>
            </a:ln>
          </p:spPr>
        </p:sp>
        <p:sp>
          <p:nvSpPr>
            <p:cNvPr id="2303" name="four:time-step-strips:time-strip-tᵢ-cell-48:2026"/>
            <p:cNvSpPr>
              <a:spLocks noGrp="1"/>
            </p:cNvSpPr>
            <p:nvPr/>
          </p:nvSpPr>
          <p:spPr>
            <a:xfrm>
              <a:off x="21978938" y="3009900"/>
              <a:ext cx="15379" cy="276225"/>
            </a:xfrm>
            <a:prstGeom prst="rect">
              <a:avLst/>
            </a:prstGeom>
            <a:solidFill>
              <a:srgbClr val="DCE8ED"/>
            </a:solidFill>
            <a:ln w="0">
              <a:noFill/>
              <a:prstDash val="solid"/>
            </a:ln>
          </p:spPr>
        </p:sp>
        <p:sp>
          <p:nvSpPr>
            <p:cNvPr id="2304" name="four:time-step-strips:time-strip-tᵢ-cell-49:2027"/>
            <p:cNvSpPr>
              <a:spLocks noGrp="1"/>
            </p:cNvSpPr>
            <p:nvPr/>
          </p:nvSpPr>
          <p:spPr>
            <a:xfrm>
              <a:off x="21994316" y="3009900"/>
              <a:ext cx="15379" cy="276225"/>
            </a:xfrm>
            <a:prstGeom prst="rect">
              <a:avLst/>
            </a:prstGeom>
            <a:solidFill>
              <a:srgbClr val="DCE8ED"/>
            </a:solidFill>
            <a:ln w="0">
              <a:noFill/>
              <a:prstDash val="solid"/>
            </a:ln>
          </p:spPr>
        </p:sp>
        <p:sp>
          <p:nvSpPr>
            <p:cNvPr id="2305" name="four:time-step-strips:time-strip-tᵢ-cell-50:2028"/>
            <p:cNvSpPr>
              <a:spLocks noGrp="1"/>
            </p:cNvSpPr>
            <p:nvPr/>
          </p:nvSpPr>
          <p:spPr>
            <a:xfrm>
              <a:off x="22009695" y="3009900"/>
              <a:ext cx="15379" cy="276225"/>
            </a:xfrm>
            <a:prstGeom prst="rect">
              <a:avLst/>
            </a:prstGeom>
            <a:solidFill>
              <a:srgbClr val="DCE8ED"/>
            </a:solidFill>
            <a:ln w="0">
              <a:noFill/>
              <a:prstDash val="solid"/>
            </a:ln>
          </p:spPr>
        </p:sp>
        <p:sp>
          <p:nvSpPr>
            <p:cNvPr id="2306" name="four:time-step-strips:time-strip-tᵢ-cell-51:2029"/>
            <p:cNvSpPr>
              <a:spLocks noGrp="1"/>
            </p:cNvSpPr>
            <p:nvPr/>
          </p:nvSpPr>
          <p:spPr>
            <a:xfrm>
              <a:off x="22025074" y="3009900"/>
              <a:ext cx="15379" cy="276225"/>
            </a:xfrm>
            <a:prstGeom prst="rect">
              <a:avLst/>
            </a:prstGeom>
            <a:solidFill>
              <a:srgbClr val="DCE8ED"/>
            </a:solidFill>
            <a:ln w="0">
              <a:noFill/>
              <a:prstDash val="solid"/>
            </a:ln>
          </p:spPr>
        </p:sp>
        <p:sp>
          <p:nvSpPr>
            <p:cNvPr id="2307" name="four:time-step-strips:time-strip-tᵢ-cell-52:2030"/>
            <p:cNvSpPr>
              <a:spLocks noGrp="1"/>
            </p:cNvSpPr>
            <p:nvPr/>
          </p:nvSpPr>
          <p:spPr>
            <a:xfrm>
              <a:off x="22040453" y="3009900"/>
              <a:ext cx="15379" cy="276225"/>
            </a:xfrm>
            <a:prstGeom prst="rect">
              <a:avLst/>
            </a:prstGeom>
            <a:solidFill>
              <a:srgbClr val="DCE8ED"/>
            </a:solidFill>
            <a:ln w="0">
              <a:noFill/>
              <a:prstDash val="solid"/>
            </a:ln>
          </p:spPr>
        </p:sp>
        <p:sp>
          <p:nvSpPr>
            <p:cNvPr id="2308" name="four:time-step-strips:time-strip-tᵢ-cell-53:2031"/>
            <p:cNvSpPr>
              <a:spLocks noGrp="1"/>
            </p:cNvSpPr>
            <p:nvPr/>
          </p:nvSpPr>
          <p:spPr>
            <a:xfrm>
              <a:off x="22055832" y="3009900"/>
              <a:ext cx="15379" cy="276225"/>
            </a:xfrm>
            <a:prstGeom prst="rect">
              <a:avLst/>
            </a:prstGeom>
            <a:solidFill>
              <a:srgbClr val="DCE8ED"/>
            </a:solidFill>
            <a:ln w="0">
              <a:noFill/>
              <a:prstDash val="solid"/>
            </a:ln>
          </p:spPr>
        </p:sp>
        <p:sp>
          <p:nvSpPr>
            <p:cNvPr id="2309" name="four:time-step-strips:time-strip-tᵢ-cell-54:2032"/>
            <p:cNvSpPr>
              <a:spLocks noGrp="1"/>
            </p:cNvSpPr>
            <p:nvPr/>
          </p:nvSpPr>
          <p:spPr>
            <a:xfrm>
              <a:off x="22071211" y="3009900"/>
              <a:ext cx="15379" cy="276225"/>
            </a:xfrm>
            <a:prstGeom prst="rect">
              <a:avLst/>
            </a:prstGeom>
            <a:solidFill>
              <a:srgbClr val="DCE8ED"/>
            </a:solidFill>
            <a:ln w="0">
              <a:noFill/>
              <a:prstDash val="solid"/>
            </a:ln>
          </p:spPr>
        </p:sp>
        <p:sp>
          <p:nvSpPr>
            <p:cNvPr id="2310" name="four:time-step-strips:time-strip-tᵢ-cell-55:2033"/>
            <p:cNvSpPr>
              <a:spLocks noGrp="1"/>
            </p:cNvSpPr>
            <p:nvPr/>
          </p:nvSpPr>
          <p:spPr>
            <a:xfrm>
              <a:off x="22086590" y="3009900"/>
              <a:ext cx="15379" cy="276225"/>
            </a:xfrm>
            <a:prstGeom prst="rect">
              <a:avLst/>
            </a:prstGeom>
            <a:solidFill>
              <a:srgbClr val="DBE7EC"/>
            </a:solidFill>
            <a:ln w="0">
              <a:noFill/>
              <a:prstDash val="solid"/>
            </a:ln>
          </p:spPr>
        </p:sp>
        <p:sp>
          <p:nvSpPr>
            <p:cNvPr id="2311" name="four:time-step-strips:time-strip-tᵢ-cell-56:2034"/>
            <p:cNvSpPr>
              <a:spLocks noGrp="1"/>
            </p:cNvSpPr>
            <p:nvPr/>
          </p:nvSpPr>
          <p:spPr>
            <a:xfrm>
              <a:off x="22101969" y="3009900"/>
              <a:ext cx="15379" cy="276225"/>
            </a:xfrm>
            <a:prstGeom prst="rect">
              <a:avLst/>
            </a:prstGeom>
            <a:solidFill>
              <a:srgbClr val="D5DDE7"/>
            </a:solidFill>
            <a:ln w="0">
              <a:noFill/>
              <a:prstDash val="solid"/>
            </a:ln>
          </p:spPr>
        </p:sp>
        <p:sp>
          <p:nvSpPr>
            <p:cNvPr id="2312" name="four:time-step-strips:time-strip-tᵢ-cell-57:2035"/>
            <p:cNvSpPr>
              <a:spLocks noGrp="1"/>
            </p:cNvSpPr>
            <p:nvPr/>
          </p:nvSpPr>
          <p:spPr>
            <a:xfrm>
              <a:off x="22117348" y="3009900"/>
              <a:ext cx="15379" cy="276225"/>
            </a:xfrm>
            <a:prstGeom prst="rect">
              <a:avLst/>
            </a:prstGeom>
            <a:solidFill>
              <a:srgbClr val="A3D5CD"/>
            </a:solidFill>
            <a:ln w="0">
              <a:noFill/>
              <a:prstDash val="solid"/>
            </a:ln>
          </p:spPr>
        </p:sp>
        <p:sp>
          <p:nvSpPr>
            <p:cNvPr id="2313" name="four:time-step-strips:time-strip-tᵢ-cell-58:2036"/>
            <p:cNvSpPr>
              <a:spLocks noGrp="1"/>
            </p:cNvSpPr>
            <p:nvPr/>
          </p:nvSpPr>
          <p:spPr>
            <a:xfrm>
              <a:off x="22132727" y="3009900"/>
              <a:ext cx="15379" cy="276225"/>
            </a:xfrm>
            <a:prstGeom prst="rect">
              <a:avLst/>
            </a:prstGeom>
            <a:solidFill>
              <a:srgbClr val="7BC7B7"/>
            </a:solidFill>
            <a:ln w="0">
              <a:noFill/>
              <a:prstDash val="solid"/>
            </a:ln>
          </p:spPr>
        </p:sp>
        <p:sp>
          <p:nvSpPr>
            <p:cNvPr id="2314" name="four:time-step-strips:time-strip-tᵢ-cell-59:2037"/>
            <p:cNvSpPr>
              <a:spLocks noGrp="1"/>
            </p:cNvSpPr>
            <p:nvPr/>
          </p:nvSpPr>
          <p:spPr>
            <a:xfrm>
              <a:off x="22148105" y="3009900"/>
              <a:ext cx="15379" cy="276225"/>
            </a:xfrm>
            <a:prstGeom prst="rect">
              <a:avLst/>
            </a:prstGeom>
            <a:solidFill>
              <a:srgbClr val="50B9A0"/>
            </a:solidFill>
            <a:ln w="0">
              <a:noFill/>
              <a:prstDash val="solid"/>
            </a:ln>
          </p:spPr>
        </p:sp>
        <p:sp>
          <p:nvSpPr>
            <p:cNvPr id="2315" name="four:time-step-strips:time-strip-tᵢ-cell-60:2038"/>
            <p:cNvSpPr>
              <a:spLocks noGrp="1"/>
            </p:cNvSpPr>
            <p:nvPr/>
          </p:nvSpPr>
          <p:spPr>
            <a:xfrm>
              <a:off x="22163484" y="3009900"/>
              <a:ext cx="15379" cy="276225"/>
            </a:xfrm>
            <a:prstGeom prst="rect">
              <a:avLst/>
            </a:prstGeom>
            <a:solidFill>
              <a:srgbClr val="2BAC8B"/>
            </a:solidFill>
            <a:ln w="0">
              <a:noFill/>
              <a:prstDash val="solid"/>
            </a:ln>
          </p:spPr>
        </p:sp>
        <p:sp>
          <p:nvSpPr>
            <p:cNvPr id="2316" name="four:time-step-strips:time-strip-tᵢ-cell-61:2039"/>
            <p:cNvSpPr>
              <a:spLocks noGrp="1"/>
            </p:cNvSpPr>
            <p:nvPr/>
          </p:nvSpPr>
          <p:spPr>
            <a:xfrm>
              <a:off x="22178863" y="3009900"/>
              <a:ext cx="15379" cy="276225"/>
            </a:xfrm>
            <a:prstGeom prst="rect">
              <a:avLst/>
            </a:prstGeom>
            <a:solidFill>
              <a:srgbClr val="0DA27A"/>
            </a:solidFill>
            <a:ln w="0">
              <a:noFill/>
              <a:prstDash val="solid"/>
            </a:ln>
          </p:spPr>
        </p:sp>
        <p:sp>
          <p:nvSpPr>
            <p:cNvPr id="2317" name="four:time-step-strips:time-strip-tᵢ-cell-62:2040"/>
            <p:cNvSpPr>
              <a:spLocks noGrp="1"/>
            </p:cNvSpPr>
            <p:nvPr/>
          </p:nvSpPr>
          <p:spPr>
            <a:xfrm>
              <a:off x="22194242" y="3009900"/>
              <a:ext cx="15379" cy="276225"/>
            </a:xfrm>
            <a:prstGeom prst="rect">
              <a:avLst/>
            </a:prstGeom>
            <a:solidFill>
              <a:srgbClr val="009E73"/>
            </a:solidFill>
            <a:ln w="0">
              <a:noFill/>
              <a:prstDash val="solid"/>
            </a:ln>
          </p:spPr>
        </p:sp>
        <p:sp>
          <p:nvSpPr>
            <p:cNvPr id="2318" name="four:time-step-strips:time-strip-tᵢ-cell-63:2041"/>
            <p:cNvSpPr>
              <a:spLocks noGrp="1"/>
            </p:cNvSpPr>
            <p:nvPr/>
          </p:nvSpPr>
          <p:spPr>
            <a:xfrm>
              <a:off x="22209621" y="3009900"/>
              <a:ext cx="15379" cy="276225"/>
            </a:xfrm>
            <a:prstGeom prst="rect">
              <a:avLst/>
            </a:prstGeom>
            <a:solidFill>
              <a:srgbClr val="009E73"/>
            </a:solidFill>
            <a:ln w="0">
              <a:noFill/>
              <a:prstDash val="solid"/>
            </a:ln>
          </p:spPr>
        </p:sp>
        <p:sp>
          <p:nvSpPr>
            <p:cNvPr id="2319" name="four:time-step-strips:time-strip-tᵢ-cell-64:2042"/>
            <p:cNvSpPr>
              <a:spLocks noGrp="1"/>
            </p:cNvSpPr>
            <p:nvPr/>
          </p:nvSpPr>
          <p:spPr>
            <a:xfrm>
              <a:off x="22225000" y="3009900"/>
              <a:ext cx="15379" cy="276225"/>
            </a:xfrm>
            <a:prstGeom prst="rect">
              <a:avLst/>
            </a:prstGeom>
            <a:solidFill>
              <a:srgbClr val="009E73"/>
            </a:solidFill>
            <a:ln w="0">
              <a:noFill/>
              <a:prstDash val="solid"/>
            </a:ln>
          </p:spPr>
        </p:sp>
        <p:sp>
          <p:nvSpPr>
            <p:cNvPr id="2320" name="four:time-step-strips:time-strip-tᵢ-cell-65:2043"/>
            <p:cNvSpPr>
              <a:spLocks noGrp="1"/>
            </p:cNvSpPr>
            <p:nvPr/>
          </p:nvSpPr>
          <p:spPr>
            <a:xfrm>
              <a:off x="22240379" y="3009900"/>
              <a:ext cx="15379" cy="276225"/>
            </a:xfrm>
            <a:prstGeom prst="rect">
              <a:avLst/>
            </a:prstGeom>
            <a:solidFill>
              <a:srgbClr val="009E73"/>
            </a:solidFill>
            <a:ln w="0">
              <a:noFill/>
              <a:prstDash val="solid"/>
            </a:ln>
          </p:spPr>
        </p:sp>
        <p:sp>
          <p:nvSpPr>
            <p:cNvPr id="2321" name="four:time-step-strips:time-strip-tᵢ-cell-66:2044"/>
            <p:cNvSpPr>
              <a:spLocks noGrp="1"/>
            </p:cNvSpPr>
            <p:nvPr/>
          </p:nvSpPr>
          <p:spPr>
            <a:xfrm>
              <a:off x="22255758" y="3009900"/>
              <a:ext cx="15379" cy="276225"/>
            </a:xfrm>
            <a:prstGeom prst="rect">
              <a:avLst/>
            </a:prstGeom>
            <a:solidFill>
              <a:srgbClr val="009E73"/>
            </a:solidFill>
            <a:ln w="0">
              <a:noFill/>
              <a:prstDash val="solid"/>
            </a:ln>
          </p:spPr>
        </p:sp>
        <p:sp>
          <p:nvSpPr>
            <p:cNvPr id="2322" name="four:time-step-strips:time-strip-tᵢ-cell-67:2045"/>
            <p:cNvSpPr>
              <a:spLocks noGrp="1"/>
            </p:cNvSpPr>
            <p:nvPr/>
          </p:nvSpPr>
          <p:spPr>
            <a:xfrm>
              <a:off x="22271137" y="3009900"/>
              <a:ext cx="15379" cy="276225"/>
            </a:xfrm>
            <a:prstGeom prst="rect">
              <a:avLst/>
            </a:prstGeom>
            <a:solidFill>
              <a:srgbClr val="009E73"/>
            </a:solidFill>
            <a:ln w="0">
              <a:noFill/>
              <a:prstDash val="solid"/>
            </a:ln>
          </p:spPr>
        </p:sp>
        <p:sp>
          <p:nvSpPr>
            <p:cNvPr id="2323" name="four:time-step-strips:time-strip-tᵢ-cell-68:2046"/>
            <p:cNvSpPr>
              <a:spLocks noGrp="1"/>
            </p:cNvSpPr>
            <p:nvPr/>
          </p:nvSpPr>
          <p:spPr>
            <a:xfrm>
              <a:off x="22286516" y="3009900"/>
              <a:ext cx="15379" cy="276225"/>
            </a:xfrm>
            <a:prstGeom prst="rect">
              <a:avLst/>
            </a:prstGeom>
            <a:solidFill>
              <a:srgbClr val="009E73"/>
            </a:solidFill>
            <a:ln w="0">
              <a:noFill/>
              <a:prstDash val="solid"/>
            </a:ln>
          </p:spPr>
        </p:sp>
        <p:sp>
          <p:nvSpPr>
            <p:cNvPr id="2324" name="four:time-step-strips:time-strip-tᵢ-cell-69:2047"/>
            <p:cNvSpPr>
              <a:spLocks noGrp="1"/>
            </p:cNvSpPr>
            <p:nvPr/>
          </p:nvSpPr>
          <p:spPr>
            <a:xfrm>
              <a:off x="22301895" y="3009900"/>
              <a:ext cx="15379" cy="276225"/>
            </a:xfrm>
            <a:prstGeom prst="rect">
              <a:avLst/>
            </a:prstGeom>
            <a:solidFill>
              <a:srgbClr val="009E73"/>
            </a:solidFill>
            <a:ln w="0">
              <a:noFill/>
              <a:prstDash val="solid"/>
            </a:ln>
          </p:spPr>
        </p:sp>
        <p:sp>
          <p:nvSpPr>
            <p:cNvPr id="2325" name="four:time-step-strips:time-strip-tᵢ-cell-70:2048"/>
            <p:cNvSpPr>
              <a:spLocks noGrp="1"/>
            </p:cNvSpPr>
            <p:nvPr/>
          </p:nvSpPr>
          <p:spPr>
            <a:xfrm>
              <a:off x="22317273" y="3009900"/>
              <a:ext cx="15379" cy="276225"/>
            </a:xfrm>
            <a:prstGeom prst="rect">
              <a:avLst/>
            </a:prstGeom>
            <a:solidFill>
              <a:srgbClr val="009E73"/>
            </a:solidFill>
            <a:ln w="0">
              <a:noFill/>
              <a:prstDash val="solid"/>
            </a:ln>
          </p:spPr>
        </p:sp>
        <p:sp>
          <p:nvSpPr>
            <p:cNvPr id="2326" name="four:time-step-strips:time-strip-tᵢ-cell-71:2049"/>
            <p:cNvSpPr>
              <a:spLocks noGrp="1"/>
            </p:cNvSpPr>
            <p:nvPr/>
          </p:nvSpPr>
          <p:spPr>
            <a:xfrm>
              <a:off x="22332652" y="3009900"/>
              <a:ext cx="15379" cy="276225"/>
            </a:xfrm>
            <a:prstGeom prst="rect">
              <a:avLst/>
            </a:prstGeom>
            <a:solidFill>
              <a:srgbClr val="009E73"/>
            </a:solidFill>
            <a:ln w="0">
              <a:noFill/>
              <a:prstDash val="solid"/>
            </a:ln>
          </p:spPr>
        </p:sp>
        <p:sp>
          <p:nvSpPr>
            <p:cNvPr id="2327" name="four:time-step-strips:time-strip-tᵢ-cell-72:2050"/>
            <p:cNvSpPr>
              <a:spLocks noGrp="1"/>
            </p:cNvSpPr>
            <p:nvPr/>
          </p:nvSpPr>
          <p:spPr>
            <a:xfrm>
              <a:off x="22348031" y="3009900"/>
              <a:ext cx="15379" cy="276225"/>
            </a:xfrm>
            <a:prstGeom prst="rect">
              <a:avLst/>
            </a:prstGeom>
            <a:solidFill>
              <a:srgbClr val="009E73"/>
            </a:solidFill>
            <a:ln w="0">
              <a:noFill/>
              <a:prstDash val="solid"/>
            </a:ln>
          </p:spPr>
        </p:sp>
        <p:sp>
          <p:nvSpPr>
            <p:cNvPr id="2328" name="four:time-step-strips:time-strip-tᵢ-cell-73:2051"/>
            <p:cNvSpPr>
              <a:spLocks noGrp="1"/>
            </p:cNvSpPr>
            <p:nvPr/>
          </p:nvSpPr>
          <p:spPr>
            <a:xfrm>
              <a:off x="22363410" y="3009900"/>
              <a:ext cx="15379" cy="276225"/>
            </a:xfrm>
            <a:prstGeom prst="rect">
              <a:avLst/>
            </a:prstGeom>
            <a:solidFill>
              <a:srgbClr val="009E73"/>
            </a:solidFill>
            <a:ln w="0">
              <a:noFill/>
              <a:prstDash val="solid"/>
            </a:ln>
          </p:spPr>
        </p:sp>
        <p:sp>
          <p:nvSpPr>
            <p:cNvPr id="2329" name="four:time-step-strips:time-strip-tᵢ-cell-74:2052"/>
            <p:cNvSpPr>
              <a:spLocks noGrp="1"/>
            </p:cNvSpPr>
            <p:nvPr/>
          </p:nvSpPr>
          <p:spPr>
            <a:xfrm>
              <a:off x="22378789" y="3009900"/>
              <a:ext cx="15379" cy="276225"/>
            </a:xfrm>
            <a:prstGeom prst="rect">
              <a:avLst/>
            </a:prstGeom>
            <a:solidFill>
              <a:srgbClr val="009E73"/>
            </a:solidFill>
            <a:ln w="0">
              <a:noFill/>
              <a:prstDash val="solid"/>
            </a:ln>
          </p:spPr>
        </p:sp>
        <p:sp>
          <p:nvSpPr>
            <p:cNvPr id="2330" name="four:time-step-strips:time-strip-tᵢ-cell-75:2053"/>
            <p:cNvSpPr>
              <a:spLocks noGrp="1"/>
            </p:cNvSpPr>
            <p:nvPr/>
          </p:nvSpPr>
          <p:spPr>
            <a:xfrm>
              <a:off x="22394168" y="3009900"/>
              <a:ext cx="15379" cy="276225"/>
            </a:xfrm>
            <a:prstGeom prst="rect">
              <a:avLst/>
            </a:prstGeom>
            <a:solidFill>
              <a:srgbClr val="009E73"/>
            </a:solidFill>
            <a:ln w="0">
              <a:noFill/>
              <a:prstDash val="solid"/>
            </a:ln>
          </p:spPr>
        </p:sp>
        <p:sp>
          <p:nvSpPr>
            <p:cNvPr id="2331" name="four:time-step-strips:time-strip-tᵢ-cell-76:2054"/>
            <p:cNvSpPr>
              <a:spLocks noGrp="1"/>
            </p:cNvSpPr>
            <p:nvPr/>
          </p:nvSpPr>
          <p:spPr>
            <a:xfrm>
              <a:off x="22409547" y="3009900"/>
              <a:ext cx="15379" cy="276225"/>
            </a:xfrm>
            <a:prstGeom prst="rect">
              <a:avLst/>
            </a:prstGeom>
            <a:solidFill>
              <a:srgbClr val="009E73"/>
            </a:solidFill>
            <a:ln w="0">
              <a:noFill/>
              <a:prstDash val="solid"/>
            </a:ln>
          </p:spPr>
        </p:sp>
        <p:sp>
          <p:nvSpPr>
            <p:cNvPr id="2332" name="four:time-step-strips:time-strip-tᵢ-cell-77:2055"/>
            <p:cNvSpPr>
              <a:spLocks noGrp="1"/>
            </p:cNvSpPr>
            <p:nvPr/>
          </p:nvSpPr>
          <p:spPr>
            <a:xfrm>
              <a:off x="22424926" y="3009900"/>
              <a:ext cx="15379" cy="276225"/>
            </a:xfrm>
            <a:prstGeom prst="rect">
              <a:avLst/>
            </a:prstGeom>
            <a:solidFill>
              <a:srgbClr val="009E73"/>
            </a:solidFill>
            <a:ln w="0">
              <a:noFill/>
              <a:prstDash val="solid"/>
            </a:ln>
          </p:spPr>
        </p:sp>
        <p:sp>
          <p:nvSpPr>
            <p:cNvPr id="2333" name="four:time-step-strips:time-strip-tᵢ-cell-78:2056"/>
            <p:cNvSpPr>
              <a:spLocks noGrp="1"/>
            </p:cNvSpPr>
            <p:nvPr/>
          </p:nvSpPr>
          <p:spPr>
            <a:xfrm>
              <a:off x="22440305" y="3009900"/>
              <a:ext cx="15379" cy="276225"/>
            </a:xfrm>
            <a:prstGeom prst="rect">
              <a:avLst/>
            </a:prstGeom>
            <a:solidFill>
              <a:srgbClr val="009E73"/>
            </a:solidFill>
            <a:ln w="0">
              <a:noFill/>
              <a:prstDash val="solid"/>
            </a:ln>
          </p:spPr>
        </p:sp>
        <p:sp>
          <p:nvSpPr>
            <p:cNvPr id="2334" name="four:time-step-strips:time-strip-tᵢ-cell-79:2057"/>
            <p:cNvSpPr>
              <a:spLocks noGrp="1"/>
            </p:cNvSpPr>
            <p:nvPr/>
          </p:nvSpPr>
          <p:spPr>
            <a:xfrm>
              <a:off x="22455684" y="3009900"/>
              <a:ext cx="15379" cy="276225"/>
            </a:xfrm>
            <a:prstGeom prst="rect">
              <a:avLst/>
            </a:prstGeom>
            <a:solidFill>
              <a:srgbClr val="029F74"/>
            </a:solidFill>
            <a:ln w="0">
              <a:noFill/>
              <a:prstDash val="solid"/>
            </a:ln>
          </p:spPr>
        </p:sp>
        <p:sp>
          <p:nvSpPr>
            <p:cNvPr id="2335" name="four:time-step-strips:time-strip-tᵢ-cell-80:2058"/>
            <p:cNvSpPr>
              <a:spLocks noGrp="1"/>
            </p:cNvSpPr>
            <p:nvPr/>
          </p:nvSpPr>
          <p:spPr>
            <a:xfrm>
              <a:off x="22471063" y="3009900"/>
              <a:ext cx="15379" cy="276225"/>
            </a:xfrm>
            <a:prstGeom prst="rect">
              <a:avLst/>
            </a:prstGeom>
            <a:solidFill>
              <a:srgbClr val="0EA37B"/>
            </a:solidFill>
            <a:ln w="0">
              <a:noFill/>
              <a:prstDash val="solid"/>
            </a:ln>
          </p:spPr>
        </p:sp>
        <p:sp>
          <p:nvSpPr>
            <p:cNvPr id="2336" name="four:time-step-strips:time-strip-tᵢ-cell-81:2059"/>
            <p:cNvSpPr>
              <a:spLocks noGrp="1"/>
            </p:cNvSpPr>
            <p:nvPr/>
          </p:nvSpPr>
          <p:spPr>
            <a:xfrm>
              <a:off x="22486441" y="3009900"/>
              <a:ext cx="15379" cy="276225"/>
            </a:xfrm>
            <a:prstGeom prst="rect">
              <a:avLst/>
            </a:prstGeom>
            <a:solidFill>
              <a:srgbClr val="21A985"/>
            </a:solidFill>
            <a:ln w="0">
              <a:noFill/>
              <a:prstDash val="solid"/>
            </a:ln>
          </p:spPr>
        </p:sp>
        <p:sp>
          <p:nvSpPr>
            <p:cNvPr id="2337" name="four:time-step-strips:time-strip-tᵢ-cell-82:2060"/>
            <p:cNvSpPr>
              <a:spLocks noGrp="1"/>
            </p:cNvSpPr>
            <p:nvPr/>
          </p:nvSpPr>
          <p:spPr>
            <a:xfrm>
              <a:off x="22501820" y="3009900"/>
              <a:ext cx="15379" cy="276225"/>
            </a:xfrm>
            <a:prstGeom prst="rect">
              <a:avLst/>
            </a:prstGeom>
            <a:solidFill>
              <a:srgbClr val="39B193"/>
            </a:solidFill>
            <a:ln w="0">
              <a:noFill/>
              <a:prstDash val="solid"/>
            </a:ln>
          </p:spPr>
        </p:sp>
        <p:sp>
          <p:nvSpPr>
            <p:cNvPr id="2338" name="four:time-step-strips:time-strip-tᵢ-cell-83:2061"/>
            <p:cNvSpPr>
              <a:spLocks noGrp="1"/>
            </p:cNvSpPr>
            <p:nvPr/>
          </p:nvSpPr>
          <p:spPr>
            <a:xfrm>
              <a:off x="22517199" y="3009900"/>
              <a:ext cx="15379" cy="276225"/>
            </a:xfrm>
            <a:prstGeom prst="rect">
              <a:avLst/>
            </a:prstGeom>
            <a:solidFill>
              <a:srgbClr val="53BAA1"/>
            </a:solidFill>
            <a:ln w="0">
              <a:noFill/>
              <a:prstDash val="solid"/>
            </a:ln>
          </p:spPr>
        </p:sp>
        <p:sp>
          <p:nvSpPr>
            <p:cNvPr id="2339" name="four:time-step-strips:time-strip-tᵢ-cell-84:2062"/>
            <p:cNvSpPr>
              <a:spLocks noGrp="1"/>
            </p:cNvSpPr>
            <p:nvPr/>
          </p:nvSpPr>
          <p:spPr>
            <a:xfrm>
              <a:off x="22532578" y="3009900"/>
              <a:ext cx="15379" cy="276225"/>
            </a:xfrm>
            <a:prstGeom prst="rect">
              <a:avLst/>
            </a:prstGeom>
            <a:solidFill>
              <a:srgbClr val="67C1AC"/>
            </a:solidFill>
            <a:ln w="0">
              <a:noFill/>
              <a:prstDash val="solid"/>
            </a:ln>
          </p:spPr>
        </p:sp>
        <p:sp>
          <p:nvSpPr>
            <p:cNvPr id="2340" name="four:time-step-strips:time-strip-tᵢ-cell-85:2063"/>
            <p:cNvSpPr>
              <a:spLocks noGrp="1"/>
            </p:cNvSpPr>
            <p:nvPr/>
          </p:nvSpPr>
          <p:spPr>
            <a:xfrm>
              <a:off x="22547957" y="3009900"/>
              <a:ext cx="15379" cy="276225"/>
            </a:xfrm>
            <a:prstGeom prst="rect">
              <a:avLst/>
            </a:prstGeom>
            <a:solidFill>
              <a:srgbClr val="79C7B6"/>
            </a:solidFill>
            <a:ln w="0">
              <a:noFill/>
              <a:prstDash val="solid"/>
            </a:ln>
          </p:spPr>
        </p:sp>
        <p:sp>
          <p:nvSpPr>
            <p:cNvPr id="2341" name="four:time-step-strips:time-strip-tᵢ-cell-86:2064"/>
            <p:cNvSpPr>
              <a:spLocks noGrp="1"/>
            </p:cNvSpPr>
            <p:nvPr/>
          </p:nvSpPr>
          <p:spPr>
            <a:xfrm>
              <a:off x="22563336" y="3009900"/>
              <a:ext cx="15379" cy="276225"/>
            </a:xfrm>
            <a:prstGeom prst="rect">
              <a:avLst/>
            </a:prstGeom>
            <a:solidFill>
              <a:srgbClr val="81C9BA"/>
            </a:solidFill>
            <a:ln w="0">
              <a:noFill/>
              <a:prstDash val="solid"/>
            </a:ln>
          </p:spPr>
        </p:sp>
        <p:sp>
          <p:nvSpPr>
            <p:cNvPr id="2342" name="four:time-step-strips:time-strip-tᵢ-cell-87:2065"/>
            <p:cNvSpPr>
              <a:spLocks noGrp="1"/>
            </p:cNvSpPr>
            <p:nvPr/>
          </p:nvSpPr>
          <p:spPr>
            <a:xfrm>
              <a:off x="22578715" y="3009900"/>
              <a:ext cx="15379" cy="276225"/>
            </a:xfrm>
            <a:prstGeom prst="rect">
              <a:avLst/>
            </a:prstGeom>
            <a:solidFill>
              <a:srgbClr val="81C9BA"/>
            </a:solidFill>
            <a:ln w="0">
              <a:noFill/>
              <a:prstDash val="solid"/>
            </a:ln>
          </p:spPr>
        </p:sp>
        <p:sp>
          <p:nvSpPr>
            <p:cNvPr id="2343" name="four:time-step-strips:time-strip-tᵢ-cell-88:2066"/>
            <p:cNvSpPr>
              <a:spLocks noGrp="1"/>
            </p:cNvSpPr>
            <p:nvPr/>
          </p:nvSpPr>
          <p:spPr>
            <a:xfrm>
              <a:off x="22594094" y="3009900"/>
              <a:ext cx="15379" cy="276225"/>
            </a:xfrm>
            <a:prstGeom prst="rect">
              <a:avLst/>
            </a:prstGeom>
            <a:solidFill>
              <a:srgbClr val="81C9BA"/>
            </a:solidFill>
            <a:ln w="0">
              <a:noFill/>
              <a:prstDash val="solid"/>
            </a:ln>
          </p:spPr>
        </p:sp>
        <p:sp>
          <p:nvSpPr>
            <p:cNvPr id="2344" name="four:time-step-strips:time-strip-tᵢ-cell-89:2067"/>
            <p:cNvSpPr>
              <a:spLocks noGrp="1"/>
            </p:cNvSpPr>
            <p:nvPr/>
          </p:nvSpPr>
          <p:spPr>
            <a:xfrm>
              <a:off x="22609473" y="3009900"/>
              <a:ext cx="15379" cy="276225"/>
            </a:xfrm>
            <a:prstGeom prst="rect">
              <a:avLst/>
            </a:prstGeom>
            <a:solidFill>
              <a:srgbClr val="81C9BA"/>
            </a:solidFill>
            <a:ln w="0">
              <a:noFill/>
              <a:prstDash val="solid"/>
            </a:ln>
          </p:spPr>
        </p:sp>
        <p:sp>
          <p:nvSpPr>
            <p:cNvPr id="2345" name="four:time-step-strips:time-strip-tᵢ-cell-90:2068"/>
            <p:cNvSpPr>
              <a:spLocks noGrp="1"/>
            </p:cNvSpPr>
            <p:nvPr/>
          </p:nvSpPr>
          <p:spPr>
            <a:xfrm>
              <a:off x="22624852" y="3009900"/>
              <a:ext cx="15379" cy="276225"/>
            </a:xfrm>
            <a:prstGeom prst="rect">
              <a:avLst/>
            </a:prstGeom>
            <a:solidFill>
              <a:srgbClr val="81C9BA"/>
            </a:solidFill>
            <a:ln w="0">
              <a:noFill/>
              <a:prstDash val="solid"/>
            </a:ln>
          </p:spPr>
        </p:sp>
        <p:sp>
          <p:nvSpPr>
            <p:cNvPr id="2346" name="four:time-step-strips:time-strip-tᵢ-cell-91:2069"/>
            <p:cNvSpPr>
              <a:spLocks noGrp="1"/>
            </p:cNvSpPr>
            <p:nvPr/>
          </p:nvSpPr>
          <p:spPr>
            <a:xfrm>
              <a:off x="22640230" y="3009900"/>
              <a:ext cx="15379" cy="276225"/>
            </a:xfrm>
            <a:prstGeom prst="rect">
              <a:avLst/>
            </a:prstGeom>
            <a:solidFill>
              <a:srgbClr val="81C9BA"/>
            </a:solidFill>
            <a:ln w="0">
              <a:noFill/>
              <a:prstDash val="solid"/>
            </a:ln>
          </p:spPr>
        </p:sp>
        <p:sp>
          <p:nvSpPr>
            <p:cNvPr id="2347" name="four:time-step-strips:time-strip-tᵢ-cell-92:2070"/>
            <p:cNvSpPr>
              <a:spLocks noGrp="1"/>
            </p:cNvSpPr>
            <p:nvPr/>
          </p:nvSpPr>
          <p:spPr>
            <a:xfrm>
              <a:off x="22655609" y="3009900"/>
              <a:ext cx="15379" cy="276225"/>
            </a:xfrm>
            <a:prstGeom prst="rect">
              <a:avLst/>
            </a:prstGeom>
            <a:solidFill>
              <a:srgbClr val="81C9BA"/>
            </a:solidFill>
            <a:ln w="0">
              <a:noFill/>
              <a:prstDash val="solid"/>
            </a:ln>
          </p:spPr>
        </p:sp>
        <p:sp>
          <p:nvSpPr>
            <p:cNvPr id="2348" name="four:time-step-strips:time-strip-tᵢ-cell-93:2071"/>
            <p:cNvSpPr>
              <a:spLocks noGrp="1"/>
            </p:cNvSpPr>
            <p:nvPr/>
          </p:nvSpPr>
          <p:spPr>
            <a:xfrm>
              <a:off x="22670988" y="3009900"/>
              <a:ext cx="15379" cy="276225"/>
            </a:xfrm>
            <a:prstGeom prst="rect">
              <a:avLst/>
            </a:prstGeom>
            <a:solidFill>
              <a:srgbClr val="81C9BA"/>
            </a:solidFill>
            <a:ln w="0">
              <a:noFill/>
              <a:prstDash val="solid"/>
            </a:ln>
          </p:spPr>
        </p:sp>
        <p:sp>
          <p:nvSpPr>
            <p:cNvPr id="2349" name="four:time-step-strips:time-strip-tᵢ-cell-94:2072"/>
            <p:cNvSpPr>
              <a:spLocks noGrp="1"/>
            </p:cNvSpPr>
            <p:nvPr/>
          </p:nvSpPr>
          <p:spPr>
            <a:xfrm>
              <a:off x="22686367" y="3009900"/>
              <a:ext cx="15379" cy="276225"/>
            </a:xfrm>
            <a:prstGeom prst="rect">
              <a:avLst/>
            </a:prstGeom>
            <a:solidFill>
              <a:srgbClr val="81C9BA"/>
            </a:solidFill>
            <a:ln w="0">
              <a:noFill/>
              <a:prstDash val="solid"/>
            </a:ln>
          </p:spPr>
        </p:sp>
        <p:sp>
          <p:nvSpPr>
            <p:cNvPr id="2350" name="four:time-step-strips:time-strip-tᵢ-cell-95:2073"/>
            <p:cNvSpPr>
              <a:spLocks noGrp="1"/>
            </p:cNvSpPr>
            <p:nvPr/>
          </p:nvSpPr>
          <p:spPr>
            <a:xfrm>
              <a:off x="22701746" y="3009900"/>
              <a:ext cx="15379" cy="276225"/>
            </a:xfrm>
            <a:prstGeom prst="rect">
              <a:avLst/>
            </a:prstGeom>
            <a:solidFill>
              <a:srgbClr val="81C9BA"/>
            </a:solidFill>
            <a:ln w="0">
              <a:noFill/>
              <a:prstDash val="solid"/>
            </a:ln>
          </p:spPr>
        </p:sp>
        <p:sp>
          <p:nvSpPr>
            <p:cNvPr id="2351" name="four:time-step-strips:time-strip-tᵢ-cell-96:2074"/>
            <p:cNvSpPr>
              <a:spLocks noGrp="1"/>
            </p:cNvSpPr>
            <p:nvPr/>
          </p:nvSpPr>
          <p:spPr>
            <a:xfrm>
              <a:off x="22717125" y="3009900"/>
              <a:ext cx="15379" cy="276225"/>
            </a:xfrm>
            <a:prstGeom prst="rect">
              <a:avLst/>
            </a:prstGeom>
            <a:solidFill>
              <a:srgbClr val="81C9BA"/>
            </a:solidFill>
            <a:ln w="0">
              <a:noFill/>
              <a:prstDash val="solid"/>
            </a:ln>
          </p:spPr>
        </p:sp>
        <p:sp>
          <p:nvSpPr>
            <p:cNvPr id="2352" name="four:time-step-strips:time-strip-tᵢ-cell-97:2075"/>
            <p:cNvSpPr>
              <a:spLocks noGrp="1"/>
            </p:cNvSpPr>
            <p:nvPr/>
          </p:nvSpPr>
          <p:spPr>
            <a:xfrm>
              <a:off x="22732504" y="3009900"/>
              <a:ext cx="15379" cy="276225"/>
            </a:xfrm>
            <a:prstGeom prst="rect">
              <a:avLst/>
            </a:prstGeom>
            <a:solidFill>
              <a:srgbClr val="81C9BA"/>
            </a:solidFill>
            <a:ln w="0">
              <a:noFill/>
              <a:prstDash val="solid"/>
            </a:ln>
          </p:spPr>
        </p:sp>
        <p:sp>
          <p:nvSpPr>
            <p:cNvPr id="2353" name="four:time-step-strips:time-strip-tᵢ-cell-98:2076"/>
            <p:cNvSpPr>
              <a:spLocks noGrp="1"/>
            </p:cNvSpPr>
            <p:nvPr/>
          </p:nvSpPr>
          <p:spPr>
            <a:xfrm>
              <a:off x="22747883" y="3009900"/>
              <a:ext cx="15379" cy="276225"/>
            </a:xfrm>
            <a:prstGeom prst="rect">
              <a:avLst/>
            </a:prstGeom>
            <a:solidFill>
              <a:srgbClr val="81C9BA"/>
            </a:solidFill>
            <a:ln w="0">
              <a:noFill/>
              <a:prstDash val="solid"/>
            </a:ln>
          </p:spPr>
        </p:sp>
        <p:sp>
          <p:nvSpPr>
            <p:cNvPr id="2354" name="four:time-step-strips:time-strip-tᵢ-cell-99:2077"/>
            <p:cNvSpPr>
              <a:spLocks noGrp="1"/>
            </p:cNvSpPr>
            <p:nvPr/>
          </p:nvSpPr>
          <p:spPr>
            <a:xfrm>
              <a:off x="22763262" y="3009900"/>
              <a:ext cx="15379" cy="276225"/>
            </a:xfrm>
            <a:prstGeom prst="rect">
              <a:avLst/>
            </a:prstGeom>
            <a:solidFill>
              <a:srgbClr val="81C9BA"/>
            </a:solidFill>
            <a:ln w="0">
              <a:noFill/>
              <a:prstDash val="solid"/>
            </a:ln>
          </p:spPr>
        </p:sp>
        <p:sp>
          <p:nvSpPr>
            <p:cNvPr id="2355" name="four:time-step-strips:time-strip-tᵢ-cell-100:2078"/>
            <p:cNvSpPr>
              <a:spLocks noGrp="1"/>
            </p:cNvSpPr>
            <p:nvPr/>
          </p:nvSpPr>
          <p:spPr>
            <a:xfrm>
              <a:off x="22778641" y="3009900"/>
              <a:ext cx="15379" cy="276225"/>
            </a:xfrm>
            <a:prstGeom prst="rect">
              <a:avLst/>
            </a:prstGeom>
            <a:solidFill>
              <a:srgbClr val="81C9BA"/>
            </a:solidFill>
            <a:ln w="0">
              <a:noFill/>
              <a:prstDash val="solid"/>
            </a:ln>
          </p:spPr>
        </p:sp>
        <p:sp>
          <p:nvSpPr>
            <p:cNvPr id="2356" name="four:time-step-strips:time-strip-tᵢ-cell-101:2079"/>
            <p:cNvSpPr>
              <a:spLocks noGrp="1"/>
            </p:cNvSpPr>
            <p:nvPr/>
          </p:nvSpPr>
          <p:spPr>
            <a:xfrm>
              <a:off x="22794020" y="3009900"/>
              <a:ext cx="15379" cy="276225"/>
            </a:xfrm>
            <a:prstGeom prst="rect">
              <a:avLst/>
            </a:prstGeom>
            <a:solidFill>
              <a:srgbClr val="81C9BA"/>
            </a:solidFill>
            <a:ln w="0">
              <a:noFill/>
              <a:prstDash val="solid"/>
            </a:ln>
          </p:spPr>
        </p:sp>
        <p:sp>
          <p:nvSpPr>
            <p:cNvPr id="2357" name="four:time-step-strips:time-strip-tᵢ-cell-102:2080"/>
            <p:cNvSpPr>
              <a:spLocks noGrp="1"/>
            </p:cNvSpPr>
            <p:nvPr/>
          </p:nvSpPr>
          <p:spPr>
            <a:xfrm>
              <a:off x="22809398" y="3009900"/>
              <a:ext cx="15379" cy="276225"/>
            </a:xfrm>
            <a:prstGeom prst="rect">
              <a:avLst/>
            </a:prstGeom>
            <a:solidFill>
              <a:srgbClr val="81C9BA"/>
            </a:solidFill>
            <a:ln w="0">
              <a:noFill/>
              <a:prstDash val="solid"/>
            </a:ln>
          </p:spPr>
        </p:sp>
        <p:sp>
          <p:nvSpPr>
            <p:cNvPr id="2358" name="four:time-step-strips:time-strip-tᵢ-cell-103:2081"/>
            <p:cNvSpPr>
              <a:spLocks noGrp="1"/>
            </p:cNvSpPr>
            <p:nvPr/>
          </p:nvSpPr>
          <p:spPr>
            <a:xfrm>
              <a:off x="22824777" y="3009900"/>
              <a:ext cx="15379" cy="276225"/>
            </a:xfrm>
            <a:prstGeom prst="rect">
              <a:avLst/>
            </a:prstGeom>
            <a:solidFill>
              <a:srgbClr val="81C9BA"/>
            </a:solidFill>
            <a:ln w="0">
              <a:noFill/>
              <a:prstDash val="solid"/>
            </a:ln>
          </p:spPr>
        </p:sp>
        <p:sp>
          <p:nvSpPr>
            <p:cNvPr id="2359" name="four:time-step-strips:time-strip-tᵢ-cell-104:2082"/>
            <p:cNvSpPr>
              <a:spLocks noGrp="1"/>
            </p:cNvSpPr>
            <p:nvPr/>
          </p:nvSpPr>
          <p:spPr>
            <a:xfrm>
              <a:off x="22840156" y="3009900"/>
              <a:ext cx="15379" cy="276225"/>
            </a:xfrm>
            <a:prstGeom prst="rect">
              <a:avLst/>
            </a:prstGeom>
            <a:solidFill>
              <a:srgbClr val="81C9BA"/>
            </a:solidFill>
            <a:ln w="0">
              <a:noFill/>
              <a:prstDash val="solid"/>
            </a:ln>
          </p:spPr>
        </p:sp>
        <p:sp>
          <p:nvSpPr>
            <p:cNvPr id="2360" name="four:time-step-strips:time-strip-tᵢ-cell-105:2083"/>
            <p:cNvSpPr>
              <a:spLocks noGrp="1"/>
            </p:cNvSpPr>
            <p:nvPr/>
          </p:nvSpPr>
          <p:spPr>
            <a:xfrm>
              <a:off x="22855535" y="3009900"/>
              <a:ext cx="15379" cy="276225"/>
            </a:xfrm>
            <a:prstGeom prst="rect">
              <a:avLst/>
            </a:prstGeom>
            <a:solidFill>
              <a:srgbClr val="81C9BA"/>
            </a:solidFill>
            <a:ln w="0">
              <a:noFill/>
              <a:prstDash val="solid"/>
            </a:ln>
          </p:spPr>
        </p:sp>
        <p:sp>
          <p:nvSpPr>
            <p:cNvPr id="2361" name="four:time-step-strips:time-strip-tᵢ-cell-106:2084"/>
            <p:cNvSpPr>
              <a:spLocks noGrp="1"/>
            </p:cNvSpPr>
            <p:nvPr/>
          </p:nvSpPr>
          <p:spPr>
            <a:xfrm>
              <a:off x="22870914" y="3009900"/>
              <a:ext cx="15379" cy="276225"/>
            </a:xfrm>
            <a:prstGeom prst="rect">
              <a:avLst/>
            </a:prstGeom>
            <a:solidFill>
              <a:srgbClr val="81C9BA"/>
            </a:solidFill>
            <a:ln w="0">
              <a:noFill/>
              <a:prstDash val="solid"/>
            </a:ln>
          </p:spPr>
        </p:sp>
        <p:sp>
          <p:nvSpPr>
            <p:cNvPr id="2362" name="four:time-step-strips:time-strip-tᵢ-cell-107:2085"/>
            <p:cNvSpPr>
              <a:spLocks noGrp="1"/>
            </p:cNvSpPr>
            <p:nvPr/>
          </p:nvSpPr>
          <p:spPr>
            <a:xfrm>
              <a:off x="22886293" y="3009900"/>
              <a:ext cx="15379" cy="276225"/>
            </a:xfrm>
            <a:prstGeom prst="rect">
              <a:avLst/>
            </a:prstGeom>
            <a:solidFill>
              <a:srgbClr val="81C9BA"/>
            </a:solidFill>
            <a:ln w="0">
              <a:noFill/>
              <a:prstDash val="solid"/>
            </a:ln>
          </p:spPr>
        </p:sp>
        <p:sp>
          <p:nvSpPr>
            <p:cNvPr id="2363" name="four:time-step-strips:time-strip-tᵢ-cell-108:2086"/>
            <p:cNvSpPr>
              <a:spLocks noGrp="1"/>
            </p:cNvSpPr>
            <p:nvPr/>
          </p:nvSpPr>
          <p:spPr>
            <a:xfrm>
              <a:off x="22901672" y="3009900"/>
              <a:ext cx="15379" cy="276225"/>
            </a:xfrm>
            <a:prstGeom prst="rect">
              <a:avLst/>
            </a:prstGeom>
            <a:solidFill>
              <a:srgbClr val="81C9BA"/>
            </a:solidFill>
            <a:ln w="0">
              <a:noFill/>
              <a:prstDash val="solid"/>
            </a:ln>
          </p:spPr>
        </p:sp>
        <p:sp>
          <p:nvSpPr>
            <p:cNvPr id="2364" name="four:time-step-strips:time-strip-tᵢ-cell-109:2087"/>
            <p:cNvSpPr>
              <a:spLocks noGrp="1"/>
            </p:cNvSpPr>
            <p:nvPr/>
          </p:nvSpPr>
          <p:spPr>
            <a:xfrm>
              <a:off x="22917051" y="3009900"/>
              <a:ext cx="15379" cy="276225"/>
            </a:xfrm>
            <a:prstGeom prst="rect">
              <a:avLst/>
            </a:prstGeom>
            <a:solidFill>
              <a:srgbClr val="81C9BA"/>
            </a:solidFill>
            <a:ln w="0">
              <a:noFill/>
              <a:prstDash val="solid"/>
            </a:ln>
          </p:spPr>
        </p:sp>
        <p:sp>
          <p:nvSpPr>
            <p:cNvPr id="2365" name="four:time-step-strips:time-strip-tᵢ-cell-110:2088"/>
            <p:cNvSpPr>
              <a:spLocks noGrp="1"/>
            </p:cNvSpPr>
            <p:nvPr/>
          </p:nvSpPr>
          <p:spPr>
            <a:xfrm>
              <a:off x="22932430" y="3009900"/>
              <a:ext cx="15379" cy="276225"/>
            </a:xfrm>
            <a:prstGeom prst="rect">
              <a:avLst/>
            </a:prstGeom>
            <a:solidFill>
              <a:srgbClr val="81C9BA"/>
            </a:solidFill>
            <a:ln w="0">
              <a:noFill/>
              <a:prstDash val="solid"/>
            </a:ln>
          </p:spPr>
        </p:sp>
        <p:sp>
          <p:nvSpPr>
            <p:cNvPr id="2366" name="four:time-step-strips:time-strip-tᵢ-cell-111:2089"/>
            <p:cNvSpPr>
              <a:spLocks noGrp="1"/>
            </p:cNvSpPr>
            <p:nvPr/>
          </p:nvSpPr>
          <p:spPr>
            <a:xfrm>
              <a:off x="22947809" y="3009900"/>
              <a:ext cx="15379" cy="276225"/>
            </a:xfrm>
            <a:prstGeom prst="rect">
              <a:avLst/>
            </a:prstGeom>
            <a:solidFill>
              <a:srgbClr val="81C9BA"/>
            </a:solidFill>
            <a:ln w="0">
              <a:noFill/>
              <a:prstDash val="solid"/>
            </a:ln>
          </p:spPr>
        </p:sp>
        <p:sp>
          <p:nvSpPr>
            <p:cNvPr id="2367" name="four:time-step-strips:time-strip-tᵢ-cell-112:2090"/>
            <p:cNvSpPr>
              <a:spLocks noGrp="1"/>
            </p:cNvSpPr>
            <p:nvPr/>
          </p:nvSpPr>
          <p:spPr>
            <a:xfrm>
              <a:off x="22963188" y="3009900"/>
              <a:ext cx="15379" cy="276225"/>
            </a:xfrm>
            <a:prstGeom prst="rect">
              <a:avLst/>
            </a:prstGeom>
            <a:solidFill>
              <a:srgbClr val="81C9BA"/>
            </a:solidFill>
            <a:ln w="0">
              <a:noFill/>
              <a:prstDash val="solid"/>
            </a:ln>
          </p:spPr>
        </p:sp>
        <p:sp>
          <p:nvSpPr>
            <p:cNvPr id="2368" name="four:time-step-strips:time-strip-tᵢ-cell-113:2091"/>
            <p:cNvSpPr>
              <a:spLocks noGrp="1"/>
            </p:cNvSpPr>
            <p:nvPr/>
          </p:nvSpPr>
          <p:spPr>
            <a:xfrm>
              <a:off x="22978566" y="3009900"/>
              <a:ext cx="15379" cy="276225"/>
            </a:xfrm>
            <a:prstGeom prst="rect">
              <a:avLst/>
            </a:prstGeom>
            <a:solidFill>
              <a:srgbClr val="81C9BA"/>
            </a:solidFill>
            <a:ln w="0">
              <a:noFill/>
              <a:prstDash val="solid"/>
            </a:ln>
          </p:spPr>
        </p:sp>
        <p:sp>
          <p:nvSpPr>
            <p:cNvPr id="2369" name="four:time-step-strips:time-strip-tᵢ-cell-114:2092"/>
            <p:cNvSpPr>
              <a:spLocks noGrp="1"/>
            </p:cNvSpPr>
            <p:nvPr/>
          </p:nvSpPr>
          <p:spPr>
            <a:xfrm>
              <a:off x="22993945" y="3009900"/>
              <a:ext cx="15379" cy="276225"/>
            </a:xfrm>
            <a:prstGeom prst="rect">
              <a:avLst/>
            </a:prstGeom>
            <a:solidFill>
              <a:srgbClr val="7EC8B9"/>
            </a:solidFill>
            <a:ln w="0">
              <a:noFill/>
              <a:prstDash val="solid"/>
            </a:ln>
          </p:spPr>
        </p:sp>
        <p:sp>
          <p:nvSpPr>
            <p:cNvPr id="2370" name="four:time-step-strips:time-strip-tᵢ-cell-115:2093"/>
            <p:cNvSpPr>
              <a:spLocks noGrp="1"/>
            </p:cNvSpPr>
            <p:nvPr/>
          </p:nvSpPr>
          <p:spPr>
            <a:xfrm>
              <a:off x="23009324" y="3009900"/>
              <a:ext cx="15379" cy="276225"/>
            </a:xfrm>
            <a:prstGeom prst="rect">
              <a:avLst/>
            </a:prstGeom>
            <a:solidFill>
              <a:srgbClr val="6FC3B0"/>
            </a:solidFill>
            <a:ln w="0">
              <a:noFill/>
              <a:prstDash val="solid"/>
            </a:ln>
          </p:spPr>
        </p:sp>
        <p:sp>
          <p:nvSpPr>
            <p:cNvPr id="2371" name="four:time-step-strips:time-strip-tᵢ-cell-116:2094"/>
            <p:cNvSpPr>
              <a:spLocks noGrp="1"/>
            </p:cNvSpPr>
            <p:nvPr/>
          </p:nvSpPr>
          <p:spPr>
            <a:xfrm>
              <a:off x="23024703" y="3009900"/>
              <a:ext cx="15379" cy="276225"/>
            </a:xfrm>
            <a:prstGeom prst="rect">
              <a:avLst/>
            </a:prstGeom>
            <a:solidFill>
              <a:srgbClr val="AEB2C1"/>
            </a:solidFill>
            <a:ln w="0">
              <a:noFill/>
              <a:prstDash val="solid"/>
            </a:ln>
          </p:spPr>
        </p:sp>
        <p:sp>
          <p:nvSpPr>
            <p:cNvPr id="2372" name="four:time-step-strips:time-strip-tᵢ-cell-117:2095"/>
            <p:cNvSpPr>
              <a:spLocks noGrp="1"/>
            </p:cNvSpPr>
            <p:nvPr/>
          </p:nvSpPr>
          <p:spPr>
            <a:xfrm>
              <a:off x="23040082" y="3009900"/>
              <a:ext cx="15379" cy="276225"/>
            </a:xfrm>
            <a:prstGeom prst="rect">
              <a:avLst/>
            </a:prstGeom>
            <a:solidFill>
              <a:srgbClr val="9EAFB2"/>
            </a:solidFill>
            <a:ln w="0">
              <a:noFill/>
              <a:prstDash val="solid"/>
            </a:ln>
          </p:spPr>
        </p:sp>
        <p:sp>
          <p:nvSpPr>
            <p:cNvPr id="2373" name="four:time-step-strips:time-strip-tᵢ-cell-118:2096"/>
            <p:cNvSpPr>
              <a:spLocks noGrp="1"/>
            </p:cNvSpPr>
            <p:nvPr/>
          </p:nvSpPr>
          <p:spPr>
            <a:xfrm>
              <a:off x="23055461" y="3009900"/>
              <a:ext cx="15379" cy="276225"/>
            </a:xfrm>
            <a:prstGeom prst="rect">
              <a:avLst/>
            </a:prstGeom>
            <a:solidFill>
              <a:srgbClr val="D77E36"/>
            </a:solidFill>
            <a:ln w="0">
              <a:noFill/>
              <a:prstDash val="solid"/>
            </a:ln>
          </p:spPr>
        </p:sp>
        <p:sp>
          <p:nvSpPr>
            <p:cNvPr id="2374" name="four:time-step-strips:time-strip-tᵢ-cell-119:2097"/>
            <p:cNvSpPr>
              <a:spLocks noGrp="1"/>
            </p:cNvSpPr>
            <p:nvPr/>
          </p:nvSpPr>
          <p:spPr>
            <a:xfrm>
              <a:off x="23070840" y="3009900"/>
              <a:ext cx="15379" cy="276225"/>
            </a:xfrm>
            <a:prstGeom prst="rect">
              <a:avLst/>
            </a:prstGeom>
            <a:solidFill>
              <a:srgbClr val="D66E1B"/>
            </a:solidFill>
            <a:ln w="0">
              <a:noFill/>
              <a:prstDash val="solid"/>
            </a:ln>
          </p:spPr>
        </p:sp>
        <p:sp>
          <p:nvSpPr>
            <p:cNvPr id="2375" name="four:time-step-strips:time-strip-tᵢ-cell-120:2098"/>
            <p:cNvSpPr>
              <a:spLocks noGrp="1"/>
            </p:cNvSpPr>
            <p:nvPr/>
          </p:nvSpPr>
          <p:spPr>
            <a:xfrm>
              <a:off x="23086219" y="3009900"/>
              <a:ext cx="15379" cy="276225"/>
            </a:xfrm>
            <a:prstGeom prst="rect">
              <a:avLst/>
            </a:prstGeom>
            <a:solidFill>
              <a:srgbClr val="D56207"/>
            </a:solidFill>
            <a:ln w="0">
              <a:noFill/>
              <a:prstDash val="solid"/>
            </a:ln>
          </p:spPr>
        </p:sp>
        <p:sp>
          <p:nvSpPr>
            <p:cNvPr id="2376" name="four:time-step-strips:time-strip-tᵢ-cell-121:2099"/>
            <p:cNvSpPr>
              <a:spLocks noGrp="1"/>
            </p:cNvSpPr>
            <p:nvPr/>
          </p:nvSpPr>
          <p:spPr>
            <a:xfrm>
              <a:off x="23101598" y="3009900"/>
              <a:ext cx="15379" cy="276225"/>
            </a:xfrm>
            <a:prstGeom prst="rect">
              <a:avLst/>
            </a:prstGeom>
            <a:solidFill>
              <a:srgbClr val="D55E00"/>
            </a:solidFill>
            <a:ln w="0">
              <a:noFill/>
              <a:prstDash val="solid"/>
            </a:ln>
          </p:spPr>
        </p:sp>
        <p:sp>
          <p:nvSpPr>
            <p:cNvPr id="2377" name="four:time-step-strips:time-strip-tᵢ-cell-122:2100"/>
            <p:cNvSpPr>
              <a:spLocks noGrp="1"/>
            </p:cNvSpPr>
            <p:nvPr/>
          </p:nvSpPr>
          <p:spPr>
            <a:xfrm>
              <a:off x="23116977" y="3009900"/>
              <a:ext cx="15379" cy="276225"/>
            </a:xfrm>
            <a:prstGeom prst="rect">
              <a:avLst/>
            </a:prstGeom>
            <a:solidFill>
              <a:srgbClr val="D55E00"/>
            </a:solidFill>
            <a:ln w="0">
              <a:noFill/>
              <a:prstDash val="solid"/>
            </a:ln>
          </p:spPr>
        </p:sp>
        <p:sp>
          <p:nvSpPr>
            <p:cNvPr id="2378" name="four:time-step-strips:time-strip-tᵢ-cell-123:2101"/>
            <p:cNvSpPr>
              <a:spLocks noGrp="1"/>
            </p:cNvSpPr>
            <p:nvPr/>
          </p:nvSpPr>
          <p:spPr>
            <a:xfrm>
              <a:off x="23132355" y="3009900"/>
              <a:ext cx="15379" cy="276225"/>
            </a:xfrm>
            <a:prstGeom prst="rect">
              <a:avLst/>
            </a:prstGeom>
            <a:solidFill>
              <a:srgbClr val="D55E00"/>
            </a:solidFill>
            <a:ln w="0">
              <a:noFill/>
              <a:prstDash val="solid"/>
            </a:ln>
          </p:spPr>
        </p:sp>
        <p:sp>
          <p:nvSpPr>
            <p:cNvPr id="2379" name="four:time-step-strips:time-strip-tᵢ-cell-124:2102"/>
            <p:cNvSpPr>
              <a:spLocks noGrp="1"/>
            </p:cNvSpPr>
            <p:nvPr/>
          </p:nvSpPr>
          <p:spPr>
            <a:xfrm>
              <a:off x="23147734" y="3009900"/>
              <a:ext cx="15379" cy="276225"/>
            </a:xfrm>
            <a:prstGeom prst="rect">
              <a:avLst/>
            </a:prstGeom>
            <a:solidFill>
              <a:srgbClr val="D55E00"/>
            </a:solidFill>
            <a:ln w="0">
              <a:noFill/>
              <a:prstDash val="solid"/>
            </a:ln>
          </p:spPr>
        </p:sp>
        <p:sp>
          <p:nvSpPr>
            <p:cNvPr id="2380" name="four:time-step-strips:time-strip-tᵢ-cell-125:2103"/>
            <p:cNvSpPr>
              <a:spLocks noGrp="1"/>
            </p:cNvSpPr>
            <p:nvPr/>
          </p:nvSpPr>
          <p:spPr>
            <a:xfrm>
              <a:off x="23163113" y="3009900"/>
              <a:ext cx="15379" cy="276225"/>
            </a:xfrm>
            <a:prstGeom prst="rect">
              <a:avLst/>
            </a:prstGeom>
            <a:solidFill>
              <a:srgbClr val="D55E00"/>
            </a:solidFill>
            <a:ln w="0">
              <a:noFill/>
              <a:prstDash val="solid"/>
            </a:ln>
          </p:spPr>
        </p:sp>
        <p:sp>
          <p:nvSpPr>
            <p:cNvPr id="2381" name="four:time-step-strips:time-strip-tᵢ-cell-126:2104"/>
            <p:cNvSpPr>
              <a:spLocks noGrp="1"/>
            </p:cNvSpPr>
            <p:nvPr/>
          </p:nvSpPr>
          <p:spPr>
            <a:xfrm>
              <a:off x="23178492" y="3009900"/>
              <a:ext cx="15379" cy="276225"/>
            </a:xfrm>
            <a:prstGeom prst="rect">
              <a:avLst/>
            </a:prstGeom>
            <a:solidFill>
              <a:srgbClr val="D55E00"/>
            </a:solidFill>
            <a:ln w="0">
              <a:noFill/>
              <a:prstDash val="solid"/>
            </a:ln>
          </p:spPr>
        </p:sp>
        <p:sp>
          <p:nvSpPr>
            <p:cNvPr id="2382" name="four:time-step-strips:time-strip-tᵢ-cell-127:2105"/>
            <p:cNvSpPr>
              <a:spLocks noGrp="1"/>
            </p:cNvSpPr>
            <p:nvPr/>
          </p:nvSpPr>
          <p:spPr>
            <a:xfrm>
              <a:off x="23193871" y="3009900"/>
              <a:ext cx="15379" cy="276225"/>
            </a:xfrm>
            <a:prstGeom prst="rect">
              <a:avLst/>
            </a:prstGeom>
            <a:solidFill>
              <a:srgbClr val="D55E00"/>
            </a:solidFill>
            <a:ln w="0">
              <a:noFill/>
              <a:prstDash val="solid"/>
            </a:ln>
          </p:spPr>
        </p:sp>
        <p:sp>
          <p:nvSpPr>
            <p:cNvPr id="2383" name="four:time-step-strips:time-strip-tᵢ-cell-128:2106"/>
            <p:cNvSpPr>
              <a:spLocks noGrp="1"/>
            </p:cNvSpPr>
            <p:nvPr/>
          </p:nvSpPr>
          <p:spPr>
            <a:xfrm>
              <a:off x="23209250" y="3009900"/>
              <a:ext cx="15379" cy="276225"/>
            </a:xfrm>
            <a:prstGeom prst="rect">
              <a:avLst/>
            </a:prstGeom>
            <a:solidFill>
              <a:srgbClr val="D55E00"/>
            </a:solidFill>
            <a:ln w="0">
              <a:noFill/>
              <a:prstDash val="solid"/>
            </a:ln>
          </p:spPr>
        </p:sp>
        <p:sp>
          <p:nvSpPr>
            <p:cNvPr id="2384" name="four:time-step-strips:time-strip-tᵢ-cell-129:2107"/>
            <p:cNvSpPr>
              <a:spLocks noGrp="1"/>
            </p:cNvSpPr>
            <p:nvPr/>
          </p:nvSpPr>
          <p:spPr>
            <a:xfrm>
              <a:off x="23224629" y="3009900"/>
              <a:ext cx="15379" cy="276225"/>
            </a:xfrm>
            <a:prstGeom prst="rect">
              <a:avLst/>
            </a:prstGeom>
            <a:solidFill>
              <a:srgbClr val="D55E00"/>
            </a:solidFill>
            <a:ln w="0">
              <a:noFill/>
              <a:prstDash val="solid"/>
            </a:ln>
          </p:spPr>
        </p:sp>
        <p:sp>
          <p:nvSpPr>
            <p:cNvPr id="2385" name="four:time-step-strips:time-strip-tᵢ-cell-130:2108"/>
            <p:cNvSpPr>
              <a:spLocks noGrp="1"/>
            </p:cNvSpPr>
            <p:nvPr/>
          </p:nvSpPr>
          <p:spPr>
            <a:xfrm>
              <a:off x="23240008" y="3009900"/>
              <a:ext cx="15379" cy="276225"/>
            </a:xfrm>
            <a:prstGeom prst="rect">
              <a:avLst/>
            </a:prstGeom>
            <a:solidFill>
              <a:srgbClr val="D55E00"/>
            </a:solidFill>
            <a:ln w="0">
              <a:noFill/>
              <a:prstDash val="solid"/>
            </a:ln>
          </p:spPr>
        </p:sp>
        <p:sp>
          <p:nvSpPr>
            <p:cNvPr id="2386" name="four:time-step-strips:time-strip-tᵢ-cell-131:2109"/>
            <p:cNvSpPr>
              <a:spLocks noGrp="1"/>
            </p:cNvSpPr>
            <p:nvPr/>
          </p:nvSpPr>
          <p:spPr>
            <a:xfrm>
              <a:off x="23255387" y="3009900"/>
              <a:ext cx="15379" cy="276225"/>
            </a:xfrm>
            <a:prstGeom prst="rect">
              <a:avLst/>
            </a:prstGeom>
            <a:solidFill>
              <a:srgbClr val="D55E00"/>
            </a:solidFill>
            <a:ln w="0">
              <a:noFill/>
              <a:prstDash val="solid"/>
            </a:ln>
          </p:spPr>
        </p:sp>
        <p:sp>
          <p:nvSpPr>
            <p:cNvPr id="2387" name="four:time-step-strips:time-strip-tᵢ-cell-132:2110"/>
            <p:cNvSpPr>
              <a:spLocks noGrp="1"/>
            </p:cNvSpPr>
            <p:nvPr/>
          </p:nvSpPr>
          <p:spPr>
            <a:xfrm>
              <a:off x="23270766" y="3009900"/>
              <a:ext cx="15379" cy="276225"/>
            </a:xfrm>
            <a:prstGeom prst="rect">
              <a:avLst/>
            </a:prstGeom>
            <a:solidFill>
              <a:srgbClr val="D55E00"/>
            </a:solidFill>
            <a:ln w="0">
              <a:noFill/>
              <a:prstDash val="solid"/>
            </a:ln>
          </p:spPr>
        </p:sp>
        <p:sp>
          <p:nvSpPr>
            <p:cNvPr id="2388" name="four:time-step-strips:time-strip-tᵢ-cell-133:2111"/>
            <p:cNvSpPr>
              <a:spLocks noGrp="1"/>
            </p:cNvSpPr>
            <p:nvPr/>
          </p:nvSpPr>
          <p:spPr>
            <a:xfrm>
              <a:off x="23286145" y="3009900"/>
              <a:ext cx="15379" cy="276225"/>
            </a:xfrm>
            <a:prstGeom prst="rect">
              <a:avLst/>
            </a:prstGeom>
            <a:solidFill>
              <a:srgbClr val="D55E00"/>
            </a:solidFill>
            <a:ln w="0">
              <a:noFill/>
              <a:prstDash val="solid"/>
            </a:ln>
          </p:spPr>
        </p:sp>
        <p:sp>
          <p:nvSpPr>
            <p:cNvPr id="2389" name="four:time-step-strips:time-strip-tᵢ-cell-134:2112"/>
            <p:cNvSpPr>
              <a:spLocks noGrp="1"/>
            </p:cNvSpPr>
            <p:nvPr/>
          </p:nvSpPr>
          <p:spPr>
            <a:xfrm>
              <a:off x="23301523" y="3009900"/>
              <a:ext cx="15379" cy="276225"/>
            </a:xfrm>
            <a:prstGeom prst="rect">
              <a:avLst/>
            </a:prstGeom>
            <a:solidFill>
              <a:srgbClr val="D55E00"/>
            </a:solidFill>
            <a:ln w="0">
              <a:noFill/>
              <a:prstDash val="solid"/>
            </a:ln>
          </p:spPr>
        </p:sp>
        <p:sp>
          <p:nvSpPr>
            <p:cNvPr id="2390" name="four:time-step-strips:time-strip-tᵢ-cell-135:2113"/>
            <p:cNvSpPr>
              <a:spLocks noGrp="1"/>
            </p:cNvSpPr>
            <p:nvPr/>
          </p:nvSpPr>
          <p:spPr>
            <a:xfrm>
              <a:off x="23316902" y="3009900"/>
              <a:ext cx="15379" cy="276225"/>
            </a:xfrm>
            <a:prstGeom prst="rect">
              <a:avLst/>
            </a:prstGeom>
            <a:solidFill>
              <a:srgbClr val="D55E00"/>
            </a:solidFill>
            <a:ln w="0">
              <a:noFill/>
              <a:prstDash val="solid"/>
            </a:ln>
          </p:spPr>
        </p:sp>
        <p:sp>
          <p:nvSpPr>
            <p:cNvPr id="2391" name="four:time-step-strips:time-strip-tᵢ-cell-136:2114"/>
            <p:cNvSpPr>
              <a:spLocks noGrp="1"/>
            </p:cNvSpPr>
            <p:nvPr/>
          </p:nvSpPr>
          <p:spPr>
            <a:xfrm>
              <a:off x="23332281" y="3009900"/>
              <a:ext cx="15379" cy="276225"/>
            </a:xfrm>
            <a:prstGeom prst="rect">
              <a:avLst/>
            </a:prstGeom>
            <a:solidFill>
              <a:srgbClr val="D5660E"/>
            </a:solidFill>
            <a:ln w="0">
              <a:noFill/>
              <a:prstDash val="solid"/>
            </a:ln>
          </p:spPr>
        </p:sp>
        <p:sp>
          <p:nvSpPr>
            <p:cNvPr id="2392" name="four:time-step-strips:time-strip-tᵢ-cell-137:2115"/>
            <p:cNvSpPr>
              <a:spLocks noGrp="1"/>
            </p:cNvSpPr>
            <p:nvPr/>
          </p:nvSpPr>
          <p:spPr>
            <a:xfrm>
              <a:off x="23347660" y="3009900"/>
              <a:ext cx="15379" cy="276225"/>
            </a:xfrm>
            <a:prstGeom prst="rect">
              <a:avLst/>
            </a:prstGeom>
            <a:solidFill>
              <a:srgbClr val="D6782D"/>
            </a:solidFill>
            <a:ln w="0">
              <a:noFill/>
              <a:prstDash val="solid"/>
            </a:ln>
          </p:spPr>
        </p:sp>
        <p:sp>
          <p:nvSpPr>
            <p:cNvPr id="2393" name="four:time-step-strips:time-strip-tᵢ-cell-138:2116"/>
            <p:cNvSpPr>
              <a:spLocks noGrp="1"/>
            </p:cNvSpPr>
            <p:nvPr/>
          </p:nvSpPr>
          <p:spPr>
            <a:xfrm>
              <a:off x="23363039" y="3009900"/>
              <a:ext cx="15379" cy="276225"/>
            </a:xfrm>
            <a:prstGeom prst="rect">
              <a:avLst/>
            </a:prstGeom>
            <a:solidFill>
              <a:srgbClr val="D89056"/>
            </a:solidFill>
            <a:ln w="0">
              <a:noFill/>
              <a:prstDash val="solid"/>
            </a:ln>
          </p:spPr>
        </p:sp>
        <p:sp>
          <p:nvSpPr>
            <p:cNvPr id="2394" name="four:time-step-strips:time-strip-tᵢ-cell-139:2117"/>
            <p:cNvSpPr>
              <a:spLocks noGrp="1"/>
            </p:cNvSpPr>
            <p:nvPr/>
          </p:nvSpPr>
          <p:spPr>
            <a:xfrm>
              <a:off x="23378418" y="3009900"/>
              <a:ext cx="15379" cy="276225"/>
            </a:xfrm>
            <a:prstGeom prst="rect">
              <a:avLst/>
            </a:prstGeom>
            <a:solidFill>
              <a:srgbClr val="D9AB84"/>
            </a:solidFill>
            <a:ln w="0">
              <a:noFill/>
              <a:prstDash val="solid"/>
            </a:ln>
          </p:spPr>
        </p:sp>
        <p:sp>
          <p:nvSpPr>
            <p:cNvPr id="2395" name="four:time-step-strips:time-strip-tᵢ-cell-140:2118"/>
            <p:cNvSpPr>
              <a:spLocks noGrp="1"/>
            </p:cNvSpPr>
            <p:nvPr/>
          </p:nvSpPr>
          <p:spPr>
            <a:xfrm>
              <a:off x="23393797" y="3009900"/>
              <a:ext cx="15379" cy="276225"/>
            </a:xfrm>
            <a:prstGeom prst="rect">
              <a:avLst/>
            </a:prstGeom>
            <a:solidFill>
              <a:srgbClr val="DAC5B1"/>
            </a:solidFill>
            <a:ln w="0">
              <a:noFill/>
              <a:prstDash val="solid"/>
            </a:ln>
          </p:spPr>
        </p:sp>
        <p:sp>
          <p:nvSpPr>
            <p:cNvPr id="2396" name="four:time-step-strips:time-strip-tᵢ-cell-141:2119"/>
            <p:cNvSpPr>
              <a:spLocks noGrp="1"/>
            </p:cNvSpPr>
            <p:nvPr/>
          </p:nvSpPr>
          <p:spPr>
            <a:xfrm>
              <a:off x="23409176" y="3009900"/>
              <a:ext cx="15379" cy="276225"/>
            </a:xfrm>
            <a:prstGeom prst="rect">
              <a:avLst/>
            </a:prstGeom>
            <a:solidFill>
              <a:srgbClr val="D1E1E3"/>
            </a:solidFill>
            <a:ln w="0">
              <a:noFill/>
              <a:prstDash val="solid"/>
            </a:ln>
          </p:spPr>
        </p:sp>
        <p:sp>
          <p:nvSpPr>
            <p:cNvPr id="2397" name="four:time-step-strips:time-strip-tᵢ-cell-142:2120"/>
            <p:cNvSpPr>
              <a:spLocks noGrp="1"/>
            </p:cNvSpPr>
            <p:nvPr/>
          </p:nvSpPr>
          <p:spPr>
            <a:xfrm>
              <a:off x="23424555" y="3009900"/>
              <a:ext cx="15379" cy="276225"/>
            </a:xfrm>
            <a:prstGeom prst="rect">
              <a:avLst/>
            </a:prstGeom>
            <a:solidFill>
              <a:srgbClr val="DBE7EC"/>
            </a:solidFill>
            <a:ln w="0">
              <a:noFill/>
              <a:prstDash val="solid"/>
            </a:ln>
          </p:spPr>
        </p:sp>
        <p:sp>
          <p:nvSpPr>
            <p:cNvPr id="2398" name="four:time-step-strips:time-strip-tᵢ-cell-143:2121"/>
            <p:cNvSpPr>
              <a:spLocks noGrp="1"/>
            </p:cNvSpPr>
            <p:nvPr/>
          </p:nvSpPr>
          <p:spPr>
            <a:xfrm>
              <a:off x="23439934" y="3009900"/>
              <a:ext cx="15379" cy="276225"/>
            </a:xfrm>
            <a:prstGeom prst="rect">
              <a:avLst/>
            </a:prstGeom>
            <a:solidFill>
              <a:srgbClr val="DCE8ED"/>
            </a:solidFill>
            <a:ln w="0">
              <a:noFill/>
              <a:prstDash val="solid"/>
            </a:ln>
          </p:spPr>
        </p:sp>
        <p:sp>
          <p:nvSpPr>
            <p:cNvPr id="2399" name="four:time-step-strips:time-strip-tᵢ-cell-144:2122"/>
            <p:cNvSpPr>
              <a:spLocks noGrp="1"/>
            </p:cNvSpPr>
            <p:nvPr/>
          </p:nvSpPr>
          <p:spPr>
            <a:xfrm>
              <a:off x="23455313" y="3009900"/>
              <a:ext cx="15379" cy="276225"/>
            </a:xfrm>
            <a:prstGeom prst="rect">
              <a:avLst/>
            </a:prstGeom>
            <a:solidFill>
              <a:srgbClr val="DCE8ED"/>
            </a:solidFill>
            <a:ln w="0">
              <a:noFill/>
              <a:prstDash val="solid"/>
            </a:ln>
          </p:spPr>
        </p:sp>
        <p:sp>
          <p:nvSpPr>
            <p:cNvPr id="2400" name="four:time-step-strips:time-strip-tᵢ-cell-145:2123"/>
            <p:cNvSpPr>
              <a:spLocks noGrp="1"/>
            </p:cNvSpPr>
            <p:nvPr/>
          </p:nvSpPr>
          <p:spPr>
            <a:xfrm>
              <a:off x="23470691" y="3009900"/>
              <a:ext cx="15379" cy="276225"/>
            </a:xfrm>
            <a:prstGeom prst="rect">
              <a:avLst/>
            </a:prstGeom>
            <a:solidFill>
              <a:srgbClr val="DCE8ED"/>
            </a:solidFill>
            <a:ln w="0">
              <a:noFill/>
              <a:prstDash val="solid"/>
            </a:ln>
          </p:spPr>
        </p:sp>
        <p:sp>
          <p:nvSpPr>
            <p:cNvPr id="2401" name="four:time-step-strips:time-strip-tᵢ-cell-146:2124"/>
            <p:cNvSpPr>
              <a:spLocks noGrp="1"/>
            </p:cNvSpPr>
            <p:nvPr/>
          </p:nvSpPr>
          <p:spPr>
            <a:xfrm>
              <a:off x="23486070" y="3009900"/>
              <a:ext cx="15379" cy="276225"/>
            </a:xfrm>
            <a:prstGeom prst="rect">
              <a:avLst/>
            </a:prstGeom>
            <a:solidFill>
              <a:srgbClr val="DCE8ED"/>
            </a:solidFill>
            <a:ln w="0">
              <a:noFill/>
              <a:prstDash val="solid"/>
            </a:ln>
          </p:spPr>
        </p:sp>
        <p:sp>
          <p:nvSpPr>
            <p:cNvPr id="2402" name="four:time-step-strips:time-strip-tᵢ-cell-147:2125"/>
            <p:cNvSpPr>
              <a:spLocks noGrp="1"/>
            </p:cNvSpPr>
            <p:nvPr/>
          </p:nvSpPr>
          <p:spPr>
            <a:xfrm>
              <a:off x="23501449" y="3009900"/>
              <a:ext cx="15379" cy="276225"/>
            </a:xfrm>
            <a:prstGeom prst="rect">
              <a:avLst/>
            </a:prstGeom>
            <a:solidFill>
              <a:srgbClr val="DCE8ED"/>
            </a:solidFill>
            <a:ln w="0">
              <a:noFill/>
              <a:prstDash val="solid"/>
            </a:ln>
          </p:spPr>
        </p:sp>
        <p:sp>
          <p:nvSpPr>
            <p:cNvPr id="2403" name="four:time-step-strips:time-strip-tᵢ-cell-148:2126"/>
            <p:cNvSpPr>
              <a:spLocks noGrp="1"/>
            </p:cNvSpPr>
            <p:nvPr/>
          </p:nvSpPr>
          <p:spPr>
            <a:xfrm>
              <a:off x="23516828" y="3009900"/>
              <a:ext cx="15379" cy="276225"/>
            </a:xfrm>
            <a:prstGeom prst="rect">
              <a:avLst/>
            </a:prstGeom>
            <a:solidFill>
              <a:srgbClr val="DCE8ED"/>
            </a:solidFill>
            <a:ln w="0">
              <a:noFill/>
              <a:prstDash val="solid"/>
            </a:ln>
          </p:spPr>
        </p:sp>
        <p:sp>
          <p:nvSpPr>
            <p:cNvPr id="2404" name="four:time-step-strips:time-strip-tᵢ-cell-149:2127"/>
            <p:cNvSpPr>
              <a:spLocks noGrp="1"/>
            </p:cNvSpPr>
            <p:nvPr/>
          </p:nvSpPr>
          <p:spPr>
            <a:xfrm>
              <a:off x="23532207" y="3009900"/>
              <a:ext cx="15379" cy="276225"/>
            </a:xfrm>
            <a:prstGeom prst="rect">
              <a:avLst/>
            </a:prstGeom>
            <a:solidFill>
              <a:srgbClr val="DCE8ED"/>
            </a:solidFill>
            <a:ln w="0">
              <a:noFill/>
              <a:prstDash val="solid"/>
            </a:ln>
          </p:spPr>
        </p:sp>
        <p:sp>
          <p:nvSpPr>
            <p:cNvPr id="2405" name="four:time-step-strips:time-strip-tᵢ-cell-150:2128"/>
            <p:cNvSpPr>
              <a:spLocks noGrp="1"/>
            </p:cNvSpPr>
            <p:nvPr/>
          </p:nvSpPr>
          <p:spPr>
            <a:xfrm>
              <a:off x="23547586" y="3009900"/>
              <a:ext cx="15379" cy="276225"/>
            </a:xfrm>
            <a:prstGeom prst="rect">
              <a:avLst/>
            </a:prstGeom>
            <a:solidFill>
              <a:srgbClr val="DCE8ED"/>
            </a:solidFill>
            <a:ln w="0">
              <a:noFill/>
              <a:prstDash val="solid"/>
            </a:ln>
          </p:spPr>
        </p:sp>
        <p:sp>
          <p:nvSpPr>
            <p:cNvPr id="2406" name="four:time-step-strips:time-strip-tᵢ-cell-151:2129"/>
            <p:cNvSpPr>
              <a:spLocks noGrp="1"/>
            </p:cNvSpPr>
            <p:nvPr/>
          </p:nvSpPr>
          <p:spPr>
            <a:xfrm>
              <a:off x="23562965" y="3009900"/>
              <a:ext cx="15379" cy="276225"/>
            </a:xfrm>
            <a:prstGeom prst="rect">
              <a:avLst/>
            </a:prstGeom>
            <a:solidFill>
              <a:srgbClr val="DCE8ED"/>
            </a:solidFill>
            <a:ln w="0">
              <a:noFill/>
              <a:prstDash val="solid"/>
            </a:ln>
          </p:spPr>
        </p:sp>
        <p:sp>
          <p:nvSpPr>
            <p:cNvPr id="2407" name="four:time-step-strips:time-strip-tᵢ-cell-152:2130"/>
            <p:cNvSpPr>
              <a:spLocks noGrp="1"/>
            </p:cNvSpPr>
            <p:nvPr/>
          </p:nvSpPr>
          <p:spPr>
            <a:xfrm>
              <a:off x="23578344" y="3009900"/>
              <a:ext cx="15379" cy="276225"/>
            </a:xfrm>
            <a:prstGeom prst="rect">
              <a:avLst/>
            </a:prstGeom>
            <a:solidFill>
              <a:srgbClr val="DCE8ED"/>
            </a:solidFill>
            <a:ln w="0">
              <a:noFill/>
              <a:prstDash val="solid"/>
            </a:ln>
          </p:spPr>
        </p:sp>
        <p:sp>
          <p:nvSpPr>
            <p:cNvPr id="2408" name="four:time-step-strips:time-strip-tᵢ-cell-153:2131"/>
            <p:cNvSpPr>
              <a:spLocks noGrp="1"/>
            </p:cNvSpPr>
            <p:nvPr/>
          </p:nvSpPr>
          <p:spPr>
            <a:xfrm>
              <a:off x="23593723" y="3009900"/>
              <a:ext cx="15379" cy="276225"/>
            </a:xfrm>
            <a:prstGeom prst="rect">
              <a:avLst/>
            </a:prstGeom>
            <a:solidFill>
              <a:srgbClr val="DCE8ED"/>
            </a:solidFill>
            <a:ln w="0">
              <a:noFill/>
              <a:prstDash val="solid"/>
            </a:ln>
          </p:spPr>
        </p:sp>
        <p:sp>
          <p:nvSpPr>
            <p:cNvPr id="2409" name="four:time-step-strips:time-strip-tᵢ-cell-154:2132"/>
            <p:cNvSpPr>
              <a:spLocks noGrp="1"/>
            </p:cNvSpPr>
            <p:nvPr/>
          </p:nvSpPr>
          <p:spPr>
            <a:xfrm>
              <a:off x="23609102" y="3009900"/>
              <a:ext cx="15379" cy="276225"/>
            </a:xfrm>
            <a:prstGeom prst="rect">
              <a:avLst/>
            </a:prstGeom>
            <a:solidFill>
              <a:srgbClr val="DCE8ED"/>
            </a:solidFill>
            <a:ln w="0">
              <a:noFill/>
              <a:prstDash val="solid"/>
            </a:ln>
          </p:spPr>
        </p:sp>
        <p:sp>
          <p:nvSpPr>
            <p:cNvPr id="2410" name="four:time-step-strips:time-strip-tᵢ-cell-155:2133"/>
            <p:cNvSpPr>
              <a:spLocks noGrp="1"/>
            </p:cNvSpPr>
            <p:nvPr/>
          </p:nvSpPr>
          <p:spPr>
            <a:xfrm>
              <a:off x="23624480" y="3009900"/>
              <a:ext cx="15379" cy="276225"/>
            </a:xfrm>
            <a:prstGeom prst="rect">
              <a:avLst/>
            </a:prstGeom>
            <a:solidFill>
              <a:srgbClr val="DCE8ED"/>
            </a:solidFill>
            <a:ln w="0">
              <a:noFill/>
              <a:prstDash val="solid"/>
            </a:ln>
          </p:spPr>
        </p:sp>
        <p:sp>
          <p:nvSpPr>
            <p:cNvPr id="2411" name="four:time-step-strips:time-strip-tᵢ-cell-156:2134"/>
            <p:cNvSpPr>
              <a:spLocks noGrp="1"/>
            </p:cNvSpPr>
            <p:nvPr/>
          </p:nvSpPr>
          <p:spPr>
            <a:xfrm>
              <a:off x="23639859" y="3009900"/>
              <a:ext cx="15379" cy="276225"/>
            </a:xfrm>
            <a:prstGeom prst="rect">
              <a:avLst/>
            </a:prstGeom>
            <a:solidFill>
              <a:srgbClr val="DCE8ED"/>
            </a:solidFill>
            <a:ln w="0">
              <a:noFill/>
              <a:prstDash val="solid"/>
            </a:ln>
          </p:spPr>
        </p:sp>
        <p:sp>
          <p:nvSpPr>
            <p:cNvPr id="2412" name="four:time-step-strips:time-strip-tᵢ-cell-157:2135"/>
            <p:cNvSpPr>
              <a:spLocks noGrp="1"/>
            </p:cNvSpPr>
            <p:nvPr/>
          </p:nvSpPr>
          <p:spPr>
            <a:xfrm>
              <a:off x="23655238" y="3009900"/>
              <a:ext cx="15379" cy="276225"/>
            </a:xfrm>
            <a:prstGeom prst="rect">
              <a:avLst/>
            </a:prstGeom>
            <a:solidFill>
              <a:srgbClr val="DCE8ED"/>
            </a:solidFill>
            <a:ln w="0">
              <a:noFill/>
              <a:prstDash val="solid"/>
            </a:ln>
          </p:spPr>
        </p:sp>
        <p:sp>
          <p:nvSpPr>
            <p:cNvPr id="2413" name="four:time-step-strips:time-strip-tᵢ-cell-158:2136"/>
            <p:cNvSpPr>
              <a:spLocks noGrp="1"/>
            </p:cNvSpPr>
            <p:nvPr/>
          </p:nvSpPr>
          <p:spPr>
            <a:xfrm>
              <a:off x="23670617" y="3009900"/>
              <a:ext cx="15379" cy="276225"/>
            </a:xfrm>
            <a:prstGeom prst="rect">
              <a:avLst/>
            </a:prstGeom>
            <a:solidFill>
              <a:srgbClr val="DCE8ED"/>
            </a:solidFill>
            <a:ln w="0">
              <a:noFill/>
              <a:prstDash val="solid"/>
            </a:ln>
          </p:spPr>
        </p:sp>
        <p:sp>
          <p:nvSpPr>
            <p:cNvPr id="2414" name="four:time-step-strips:time-strip-tᵢ-cell-159:2137"/>
            <p:cNvSpPr>
              <a:spLocks noGrp="1"/>
            </p:cNvSpPr>
            <p:nvPr/>
          </p:nvSpPr>
          <p:spPr>
            <a:xfrm>
              <a:off x="23685996" y="3009900"/>
              <a:ext cx="15379" cy="276225"/>
            </a:xfrm>
            <a:prstGeom prst="rect">
              <a:avLst/>
            </a:prstGeom>
            <a:solidFill>
              <a:srgbClr val="DCE8ED"/>
            </a:solidFill>
            <a:ln w="0">
              <a:noFill/>
              <a:prstDash val="solid"/>
            </a:ln>
          </p:spPr>
        </p:sp>
        <p:sp>
          <p:nvSpPr>
            <p:cNvPr id="2415" name="four:time-step-strips:time-strip-tᵢ-cell-160:2138"/>
            <p:cNvSpPr>
              <a:spLocks noGrp="1"/>
            </p:cNvSpPr>
            <p:nvPr/>
          </p:nvSpPr>
          <p:spPr>
            <a:xfrm>
              <a:off x="23701375" y="3009900"/>
              <a:ext cx="15379" cy="276225"/>
            </a:xfrm>
            <a:prstGeom prst="rect">
              <a:avLst/>
            </a:prstGeom>
            <a:solidFill>
              <a:srgbClr val="DCE8ED"/>
            </a:solidFill>
            <a:ln w="0">
              <a:noFill/>
              <a:prstDash val="solid"/>
            </a:ln>
          </p:spPr>
        </p:sp>
        <p:sp>
          <p:nvSpPr>
            <p:cNvPr id="2416" name="four:time-step-strips:time-strip-tᵢ-cell-161:2139"/>
            <p:cNvSpPr>
              <a:spLocks noGrp="1"/>
            </p:cNvSpPr>
            <p:nvPr/>
          </p:nvSpPr>
          <p:spPr>
            <a:xfrm>
              <a:off x="23716754" y="3009900"/>
              <a:ext cx="15379" cy="276225"/>
            </a:xfrm>
            <a:prstGeom prst="rect">
              <a:avLst/>
            </a:prstGeom>
            <a:solidFill>
              <a:srgbClr val="DCE8ED"/>
            </a:solidFill>
            <a:ln w="0">
              <a:noFill/>
              <a:prstDash val="solid"/>
            </a:ln>
          </p:spPr>
        </p:sp>
        <p:sp>
          <p:nvSpPr>
            <p:cNvPr id="2417" name="four:time-step-strips:time-strip-tᵢ-cell-162:2140"/>
            <p:cNvSpPr>
              <a:spLocks noGrp="1"/>
            </p:cNvSpPr>
            <p:nvPr/>
          </p:nvSpPr>
          <p:spPr>
            <a:xfrm>
              <a:off x="23732133" y="3009900"/>
              <a:ext cx="15379" cy="276225"/>
            </a:xfrm>
            <a:prstGeom prst="rect">
              <a:avLst/>
            </a:prstGeom>
            <a:solidFill>
              <a:srgbClr val="DCE8ED"/>
            </a:solidFill>
            <a:ln w="0">
              <a:noFill/>
              <a:prstDash val="solid"/>
            </a:ln>
          </p:spPr>
        </p:sp>
        <p:sp>
          <p:nvSpPr>
            <p:cNvPr id="2418" name="four:time-step-strips:time-strip-tᵢ-cell-163:2141"/>
            <p:cNvSpPr>
              <a:spLocks noGrp="1"/>
            </p:cNvSpPr>
            <p:nvPr/>
          </p:nvSpPr>
          <p:spPr>
            <a:xfrm>
              <a:off x="23747512" y="3009900"/>
              <a:ext cx="15379" cy="276225"/>
            </a:xfrm>
            <a:prstGeom prst="rect">
              <a:avLst/>
            </a:prstGeom>
            <a:solidFill>
              <a:srgbClr val="DCE8ED"/>
            </a:solidFill>
            <a:ln w="0">
              <a:noFill/>
              <a:prstDash val="solid"/>
            </a:ln>
          </p:spPr>
        </p:sp>
        <p:sp>
          <p:nvSpPr>
            <p:cNvPr id="2419" name="four:time-step-strips:time-strip-tᵢ-cell-164:2142"/>
            <p:cNvSpPr>
              <a:spLocks noGrp="1"/>
            </p:cNvSpPr>
            <p:nvPr/>
          </p:nvSpPr>
          <p:spPr>
            <a:xfrm>
              <a:off x="23762891" y="3009900"/>
              <a:ext cx="15379" cy="276225"/>
            </a:xfrm>
            <a:prstGeom prst="rect">
              <a:avLst/>
            </a:prstGeom>
            <a:solidFill>
              <a:srgbClr val="DCE8ED"/>
            </a:solidFill>
            <a:ln w="0">
              <a:noFill/>
              <a:prstDash val="solid"/>
            </a:ln>
          </p:spPr>
        </p:sp>
        <p:sp>
          <p:nvSpPr>
            <p:cNvPr id="2420" name="four:time-step-strips:time-strip-tᵢ-cell-165:2143"/>
            <p:cNvSpPr>
              <a:spLocks noGrp="1"/>
            </p:cNvSpPr>
            <p:nvPr/>
          </p:nvSpPr>
          <p:spPr>
            <a:xfrm>
              <a:off x="23778270" y="3009900"/>
              <a:ext cx="15379" cy="276225"/>
            </a:xfrm>
            <a:prstGeom prst="rect">
              <a:avLst/>
            </a:prstGeom>
            <a:solidFill>
              <a:srgbClr val="DCE8ED"/>
            </a:solidFill>
            <a:ln w="0">
              <a:noFill/>
              <a:prstDash val="solid"/>
            </a:ln>
          </p:spPr>
        </p:sp>
        <p:sp>
          <p:nvSpPr>
            <p:cNvPr id="2421" name="four:time-step-strips:time-strip-tᵢ-cell-166:2144"/>
            <p:cNvSpPr>
              <a:spLocks noGrp="1"/>
            </p:cNvSpPr>
            <p:nvPr/>
          </p:nvSpPr>
          <p:spPr>
            <a:xfrm>
              <a:off x="23793648" y="3009900"/>
              <a:ext cx="15379" cy="276225"/>
            </a:xfrm>
            <a:prstGeom prst="rect">
              <a:avLst/>
            </a:prstGeom>
            <a:solidFill>
              <a:srgbClr val="DCE8ED"/>
            </a:solidFill>
            <a:ln w="0">
              <a:noFill/>
              <a:prstDash val="solid"/>
            </a:ln>
          </p:spPr>
        </p:sp>
        <p:sp>
          <p:nvSpPr>
            <p:cNvPr id="2422" name="four:time-step-strips:time-strip-tᵢ-cell-167:2145"/>
            <p:cNvSpPr>
              <a:spLocks noGrp="1"/>
            </p:cNvSpPr>
            <p:nvPr/>
          </p:nvSpPr>
          <p:spPr>
            <a:xfrm>
              <a:off x="23809027" y="3009900"/>
              <a:ext cx="15379" cy="276225"/>
            </a:xfrm>
            <a:prstGeom prst="rect">
              <a:avLst/>
            </a:prstGeom>
            <a:solidFill>
              <a:srgbClr val="DCE8ED"/>
            </a:solidFill>
            <a:ln w="0">
              <a:noFill/>
              <a:prstDash val="solid"/>
            </a:ln>
          </p:spPr>
        </p:sp>
        <p:sp>
          <p:nvSpPr>
            <p:cNvPr id="2423" name="four:time-step-strips:time-strip-tᵢ-cell-168:2146"/>
            <p:cNvSpPr>
              <a:spLocks noGrp="1"/>
            </p:cNvSpPr>
            <p:nvPr/>
          </p:nvSpPr>
          <p:spPr>
            <a:xfrm>
              <a:off x="23824406" y="3009900"/>
              <a:ext cx="15379" cy="276225"/>
            </a:xfrm>
            <a:prstGeom prst="rect">
              <a:avLst/>
            </a:prstGeom>
            <a:solidFill>
              <a:srgbClr val="DCE8ED"/>
            </a:solidFill>
            <a:ln w="0">
              <a:noFill/>
              <a:prstDash val="solid"/>
            </a:ln>
          </p:spPr>
        </p:sp>
        <p:sp>
          <p:nvSpPr>
            <p:cNvPr id="2424" name="four:time-step-strips:time-strip-tᵢ-cell-169:2147"/>
            <p:cNvSpPr>
              <a:spLocks noGrp="1"/>
            </p:cNvSpPr>
            <p:nvPr/>
          </p:nvSpPr>
          <p:spPr>
            <a:xfrm>
              <a:off x="23839785" y="3009900"/>
              <a:ext cx="15379" cy="276225"/>
            </a:xfrm>
            <a:prstGeom prst="rect">
              <a:avLst/>
            </a:prstGeom>
            <a:solidFill>
              <a:srgbClr val="DCE8ED"/>
            </a:solidFill>
            <a:ln w="0">
              <a:noFill/>
              <a:prstDash val="solid"/>
            </a:ln>
          </p:spPr>
        </p:sp>
        <p:sp>
          <p:nvSpPr>
            <p:cNvPr id="2425" name="four:time-step-strips:time-strip-tᵢ-cell-170:2148"/>
            <p:cNvSpPr>
              <a:spLocks noGrp="1"/>
            </p:cNvSpPr>
            <p:nvPr/>
          </p:nvSpPr>
          <p:spPr>
            <a:xfrm>
              <a:off x="23855164" y="3009900"/>
              <a:ext cx="15379" cy="276225"/>
            </a:xfrm>
            <a:prstGeom prst="rect">
              <a:avLst/>
            </a:prstGeom>
            <a:solidFill>
              <a:srgbClr val="DCE7EC"/>
            </a:solidFill>
            <a:ln w="0">
              <a:noFill/>
              <a:prstDash val="solid"/>
            </a:ln>
          </p:spPr>
        </p:sp>
        <p:sp>
          <p:nvSpPr>
            <p:cNvPr id="2426" name="four:time-step-strips:time-strip-tᵢ-cell-171:2149"/>
            <p:cNvSpPr>
              <a:spLocks noGrp="1"/>
            </p:cNvSpPr>
            <p:nvPr/>
          </p:nvSpPr>
          <p:spPr>
            <a:xfrm>
              <a:off x="23870543" y="3009900"/>
              <a:ext cx="15379" cy="276225"/>
            </a:xfrm>
            <a:prstGeom prst="rect">
              <a:avLst/>
            </a:prstGeom>
            <a:solidFill>
              <a:srgbClr val="DBE0E2"/>
            </a:solidFill>
            <a:ln w="0">
              <a:noFill/>
              <a:prstDash val="solid"/>
            </a:ln>
          </p:spPr>
        </p:sp>
        <p:sp>
          <p:nvSpPr>
            <p:cNvPr id="2427" name="four:time-step-strips:time-strip-tᵢ-cell-172:2150"/>
            <p:cNvSpPr>
              <a:spLocks noGrp="1"/>
            </p:cNvSpPr>
            <p:nvPr/>
          </p:nvSpPr>
          <p:spPr>
            <a:xfrm>
              <a:off x="23885922" y="3009900"/>
              <a:ext cx="15379" cy="276225"/>
            </a:xfrm>
            <a:prstGeom prst="rect">
              <a:avLst/>
            </a:prstGeom>
            <a:solidFill>
              <a:srgbClr val="D8D0DE"/>
            </a:solidFill>
            <a:ln w="0">
              <a:noFill/>
              <a:prstDash val="solid"/>
            </a:ln>
          </p:spPr>
        </p:sp>
        <p:sp>
          <p:nvSpPr>
            <p:cNvPr id="2428" name="four:time-step-strips:time-strip-tᵢ-cell-173:2151"/>
            <p:cNvSpPr>
              <a:spLocks noGrp="1"/>
            </p:cNvSpPr>
            <p:nvPr/>
          </p:nvSpPr>
          <p:spPr>
            <a:xfrm>
              <a:off x="23901301" y="3009900"/>
              <a:ext cx="15379" cy="276225"/>
            </a:xfrm>
            <a:prstGeom prst="rect">
              <a:avLst/>
            </a:prstGeom>
            <a:solidFill>
              <a:srgbClr val="D6BBD1"/>
            </a:solidFill>
            <a:ln w="0">
              <a:noFill/>
              <a:prstDash val="solid"/>
            </a:ln>
          </p:spPr>
        </p:sp>
        <p:sp>
          <p:nvSpPr>
            <p:cNvPr id="2429" name="four:time-step-strips:time-strip-tᵢ-cell-174:2152"/>
            <p:cNvSpPr>
              <a:spLocks noGrp="1"/>
            </p:cNvSpPr>
            <p:nvPr/>
          </p:nvSpPr>
          <p:spPr>
            <a:xfrm>
              <a:off x="23916680" y="3009900"/>
              <a:ext cx="15379" cy="276225"/>
            </a:xfrm>
            <a:prstGeom prst="rect">
              <a:avLst/>
            </a:prstGeom>
            <a:solidFill>
              <a:srgbClr val="D2A6C3"/>
            </a:solidFill>
            <a:ln w="0">
              <a:noFill/>
              <a:prstDash val="solid"/>
            </a:ln>
          </p:spPr>
        </p:sp>
        <p:sp>
          <p:nvSpPr>
            <p:cNvPr id="2430" name="four:time-step-strips:time-strip-tᵢ-cell-175:2153"/>
            <p:cNvSpPr>
              <a:spLocks noGrp="1"/>
            </p:cNvSpPr>
            <p:nvPr/>
          </p:nvSpPr>
          <p:spPr>
            <a:xfrm>
              <a:off x="23932059" y="3009900"/>
              <a:ext cx="15379" cy="276225"/>
            </a:xfrm>
            <a:prstGeom prst="rect">
              <a:avLst/>
            </a:prstGeom>
            <a:solidFill>
              <a:srgbClr val="D091B6"/>
            </a:solidFill>
            <a:ln w="0">
              <a:noFill/>
              <a:prstDash val="solid"/>
            </a:ln>
          </p:spPr>
        </p:sp>
        <p:sp>
          <p:nvSpPr>
            <p:cNvPr id="2431" name="four:time-step-strips:time-strip-tᵢ-cell-176:2154"/>
            <p:cNvSpPr>
              <a:spLocks noGrp="1"/>
            </p:cNvSpPr>
            <p:nvPr/>
          </p:nvSpPr>
          <p:spPr>
            <a:xfrm>
              <a:off x="23947438" y="3009900"/>
              <a:ext cx="15379" cy="276225"/>
            </a:xfrm>
            <a:prstGeom prst="rect">
              <a:avLst/>
            </a:prstGeom>
            <a:solidFill>
              <a:srgbClr val="CD82AD"/>
            </a:solidFill>
            <a:ln w="0">
              <a:noFill/>
              <a:prstDash val="solid"/>
            </a:ln>
          </p:spPr>
        </p:sp>
        <p:sp>
          <p:nvSpPr>
            <p:cNvPr id="2432" name="four:time-step-strips:time-strip-tᵢ-cell-177:2155"/>
            <p:cNvSpPr>
              <a:spLocks noGrp="1"/>
            </p:cNvSpPr>
            <p:nvPr/>
          </p:nvSpPr>
          <p:spPr>
            <a:xfrm>
              <a:off x="23962816" y="3009900"/>
              <a:ext cx="15379" cy="276225"/>
            </a:xfrm>
            <a:prstGeom prst="rect">
              <a:avLst/>
            </a:prstGeom>
            <a:solidFill>
              <a:srgbClr val="CC7AA8"/>
            </a:solidFill>
            <a:ln w="0">
              <a:noFill/>
              <a:prstDash val="solid"/>
            </a:ln>
          </p:spPr>
        </p:sp>
        <p:sp>
          <p:nvSpPr>
            <p:cNvPr id="2433" name="four:time-step-strips:time-strip-tᵢ-cell-178:2156"/>
            <p:cNvSpPr>
              <a:spLocks noGrp="1"/>
            </p:cNvSpPr>
            <p:nvPr/>
          </p:nvSpPr>
          <p:spPr>
            <a:xfrm>
              <a:off x="23978195" y="3009900"/>
              <a:ext cx="15379" cy="276225"/>
            </a:xfrm>
            <a:prstGeom prst="rect">
              <a:avLst/>
            </a:prstGeom>
            <a:solidFill>
              <a:srgbClr val="CC79A7"/>
            </a:solidFill>
            <a:ln w="0">
              <a:noFill/>
              <a:prstDash val="solid"/>
            </a:ln>
          </p:spPr>
        </p:sp>
        <p:sp>
          <p:nvSpPr>
            <p:cNvPr id="2434" name="four:time-step-strips:time-strip-tᵢ-cell-179:2157"/>
            <p:cNvSpPr>
              <a:spLocks noGrp="1"/>
            </p:cNvSpPr>
            <p:nvPr/>
          </p:nvSpPr>
          <p:spPr>
            <a:xfrm>
              <a:off x="23993574" y="3009900"/>
              <a:ext cx="15379" cy="276225"/>
            </a:xfrm>
            <a:prstGeom prst="rect">
              <a:avLst/>
            </a:prstGeom>
            <a:solidFill>
              <a:srgbClr val="CC79A7"/>
            </a:solidFill>
            <a:ln w="0">
              <a:noFill/>
              <a:prstDash val="solid"/>
            </a:ln>
          </p:spPr>
        </p:sp>
        <p:sp>
          <p:nvSpPr>
            <p:cNvPr id="2435" name="four:time-step-strips:time-strip-tᵢ-cell-180:2158"/>
            <p:cNvSpPr>
              <a:spLocks noGrp="1"/>
            </p:cNvSpPr>
            <p:nvPr/>
          </p:nvSpPr>
          <p:spPr>
            <a:xfrm>
              <a:off x="24008953" y="3009900"/>
              <a:ext cx="15379" cy="276225"/>
            </a:xfrm>
            <a:prstGeom prst="rect">
              <a:avLst/>
            </a:prstGeom>
            <a:solidFill>
              <a:srgbClr val="CC79A7"/>
            </a:solidFill>
            <a:ln w="0">
              <a:noFill/>
              <a:prstDash val="solid"/>
            </a:ln>
          </p:spPr>
        </p:sp>
        <p:sp>
          <p:nvSpPr>
            <p:cNvPr id="2436" name="four:time-step-strips:time-strip-tᵢ-cell-181:2159"/>
            <p:cNvSpPr>
              <a:spLocks noGrp="1"/>
            </p:cNvSpPr>
            <p:nvPr/>
          </p:nvSpPr>
          <p:spPr>
            <a:xfrm>
              <a:off x="24024332" y="3009900"/>
              <a:ext cx="15379" cy="276225"/>
            </a:xfrm>
            <a:prstGeom prst="rect">
              <a:avLst/>
            </a:prstGeom>
            <a:solidFill>
              <a:srgbClr val="CC79A7"/>
            </a:solidFill>
            <a:ln w="0">
              <a:noFill/>
              <a:prstDash val="solid"/>
            </a:ln>
          </p:spPr>
        </p:sp>
        <p:sp>
          <p:nvSpPr>
            <p:cNvPr id="2437" name="four:time-step-strips:time-strip-tᵢ-cell-182:2160"/>
            <p:cNvSpPr>
              <a:spLocks noGrp="1"/>
            </p:cNvSpPr>
            <p:nvPr/>
          </p:nvSpPr>
          <p:spPr>
            <a:xfrm>
              <a:off x="24039711" y="3009900"/>
              <a:ext cx="15379" cy="276225"/>
            </a:xfrm>
            <a:prstGeom prst="rect">
              <a:avLst/>
            </a:prstGeom>
            <a:solidFill>
              <a:srgbClr val="CC79A7"/>
            </a:solidFill>
            <a:ln w="0">
              <a:noFill/>
              <a:prstDash val="solid"/>
            </a:ln>
          </p:spPr>
        </p:sp>
        <p:sp>
          <p:nvSpPr>
            <p:cNvPr id="2438" name="four:time-step-strips:time-strip-tᵢ-cell-183:2161"/>
            <p:cNvSpPr>
              <a:spLocks noGrp="1"/>
            </p:cNvSpPr>
            <p:nvPr/>
          </p:nvSpPr>
          <p:spPr>
            <a:xfrm>
              <a:off x="24055090" y="3009900"/>
              <a:ext cx="15379" cy="276225"/>
            </a:xfrm>
            <a:prstGeom prst="rect">
              <a:avLst/>
            </a:prstGeom>
            <a:solidFill>
              <a:srgbClr val="CC79A7"/>
            </a:solidFill>
            <a:ln w="0">
              <a:noFill/>
              <a:prstDash val="solid"/>
            </a:ln>
          </p:spPr>
        </p:sp>
        <p:sp>
          <p:nvSpPr>
            <p:cNvPr id="2439" name="four:time-step-strips:time-strip-tᵢ-cell-184:2162"/>
            <p:cNvSpPr>
              <a:spLocks noGrp="1"/>
            </p:cNvSpPr>
            <p:nvPr/>
          </p:nvSpPr>
          <p:spPr>
            <a:xfrm>
              <a:off x="24070469" y="3009900"/>
              <a:ext cx="15379" cy="276225"/>
            </a:xfrm>
            <a:prstGeom prst="rect">
              <a:avLst/>
            </a:prstGeom>
            <a:solidFill>
              <a:srgbClr val="CC79A7"/>
            </a:solidFill>
            <a:ln w="0">
              <a:noFill/>
              <a:prstDash val="solid"/>
            </a:ln>
          </p:spPr>
        </p:sp>
        <p:sp>
          <p:nvSpPr>
            <p:cNvPr id="2440" name="four:time-step-strips:time-strip-tᵢ-cell-185:2163"/>
            <p:cNvSpPr>
              <a:spLocks noGrp="1"/>
            </p:cNvSpPr>
            <p:nvPr/>
          </p:nvSpPr>
          <p:spPr>
            <a:xfrm>
              <a:off x="24085848" y="3009900"/>
              <a:ext cx="15379" cy="276225"/>
            </a:xfrm>
            <a:prstGeom prst="rect">
              <a:avLst/>
            </a:prstGeom>
            <a:solidFill>
              <a:srgbClr val="CC79A7"/>
            </a:solidFill>
            <a:ln w="0">
              <a:noFill/>
              <a:prstDash val="solid"/>
            </a:ln>
          </p:spPr>
        </p:sp>
        <p:sp>
          <p:nvSpPr>
            <p:cNvPr id="2441" name="four:time-step-strips:time-strip-tᵢ-cell-186:2164"/>
            <p:cNvSpPr>
              <a:spLocks noGrp="1"/>
            </p:cNvSpPr>
            <p:nvPr/>
          </p:nvSpPr>
          <p:spPr>
            <a:xfrm>
              <a:off x="24101227" y="3009900"/>
              <a:ext cx="15379" cy="276225"/>
            </a:xfrm>
            <a:prstGeom prst="rect">
              <a:avLst/>
            </a:prstGeom>
            <a:solidFill>
              <a:srgbClr val="CC79A7"/>
            </a:solidFill>
            <a:ln w="0">
              <a:noFill/>
              <a:prstDash val="solid"/>
            </a:ln>
          </p:spPr>
        </p:sp>
        <p:sp>
          <p:nvSpPr>
            <p:cNvPr id="2442" name="four:time-step-strips:time-strip-tᵢ-cell-187:2165"/>
            <p:cNvSpPr>
              <a:spLocks noGrp="1"/>
            </p:cNvSpPr>
            <p:nvPr/>
          </p:nvSpPr>
          <p:spPr>
            <a:xfrm>
              <a:off x="24116605" y="3009900"/>
              <a:ext cx="15379" cy="276225"/>
            </a:xfrm>
            <a:prstGeom prst="rect">
              <a:avLst/>
            </a:prstGeom>
            <a:solidFill>
              <a:srgbClr val="CD7EAA"/>
            </a:solidFill>
            <a:ln w="0">
              <a:noFill/>
              <a:prstDash val="solid"/>
            </a:ln>
          </p:spPr>
        </p:sp>
        <p:sp>
          <p:nvSpPr>
            <p:cNvPr id="2443" name="four:time-step-strips:time-strip-tᵢ-cell-188:2166"/>
            <p:cNvSpPr>
              <a:spLocks noGrp="1"/>
            </p:cNvSpPr>
            <p:nvPr/>
          </p:nvSpPr>
          <p:spPr>
            <a:xfrm>
              <a:off x="24131984" y="3009900"/>
              <a:ext cx="15379" cy="276225"/>
            </a:xfrm>
            <a:prstGeom prst="rect">
              <a:avLst/>
            </a:prstGeom>
            <a:solidFill>
              <a:srgbClr val="D5B7CE"/>
            </a:solidFill>
            <a:ln w="0">
              <a:noFill/>
              <a:prstDash val="solid"/>
            </a:ln>
          </p:spPr>
        </p:sp>
        <p:sp>
          <p:nvSpPr>
            <p:cNvPr id="2444" name="four:time-step-strips:time-strip-tᵢ-cell-189:2167"/>
            <p:cNvSpPr>
              <a:spLocks noGrp="1"/>
            </p:cNvSpPr>
            <p:nvPr/>
          </p:nvSpPr>
          <p:spPr>
            <a:xfrm>
              <a:off x="24147363" y="3009900"/>
              <a:ext cx="15379" cy="276225"/>
            </a:xfrm>
            <a:prstGeom prst="rect">
              <a:avLst/>
            </a:prstGeom>
            <a:solidFill>
              <a:srgbClr val="DCE8EC"/>
            </a:solidFill>
            <a:ln w="0">
              <a:noFill/>
              <a:prstDash val="solid"/>
            </a:ln>
          </p:spPr>
        </p:sp>
        <p:sp>
          <p:nvSpPr>
            <p:cNvPr id="2445" name="four:time-step-strips:time-strip-tᵢ-cell-190:2168"/>
            <p:cNvSpPr>
              <a:spLocks noGrp="1"/>
            </p:cNvSpPr>
            <p:nvPr/>
          </p:nvSpPr>
          <p:spPr>
            <a:xfrm>
              <a:off x="24162742" y="3009900"/>
              <a:ext cx="15379" cy="276225"/>
            </a:xfrm>
            <a:prstGeom prst="rect">
              <a:avLst/>
            </a:prstGeom>
            <a:solidFill>
              <a:srgbClr val="DCE8ED"/>
            </a:solidFill>
            <a:ln w="0">
              <a:noFill/>
              <a:prstDash val="solid"/>
            </a:ln>
          </p:spPr>
        </p:sp>
        <p:sp>
          <p:nvSpPr>
            <p:cNvPr id="2446" name="four:time-step-strips:time-strip-tᵢ-cell-191:2169"/>
            <p:cNvSpPr>
              <a:spLocks noGrp="1"/>
            </p:cNvSpPr>
            <p:nvPr/>
          </p:nvSpPr>
          <p:spPr>
            <a:xfrm>
              <a:off x="24178121" y="3009900"/>
              <a:ext cx="15379" cy="276225"/>
            </a:xfrm>
            <a:prstGeom prst="rect">
              <a:avLst/>
            </a:prstGeom>
            <a:solidFill>
              <a:srgbClr val="DCE8ED"/>
            </a:solidFill>
            <a:ln w="0">
              <a:noFill/>
              <a:prstDash val="solid"/>
            </a:ln>
          </p:spPr>
        </p:sp>
        <p:sp>
          <p:nvSpPr>
            <p:cNvPr id="2447" name="four:time-step-strips:time-strip-tᵢ-border:2170"/>
            <p:cNvSpPr>
              <a:spLocks noGrp="1"/>
            </p:cNvSpPr>
            <p:nvPr/>
          </p:nvSpPr>
          <p:spPr>
            <a:xfrm>
              <a:off x="21240750" y="3009900"/>
              <a:ext cx="2952750" cy="276225"/>
            </a:xfrm>
            <a:prstGeom prst="rect">
              <a:avLst/>
            </a:prstGeom>
            <a:noFill/>
            <a:ln w="7620">
              <a:solidFill>
                <a:srgbClr val="263238"/>
              </a:solidFill>
              <a:prstDash val="solid"/>
            </a:ln>
          </p:spPr>
        </p:sp>
        <p:sp>
          <p:nvSpPr>
            <p:cNvPr id="2448" name="four:time-step-strips:textbox:2171"/>
            <p:cNvSpPr>
              <a:spLocks noGrp="1"/>
            </p:cNvSpPr>
            <p:nvPr/>
          </p:nvSpPr>
          <p:spPr>
            <a:xfrm>
              <a:off x="20831175" y="3695700"/>
              <a:ext cx="323850" cy="342900"/>
            </a:xfrm>
            <a:prstGeom prst="rect">
              <a:avLst/>
            </a:prstGeom>
            <a:noFill/>
            <a:ln w="0">
              <a:noFill/>
              <a:prstDash val="solid"/>
            </a:ln>
          </p:spPr>
          <p:txBody>
            <a:bodyPr wrap="none" lIns="0" tIns="0" rIns="0" bIns="0" anchor="ctr">
              <a:normAutofit/>
            </a:bodyPr>
            <a:lstStyle>
              <a:defPPr algn="ctr">
                <a:defRPr sz="2025" b="0">
                  <a:solidFill>
                    <a:srgbClr val="263238"/>
                  </a:solidFill>
                  <a:latin typeface="Arial" panose="020B0604020202090204"/>
                  <a:ea typeface="Arial" panose="020B0604020202090204"/>
                  <a:cs typeface="Arial" panose="020B0604020202090204"/>
                </a:defRPr>
              </a:defPPr>
            </a:lstStyle>
            <a:p>
              <a:pPr algn="ctr">
                <a:defRPr sz="2025" b="0">
                  <a:solidFill>
                    <a:srgbClr val="263238"/>
                  </a:solidFill>
                  <a:latin typeface="Arial" panose="020B0604020202090204"/>
                  <a:ea typeface="Arial" panose="020B0604020202090204"/>
                  <a:cs typeface="Arial" panose="020B0604020202090204"/>
                </a:defRPr>
              </a:pPr>
              <a:r>
                <a:rPr sz="2025" b="0">
                  <a:solidFill>
                    <a:srgbClr val="263238"/>
                  </a:solidFill>
                  <a:latin typeface="Arial" panose="020B0604020202090204"/>
                  <a:ea typeface="Arial" panose="020B0604020202090204"/>
                  <a:cs typeface="Arial" panose="020B0604020202090204"/>
                </a:rPr>
                <a:t>t</a:t>
              </a:r>
              <a:r>
                <a:rPr sz="1460" b="0" baseline="-25000">
                  <a:solidFill>
                    <a:srgbClr val="263238"/>
                  </a:solidFill>
                  <a:latin typeface="Arial" panose="020B0604020202090204"/>
                  <a:ea typeface="Arial" panose="020B0604020202090204"/>
                  <a:cs typeface="Arial" panose="020B0604020202090204"/>
                </a:rPr>
                <a:t>n</a:t>
              </a:r>
              <a:endParaRPr sz="1460" b="0" baseline="-25000">
                <a:solidFill>
                  <a:srgbClr val="263238"/>
                </a:solidFill>
                <a:latin typeface="Arial" panose="020B0604020202090204"/>
                <a:ea typeface="Arial" panose="020B0604020202090204"/>
                <a:cs typeface="Arial" panose="020B0604020202090204"/>
              </a:endParaRPr>
            </a:p>
          </p:txBody>
        </p:sp>
        <p:sp>
          <p:nvSpPr>
            <p:cNvPr id="2449" name="four:time-step-strips:time-strip-tₙ-cell-0:2172"/>
            <p:cNvSpPr>
              <a:spLocks noGrp="1"/>
            </p:cNvSpPr>
            <p:nvPr/>
          </p:nvSpPr>
          <p:spPr>
            <a:xfrm>
              <a:off x="21240750" y="3724275"/>
              <a:ext cx="15379" cy="276225"/>
            </a:xfrm>
            <a:prstGeom prst="rect">
              <a:avLst/>
            </a:prstGeom>
            <a:solidFill>
              <a:srgbClr val="DCE8ED"/>
            </a:solidFill>
            <a:ln w="0">
              <a:noFill/>
              <a:prstDash val="solid"/>
            </a:ln>
          </p:spPr>
        </p:sp>
        <p:sp>
          <p:nvSpPr>
            <p:cNvPr id="2450" name="four:time-step-strips:time-strip-tₙ-cell-1:2173"/>
            <p:cNvSpPr>
              <a:spLocks noGrp="1"/>
            </p:cNvSpPr>
            <p:nvPr/>
          </p:nvSpPr>
          <p:spPr>
            <a:xfrm>
              <a:off x="21256129" y="3724275"/>
              <a:ext cx="15379" cy="276225"/>
            </a:xfrm>
            <a:prstGeom prst="rect">
              <a:avLst/>
            </a:prstGeom>
            <a:solidFill>
              <a:srgbClr val="DCE8ED"/>
            </a:solidFill>
            <a:ln w="0">
              <a:noFill/>
              <a:prstDash val="solid"/>
            </a:ln>
          </p:spPr>
        </p:sp>
        <p:sp>
          <p:nvSpPr>
            <p:cNvPr id="2451" name="four:time-step-strips:time-strip-tₙ-cell-2:2174"/>
            <p:cNvSpPr>
              <a:spLocks noGrp="1"/>
            </p:cNvSpPr>
            <p:nvPr/>
          </p:nvSpPr>
          <p:spPr>
            <a:xfrm>
              <a:off x="21271508" y="3724275"/>
              <a:ext cx="15379" cy="276225"/>
            </a:xfrm>
            <a:prstGeom prst="rect">
              <a:avLst/>
            </a:prstGeom>
            <a:solidFill>
              <a:srgbClr val="DCE8ED"/>
            </a:solidFill>
            <a:ln w="0">
              <a:noFill/>
              <a:prstDash val="solid"/>
            </a:ln>
          </p:spPr>
        </p:sp>
        <p:sp>
          <p:nvSpPr>
            <p:cNvPr id="2452" name="four:time-step-strips:time-strip-tₙ-cell-3:2175"/>
            <p:cNvSpPr>
              <a:spLocks noGrp="1"/>
            </p:cNvSpPr>
            <p:nvPr/>
          </p:nvSpPr>
          <p:spPr>
            <a:xfrm>
              <a:off x="21286887" y="3724275"/>
              <a:ext cx="15379" cy="276225"/>
            </a:xfrm>
            <a:prstGeom prst="rect">
              <a:avLst/>
            </a:prstGeom>
            <a:solidFill>
              <a:srgbClr val="D9E6EB"/>
            </a:solidFill>
            <a:ln w="0">
              <a:noFill/>
              <a:prstDash val="solid"/>
            </a:ln>
          </p:spPr>
        </p:sp>
        <p:sp>
          <p:nvSpPr>
            <p:cNvPr id="2453" name="four:time-step-strips:time-strip-tₙ-cell-4:2176"/>
            <p:cNvSpPr>
              <a:spLocks noGrp="1"/>
            </p:cNvSpPr>
            <p:nvPr/>
          </p:nvSpPr>
          <p:spPr>
            <a:xfrm>
              <a:off x="21302266" y="3724275"/>
              <a:ext cx="15379" cy="276225"/>
            </a:xfrm>
            <a:prstGeom prst="rect">
              <a:avLst/>
            </a:prstGeom>
            <a:solidFill>
              <a:srgbClr val="D9B698"/>
            </a:solidFill>
            <a:ln w="0">
              <a:noFill/>
              <a:prstDash val="solid"/>
            </a:ln>
          </p:spPr>
        </p:sp>
        <p:sp>
          <p:nvSpPr>
            <p:cNvPr id="2454" name="four:time-step-strips:time-strip-tₙ-cell-5:2177"/>
            <p:cNvSpPr>
              <a:spLocks noGrp="1"/>
            </p:cNvSpPr>
            <p:nvPr/>
          </p:nvSpPr>
          <p:spPr>
            <a:xfrm>
              <a:off x="21317645" y="3724275"/>
              <a:ext cx="15379" cy="276225"/>
            </a:xfrm>
            <a:prstGeom prst="rect">
              <a:avLst/>
            </a:prstGeom>
            <a:solidFill>
              <a:srgbClr val="D6782D"/>
            </a:solidFill>
            <a:ln w="0">
              <a:noFill/>
              <a:prstDash val="solid"/>
            </a:ln>
          </p:spPr>
        </p:sp>
        <p:sp>
          <p:nvSpPr>
            <p:cNvPr id="2455" name="four:time-step-strips:time-strip-tₙ-cell-6:2178"/>
            <p:cNvSpPr>
              <a:spLocks noGrp="1"/>
            </p:cNvSpPr>
            <p:nvPr/>
          </p:nvSpPr>
          <p:spPr>
            <a:xfrm>
              <a:off x="21333023" y="3724275"/>
              <a:ext cx="15379" cy="276225"/>
            </a:xfrm>
            <a:prstGeom prst="rect">
              <a:avLst/>
            </a:prstGeom>
            <a:solidFill>
              <a:srgbClr val="D55E00"/>
            </a:solidFill>
            <a:ln w="0">
              <a:noFill/>
              <a:prstDash val="solid"/>
            </a:ln>
          </p:spPr>
        </p:sp>
        <p:sp>
          <p:nvSpPr>
            <p:cNvPr id="2456" name="four:time-step-strips:time-strip-tₙ-cell-7:2179"/>
            <p:cNvSpPr>
              <a:spLocks noGrp="1"/>
            </p:cNvSpPr>
            <p:nvPr/>
          </p:nvSpPr>
          <p:spPr>
            <a:xfrm>
              <a:off x="21348402" y="3724275"/>
              <a:ext cx="15379" cy="276225"/>
            </a:xfrm>
            <a:prstGeom prst="rect">
              <a:avLst/>
            </a:prstGeom>
            <a:solidFill>
              <a:srgbClr val="D55E00"/>
            </a:solidFill>
            <a:ln w="0">
              <a:noFill/>
              <a:prstDash val="solid"/>
            </a:ln>
          </p:spPr>
        </p:sp>
        <p:sp>
          <p:nvSpPr>
            <p:cNvPr id="2457" name="four:time-step-strips:time-strip-tₙ-cell-8:2180"/>
            <p:cNvSpPr>
              <a:spLocks noGrp="1"/>
            </p:cNvSpPr>
            <p:nvPr/>
          </p:nvSpPr>
          <p:spPr>
            <a:xfrm>
              <a:off x="21363781" y="3724275"/>
              <a:ext cx="15379" cy="276225"/>
            </a:xfrm>
            <a:prstGeom prst="rect">
              <a:avLst/>
            </a:prstGeom>
            <a:solidFill>
              <a:srgbClr val="D55E00"/>
            </a:solidFill>
            <a:ln w="0">
              <a:noFill/>
              <a:prstDash val="solid"/>
            </a:ln>
          </p:spPr>
        </p:sp>
        <p:sp>
          <p:nvSpPr>
            <p:cNvPr id="2458" name="four:time-step-strips:time-strip-tₙ-cell-9:2181"/>
            <p:cNvSpPr>
              <a:spLocks noGrp="1"/>
            </p:cNvSpPr>
            <p:nvPr/>
          </p:nvSpPr>
          <p:spPr>
            <a:xfrm>
              <a:off x="21379160" y="3724275"/>
              <a:ext cx="15379" cy="276225"/>
            </a:xfrm>
            <a:prstGeom prst="rect">
              <a:avLst/>
            </a:prstGeom>
            <a:solidFill>
              <a:srgbClr val="D55E00"/>
            </a:solidFill>
            <a:ln w="0">
              <a:noFill/>
              <a:prstDash val="solid"/>
            </a:ln>
          </p:spPr>
        </p:sp>
        <p:sp>
          <p:nvSpPr>
            <p:cNvPr id="2459" name="four:time-step-strips:time-strip-tₙ-cell-10:2182"/>
            <p:cNvSpPr>
              <a:spLocks noGrp="1"/>
            </p:cNvSpPr>
            <p:nvPr/>
          </p:nvSpPr>
          <p:spPr>
            <a:xfrm>
              <a:off x="21394539" y="3724275"/>
              <a:ext cx="15379" cy="276225"/>
            </a:xfrm>
            <a:prstGeom prst="rect">
              <a:avLst/>
            </a:prstGeom>
            <a:solidFill>
              <a:srgbClr val="D55E00"/>
            </a:solidFill>
            <a:ln w="0">
              <a:noFill/>
              <a:prstDash val="solid"/>
            </a:ln>
          </p:spPr>
        </p:sp>
        <p:sp>
          <p:nvSpPr>
            <p:cNvPr id="2460" name="four:time-step-strips:time-strip-tₙ-cell-11:2183"/>
            <p:cNvSpPr>
              <a:spLocks noGrp="1"/>
            </p:cNvSpPr>
            <p:nvPr/>
          </p:nvSpPr>
          <p:spPr>
            <a:xfrm>
              <a:off x="21409918" y="3724275"/>
              <a:ext cx="15379" cy="276225"/>
            </a:xfrm>
            <a:prstGeom prst="rect">
              <a:avLst/>
            </a:prstGeom>
            <a:solidFill>
              <a:srgbClr val="D55E00"/>
            </a:solidFill>
            <a:ln w="0">
              <a:noFill/>
              <a:prstDash val="solid"/>
            </a:ln>
          </p:spPr>
        </p:sp>
        <p:sp>
          <p:nvSpPr>
            <p:cNvPr id="2461" name="four:time-step-strips:time-strip-tₙ-cell-12:2184"/>
            <p:cNvSpPr>
              <a:spLocks noGrp="1"/>
            </p:cNvSpPr>
            <p:nvPr/>
          </p:nvSpPr>
          <p:spPr>
            <a:xfrm>
              <a:off x="21425297" y="3724275"/>
              <a:ext cx="15379" cy="276225"/>
            </a:xfrm>
            <a:prstGeom prst="rect">
              <a:avLst/>
            </a:prstGeom>
            <a:solidFill>
              <a:srgbClr val="D55E00"/>
            </a:solidFill>
            <a:ln w="0">
              <a:noFill/>
              <a:prstDash val="solid"/>
            </a:ln>
          </p:spPr>
        </p:sp>
        <p:sp>
          <p:nvSpPr>
            <p:cNvPr id="2462" name="four:time-step-strips:time-strip-tₙ-cell-13:2185"/>
            <p:cNvSpPr>
              <a:spLocks noGrp="1"/>
            </p:cNvSpPr>
            <p:nvPr/>
          </p:nvSpPr>
          <p:spPr>
            <a:xfrm>
              <a:off x="21440676" y="3724275"/>
              <a:ext cx="15379" cy="276225"/>
            </a:xfrm>
            <a:prstGeom prst="rect">
              <a:avLst/>
            </a:prstGeom>
            <a:solidFill>
              <a:srgbClr val="D55E00"/>
            </a:solidFill>
            <a:ln w="0">
              <a:noFill/>
              <a:prstDash val="solid"/>
            </a:ln>
          </p:spPr>
        </p:sp>
        <p:sp>
          <p:nvSpPr>
            <p:cNvPr id="2463" name="four:time-step-strips:time-strip-tₙ-cell-14:2186"/>
            <p:cNvSpPr>
              <a:spLocks noGrp="1"/>
            </p:cNvSpPr>
            <p:nvPr/>
          </p:nvSpPr>
          <p:spPr>
            <a:xfrm>
              <a:off x="21456055" y="3724275"/>
              <a:ext cx="15379" cy="276225"/>
            </a:xfrm>
            <a:prstGeom prst="rect">
              <a:avLst/>
            </a:prstGeom>
            <a:solidFill>
              <a:srgbClr val="D55E00"/>
            </a:solidFill>
            <a:ln w="0">
              <a:noFill/>
              <a:prstDash val="solid"/>
            </a:ln>
          </p:spPr>
        </p:sp>
        <p:sp>
          <p:nvSpPr>
            <p:cNvPr id="2464" name="four:time-step-strips:time-strip-tₙ-cell-15:2187"/>
            <p:cNvSpPr>
              <a:spLocks noGrp="1"/>
            </p:cNvSpPr>
            <p:nvPr/>
          </p:nvSpPr>
          <p:spPr>
            <a:xfrm>
              <a:off x="21471434" y="3724275"/>
              <a:ext cx="15379" cy="276225"/>
            </a:xfrm>
            <a:prstGeom prst="rect">
              <a:avLst/>
            </a:prstGeom>
            <a:solidFill>
              <a:srgbClr val="D55E00"/>
            </a:solidFill>
            <a:ln w="0">
              <a:noFill/>
              <a:prstDash val="solid"/>
            </a:ln>
          </p:spPr>
        </p:sp>
        <p:sp>
          <p:nvSpPr>
            <p:cNvPr id="2465" name="four:time-step-strips:time-strip-tₙ-cell-16:2188"/>
            <p:cNvSpPr>
              <a:spLocks noGrp="1"/>
            </p:cNvSpPr>
            <p:nvPr/>
          </p:nvSpPr>
          <p:spPr>
            <a:xfrm>
              <a:off x="21486812" y="3724275"/>
              <a:ext cx="15379" cy="276225"/>
            </a:xfrm>
            <a:prstGeom prst="rect">
              <a:avLst/>
            </a:prstGeom>
            <a:solidFill>
              <a:srgbClr val="D55E00"/>
            </a:solidFill>
            <a:ln w="0">
              <a:noFill/>
              <a:prstDash val="solid"/>
            </a:ln>
          </p:spPr>
        </p:sp>
        <p:sp>
          <p:nvSpPr>
            <p:cNvPr id="2466" name="four:time-step-strips:time-strip-tₙ-cell-17:2189"/>
            <p:cNvSpPr>
              <a:spLocks noGrp="1"/>
            </p:cNvSpPr>
            <p:nvPr/>
          </p:nvSpPr>
          <p:spPr>
            <a:xfrm>
              <a:off x="21502191" y="3724275"/>
              <a:ext cx="15379" cy="276225"/>
            </a:xfrm>
            <a:prstGeom prst="rect">
              <a:avLst/>
            </a:prstGeom>
            <a:solidFill>
              <a:srgbClr val="D55E00"/>
            </a:solidFill>
            <a:ln w="0">
              <a:noFill/>
              <a:prstDash val="solid"/>
            </a:ln>
          </p:spPr>
        </p:sp>
        <p:sp>
          <p:nvSpPr>
            <p:cNvPr id="2467" name="four:time-step-strips:time-strip-tₙ-cell-18:2190"/>
            <p:cNvSpPr>
              <a:spLocks noGrp="1"/>
            </p:cNvSpPr>
            <p:nvPr/>
          </p:nvSpPr>
          <p:spPr>
            <a:xfrm>
              <a:off x="21517570" y="3724275"/>
              <a:ext cx="15379" cy="276225"/>
            </a:xfrm>
            <a:prstGeom prst="rect">
              <a:avLst/>
            </a:prstGeom>
            <a:solidFill>
              <a:srgbClr val="D55E00"/>
            </a:solidFill>
            <a:ln w="0">
              <a:noFill/>
              <a:prstDash val="solid"/>
            </a:ln>
          </p:spPr>
        </p:sp>
        <p:sp>
          <p:nvSpPr>
            <p:cNvPr id="2468" name="four:time-step-strips:time-strip-tₙ-cell-19:2191"/>
            <p:cNvSpPr>
              <a:spLocks noGrp="1"/>
            </p:cNvSpPr>
            <p:nvPr/>
          </p:nvSpPr>
          <p:spPr>
            <a:xfrm>
              <a:off x="21532949" y="3724275"/>
              <a:ext cx="15379" cy="276225"/>
            </a:xfrm>
            <a:prstGeom prst="rect">
              <a:avLst/>
            </a:prstGeom>
            <a:solidFill>
              <a:srgbClr val="D55E00"/>
            </a:solidFill>
            <a:ln w="0">
              <a:noFill/>
              <a:prstDash val="solid"/>
            </a:ln>
          </p:spPr>
        </p:sp>
        <p:sp>
          <p:nvSpPr>
            <p:cNvPr id="2469" name="four:time-step-strips:time-strip-tₙ-cell-20:2192"/>
            <p:cNvSpPr>
              <a:spLocks noGrp="1"/>
            </p:cNvSpPr>
            <p:nvPr/>
          </p:nvSpPr>
          <p:spPr>
            <a:xfrm>
              <a:off x="21548328" y="3724275"/>
              <a:ext cx="15379" cy="276225"/>
            </a:xfrm>
            <a:prstGeom prst="rect">
              <a:avLst/>
            </a:prstGeom>
            <a:solidFill>
              <a:srgbClr val="D55E00"/>
            </a:solidFill>
            <a:ln w="0">
              <a:noFill/>
              <a:prstDash val="solid"/>
            </a:ln>
          </p:spPr>
        </p:sp>
        <p:sp>
          <p:nvSpPr>
            <p:cNvPr id="2470" name="four:time-step-strips:time-strip-tₙ-cell-21:2193"/>
            <p:cNvSpPr>
              <a:spLocks noGrp="1"/>
            </p:cNvSpPr>
            <p:nvPr/>
          </p:nvSpPr>
          <p:spPr>
            <a:xfrm>
              <a:off x="21563707" y="3724275"/>
              <a:ext cx="15379" cy="276225"/>
            </a:xfrm>
            <a:prstGeom prst="rect">
              <a:avLst/>
            </a:prstGeom>
            <a:solidFill>
              <a:srgbClr val="D55E00"/>
            </a:solidFill>
            <a:ln w="0">
              <a:noFill/>
              <a:prstDash val="solid"/>
            </a:ln>
          </p:spPr>
        </p:sp>
        <p:sp>
          <p:nvSpPr>
            <p:cNvPr id="2471" name="four:time-step-strips:time-strip-tₙ-cell-22:2194"/>
            <p:cNvSpPr>
              <a:spLocks noGrp="1"/>
            </p:cNvSpPr>
            <p:nvPr/>
          </p:nvSpPr>
          <p:spPr>
            <a:xfrm>
              <a:off x="21579086" y="3724275"/>
              <a:ext cx="15379" cy="276225"/>
            </a:xfrm>
            <a:prstGeom prst="rect">
              <a:avLst/>
            </a:prstGeom>
            <a:solidFill>
              <a:srgbClr val="D55E00"/>
            </a:solidFill>
            <a:ln w="0">
              <a:noFill/>
              <a:prstDash val="solid"/>
            </a:ln>
          </p:spPr>
        </p:sp>
        <p:sp>
          <p:nvSpPr>
            <p:cNvPr id="2472" name="four:time-step-strips:time-strip-tₙ-cell-23:2195"/>
            <p:cNvSpPr>
              <a:spLocks noGrp="1"/>
            </p:cNvSpPr>
            <p:nvPr/>
          </p:nvSpPr>
          <p:spPr>
            <a:xfrm>
              <a:off x="21594465" y="3724275"/>
              <a:ext cx="15379" cy="276225"/>
            </a:xfrm>
            <a:prstGeom prst="rect">
              <a:avLst/>
            </a:prstGeom>
            <a:solidFill>
              <a:srgbClr val="D55E00"/>
            </a:solidFill>
            <a:ln w="0">
              <a:noFill/>
              <a:prstDash val="solid"/>
            </a:ln>
          </p:spPr>
        </p:sp>
        <p:sp>
          <p:nvSpPr>
            <p:cNvPr id="2473" name="four:time-step-strips:time-strip-tₙ-cell-24:2196"/>
            <p:cNvSpPr>
              <a:spLocks noGrp="1"/>
            </p:cNvSpPr>
            <p:nvPr/>
          </p:nvSpPr>
          <p:spPr>
            <a:xfrm>
              <a:off x="21609844" y="3724275"/>
              <a:ext cx="15379" cy="276225"/>
            </a:xfrm>
            <a:prstGeom prst="rect">
              <a:avLst/>
            </a:prstGeom>
            <a:solidFill>
              <a:srgbClr val="D55E00"/>
            </a:solidFill>
            <a:ln w="0">
              <a:noFill/>
              <a:prstDash val="solid"/>
            </a:ln>
          </p:spPr>
        </p:sp>
        <p:sp>
          <p:nvSpPr>
            <p:cNvPr id="2474" name="four:time-step-strips:time-strip-tₙ-cell-25:2197"/>
            <p:cNvSpPr>
              <a:spLocks noGrp="1"/>
            </p:cNvSpPr>
            <p:nvPr/>
          </p:nvSpPr>
          <p:spPr>
            <a:xfrm>
              <a:off x="21625223" y="3724275"/>
              <a:ext cx="15379" cy="276225"/>
            </a:xfrm>
            <a:prstGeom prst="rect">
              <a:avLst/>
            </a:prstGeom>
            <a:solidFill>
              <a:srgbClr val="D55F02"/>
            </a:solidFill>
            <a:ln w="0">
              <a:noFill/>
              <a:prstDash val="solid"/>
            </a:ln>
          </p:spPr>
        </p:sp>
        <p:sp>
          <p:nvSpPr>
            <p:cNvPr id="2475" name="four:time-step-strips:time-strip-tₙ-cell-26:2198"/>
            <p:cNvSpPr>
              <a:spLocks noGrp="1"/>
            </p:cNvSpPr>
            <p:nvPr/>
          </p:nvSpPr>
          <p:spPr>
            <a:xfrm>
              <a:off x="21640602" y="3724275"/>
              <a:ext cx="15379" cy="276225"/>
            </a:xfrm>
            <a:prstGeom prst="rect">
              <a:avLst/>
            </a:prstGeom>
            <a:solidFill>
              <a:srgbClr val="D66811"/>
            </a:solidFill>
            <a:ln w="0">
              <a:noFill/>
              <a:prstDash val="solid"/>
            </a:ln>
          </p:spPr>
        </p:sp>
        <p:sp>
          <p:nvSpPr>
            <p:cNvPr id="2476" name="four:time-step-strips:time-strip-tₙ-cell-27:2199"/>
            <p:cNvSpPr>
              <a:spLocks noGrp="1"/>
            </p:cNvSpPr>
            <p:nvPr/>
          </p:nvSpPr>
          <p:spPr>
            <a:xfrm>
              <a:off x="21655980" y="3724275"/>
              <a:ext cx="15379" cy="276225"/>
            </a:xfrm>
            <a:prstGeom prst="rect">
              <a:avLst/>
            </a:prstGeom>
            <a:solidFill>
              <a:srgbClr val="D6772B"/>
            </a:solidFill>
            <a:ln w="0">
              <a:noFill/>
              <a:prstDash val="solid"/>
            </a:ln>
          </p:spPr>
        </p:sp>
        <p:sp>
          <p:nvSpPr>
            <p:cNvPr id="2477" name="four:time-step-strips:time-strip-tₙ-cell-28:2200"/>
            <p:cNvSpPr>
              <a:spLocks noGrp="1"/>
            </p:cNvSpPr>
            <p:nvPr/>
          </p:nvSpPr>
          <p:spPr>
            <a:xfrm>
              <a:off x="21671359" y="3724275"/>
              <a:ext cx="15379" cy="276225"/>
            </a:xfrm>
            <a:prstGeom prst="rect">
              <a:avLst/>
            </a:prstGeom>
            <a:solidFill>
              <a:srgbClr val="98ADAC"/>
            </a:solidFill>
            <a:ln w="0">
              <a:noFill/>
              <a:prstDash val="solid"/>
            </a:ln>
          </p:spPr>
        </p:sp>
        <p:sp>
          <p:nvSpPr>
            <p:cNvPr id="2478" name="four:time-step-strips:time-strip-tₙ-cell-29:2201"/>
            <p:cNvSpPr>
              <a:spLocks noGrp="1"/>
            </p:cNvSpPr>
            <p:nvPr/>
          </p:nvSpPr>
          <p:spPr>
            <a:xfrm>
              <a:off x="21686738" y="3724275"/>
              <a:ext cx="15379" cy="276225"/>
            </a:xfrm>
            <a:prstGeom prst="rect">
              <a:avLst/>
            </a:prstGeom>
            <a:solidFill>
              <a:srgbClr val="A8B1BB"/>
            </a:solidFill>
            <a:ln w="0">
              <a:noFill/>
              <a:prstDash val="solid"/>
            </a:ln>
          </p:spPr>
        </p:sp>
        <p:sp>
          <p:nvSpPr>
            <p:cNvPr id="2479" name="four:time-step-strips:time-strip-tₙ-cell-30:2202"/>
            <p:cNvSpPr>
              <a:spLocks noGrp="1"/>
            </p:cNvSpPr>
            <p:nvPr/>
          </p:nvSpPr>
          <p:spPr>
            <a:xfrm>
              <a:off x="21702117" y="3724275"/>
              <a:ext cx="15379" cy="276225"/>
            </a:xfrm>
            <a:prstGeom prst="rect">
              <a:avLst/>
            </a:prstGeom>
            <a:solidFill>
              <a:srgbClr val="65C0AB"/>
            </a:solidFill>
            <a:ln w="0">
              <a:noFill/>
              <a:prstDash val="solid"/>
            </a:ln>
          </p:spPr>
        </p:sp>
        <p:sp>
          <p:nvSpPr>
            <p:cNvPr id="2480" name="four:time-step-strips:time-strip-tₙ-cell-31:2203"/>
            <p:cNvSpPr>
              <a:spLocks noGrp="1"/>
            </p:cNvSpPr>
            <p:nvPr/>
          </p:nvSpPr>
          <p:spPr>
            <a:xfrm>
              <a:off x="21717496" y="3724275"/>
              <a:ext cx="15379" cy="276225"/>
            </a:xfrm>
            <a:prstGeom prst="rect">
              <a:avLst/>
            </a:prstGeom>
            <a:solidFill>
              <a:srgbClr val="78C6B6"/>
            </a:solidFill>
            <a:ln w="0">
              <a:noFill/>
              <a:prstDash val="solid"/>
            </a:ln>
          </p:spPr>
        </p:sp>
        <p:sp>
          <p:nvSpPr>
            <p:cNvPr id="2481" name="four:time-step-strips:time-strip-tₙ-cell-32:2204"/>
            <p:cNvSpPr>
              <a:spLocks noGrp="1"/>
            </p:cNvSpPr>
            <p:nvPr/>
          </p:nvSpPr>
          <p:spPr>
            <a:xfrm>
              <a:off x="21732875" y="3724275"/>
              <a:ext cx="15379" cy="276225"/>
            </a:xfrm>
            <a:prstGeom prst="rect">
              <a:avLst/>
            </a:prstGeom>
            <a:solidFill>
              <a:srgbClr val="81C9BA"/>
            </a:solidFill>
            <a:ln w="0">
              <a:noFill/>
              <a:prstDash val="solid"/>
            </a:ln>
          </p:spPr>
        </p:sp>
        <p:sp>
          <p:nvSpPr>
            <p:cNvPr id="2482" name="four:time-step-strips:time-strip-tₙ-cell-33:2205"/>
            <p:cNvSpPr>
              <a:spLocks noGrp="1"/>
            </p:cNvSpPr>
            <p:nvPr/>
          </p:nvSpPr>
          <p:spPr>
            <a:xfrm>
              <a:off x="21748254" y="3724275"/>
              <a:ext cx="15379" cy="276225"/>
            </a:xfrm>
            <a:prstGeom prst="rect">
              <a:avLst/>
            </a:prstGeom>
            <a:solidFill>
              <a:srgbClr val="81C9BA"/>
            </a:solidFill>
            <a:ln w="0">
              <a:noFill/>
              <a:prstDash val="solid"/>
            </a:ln>
          </p:spPr>
        </p:sp>
        <p:sp>
          <p:nvSpPr>
            <p:cNvPr id="2483" name="four:time-step-strips:time-strip-tₙ-cell-34:2206"/>
            <p:cNvSpPr>
              <a:spLocks noGrp="1"/>
            </p:cNvSpPr>
            <p:nvPr/>
          </p:nvSpPr>
          <p:spPr>
            <a:xfrm>
              <a:off x="21763633" y="3724275"/>
              <a:ext cx="15379" cy="276225"/>
            </a:xfrm>
            <a:prstGeom prst="rect">
              <a:avLst/>
            </a:prstGeom>
            <a:solidFill>
              <a:srgbClr val="81C9BA"/>
            </a:solidFill>
            <a:ln w="0">
              <a:noFill/>
              <a:prstDash val="solid"/>
            </a:ln>
          </p:spPr>
        </p:sp>
        <p:sp>
          <p:nvSpPr>
            <p:cNvPr id="2484" name="four:time-step-strips:time-strip-tₙ-cell-35:2207"/>
            <p:cNvSpPr>
              <a:spLocks noGrp="1"/>
            </p:cNvSpPr>
            <p:nvPr/>
          </p:nvSpPr>
          <p:spPr>
            <a:xfrm>
              <a:off x="21779012" y="3724275"/>
              <a:ext cx="15379" cy="276225"/>
            </a:xfrm>
            <a:prstGeom prst="rect">
              <a:avLst/>
            </a:prstGeom>
            <a:solidFill>
              <a:srgbClr val="81C9BA"/>
            </a:solidFill>
            <a:ln w="0">
              <a:noFill/>
              <a:prstDash val="solid"/>
            </a:ln>
          </p:spPr>
        </p:sp>
        <p:sp>
          <p:nvSpPr>
            <p:cNvPr id="2485" name="four:time-step-strips:time-strip-tₙ-cell-36:2208"/>
            <p:cNvSpPr>
              <a:spLocks noGrp="1"/>
            </p:cNvSpPr>
            <p:nvPr/>
          </p:nvSpPr>
          <p:spPr>
            <a:xfrm>
              <a:off x="21794391" y="3724275"/>
              <a:ext cx="15379" cy="276225"/>
            </a:xfrm>
            <a:prstGeom prst="rect">
              <a:avLst/>
            </a:prstGeom>
            <a:solidFill>
              <a:srgbClr val="81C9BA"/>
            </a:solidFill>
            <a:ln w="0">
              <a:noFill/>
              <a:prstDash val="solid"/>
            </a:ln>
          </p:spPr>
        </p:sp>
        <p:sp>
          <p:nvSpPr>
            <p:cNvPr id="2486" name="four:time-step-strips:time-strip-tₙ-cell-37:2209"/>
            <p:cNvSpPr>
              <a:spLocks noGrp="1"/>
            </p:cNvSpPr>
            <p:nvPr/>
          </p:nvSpPr>
          <p:spPr>
            <a:xfrm>
              <a:off x="21809770" y="3724275"/>
              <a:ext cx="15379" cy="276225"/>
            </a:xfrm>
            <a:prstGeom prst="rect">
              <a:avLst/>
            </a:prstGeom>
            <a:solidFill>
              <a:srgbClr val="81C9BA"/>
            </a:solidFill>
            <a:ln w="0">
              <a:noFill/>
              <a:prstDash val="solid"/>
            </a:ln>
          </p:spPr>
        </p:sp>
        <p:sp>
          <p:nvSpPr>
            <p:cNvPr id="2487" name="four:time-step-strips:time-strip-tₙ-cell-38:2210"/>
            <p:cNvSpPr>
              <a:spLocks noGrp="1"/>
            </p:cNvSpPr>
            <p:nvPr/>
          </p:nvSpPr>
          <p:spPr>
            <a:xfrm>
              <a:off x="21825148" y="3724275"/>
              <a:ext cx="15379" cy="276225"/>
            </a:xfrm>
            <a:prstGeom prst="rect">
              <a:avLst/>
            </a:prstGeom>
            <a:solidFill>
              <a:srgbClr val="81C9BA"/>
            </a:solidFill>
            <a:ln w="0">
              <a:noFill/>
              <a:prstDash val="solid"/>
            </a:ln>
          </p:spPr>
        </p:sp>
        <p:sp>
          <p:nvSpPr>
            <p:cNvPr id="2488" name="four:time-step-strips:time-strip-tₙ-cell-39:2211"/>
            <p:cNvSpPr>
              <a:spLocks noGrp="1"/>
            </p:cNvSpPr>
            <p:nvPr/>
          </p:nvSpPr>
          <p:spPr>
            <a:xfrm>
              <a:off x="21840527" y="3724275"/>
              <a:ext cx="15379" cy="276225"/>
            </a:xfrm>
            <a:prstGeom prst="rect">
              <a:avLst/>
            </a:prstGeom>
            <a:solidFill>
              <a:srgbClr val="81C9BA"/>
            </a:solidFill>
            <a:ln w="0">
              <a:noFill/>
              <a:prstDash val="solid"/>
            </a:ln>
          </p:spPr>
        </p:sp>
        <p:sp>
          <p:nvSpPr>
            <p:cNvPr id="2489" name="four:time-step-strips:time-strip-tₙ-cell-40:2212"/>
            <p:cNvSpPr>
              <a:spLocks noGrp="1"/>
            </p:cNvSpPr>
            <p:nvPr/>
          </p:nvSpPr>
          <p:spPr>
            <a:xfrm>
              <a:off x="21855906" y="3724275"/>
              <a:ext cx="15379" cy="276225"/>
            </a:xfrm>
            <a:prstGeom prst="rect">
              <a:avLst/>
            </a:prstGeom>
            <a:solidFill>
              <a:srgbClr val="81C9BA"/>
            </a:solidFill>
            <a:ln w="0">
              <a:noFill/>
              <a:prstDash val="solid"/>
            </a:ln>
          </p:spPr>
        </p:sp>
        <p:sp>
          <p:nvSpPr>
            <p:cNvPr id="2490" name="four:time-step-strips:time-strip-tₙ-cell-41:2213"/>
            <p:cNvSpPr>
              <a:spLocks noGrp="1"/>
            </p:cNvSpPr>
            <p:nvPr/>
          </p:nvSpPr>
          <p:spPr>
            <a:xfrm>
              <a:off x="21871285" y="3724275"/>
              <a:ext cx="15379" cy="276225"/>
            </a:xfrm>
            <a:prstGeom prst="rect">
              <a:avLst/>
            </a:prstGeom>
            <a:solidFill>
              <a:srgbClr val="81C9BA"/>
            </a:solidFill>
            <a:ln w="0">
              <a:noFill/>
              <a:prstDash val="solid"/>
            </a:ln>
          </p:spPr>
        </p:sp>
        <p:sp>
          <p:nvSpPr>
            <p:cNvPr id="2491" name="four:time-step-strips:time-strip-tₙ-cell-42:2214"/>
            <p:cNvSpPr>
              <a:spLocks noGrp="1"/>
            </p:cNvSpPr>
            <p:nvPr/>
          </p:nvSpPr>
          <p:spPr>
            <a:xfrm>
              <a:off x="21886664" y="3724275"/>
              <a:ext cx="15379" cy="276225"/>
            </a:xfrm>
            <a:prstGeom prst="rect">
              <a:avLst/>
            </a:prstGeom>
            <a:solidFill>
              <a:srgbClr val="81C9BA"/>
            </a:solidFill>
            <a:ln w="0">
              <a:noFill/>
              <a:prstDash val="solid"/>
            </a:ln>
          </p:spPr>
        </p:sp>
        <p:sp>
          <p:nvSpPr>
            <p:cNvPr id="2492" name="four:time-step-strips:time-strip-tₙ-cell-43:2215"/>
            <p:cNvSpPr>
              <a:spLocks noGrp="1"/>
            </p:cNvSpPr>
            <p:nvPr/>
          </p:nvSpPr>
          <p:spPr>
            <a:xfrm>
              <a:off x="21902043" y="3724275"/>
              <a:ext cx="15379" cy="276225"/>
            </a:xfrm>
            <a:prstGeom prst="rect">
              <a:avLst/>
            </a:prstGeom>
            <a:solidFill>
              <a:srgbClr val="81C9BA"/>
            </a:solidFill>
            <a:ln w="0">
              <a:noFill/>
              <a:prstDash val="solid"/>
            </a:ln>
          </p:spPr>
        </p:sp>
        <p:sp>
          <p:nvSpPr>
            <p:cNvPr id="2493" name="four:time-step-strips:time-strip-tₙ-cell-44:2216"/>
            <p:cNvSpPr>
              <a:spLocks noGrp="1"/>
            </p:cNvSpPr>
            <p:nvPr/>
          </p:nvSpPr>
          <p:spPr>
            <a:xfrm>
              <a:off x="21917422" y="3724275"/>
              <a:ext cx="15379" cy="276225"/>
            </a:xfrm>
            <a:prstGeom prst="rect">
              <a:avLst/>
            </a:prstGeom>
            <a:solidFill>
              <a:srgbClr val="81C9BA"/>
            </a:solidFill>
            <a:ln w="0">
              <a:noFill/>
              <a:prstDash val="solid"/>
            </a:ln>
          </p:spPr>
        </p:sp>
        <p:sp>
          <p:nvSpPr>
            <p:cNvPr id="2494" name="four:time-step-strips:time-strip-tₙ-cell-45:2217"/>
            <p:cNvSpPr>
              <a:spLocks noGrp="1"/>
            </p:cNvSpPr>
            <p:nvPr/>
          </p:nvSpPr>
          <p:spPr>
            <a:xfrm>
              <a:off x="21932801" y="3724275"/>
              <a:ext cx="15379" cy="276225"/>
            </a:xfrm>
            <a:prstGeom prst="rect">
              <a:avLst/>
            </a:prstGeom>
            <a:solidFill>
              <a:srgbClr val="81C9BA"/>
            </a:solidFill>
            <a:ln w="0">
              <a:noFill/>
              <a:prstDash val="solid"/>
            </a:ln>
          </p:spPr>
        </p:sp>
        <p:sp>
          <p:nvSpPr>
            <p:cNvPr id="2495" name="four:time-step-strips:time-strip-tₙ-cell-46:2218"/>
            <p:cNvSpPr>
              <a:spLocks noGrp="1"/>
            </p:cNvSpPr>
            <p:nvPr/>
          </p:nvSpPr>
          <p:spPr>
            <a:xfrm>
              <a:off x="21948180" y="3724275"/>
              <a:ext cx="15379" cy="276225"/>
            </a:xfrm>
            <a:prstGeom prst="rect">
              <a:avLst/>
            </a:prstGeom>
            <a:solidFill>
              <a:srgbClr val="81C9BA"/>
            </a:solidFill>
            <a:ln w="0">
              <a:noFill/>
              <a:prstDash val="solid"/>
            </a:ln>
          </p:spPr>
        </p:sp>
        <p:sp>
          <p:nvSpPr>
            <p:cNvPr id="2496" name="four:time-step-strips:time-strip-tₙ-cell-47:2219"/>
            <p:cNvSpPr>
              <a:spLocks noGrp="1"/>
            </p:cNvSpPr>
            <p:nvPr/>
          </p:nvSpPr>
          <p:spPr>
            <a:xfrm>
              <a:off x="21963559" y="3724275"/>
              <a:ext cx="15379" cy="276225"/>
            </a:xfrm>
            <a:prstGeom prst="rect">
              <a:avLst/>
            </a:prstGeom>
            <a:solidFill>
              <a:srgbClr val="81C9BA"/>
            </a:solidFill>
            <a:ln w="0">
              <a:noFill/>
              <a:prstDash val="solid"/>
            </a:ln>
          </p:spPr>
        </p:sp>
        <p:sp>
          <p:nvSpPr>
            <p:cNvPr id="2497" name="four:time-step-strips:time-strip-tₙ-cell-48:2220"/>
            <p:cNvSpPr>
              <a:spLocks noGrp="1"/>
            </p:cNvSpPr>
            <p:nvPr/>
          </p:nvSpPr>
          <p:spPr>
            <a:xfrm>
              <a:off x="21978938" y="3724275"/>
              <a:ext cx="15379" cy="276225"/>
            </a:xfrm>
            <a:prstGeom prst="rect">
              <a:avLst/>
            </a:prstGeom>
            <a:solidFill>
              <a:srgbClr val="81C9BA"/>
            </a:solidFill>
            <a:ln w="0">
              <a:noFill/>
              <a:prstDash val="solid"/>
            </a:ln>
          </p:spPr>
        </p:sp>
        <p:sp>
          <p:nvSpPr>
            <p:cNvPr id="2498" name="four:time-step-strips:time-strip-tₙ-cell-49:2221"/>
            <p:cNvSpPr>
              <a:spLocks noGrp="1"/>
            </p:cNvSpPr>
            <p:nvPr/>
          </p:nvSpPr>
          <p:spPr>
            <a:xfrm>
              <a:off x="21994316" y="3724275"/>
              <a:ext cx="15379" cy="276225"/>
            </a:xfrm>
            <a:prstGeom prst="rect">
              <a:avLst/>
            </a:prstGeom>
            <a:solidFill>
              <a:srgbClr val="81C9BA"/>
            </a:solidFill>
            <a:ln w="0">
              <a:noFill/>
              <a:prstDash val="solid"/>
            </a:ln>
          </p:spPr>
        </p:sp>
        <p:sp>
          <p:nvSpPr>
            <p:cNvPr id="2499" name="four:time-step-strips:time-strip-tₙ-cell-50:2222"/>
            <p:cNvSpPr>
              <a:spLocks noGrp="1"/>
            </p:cNvSpPr>
            <p:nvPr/>
          </p:nvSpPr>
          <p:spPr>
            <a:xfrm>
              <a:off x="22009695" y="3724275"/>
              <a:ext cx="15379" cy="276225"/>
            </a:xfrm>
            <a:prstGeom prst="rect">
              <a:avLst/>
            </a:prstGeom>
            <a:solidFill>
              <a:srgbClr val="81C9BA"/>
            </a:solidFill>
            <a:ln w="0">
              <a:noFill/>
              <a:prstDash val="solid"/>
            </a:ln>
          </p:spPr>
        </p:sp>
        <p:sp>
          <p:nvSpPr>
            <p:cNvPr id="2500" name="four:time-step-strips:time-strip-tₙ-cell-51:2223"/>
            <p:cNvSpPr>
              <a:spLocks noGrp="1"/>
            </p:cNvSpPr>
            <p:nvPr/>
          </p:nvSpPr>
          <p:spPr>
            <a:xfrm>
              <a:off x="22025074" y="3724275"/>
              <a:ext cx="15379" cy="276225"/>
            </a:xfrm>
            <a:prstGeom prst="rect">
              <a:avLst/>
            </a:prstGeom>
            <a:solidFill>
              <a:srgbClr val="81C9BA"/>
            </a:solidFill>
            <a:ln w="0">
              <a:noFill/>
              <a:prstDash val="solid"/>
            </a:ln>
          </p:spPr>
        </p:sp>
        <p:sp>
          <p:nvSpPr>
            <p:cNvPr id="2501" name="four:time-step-strips:time-strip-tₙ-cell-52:2224"/>
            <p:cNvSpPr>
              <a:spLocks noGrp="1"/>
            </p:cNvSpPr>
            <p:nvPr/>
          </p:nvSpPr>
          <p:spPr>
            <a:xfrm>
              <a:off x="22040453" y="3724275"/>
              <a:ext cx="15379" cy="276225"/>
            </a:xfrm>
            <a:prstGeom prst="rect">
              <a:avLst/>
            </a:prstGeom>
            <a:solidFill>
              <a:srgbClr val="81C9BA"/>
            </a:solidFill>
            <a:ln w="0">
              <a:noFill/>
              <a:prstDash val="solid"/>
            </a:ln>
          </p:spPr>
        </p:sp>
        <p:sp>
          <p:nvSpPr>
            <p:cNvPr id="2502" name="four:time-step-strips:time-strip-tₙ-cell-53:2225"/>
            <p:cNvSpPr>
              <a:spLocks noGrp="1"/>
            </p:cNvSpPr>
            <p:nvPr/>
          </p:nvSpPr>
          <p:spPr>
            <a:xfrm>
              <a:off x="22055832" y="3724275"/>
              <a:ext cx="15379" cy="276225"/>
            </a:xfrm>
            <a:prstGeom prst="rect">
              <a:avLst/>
            </a:prstGeom>
            <a:solidFill>
              <a:srgbClr val="81C9BA"/>
            </a:solidFill>
            <a:ln w="0">
              <a:noFill/>
              <a:prstDash val="solid"/>
            </a:ln>
          </p:spPr>
        </p:sp>
        <p:sp>
          <p:nvSpPr>
            <p:cNvPr id="2503" name="four:time-step-strips:time-strip-tₙ-cell-54:2226"/>
            <p:cNvSpPr>
              <a:spLocks noGrp="1"/>
            </p:cNvSpPr>
            <p:nvPr/>
          </p:nvSpPr>
          <p:spPr>
            <a:xfrm>
              <a:off x="22071211" y="3724275"/>
              <a:ext cx="15379" cy="276225"/>
            </a:xfrm>
            <a:prstGeom prst="rect">
              <a:avLst/>
            </a:prstGeom>
            <a:solidFill>
              <a:srgbClr val="81C9BA"/>
            </a:solidFill>
            <a:ln w="0">
              <a:noFill/>
              <a:prstDash val="solid"/>
            </a:ln>
          </p:spPr>
        </p:sp>
        <p:sp>
          <p:nvSpPr>
            <p:cNvPr id="2504" name="four:time-step-strips:time-strip-tₙ-cell-55:2227"/>
            <p:cNvSpPr>
              <a:spLocks noGrp="1"/>
            </p:cNvSpPr>
            <p:nvPr/>
          </p:nvSpPr>
          <p:spPr>
            <a:xfrm>
              <a:off x="22086590" y="3724275"/>
              <a:ext cx="15379" cy="276225"/>
            </a:xfrm>
            <a:prstGeom prst="rect">
              <a:avLst/>
            </a:prstGeom>
            <a:solidFill>
              <a:srgbClr val="81C9BA"/>
            </a:solidFill>
            <a:ln w="0">
              <a:noFill/>
              <a:prstDash val="solid"/>
            </a:ln>
          </p:spPr>
        </p:sp>
        <p:sp>
          <p:nvSpPr>
            <p:cNvPr id="2505" name="four:time-step-strips:time-strip-tₙ-cell-56:2228"/>
            <p:cNvSpPr>
              <a:spLocks noGrp="1"/>
            </p:cNvSpPr>
            <p:nvPr/>
          </p:nvSpPr>
          <p:spPr>
            <a:xfrm>
              <a:off x="22101969" y="3724275"/>
              <a:ext cx="15379" cy="276225"/>
            </a:xfrm>
            <a:prstGeom prst="rect">
              <a:avLst/>
            </a:prstGeom>
            <a:solidFill>
              <a:srgbClr val="81C9BA"/>
            </a:solidFill>
            <a:ln w="0">
              <a:noFill/>
              <a:prstDash val="solid"/>
            </a:ln>
          </p:spPr>
        </p:sp>
        <p:sp>
          <p:nvSpPr>
            <p:cNvPr id="2506" name="four:time-step-strips:time-strip-tₙ-cell-57:2229"/>
            <p:cNvSpPr>
              <a:spLocks noGrp="1"/>
            </p:cNvSpPr>
            <p:nvPr/>
          </p:nvSpPr>
          <p:spPr>
            <a:xfrm>
              <a:off x="22117348" y="3724275"/>
              <a:ext cx="15379" cy="276225"/>
            </a:xfrm>
            <a:prstGeom prst="rect">
              <a:avLst/>
            </a:prstGeom>
            <a:solidFill>
              <a:srgbClr val="81C9BA"/>
            </a:solidFill>
            <a:ln w="0">
              <a:noFill/>
              <a:prstDash val="solid"/>
            </a:ln>
          </p:spPr>
        </p:sp>
        <p:sp>
          <p:nvSpPr>
            <p:cNvPr id="2507" name="four:time-step-strips:time-strip-tₙ-cell-58:2230"/>
            <p:cNvSpPr>
              <a:spLocks noGrp="1"/>
            </p:cNvSpPr>
            <p:nvPr/>
          </p:nvSpPr>
          <p:spPr>
            <a:xfrm>
              <a:off x="22132727" y="3724275"/>
              <a:ext cx="15379" cy="276225"/>
            </a:xfrm>
            <a:prstGeom prst="rect">
              <a:avLst/>
            </a:prstGeom>
            <a:solidFill>
              <a:srgbClr val="81C9BA"/>
            </a:solidFill>
            <a:ln w="0">
              <a:noFill/>
              <a:prstDash val="solid"/>
            </a:ln>
          </p:spPr>
        </p:sp>
        <p:sp>
          <p:nvSpPr>
            <p:cNvPr id="2508" name="four:time-step-strips:time-strip-tₙ-cell-59:2231"/>
            <p:cNvSpPr>
              <a:spLocks noGrp="1"/>
            </p:cNvSpPr>
            <p:nvPr/>
          </p:nvSpPr>
          <p:spPr>
            <a:xfrm>
              <a:off x="22148105" y="3724275"/>
              <a:ext cx="15379" cy="276225"/>
            </a:xfrm>
            <a:prstGeom prst="rect">
              <a:avLst/>
            </a:prstGeom>
            <a:solidFill>
              <a:srgbClr val="81C9BA"/>
            </a:solidFill>
            <a:ln w="0">
              <a:noFill/>
              <a:prstDash val="solid"/>
            </a:ln>
          </p:spPr>
        </p:sp>
        <p:sp>
          <p:nvSpPr>
            <p:cNvPr id="2509" name="four:time-step-strips:time-strip-tₙ-cell-60:2232"/>
            <p:cNvSpPr>
              <a:spLocks noGrp="1"/>
            </p:cNvSpPr>
            <p:nvPr/>
          </p:nvSpPr>
          <p:spPr>
            <a:xfrm>
              <a:off x="22163484" y="3724275"/>
              <a:ext cx="15379" cy="276225"/>
            </a:xfrm>
            <a:prstGeom prst="rect">
              <a:avLst/>
            </a:prstGeom>
            <a:solidFill>
              <a:srgbClr val="7EC8B9"/>
            </a:solidFill>
            <a:ln w="0">
              <a:noFill/>
              <a:prstDash val="solid"/>
            </a:ln>
          </p:spPr>
        </p:sp>
        <p:sp>
          <p:nvSpPr>
            <p:cNvPr id="2510" name="four:time-step-strips:time-strip-tₙ-cell-61:2233"/>
            <p:cNvSpPr>
              <a:spLocks noGrp="1"/>
            </p:cNvSpPr>
            <p:nvPr/>
          </p:nvSpPr>
          <p:spPr>
            <a:xfrm>
              <a:off x="22178863" y="3724275"/>
              <a:ext cx="15379" cy="276225"/>
            </a:xfrm>
            <a:prstGeom prst="rect">
              <a:avLst/>
            </a:prstGeom>
            <a:solidFill>
              <a:srgbClr val="70C4B1"/>
            </a:solidFill>
            <a:ln w="0">
              <a:noFill/>
              <a:prstDash val="solid"/>
            </a:ln>
          </p:spPr>
        </p:sp>
        <p:sp>
          <p:nvSpPr>
            <p:cNvPr id="2511" name="four:time-step-strips:time-strip-tₙ-cell-62:2234"/>
            <p:cNvSpPr>
              <a:spLocks noGrp="1"/>
            </p:cNvSpPr>
            <p:nvPr/>
          </p:nvSpPr>
          <p:spPr>
            <a:xfrm>
              <a:off x="22194242" y="3724275"/>
              <a:ext cx="15379" cy="276225"/>
            </a:xfrm>
            <a:prstGeom prst="rect">
              <a:avLst/>
            </a:prstGeom>
            <a:solidFill>
              <a:srgbClr val="5CBDA6"/>
            </a:solidFill>
            <a:ln w="0">
              <a:noFill/>
              <a:prstDash val="solid"/>
            </a:ln>
          </p:spPr>
        </p:sp>
        <p:sp>
          <p:nvSpPr>
            <p:cNvPr id="2512" name="four:time-step-strips:time-strip-tₙ-cell-63:2235"/>
            <p:cNvSpPr>
              <a:spLocks noGrp="1"/>
            </p:cNvSpPr>
            <p:nvPr/>
          </p:nvSpPr>
          <p:spPr>
            <a:xfrm>
              <a:off x="22209621" y="3724275"/>
              <a:ext cx="15379" cy="276225"/>
            </a:xfrm>
            <a:prstGeom prst="rect">
              <a:avLst/>
            </a:prstGeom>
            <a:solidFill>
              <a:srgbClr val="42B498"/>
            </a:solidFill>
            <a:ln w="0">
              <a:noFill/>
              <a:prstDash val="solid"/>
            </a:ln>
          </p:spPr>
        </p:sp>
        <p:sp>
          <p:nvSpPr>
            <p:cNvPr id="2513" name="four:time-step-strips:time-strip-tₙ-cell-64:2236"/>
            <p:cNvSpPr>
              <a:spLocks noGrp="1"/>
            </p:cNvSpPr>
            <p:nvPr/>
          </p:nvSpPr>
          <p:spPr>
            <a:xfrm>
              <a:off x="22225000" y="3724275"/>
              <a:ext cx="15379" cy="276225"/>
            </a:xfrm>
            <a:prstGeom prst="rect">
              <a:avLst/>
            </a:prstGeom>
            <a:solidFill>
              <a:srgbClr val="2AAC8A"/>
            </a:solidFill>
            <a:ln w="0">
              <a:noFill/>
              <a:prstDash val="solid"/>
            </a:ln>
          </p:spPr>
        </p:sp>
        <p:sp>
          <p:nvSpPr>
            <p:cNvPr id="2514" name="four:time-step-strips:time-strip-tₙ-cell-65:2237"/>
            <p:cNvSpPr>
              <a:spLocks noGrp="1"/>
            </p:cNvSpPr>
            <p:nvPr/>
          </p:nvSpPr>
          <p:spPr>
            <a:xfrm>
              <a:off x="22240379" y="3724275"/>
              <a:ext cx="15379" cy="276225"/>
            </a:xfrm>
            <a:prstGeom prst="rect">
              <a:avLst/>
            </a:prstGeom>
            <a:solidFill>
              <a:srgbClr val="15A57F"/>
            </a:solidFill>
            <a:ln w="0">
              <a:noFill/>
              <a:prstDash val="solid"/>
            </a:ln>
          </p:spPr>
        </p:sp>
        <p:sp>
          <p:nvSpPr>
            <p:cNvPr id="2515" name="four:time-step-strips:time-strip-tₙ-cell-66:2238"/>
            <p:cNvSpPr>
              <a:spLocks noGrp="1"/>
            </p:cNvSpPr>
            <p:nvPr/>
          </p:nvSpPr>
          <p:spPr>
            <a:xfrm>
              <a:off x="22255758" y="3724275"/>
              <a:ext cx="15379" cy="276225"/>
            </a:xfrm>
            <a:prstGeom prst="rect">
              <a:avLst/>
            </a:prstGeom>
            <a:solidFill>
              <a:srgbClr val="05A076"/>
            </a:solidFill>
            <a:ln w="0">
              <a:noFill/>
              <a:prstDash val="solid"/>
            </a:ln>
          </p:spPr>
        </p:sp>
        <p:sp>
          <p:nvSpPr>
            <p:cNvPr id="2516" name="four:time-step-strips:time-strip-tₙ-cell-67:2239"/>
            <p:cNvSpPr>
              <a:spLocks noGrp="1"/>
            </p:cNvSpPr>
            <p:nvPr/>
          </p:nvSpPr>
          <p:spPr>
            <a:xfrm>
              <a:off x="22271137" y="3724275"/>
              <a:ext cx="15379" cy="276225"/>
            </a:xfrm>
            <a:prstGeom prst="rect">
              <a:avLst/>
            </a:prstGeom>
            <a:solidFill>
              <a:srgbClr val="009E73"/>
            </a:solidFill>
            <a:ln w="0">
              <a:noFill/>
              <a:prstDash val="solid"/>
            </a:ln>
          </p:spPr>
        </p:sp>
        <p:sp>
          <p:nvSpPr>
            <p:cNvPr id="2517" name="four:time-step-strips:time-strip-tₙ-cell-68:2240"/>
            <p:cNvSpPr>
              <a:spLocks noGrp="1"/>
            </p:cNvSpPr>
            <p:nvPr/>
          </p:nvSpPr>
          <p:spPr>
            <a:xfrm>
              <a:off x="22286516" y="3724275"/>
              <a:ext cx="15379" cy="276225"/>
            </a:xfrm>
            <a:prstGeom prst="rect">
              <a:avLst/>
            </a:prstGeom>
            <a:solidFill>
              <a:srgbClr val="009E73"/>
            </a:solidFill>
            <a:ln w="0">
              <a:noFill/>
              <a:prstDash val="solid"/>
            </a:ln>
          </p:spPr>
        </p:sp>
        <p:sp>
          <p:nvSpPr>
            <p:cNvPr id="2518" name="four:time-step-strips:time-strip-tₙ-cell-69:2241"/>
            <p:cNvSpPr>
              <a:spLocks noGrp="1"/>
            </p:cNvSpPr>
            <p:nvPr/>
          </p:nvSpPr>
          <p:spPr>
            <a:xfrm>
              <a:off x="22301895" y="3724275"/>
              <a:ext cx="15379" cy="276225"/>
            </a:xfrm>
            <a:prstGeom prst="rect">
              <a:avLst/>
            </a:prstGeom>
            <a:solidFill>
              <a:srgbClr val="009E73"/>
            </a:solidFill>
            <a:ln w="0">
              <a:noFill/>
              <a:prstDash val="solid"/>
            </a:ln>
          </p:spPr>
        </p:sp>
        <p:sp>
          <p:nvSpPr>
            <p:cNvPr id="2519" name="four:time-step-strips:time-strip-tₙ-cell-70:2242"/>
            <p:cNvSpPr>
              <a:spLocks noGrp="1"/>
            </p:cNvSpPr>
            <p:nvPr/>
          </p:nvSpPr>
          <p:spPr>
            <a:xfrm>
              <a:off x="22317273" y="3724275"/>
              <a:ext cx="15379" cy="276225"/>
            </a:xfrm>
            <a:prstGeom prst="rect">
              <a:avLst/>
            </a:prstGeom>
            <a:solidFill>
              <a:srgbClr val="009E73"/>
            </a:solidFill>
            <a:ln w="0">
              <a:noFill/>
              <a:prstDash val="solid"/>
            </a:ln>
          </p:spPr>
        </p:sp>
        <p:sp>
          <p:nvSpPr>
            <p:cNvPr id="2520" name="four:time-step-strips:time-strip-tₙ-cell-71:2243"/>
            <p:cNvSpPr>
              <a:spLocks noGrp="1"/>
            </p:cNvSpPr>
            <p:nvPr/>
          </p:nvSpPr>
          <p:spPr>
            <a:xfrm>
              <a:off x="22332652" y="3724275"/>
              <a:ext cx="15379" cy="276225"/>
            </a:xfrm>
            <a:prstGeom prst="rect">
              <a:avLst/>
            </a:prstGeom>
            <a:solidFill>
              <a:srgbClr val="009E73"/>
            </a:solidFill>
            <a:ln w="0">
              <a:noFill/>
              <a:prstDash val="solid"/>
            </a:ln>
          </p:spPr>
        </p:sp>
        <p:sp>
          <p:nvSpPr>
            <p:cNvPr id="2521" name="four:time-step-strips:time-strip-tₙ-cell-72:2244"/>
            <p:cNvSpPr>
              <a:spLocks noGrp="1"/>
            </p:cNvSpPr>
            <p:nvPr/>
          </p:nvSpPr>
          <p:spPr>
            <a:xfrm>
              <a:off x="22348031" y="3724275"/>
              <a:ext cx="15379" cy="276225"/>
            </a:xfrm>
            <a:prstGeom prst="rect">
              <a:avLst/>
            </a:prstGeom>
            <a:solidFill>
              <a:srgbClr val="009E73"/>
            </a:solidFill>
            <a:ln w="0">
              <a:noFill/>
              <a:prstDash val="solid"/>
            </a:ln>
          </p:spPr>
        </p:sp>
        <p:sp>
          <p:nvSpPr>
            <p:cNvPr id="2522" name="four:time-step-strips:time-strip-tₙ-cell-73:2245"/>
            <p:cNvSpPr>
              <a:spLocks noGrp="1"/>
            </p:cNvSpPr>
            <p:nvPr/>
          </p:nvSpPr>
          <p:spPr>
            <a:xfrm>
              <a:off x="22363410" y="3724275"/>
              <a:ext cx="15379" cy="276225"/>
            </a:xfrm>
            <a:prstGeom prst="rect">
              <a:avLst/>
            </a:prstGeom>
            <a:solidFill>
              <a:srgbClr val="009E73"/>
            </a:solidFill>
            <a:ln w="0">
              <a:noFill/>
              <a:prstDash val="solid"/>
            </a:ln>
          </p:spPr>
        </p:sp>
        <p:sp>
          <p:nvSpPr>
            <p:cNvPr id="2523" name="four:time-step-strips:time-strip-tₙ-cell-74:2246"/>
            <p:cNvSpPr>
              <a:spLocks noGrp="1"/>
            </p:cNvSpPr>
            <p:nvPr/>
          </p:nvSpPr>
          <p:spPr>
            <a:xfrm>
              <a:off x="22378789" y="3724275"/>
              <a:ext cx="15379" cy="276225"/>
            </a:xfrm>
            <a:prstGeom prst="rect">
              <a:avLst/>
            </a:prstGeom>
            <a:solidFill>
              <a:srgbClr val="009E73"/>
            </a:solidFill>
            <a:ln w="0">
              <a:noFill/>
              <a:prstDash val="solid"/>
            </a:ln>
          </p:spPr>
        </p:sp>
        <p:sp>
          <p:nvSpPr>
            <p:cNvPr id="2524" name="four:time-step-strips:time-strip-tₙ-cell-75:2247"/>
            <p:cNvSpPr>
              <a:spLocks noGrp="1"/>
            </p:cNvSpPr>
            <p:nvPr/>
          </p:nvSpPr>
          <p:spPr>
            <a:xfrm>
              <a:off x="22394168" y="3724275"/>
              <a:ext cx="15379" cy="276225"/>
            </a:xfrm>
            <a:prstGeom prst="rect">
              <a:avLst/>
            </a:prstGeom>
            <a:solidFill>
              <a:srgbClr val="009E73"/>
            </a:solidFill>
            <a:ln w="0">
              <a:noFill/>
              <a:prstDash val="solid"/>
            </a:ln>
          </p:spPr>
        </p:sp>
        <p:sp>
          <p:nvSpPr>
            <p:cNvPr id="2525" name="four:time-step-strips:time-strip-tₙ-cell-76:2248"/>
            <p:cNvSpPr>
              <a:spLocks noGrp="1"/>
            </p:cNvSpPr>
            <p:nvPr/>
          </p:nvSpPr>
          <p:spPr>
            <a:xfrm>
              <a:off x="22409547" y="3724275"/>
              <a:ext cx="15379" cy="276225"/>
            </a:xfrm>
            <a:prstGeom prst="rect">
              <a:avLst/>
            </a:prstGeom>
            <a:solidFill>
              <a:srgbClr val="009E73"/>
            </a:solidFill>
            <a:ln w="0">
              <a:noFill/>
              <a:prstDash val="solid"/>
            </a:ln>
          </p:spPr>
        </p:sp>
        <p:sp>
          <p:nvSpPr>
            <p:cNvPr id="2526" name="four:time-step-strips:time-strip-tₙ-cell-77:2249"/>
            <p:cNvSpPr>
              <a:spLocks noGrp="1"/>
            </p:cNvSpPr>
            <p:nvPr/>
          </p:nvSpPr>
          <p:spPr>
            <a:xfrm>
              <a:off x="22424926" y="3724275"/>
              <a:ext cx="15379" cy="276225"/>
            </a:xfrm>
            <a:prstGeom prst="rect">
              <a:avLst/>
            </a:prstGeom>
            <a:solidFill>
              <a:srgbClr val="09A178"/>
            </a:solidFill>
            <a:ln w="0">
              <a:noFill/>
              <a:prstDash val="solid"/>
            </a:ln>
          </p:spPr>
        </p:sp>
        <p:sp>
          <p:nvSpPr>
            <p:cNvPr id="2527" name="four:time-step-strips:time-strip-tₙ-cell-78:2250"/>
            <p:cNvSpPr>
              <a:spLocks noGrp="1"/>
            </p:cNvSpPr>
            <p:nvPr/>
          </p:nvSpPr>
          <p:spPr>
            <a:xfrm>
              <a:off x="22440305" y="3724275"/>
              <a:ext cx="15379" cy="276225"/>
            </a:xfrm>
            <a:prstGeom prst="rect">
              <a:avLst/>
            </a:prstGeom>
            <a:solidFill>
              <a:srgbClr val="24AA87"/>
            </a:solidFill>
            <a:ln w="0">
              <a:noFill/>
              <a:prstDash val="solid"/>
            </a:ln>
          </p:spPr>
        </p:sp>
        <p:sp>
          <p:nvSpPr>
            <p:cNvPr id="2528" name="four:time-step-strips:time-strip-tₙ-cell-79:2251"/>
            <p:cNvSpPr>
              <a:spLocks noGrp="1"/>
            </p:cNvSpPr>
            <p:nvPr/>
          </p:nvSpPr>
          <p:spPr>
            <a:xfrm>
              <a:off x="22455684" y="3724275"/>
              <a:ext cx="15379" cy="276225"/>
            </a:xfrm>
            <a:prstGeom prst="rect">
              <a:avLst/>
            </a:prstGeom>
            <a:solidFill>
              <a:srgbClr val="49B69B"/>
            </a:solidFill>
            <a:ln w="0">
              <a:noFill/>
              <a:prstDash val="solid"/>
            </a:ln>
          </p:spPr>
        </p:sp>
        <p:sp>
          <p:nvSpPr>
            <p:cNvPr id="2529" name="four:time-step-strips:time-strip-tₙ-cell-80:2252"/>
            <p:cNvSpPr>
              <a:spLocks noGrp="1"/>
            </p:cNvSpPr>
            <p:nvPr/>
          </p:nvSpPr>
          <p:spPr>
            <a:xfrm>
              <a:off x="22471063" y="3724275"/>
              <a:ext cx="15379" cy="276225"/>
            </a:xfrm>
            <a:prstGeom prst="rect">
              <a:avLst/>
            </a:prstGeom>
            <a:solidFill>
              <a:srgbClr val="72C4B2"/>
            </a:solidFill>
            <a:ln w="0">
              <a:noFill/>
              <a:prstDash val="solid"/>
            </a:ln>
          </p:spPr>
        </p:sp>
        <p:sp>
          <p:nvSpPr>
            <p:cNvPr id="2530" name="four:time-step-strips:time-strip-tₙ-cell-81:2253"/>
            <p:cNvSpPr>
              <a:spLocks noGrp="1"/>
            </p:cNvSpPr>
            <p:nvPr/>
          </p:nvSpPr>
          <p:spPr>
            <a:xfrm>
              <a:off x="22486441" y="3724275"/>
              <a:ext cx="15379" cy="276225"/>
            </a:xfrm>
            <a:prstGeom prst="rect">
              <a:avLst/>
            </a:prstGeom>
            <a:solidFill>
              <a:srgbClr val="9CD3CA"/>
            </a:solidFill>
            <a:ln w="0">
              <a:noFill/>
              <a:prstDash val="solid"/>
            </a:ln>
          </p:spPr>
        </p:sp>
        <p:sp>
          <p:nvSpPr>
            <p:cNvPr id="2531" name="four:time-step-strips:time-strip-tₙ-cell-82:2254"/>
            <p:cNvSpPr>
              <a:spLocks noGrp="1"/>
            </p:cNvSpPr>
            <p:nvPr/>
          </p:nvSpPr>
          <p:spPr>
            <a:xfrm>
              <a:off x="22501820" y="3724275"/>
              <a:ext cx="15379" cy="276225"/>
            </a:xfrm>
            <a:prstGeom prst="rect">
              <a:avLst/>
            </a:prstGeom>
            <a:solidFill>
              <a:srgbClr val="D3DAE6"/>
            </a:solidFill>
            <a:ln w="0">
              <a:noFill/>
              <a:prstDash val="solid"/>
            </a:ln>
          </p:spPr>
        </p:sp>
        <p:sp>
          <p:nvSpPr>
            <p:cNvPr id="2532" name="four:time-step-strips:time-strip-tₙ-cell-83:2255"/>
            <p:cNvSpPr>
              <a:spLocks noGrp="1"/>
            </p:cNvSpPr>
            <p:nvPr/>
          </p:nvSpPr>
          <p:spPr>
            <a:xfrm>
              <a:off x="22517199" y="3724275"/>
              <a:ext cx="15379" cy="276225"/>
            </a:xfrm>
            <a:prstGeom prst="rect">
              <a:avLst/>
            </a:prstGeom>
            <a:solidFill>
              <a:srgbClr val="DAE5EC"/>
            </a:solidFill>
            <a:ln w="0">
              <a:noFill/>
              <a:prstDash val="solid"/>
            </a:ln>
          </p:spPr>
        </p:sp>
        <p:sp>
          <p:nvSpPr>
            <p:cNvPr id="2533" name="four:time-step-strips:time-strip-tₙ-cell-84:2256"/>
            <p:cNvSpPr>
              <a:spLocks noGrp="1"/>
            </p:cNvSpPr>
            <p:nvPr/>
          </p:nvSpPr>
          <p:spPr>
            <a:xfrm>
              <a:off x="22532578" y="3724275"/>
              <a:ext cx="15379" cy="276225"/>
            </a:xfrm>
            <a:prstGeom prst="rect">
              <a:avLst/>
            </a:prstGeom>
            <a:solidFill>
              <a:srgbClr val="DCE8ED"/>
            </a:solidFill>
            <a:ln w="0">
              <a:noFill/>
              <a:prstDash val="solid"/>
            </a:ln>
          </p:spPr>
        </p:sp>
        <p:sp>
          <p:nvSpPr>
            <p:cNvPr id="2534" name="four:time-step-strips:time-strip-tₙ-cell-85:2257"/>
            <p:cNvSpPr>
              <a:spLocks noGrp="1"/>
            </p:cNvSpPr>
            <p:nvPr/>
          </p:nvSpPr>
          <p:spPr>
            <a:xfrm>
              <a:off x="22547957" y="3724275"/>
              <a:ext cx="15379" cy="276225"/>
            </a:xfrm>
            <a:prstGeom prst="rect">
              <a:avLst/>
            </a:prstGeom>
            <a:solidFill>
              <a:srgbClr val="DCE8ED"/>
            </a:solidFill>
            <a:ln w="0">
              <a:noFill/>
              <a:prstDash val="solid"/>
            </a:ln>
          </p:spPr>
        </p:sp>
        <p:sp>
          <p:nvSpPr>
            <p:cNvPr id="2535" name="four:time-step-strips:time-strip-tₙ-cell-86:2258"/>
            <p:cNvSpPr>
              <a:spLocks noGrp="1"/>
            </p:cNvSpPr>
            <p:nvPr/>
          </p:nvSpPr>
          <p:spPr>
            <a:xfrm>
              <a:off x="22563336" y="3724275"/>
              <a:ext cx="15379" cy="276225"/>
            </a:xfrm>
            <a:prstGeom prst="rect">
              <a:avLst/>
            </a:prstGeom>
            <a:solidFill>
              <a:srgbClr val="DCE8ED"/>
            </a:solidFill>
            <a:ln w="0">
              <a:noFill/>
              <a:prstDash val="solid"/>
            </a:ln>
          </p:spPr>
        </p:sp>
        <p:sp>
          <p:nvSpPr>
            <p:cNvPr id="2536" name="four:time-step-strips:time-strip-tₙ-cell-87:2259"/>
            <p:cNvSpPr>
              <a:spLocks noGrp="1"/>
            </p:cNvSpPr>
            <p:nvPr/>
          </p:nvSpPr>
          <p:spPr>
            <a:xfrm>
              <a:off x="22578715" y="3724275"/>
              <a:ext cx="15379" cy="276225"/>
            </a:xfrm>
            <a:prstGeom prst="rect">
              <a:avLst/>
            </a:prstGeom>
            <a:solidFill>
              <a:srgbClr val="DCE8ED"/>
            </a:solidFill>
            <a:ln w="0">
              <a:noFill/>
              <a:prstDash val="solid"/>
            </a:ln>
          </p:spPr>
        </p:sp>
        <p:sp>
          <p:nvSpPr>
            <p:cNvPr id="2537" name="four:time-step-strips:time-strip-tₙ-cell-88:2260"/>
            <p:cNvSpPr>
              <a:spLocks noGrp="1"/>
            </p:cNvSpPr>
            <p:nvPr/>
          </p:nvSpPr>
          <p:spPr>
            <a:xfrm>
              <a:off x="22594094" y="3724275"/>
              <a:ext cx="15379" cy="276225"/>
            </a:xfrm>
            <a:prstGeom prst="rect">
              <a:avLst/>
            </a:prstGeom>
            <a:solidFill>
              <a:srgbClr val="DCE8ED"/>
            </a:solidFill>
            <a:ln w="0">
              <a:noFill/>
              <a:prstDash val="solid"/>
            </a:ln>
          </p:spPr>
        </p:sp>
        <p:sp>
          <p:nvSpPr>
            <p:cNvPr id="2538" name="four:time-step-strips:time-strip-tₙ-cell-89:2261"/>
            <p:cNvSpPr>
              <a:spLocks noGrp="1"/>
            </p:cNvSpPr>
            <p:nvPr/>
          </p:nvSpPr>
          <p:spPr>
            <a:xfrm>
              <a:off x="22609473" y="3724275"/>
              <a:ext cx="15379" cy="276225"/>
            </a:xfrm>
            <a:prstGeom prst="rect">
              <a:avLst/>
            </a:prstGeom>
            <a:solidFill>
              <a:srgbClr val="DCE8ED"/>
            </a:solidFill>
            <a:ln w="0">
              <a:noFill/>
              <a:prstDash val="solid"/>
            </a:ln>
          </p:spPr>
        </p:sp>
        <p:sp>
          <p:nvSpPr>
            <p:cNvPr id="2539" name="four:time-step-strips:time-strip-tₙ-cell-90:2262"/>
            <p:cNvSpPr>
              <a:spLocks noGrp="1"/>
            </p:cNvSpPr>
            <p:nvPr/>
          </p:nvSpPr>
          <p:spPr>
            <a:xfrm>
              <a:off x="22624852" y="3724275"/>
              <a:ext cx="15379" cy="276225"/>
            </a:xfrm>
            <a:prstGeom prst="rect">
              <a:avLst/>
            </a:prstGeom>
            <a:solidFill>
              <a:srgbClr val="DCE8ED"/>
            </a:solidFill>
            <a:ln w="0">
              <a:noFill/>
              <a:prstDash val="solid"/>
            </a:ln>
          </p:spPr>
        </p:sp>
        <p:sp>
          <p:nvSpPr>
            <p:cNvPr id="2540" name="four:time-step-strips:time-strip-tₙ-cell-91:2263"/>
            <p:cNvSpPr>
              <a:spLocks noGrp="1"/>
            </p:cNvSpPr>
            <p:nvPr/>
          </p:nvSpPr>
          <p:spPr>
            <a:xfrm>
              <a:off x="22640230" y="3724275"/>
              <a:ext cx="15379" cy="276225"/>
            </a:xfrm>
            <a:prstGeom prst="rect">
              <a:avLst/>
            </a:prstGeom>
            <a:solidFill>
              <a:srgbClr val="DCE8ED"/>
            </a:solidFill>
            <a:ln w="0">
              <a:noFill/>
              <a:prstDash val="solid"/>
            </a:ln>
          </p:spPr>
        </p:sp>
        <p:sp>
          <p:nvSpPr>
            <p:cNvPr id="2541" name="four:time-step-strips:time-strip-tₙ-cell-92:2264"/>
            <p:cNvSpPr>
              <a:spLocks noGrp="1"/>
            </p:cNvSpPr>
            <p:nvPr/>
          </p:nvSpPr>
          <p:spPr>
            <a:xfrm>
              <a:off x="22655609" y="3724275"/>
              <a:ext cx="15379" cy="276225"/>
            </a:xfrm>
            <a:prstGeom prst="rect">
              <a:avLst/>
            </a:prstGeom>
            <a:solidFill>
              <a:srgbClr val="DCE8ED"/>
            </a:solidFill>
            <a:ln w="0">
              <a:noFill/>
              <a:prstDash val="solid"/>
            </a:ln>
          </p:spPr>
        </p:sp>
        <p:sp>
          <p:nvSpPr>
            <p:cNvPr id="2542" name="four:time-step-strips:time-strip-tₙ-cell-93:2265"/>
            <p:cNvSpPr>
              <a:spLocks noGrp="1"/>
            </p:cNvSpPr>
            <p:nvPr/>
          </p:nvSpPr>
          <p:spPr>
            <a:xfrm>
              <a:off x="22670988" y="3724275"/>
              <a:ext cx="15379" cy="276225"/>
            </a:xfrm>
            <a:prstGeom prst="rect">
              <a:avLst/>
            </a:prstGeom>
            <a:solidFill>
              <a:srgbClr val="DCE8ED"/>
            </a:solidFill>
            <a:ln w="0">
              <a:noFill/>
              <a:prstDash val="solid"/>
            </a:ln>
          </p:spPr>
        </p:sp>
        <p:sp>
          <p:nvSpPr>
            <p:cNvPr id="2543" name="four:time-step-strips:time-strip-tₙ-cell-94:2266"/>
            <p:cNvSpPr>
              <a:spLocks noGrp="1"/>
            </p:cNvSpPr>
            <p:nvPr/>
          </p:nvSpPr>
          <p:spPr>
            <a:xfrm>
              <a:off x="22686367" y="3724275"/>
              <a:ext cx="15379" cy="276225"/>
            </a:xfrm>
            <a:prstGeom prst="rect">
              <a:avLst/>
            </a:prstGeom>
            <a:solidFill>
              <a:srgbClr val="DCE8ED"/>
            </a:solidFill>
            <a:ln w="0">
              <a:noFill/>
              <a:prstDash val="solid"/>
            </a:ln>
          </p:spPr>
        </p:sp>
        <p:sp>
          <p:nvSpPr>
            <p:cNvPr id="2544" name="four:time-step-strips:time-strip-tₙ-cell-95:2267"/>
            <p:cNvSpPr>
              <a:spLocks noGrp="1"/>
            </p:cNvSpPr>
            <p:nvPr/>
          </p:nvSpPr>
          <p:spPr>
            <a:xfrm>
              <a:off x="22701746" y="3724275"/>
              <a:ext cx="15379" cy="276225"/>
            </a:xfrm>
            <a:prstGeom prst="rect">
              <a:avLst/>
            </a:prstGeom>
            <a:solidFill>
              <a:srgbClr val="DCE8ED"/>
            </a:solidFill>
            <a:ln w="0">
              <a:noFill/>
              <a:prstDash val="solid"/>
            </a:ln>
          </p:spPr>
        </p:sp>
        <p:sp>
          <p:nvSpPr>
            <p:cNvPr id="2545" name="four:time-step-strips:time-strip-tₙ-cell-96:2268"/>
            <p:cNvSpPr>
              <a:spLocks noGrp="1"/>
            </p:cNvSpPr>
            <p:nvPr/>
          </p:nvSpPr>
          <p:spPr>
            <a:xfrm>
              <a:off x="22717125" y="3724275"/>
              <a:ext cx="15379" cy="276225"/>
            </a:xfrm>
            <a:prstGeom prst="rect">
              <a:avLst/>
            </a:prstGeom>
            <a:solidFill>
              <a:srgbClr val="DCE8ED"/>
            </a:solidFill>
            <a:ln w="0">
              <a:noFill/>
              <a:prstDash val="solid"/>
            </a:ln>
          </p:spPr>
        </p:sp>
        <p:sp>
          <p:nvSpPr>
            <p:cNvPr id="2546" name="four:time-step-strips:time-strip-tₙ-cell-97:2269"/>
            <p:cNvSpPr>
              <a:spLocks noGrp="1"/>
            </p:cNvSpPr>
            <p:nvPr/>
          </p:nvSpPr>
          <p:spPr>
            <a:xfrm>
              <a:off x="22732504" y="3724275"/>
              <a:ext cx="15379" cy="276225"/>
            </a:xfrm>
            <a:prstGeom prst="rect">
              <a:avLst/>
            </a:prstGeom>
            <a:solidFill>
              <a:srgbClr val="DCE8ED"/>
            </a:solidFill>
            <a:ln w="0">
              <a:noFill/>
              <a:prstDash val="solid"/>
            </a:ln>
          </p:spPr>
        </p:sp>
        <p:sp>
          <p:nvSpPr>
            <p:cNvPr id="2547" name="four:time-step-strips:time-strip-tₙ-cell-98:2270"/>
            <p:cNvSpPr>
              <a:spLocks noGrp="1"/>
            </p:cNvSpPr>
            <p:nvPr/>
          </p:nvSpPr>
          <p:spPr>
            <a:xfrm>
              <a:off x="22747883" y="3724275"/>
              <a:ext cx="15379" cy="276225"/>
            </a:xfrm>
            <a:prstGeom prst="rect">
              <a:avLst/>
            </a:prstGeom>
            <a:solidFill>
              <a:srgbClr val="DCE8ED"/>
            </a:solidFill>
            <a:ln w="0">
              <a:noFill/>
              <a:prstDash val="solid"/>
            </a:ln>
          </p:spPr>
        </p:sp>
        <p:sp>
          <p:nvSpPr>
            <p:cNvPr id="2548" name="four:time-step-strips:time-strip-tₙ-cell-99:2271"/>
            <p:cNvSpPr>
              <a:spLocks noGrp="1"/>
            </p:cNvSpPr>
            <p:nvPr/>
          </p:nvSpPr>
          <p:spPr>
            <a:xfrm>
              <a:off x="22763262" y="3724275"/>
              <a:ext cx="15379" cy="276225"/>
            </a:xfrm>
            <a:prstGeom prst="rect">
              <a:avLst/>
            </a:prstGeom>
            <a:solidFill>
              <a:srgbClr val="DCE8ED"/>
            </a:solidFill>
            <a:ln w="0">
              <a:noFill/>
              <a:prstDash val="solid"/>
            </a:ln>
          </p:spPr>
        </p:sp>
        <p:sp>
          <p:nvSpPr>
            <p:cNvPr id="2549" name="four:time-step-strips:time-strip-tₙ-cell-100:2272"/>
            <p:cNvSpPr>
              <a:spLocks noGrp="1"/>
            </p:cNvSpPr>
            <p:nvPr/>
          </p:nvSpPr>
          <p:spPr>
            <a:xfrm>
              <a:off x="22778641" y="3724275"/>
              <a:ext cx="15379" cy="276225"/>
            </a:xfrm>
            <a:prstGeom prst="rect">
              <a:avLst/>
            </a:prstGeom>
            <a:solidFill>
              <a:srgbClr val="DCE8ED"/>
            </a:solidFill>
            <a:ln w="0">
              <a:noFill/>
              <a:prstDash val="solid"/>
            </a:ln>
          </p:spPr>
        </p:sp>
        <p:sp>
          <p:nvSpPr>
            <p:cNvPr id="2550" name="four:time-step-strips:time-strip-tₙ-cell-101:2273"/>
            <p:cNvSpPr>
              <a:spLocks noGrp="1"/>
            </p:cNvSpPr>
            <p:nvPr/>
          </p:nvSpPr>
          <p:spPr>
            <a:xfrm>
              <a:off x="22794020" y="3724275"/>
              <a:ext cx="15379" cy="276225"/>
            </a:xfrm>
            <a:prstGeom prst="rect">
              <a:avLst/>
            </a:prstGeom>
            <a:solidFill>
              <a:srgbClr val="DCE8ED"/>
            </a:solidFill>
            <a:ln w="0">
              <a:noFill/>
              <a:prstDash val="solid"/>
            </a:ln>
          </p:spPr>
        </p:sp>
        <p:sp>
          <p:nvSpPr>
            <p:cNvPr id="2551" name="four:time-step-strips:time-strip-tₙ-cell-102:2274"/>
            <p:cNvSpPr>
              <a:spLocks noGrp="1"/>
            </p:cNvSpPr>
            <p:nvPr/>
          </p:nvSpPr>
          <p:spPr>
            <a:xfrm>
              <a:off x="22809398" y="3724275"/>
              <a:ext cx="15379" cy="276225"/>
            </a:xfrm>
            <a:prstGeom prst="rect">
              <a:avLst/>
            </a:prstGeom>
            <a:solidFill>
              <a:srgbClr val="DCE8ED"/>
            </a:solidFill>
            <a:ln w="0">
              <a:noFill/>
              <a:prstDash val="solid"/>
            </a:ln>
          </p:spPr>
        </p:sp>
        <p:sp>
          <p:nvSpPr>
            <p:cNvPr id="2552" name="four:time-step-strips:time-strip-tₙ-cell-103:2275"/>
            <p:cNvSpPr>
              <a:spLocks noGrp="1"/>
            </p:cNvSpPr>
            <p:nvPr/>
          </p:nvSpPr>
          <p:spPr>
            <a:xfrm>
              <a:off x="22824777" y="3724275"/>
              <a:ext cx="15379" cy="276225"/>
            </a:xfrm>
            <a:prstGeom prst="rect">
              <a:avLst/>
            </a:prstGeom>
            <a:solidFill>
              <a:srgbClr val="DCE8ED"/>
            </a:solidFill>
            <a:ln w="0">
              <a:noFill/>
              <a:prstDash val="solid"/>
            </a:ln>
          </p:spPr>
        </p:sp>
        <p:sp>
          <p:nvSpPr>
            <p:cNvPr id="2553" name="four:time-step-strips:time-strip-tₙ-cell-104:2276"/>
            <p:cNvSpPr>
              <a:spLocks noGrp="1"/>
            </p:cNvSpPr>
            <p:nvPr/>
          </p:nvSpPr>
          <p:spPr>
            <a:xfrm>
              <a:off x="22840156" y="3724275"/>
              <a:ext cx="15379" cy="276225"/>
            </a:xfrm>
            <a:prstGeom prst="rect">
              <a:avLst/>
            </a:prstGeom>
            <a:solidFill>
              <a:srgbClr val="DCE8ED"/>
            </a:solidFill>
            <a:ln w="0">
              <a:noFill/>
              <a:prstDash val="solid"/>
            </a:ln>
          </p:spPr>
        </p:sp>
        <p:sp>
          <p:nvSpPr>
            <p:cNvPr id="2554" name="four:time-step-strips:time-strip-tₙ-cell-105:2277"/>
            <p:cNvSpPr>
              <a:spLocks noGrp="1"/>
            </p:cNvSpPr>
            <p:nvPr/>
          </p:nvSpPr>
          <p:spPr>
            <a:xfrm>
              <a:off x="22855535" y="3724275"/>
              <a:ext cx="15379" cy="276225"/>
            </a:xfrm>
            <a:prstGeom prst="rect">
              <a:avLst/>
            </a:prstGeom>
            <a:solidFill>
              <a:srgbClr val="DCE8ED"/>
            </a:solidFill>
            <a:ln w="0">
              <a:noFill/>
              <a:prstDash val="solid"/>
            </a:ln>
          </p:spPr>
        </p:sp>
        <p:sp>
          <p:nvSpPr>
            <p:cNvPr id="2555" name="four:time-step-strips:time-strip-tₙ-cell-106:2278"/>
            <p:cNvSpPr>
              <a:spLocks noGrp="1"/>
            </p:cNvSpPr>
            <p:nvPr/>
          </p:nvSpPr>
          <p:spPr>
            <a:xfrm>
              <a:off x="22870914" y="3724275"/>
              <a:ext cx="15379" cy="276225"/>
            </a:xfrm>
            <a:prstGeom prst="rect">
              <a:avLst/>
            </a:prstGeom>
            <a:solidFill>
              <a:srgbClr val="DCE8ED"/>
            </a:solidFill>
            <a:ln w="0">
              <a:noFill/>
              <a:prstDash val="solid"/>
            </a:ln>
          </p:spPr>
        </p:sp>
        <p:sp>
          <p:nvSpPr>
            <p:cNvPr id="2556" name="four:time-step-strips:time-strip-tₙ-cell-107:2279"/>
            <p:cNvSpPr>
              <a:spLocks noGrp="1"/>
            </p:cNvSpPr>
            <p:nvPr/>
          </p:nvSpPr>
          <p:spPr>
            <a:xfrm>
              <a:off x="22886293" y="3724275"/>
              <a:ext cx="15379" cy="276225"/>
            </a:xfrm>
            <a:prstGeom prst="rect">
              <a:avLst/>
            </a:prstGeom>
            <a:solidFill>
              <a:srgbClr val="DCE8ED"/>
            </a:solidFill>
            <a:ln w="0">
              <a:noFill/>
              <a:prstDash val="solid"/>
            </a:ln>
          </p:spPr>
        </p:sp>
        <p:sp>
          <p:nvSpPr>
            <p:cNvPr id="2557" name="four:time-step-strips:time-strip-tₙ-cell-108:2280"/>
            <p:cNvSpPr>
              <a:spLocks noGrp="1"/>
            </p:cNvSpPr>
            <p:nvPr/>
          </p:nvSpPr>
          <p:spPr>
            <a:xfrm>
              <a:off x="22901672" y="3724275"/>
              <a:ext cx="15379" cy="276225"/>
            </a:xfrm>
            <a:prstGeom prst="rect">
              <a:avLst/>
            </a:prstGeom>
            <a:solidFill>
              <a:srgbClr val="DCE8ED"/>
            </a:solidFill>
            <a:ln w="0">
              <a:noFill/>
              <a:prstDash val="solid"/>
            </a:ln>
          </p:spPr>
        </p:sp>
        <p:sp>
          <p:nvSpPr>
            <p:cNvPr id="2558" name="four:time-step-strips:time-strip-tₙ-cell-109:2281"/>
            <p:cNvSpPr>
              <a:spLocks noGrp="1"/>
            </p:cNvSpPr>
            <p:nvPr/>
          </p:nvSpPr>
          <p:spPr>
            <a:xfrm>
              <a:off x="22917051" y="3724275"/>
              <a:ext cx="15379" cy="276225"/>
            </a:xfrm>
            <a:prstGeom prst="rect">
              <a:avLst/>
            </a:prstGeom>
            <a:solidFill>
              <a:srgbClr val="DCE8ED"/>
            </a:solidFill>
            <a:ln w="0">
              <a:noFill/>
              <a:prstDash val="solid"/>
            </a:ln>
          </p:spPr>
        </p:sp>
        <p:sp>
          <p:nvSpPr>
            <p:cNvPr id="2559" name="four:time-step-strips:time-strip-tₙ-cell-110:2282"/>
            <p:cNvSpPr>
              <a:spLocks noGrp="1"/>
            </p:cNvSpPr>
            <p:nvPr/>
          </p:nvSpPr>
          <p:spPr>
            <a:xfrm>
              <a:off x="22932430" y="3724275"/>
              <a:ext cx="15379" cy="276225"/>
            </a:xfrm>
            <a:prstGeom prst="rect">
              <a:avLst/>
            </a:prstGeom>
            <a:solidFill>
              <a:srgbClr val="DBE7ED"/>
            </a:solidFill>
            <a:ln w="0">
              <a:noFill/>
              <a:prstDash val="solid"/>
            </a:ln>
          </p:spPr>
        </p:sp>
        <p:sp>
          <p:nvSpPr>
            <p:cNvPr id="2560" name="four:time-step-strips:time-strip-tₙ-cell-111:2283"/>
            <p:cNvSpPr>
              <a:spLocks noGrp="1"/>
            </p:cNvSpPr>
            <p:nvPr/>
          </p:nvSpPr>
          <p:spPr>
            <a:xfrm>
              <a:off x="22947809" y="3724275"/>
              <a:ext cx="15379" cy="276225"/>
            </a:xfrm>
            <a:prstGeom prst="rect">
              <a:avLst/>
            </a:prstGeom>
            <a:solidFill>
              <a:srgbClr val="D0E0E7"/>
            </a:solidFill>
            <a:ln w="0">
              <a:noFill/>
              <a:prstDash val="solid"/>
            </a:ln>
          </p:spPr>
        </p:sp>
        <p:sp>
          <p:nvSpPr>
            <p:cNvPr id="2561" name="four:time-step-strips:time-strip-tₙ-cell-112:2284"/>
            <p:cNvSpPr>
              <a:spLocks noGrp="1"/>
            </p:cNvSpPr>
            <p:nvPr/>
          </p:nvSpPr>
          <p:spPr>
            <a:xfrm>
              <a:off x="22963188" y="3724275"/>
              <a:ext cx="15379" cy="276225"/>
            </a:xfrm>
            <a:prstGeom prst="rect">
              <a:avLst/>
            </a:prstGeom>
            <a:solidFill>
              <a:srgbClr val="ABCEE0"/>
            </a:solidFill>
            <a:ln w="0">
              <a:noFill/>
              <a:prstDash val="solid"/>
            </a:ln>
          </p:spPr>
        </p:sp>
        <p:sp>
          <p:nvSpPr>
            <p:cNvPr id="2562" name="four:time-step-strips:time-strip-tₙ-cell-113:2285"/>
            <p:cNvSpPr>
              <a:spLocks noGrp="1"/>
            </p:cNvSpPr>
            <p:nvPr/>
          </p:nvSpPr>
          <p:spPr>
            <a:xfrm>
              <a:off x="22978566" y="3724275"/>
              <a:ext cx="15379" cy="276225"/>
            </a:xfrm>
            <a:prstGeom prst="rect">
              <a:avLst/>
            </a:prstGeom>
            <a:solidFill>
              <a:srgbClr val="84B9D5"/>
            </a:solidFill>
            <a:ln w="0">
              <a:noFill/>
              <a:prstDash val="solid"/>
            </a:ln>
          </p:spPr>
        </p:sp>
        <p:sp>
          <p:nvSpPr>
            <p:cNvPr id="2563" name="four:time-step-strips:time-strip-tₙ-cell-114:2286"/>
            <p:cNvSpPr>
              <a:spLocks noGrp="1"/>
            </p:cNvSpPr>
            <p:nvPr/>
          </p:nvSpPr>
          <p:spPr>
            <a:xfrm>
              <a:off x="22993945" y="3724275"/>
              <a:ext cx="15379" cy="276225"/>
            </a:xfrm>
            <a:prstGeom prst="rect">
              <a:avLst/>
            </a:prstGeom>
            <a:solidFill>
              <a:srgbClr val="58A1CA"/>
            </a:solidFill>
            <a:ln w="0">
              <a:noFill/>
              <a:prstDash val="solid"/>
            </a:ln>
          </p:spPr>
        </p:sp>
        <p:sp>
          <p:nvSpPr>
            <p:cNvPr id="2564" name="four:time-step-strips:time-strip-tₙ-cell-115:2287"/>
            <p:cNvSpPr>
              <a:spLocks noGrp="1"/>
            </p:cNvSpPr>
            <p:nvPr/>
          </p:nvSpPr>
          <p:spPr>
            <a:xfrm>
              <a:off x="23009324" y="3724275"/>
              <a:ext cx="15379" cy="276225"/>
            </a:xfrm>
            <a:prstGeom prst="rect">
              <a:avLst/>
            </a:prstGeom>
            <a:solidFill>
              <a:srgbClr val="318CBF"/>
            </a:solidFill>
            <a:ln w="0">
              <a:noFill/>
              <a:prstDash val="solid"/>
            </a:ln>
          </p:spPr>
        </p:sp>
        <p:sp>
          <p:nvSpPr>
            <p:cNvPr id="2565" name="four:time-step-strips:time-strip-tₙ-cell-116:2288"/>
            <p:cNvSpPr>
              <a:spLocks noGrp="1"/>
            </p:cNvSpPr>
            <p:nvPr/>
          </p:nvSpPr>
          <p:spPr>
            <a:xfrm>
              <a:off x="23024703" y="3724275"/>
              <a:ext cx="15379" cy="276225"/>
            </a:xfrm>
            <a:prstGeom prst="rect">
              <a:avLst/>
            </a:prstGeom>
            <a:solidFill>
              <a:srgbClr val="127CB7"/>
            </a:solidFill>
            <a:ln w="0">
              <a:noFill/>
              <a:prstDash val="solid"/>
            </a:ln>
          </p:spPr>
        </p:sp>
        <p:sp>
          <p:nvSpPr>
            <p:cNvPr id="2566" name="four:time-step-strips:time-strip-tₙ-cell-117:2289"/>
            <p:cNvSpPr>
              <a:spLocks noGrp="1"/>
            </p:cNvSpPr>
            <p:nvPr/>
          </p:nvSpPr>
          <p:spPr>
            <a:xfrm>
              <a:off x="23040082" y="3724275"/>
              <a:ext cx="15379" cy="276225"/>
            </a:xfrm>
            <a:prstGeom prst="rect">
              <a:avLst/>
            </a:prstGeom>
            <a:solidFill>
              <a:srgbClr val="0173B2"/>
            </a:solidFill>
            <a:ln w="0">
              <a:noFill/>
              <a:prstDash val="solid"/>
            </a:ln>
          </p:spPr>
        </p:sp>
        <p:sp>
          <p:nvSpPr>
            <p:cNvPr id="2567" name="four:time-step-strips:time-strip-tₙ-cell-118:2290"/>
            <p:cNvSpPr>
              <a:spLocks noGrp="1"/>
            </p:cNvSpPr>
            <p:nvPr/>
          </p:nvSpPr>
          <p:spPr>
            <a:xfrm>
              <a:off x="23055461" y="3724275"/>
              <a:ext cx="15379" cy="276225"/>
            </a:xfrm>
            <a:prstGeom prst="rect">
              <a:avLst/>
            </a:prstGeom>
            <a:solidFill>
              <a:srgbClr val="0072B2"/>
            </a:solidFill>
            <a:ln w="0">
              <a:noFill/>
              <a:prstDash val="solid"/>
            </a:ln>
          </p:spPr>
        </p:sp>
        <p:sp>
          <p:nvSpPr>
            <p:cNvPr id="2568" name="four:time-step-strips:time-strip-tₙ-cell-119:2291"/>
            <p:cNvSpPr>
              <a:spLocks noGrp="1"/>
            </p:cNvSpPr>
            <p:nvPr/>
          </p:nvSpPr>
          <p:spPr>
            <a:xfrm>
              <a:off x="23070840" y="3724275"/>
              <a:ext cx="15379" cy="276225"/>
            </a:xfrm>
            <a:prstGeom prst="rect">
              <a:avLst/>
            </a:prstGeom>
            <a:solidFill>
              <a:srgbClr val="0072B2"/>
            </a:solidFill>
            <a:ln w="0">
              <a:noFill/>
              <a:prstDash val="solid"/>
            </a:ln>
          </p:spPr>
        </p:sp>
        <p:sp>
          <p:nvSpPr>
            <p:cNvPr id="2569" name="four:time-step-strips:time-strip-tₙ-cell-120:2292"/>
            <p:cNvSpPr>
              <a:spLocks noGrp="1"/>
            </p:cNvSpPr>
            <p:nvPr/>
          </p:nvSpPr>
          <p:spPr>
            <a:xfrm>
              <a:off x="23086219" y="3724275"/>
              <a:ext cx="15379" cy="276225"/>
            </a:xfrm>
            <a:prstGeom prst="rect">
              <a:avLst/>
            </a:prstGeom>
            <a:solidFill>
              <a:srgbClr val="0072B2"/>
            </a:solidFill>
            <a:ln w="0">
              <a:noFill/>
              <a:prstDash val="solid"/>
            </a:ln>
          </p:spPr>
        </p:sp>
        <p:sp>
          <p:nvSpPr>
            <p:cNvPr id="2570" name="four:time-step-strips:time-strip-tₙ-cell-121:2293"/>
            <p:cNvSpPr>
              <a:spLocks noGrp="1"/>
            </p:cNvSpPr>
            <p:nvPr/>
          </p:nvSpPr>
          <p:spPr>
            <a:xfrm>
              <a:off x="23101598" y="3724275"/>
              <a:ext cx="15379" cy="276225"/>
            </a:xfrm>
            <a:prstGeom prst="rect">
              <a:avLst/>
            </a:prstGeom>
            <a:solidFill>
              <a:srgbClr val="0072B2"/>
            </a:solidFill>
            <a:ln w="0">
              <a:noFill/>
              <a:prstDash val="solid"/>
            </a:ln>
          </p:spPr>
        </p:sp>
        <p:sp>
          <p:nvSpPr>
            <p:cNvPr id="2571" name="four:time-step-strips:time-strip-tₙ-cell-122:2294"/>
            <p:cNvSpPr>
              <a:spLocks noGrp="1"/>
            </p:cNvSpPr>
            <p:nvPr/>
          </p:nvSpPr>
          <p:spPr>
            <a:xfrm>
              <a:off x="23116977" y="3724275"/>
              <a:ext cx="15379" cy="276225"/>
            </a:xfrm>
            <a:prstGeom prst="rect">
              <a:avLst/>
            </a:prstGeom>
            <a:solidFill>
              <a:srgbClr val="0072B2"/>
            </a:solidFill>
            <a:ln w="0">
              <a:noFill/>
              <a:prstDash val="solid"/>
            </a:ln>
          </p:spPr>
        </p:sp>
        <p:sp>
          <p:nvSpPr>
            <p:cNvPr id="2572" name="four:time-step-strips:time-strip-tₙ-cell-123:2295"/>
            <p:cNvSpPr>
              <a:spLocks noGrp="1"/>
            </p:cNvSpPr>
            <p:nvPr/>
          </p:nvSpPr>
          <p:spPr>
            <a:xfrm>
              <a:off x="23132355" y="3724275"/>
              <a:ext cx="15379" cy="276225"/>
            </a:xfrm>
            <a:prstGeom prst="rect">
              <a:avLst/>
            </a:prstGeom>
            <a:solidFill>
              <a:srgbClr val="0072B2"/>
            </a:solidFill>
            <a:ln w="0">
              <a:noFill/>
              <a:prstDash val="solid"/>
            </a:ln>
          </p:spPr>
        </p:sp>
        <p:sp>
          <p:nvSpPr>
            <p:cNvPr id="2573" name="four:time-step-strips:time-strip-tₙ-cell-124:2296"/>
            <p:cNvSpPr>
              <a:spLocks noGrp="1"/>
            </p:cNvSpPr>
            <p:nvPr/>
          </p:nvSpPr>
          <p:spPr>
            <a:xfrm>
              <a:off x="23147734" y="3724275"/>
              <a:ext cx="15379" cy="276225"/>
            </a:xfrm>
            <a:prstGeom prst="rect">
              <a:avLst/>
            </a:prstGeom>
            <a:solidFill>
              <a:srgbClr val="0072B2"/>
            </a:solidFill>
            <a:ln w="0">
              <a:noFill/>
              <a:prstDash val="solid"/>
            </a:ln>
          </p:spPr>
        </p:sp>
        <p:sp>
          <p:nvSpPr>
            <p:cNvPr id="2574" name="four:time-step-strips:time-strip-tₙ-cell-125:2297"/>
            <p:cNvSpPr>
              <a:spLocks noGrp="1"/>
            </p:cNvSpPr>
            <p:nvPr/>
          </p:nvSpPr>
          <p:spPr>
            <a:xfrm>
              <a:off x="23163113" y="3724275"/>
              <a:ext cx="15379" cy="276225"/>
            </a:xfrm>
            <a:prstGeom prst="rect">
              <a:avLst/>
            </a:prstGeom>
            <a:solidFill>
              <a:srgbClr val="0072B2"/>
            </a:solidFill>
            <a:ln w="0">
              <a:noFill/>
              <a:prstDash val="solid"/>
            </a:ln>
          </p:spPr>
        </p:sp>
        <p:sp>
          <p:nvSpPr>
            <p:cNvPr id="2575" name="four:time-step-strips:time-strip-tₙ-cell-126:2298"/>
            <p:cNvSpPr>
              <a:spLocks noGrp="1"/>
            </p:cNvSpPr>
            <p:nvPr/>
          </p:nvSpPr>
          <p:spPr>
            <a:xfrm>
              <a:off x="23178492" y="3724275"/>
              <a:ext cx="15379" cy="276225"/>
            </a:xfrm>
            <a:prstGeom prst="rect">
              <a:avLst/>
            </a:prstGeom>
            <a:solidFill>
              <a:srgbClr val="0072B2"/>
            </a:solidFill>
            <a:ln w="0">
              <a:noFill/>
              <a:prstDash val="solid"/>
            </a:ln>
          </p:spPr>
        </p:sp>
        <p:sp>
          <p:nvSpPr>
            <p:cNvPr id="2576" name="four:time-step-strips:time-strip-tₙ-cell-127:2299"/>
            <p:cNvSpPr>
              <a:spLocks noGrp="1"/>
            </p:cNvSpPr>
            <p:nvPr/>
          </p:nvSpPr>
          <p:spPr>
            <a:xfrm>
              <a:off x="23193871" y="3724275"/>
              <a:ext cx="15379" cy="276225"/>
            </a:xfrm>
            <a:prstGeom prst="rect">
              <a:avLst/>
            </a:prstGeom>
            <a:solidFill>
              <a:srgbClr val="0072B2"/>
            </a:solidFill>
            <a:ln w="0">
              <a:noFill/>
              <a:prstDash val="solid"/>
            </a:ln>
          </p:spPr>
        </p:sp>
        <p:sp>
          <p:nvSpPr>
            <p:cNvPr id="2577" name="four:time-step-strips:time-strip-tₙ-cell-128:2300"/>
            <p:cNvSpPr>
              <a:spLocks noGrp="1"/>
            </p:cNvSpPr>
            <p:nvPr/>
          </p:nvSpPr>
          <p:spPr>
            <a:xfrm>
              <a:off x="23209250" y="3724275"/>
              <a:ext cx="15379" cy="276225"/>
            </a:xfrm>
            <a:prstGeom prst="rect">
              <a:avLst/>
            </a:prstGeom>
            <a:solidFill>
              <a:srgbClr val="0072B2"/>
            </a:solidFill>
            <a:ln w="0">
              <a:noFill/>
              <a:prstDash val="solid"/>
            </a:ln>
          </p:spPr>
        </p:sp>
        <p:sp>
          <p:nvSpPr>
            <p:cNvPr id="2578" name="four:time-step-strips:time-strip-tₙ-cell-129:2301"/>
            <p:cNvSpPr>
              <a:spLocks noGrp="1"/>
            </p:cNvSpPr>
            <p:nvPr/>
          </p:nvSpPr>
          <p:spPr>
            <a:xfrm>
              <a:off x="23224629" y="3724275"/>
              <a:ext cx="15379" cy="276225"/>
            </a:xfrm>
            <a:prstGeom prst="rect">
              <a:avLst/>
            </a:prstGeom>
            <a:solidFill>
              <a:srgbClr val="0072B2"/>
            </a:solidFill>
            <a:ln w="0">
              <a:noFill/>
              <a:prstDash val="solid"/>
            </a:ln>
          </p:spPr>
        </p:sp>
        <p:sp>
          <p:nvSpPr>
            <p:cNvPr id="2579" name="four:time-step-strips:time-strip-tₙ-cell-130:2302"/>
            <p:cNvSpPr>
              <a:spLocks noGrp="1"/>
            </p:cNvSpPr>
            <p:nvPr/>
          </p:nvSpPr>
          <p:spPr>
            <a:xfrm>
              <a:off x="23240008" y="3724275"/>
              <a:ext cx="15379" cy="276225"/>
            </a:xfrm>
            <a:prstGeom prst="rect">
              <a:avLst/>
            </a:prstGeom>
            <a:solidFill>
              <a:srgbClr val="0072B2"/>
            </a:solidFill>
            <a:ln w="0">
              <a:noFill/>
              <a:prstDash val="solid"/>
            </a:ln>
          </p:spPr>
        </p:sp>
        <p:sp>
          <p:nvSpPr>
            <p:cNvPr id="2580" name="four:time-step-strips:time-strip-tₙ-cell-131:2303"/>
            <p:cNvSpPr>
              <a:spLocks noGrp="1"/>
            </p:cNvSpPr>
            <p:nvPr/>
          </p:nvSpPr>
          <p:spPr>
            <a:xfrm>
              <a:off x="23255387" y="3724275"/>
              <a:ext cx="15379" cy="276225"/>
            </a:xfrm>
            <a:prstGeom prst="rect">
              <a:avLst/>
            </a:prstGeom>
            <a:solidFill>
              <a:srgbClr val="0072B2"/>
            </a:solidFill>
            <a:ln w="0">
              <a:noFill/>
              <a:prstDash val="solid"/>
            </a:ln>
          </p:spPr>
        </p:sp>
        <p:sp>
          <p:nvSpPr>
            <p:cNvPr id="2581" name="four:time-step-strips:time-strip-tₙ-cell-132:2304"/>
            <p:cNvSpPr>
              <a:spLocks noGrp="1"/>
            </p:cNvSpPr>
            <p:nvPr/>
          </p:nvSpPr>
          <p:spPr>
            <a:xfrm>
              <a:off x="23270766" y="3724275"/>
              <a:ext cx="15379" cy="276225"/>
            </a:xfrm>
            <a:prstGeom prst="rect">
              <a:avLst/>
            </a:prstGeom>
            <a:solidFill>
              <a:srgbClr val="0575B3"/>
            </a:solidFill>
            <a:ln w="0">
              <a:noFill/>
              <a:prstDash val="solid"/>
            </a:ln>
          </p:spPr>
        </p:sp>
        <p:sp>
          <p:nvSpPr>
            <p:cNvPr id="2582" name="four:time-step-strips:time-strip-tₙ-cell-133:2305"/>
            <p:cNvSpPr>
              <a:spLocks noGrp="1"/>
            </p:cNvSpPr>
            <p:nvPr/>
          </p:nvSpPr>
          <p:spPr>
            <a:xfrm>
              <a:off x="23286145" y="3724275"/>
              <a:ext cx="15379" cy="276225"/>
            </a:xfrm>
            <a:prstGeom prst="rect">
              <a:avLst/>
            </a:prstGeom>
            <a:solidFill>
              <a:srgbClr val="167EB8"/>
            </a:solidFill>
            <a:ln w="0">
              <a:noFill/>
              <a:prstDash val="solid"/>
            </a:ln>
          </p:spPr>
        </p:sp>
        <p:sp>
          <p:nvSpPr>
            <p:cNvPr id="2583" name="four:time-step-strips:time-strip-tₙ-cell-134:2306"/>
            <p:cNvSpPr>
              <a:spLocks noGrp="1"/>
            </p:cNvSpPr>
            <p:nvPr/>
          </p:nvSpPr>
          <p:spPr>
            <a:xfrm>
              <a:off x="23301523" y="3724275"/>
              <a:ext cx="15379" cy="276225"/>
            </a:xfrm>
            <a:prstGeom prst="rect">
              <a:avLst/>
            </a:prstGeom>
            <a:solidFill>
              <a:srgbClr val="7698A5"/>
            </a:solidFill>
            <a:ln w="0">
              <a:noFill/>
              <a:prstDash val="solid"/>
            </a:ln>
          </p:spPr>
        </p:sp>
        <p:sp>
          <p:nvSpPr>
            <p:cNvPr id="2584" name="four:time-step-strips:time-strip-tₙ-cell-135:2307"/>
            <p:cNvSpPr>
              <a:spLocks noGrp="1"/>
            </p:cNvSpPr>
            <p:nvPr/>
          </p:nvSpPr>
          <p:spPr>
            <a:xfrm>
              <a:off x="23316902" y="3724275"/>
              <a:ext cx="15379" cy="276225"/>
            </a:xfrm>
            <a:prstGeom prst="rect">
              <a:avLst/>
            </a:prstGeom>
            <a:solidFill>
              <a:srgbClr val="92A3A5"/>
            </a:solidFill>
            <a:ln w="0">
              <a:noFill/>
              <a:prstDash val="solid"/>
            </a:ln>
          </p:spPr>
        </p:sp>
        <p:sp>
          <p:nvSpPr>
            <p:cNvPr id="2585" name="four:time-step-strips:time-strip-tₙ-cell-136:2308"/>
            <p:cNvSpPr>
              <a:spLocks noGrp="1"/>
            </p:cNvSpPr>
            <p:nvPr/>
          </p:nvSpPr>
          <p:spPr>
            <a:xfrm>
              <a:off x="23332281" y="3724275"/>
              <a:ext cx="15379" cy="276225"/>
            </a:xfrm>
            <a:prstGeom prst="rect">
              <a:avLst/>
            </a:prstGeom>
            <a:solidFill>
              <a:srgbClr val="AEAFA5"/>
            </a:solidFill>
            <a:ln w="0">
              <a:noFill/>
              <a:prstDash val="solid"/>
            </a:ln>
          </p:spPr>
        </p:sp>
        <p:sp>
          <p:nvSpPr>
            <p:cNvPr id="2586" name="four:time-step-strips:time-strip-tₙ-cell-137:2309"/>
            <p:cNvSpPr>
              <a:spLocks noGrp="1"/>
            </p:cNvSpPr>
            <p:nvPr/>
          </p:nvSpPr>
          <p:spPr>
            <a:xfrm>
              <a:off x="23347660" y="3724275"/>
              <a:ext cx="15379" cy="276225"/>
            </a:xfrm>
            <a:prstGeom prst="rect">
              <a:avLst/>
            </a:prstGeom>
            <a:solidFill>
              <a:srgbClr val="C7B9A5"/>
            </a:solidFill>
            <a:ln w="0">
              <a:noFill/>
              <a:prstDash val="solid"/>
            </a:ln>
          </p:spPr>
        </p:sp>
        <p:sp>
          <p:nvSpPr>
            <p:cNvPr id="2587" name="four:time-step-strips:time-strip-tₙ-cell-138:2310"/>
            <p:cNvSpPr>
              <a:spLocks noGrp="1"/>
            </p:cNvSpPr>
            <p:nvPr/>
          </p:nvSpPr>
          <p:spPr>
            <a:xfrm>
              <a:off x="23363039" y="3724275"/>
              <a:ext cx="15379" cy="276225"/>
            </a:xfrm>
            <a:prstGeom prst="rect">
              <a:avLst/>
            </a:prstGeom>
            <a:solidFill>
              <a:srgbClr val="D4B3CB"/>
            </a:solidFill>
            <a:ln w="0">
              <a:noFill/>
              <a:prstDash val="solid"/>
            </a:ln>
          </p:spPr>
        </p:sp>
        <p:sp>
          <p:nvSpPr>
            <p:cNvPr id="2588" name="four:time-step-strips:time-strip-tₙ-cell-139:2311"/>
            <p:cNvSpPr>
              <a:spLocks noGrp="1"/>
            </p:cNvSpPr>
            <p:nvPr/>
          </p:nvSpPr>
          <p:spPr>
            <a:xfrm>
              <a:off x="23378418" y="3724275"/>
              <a:ext cx="15379" cy="276225"/>
            </a:xfrm>
            <a:prstGeom prst="rect">
              <a:avLst/>
            </a:prstGeom>
            <a:solidFill>
              <a:srgbClr val="D4B4CC"/>
            </a:solidFill>
            <a:ln w="0">
              <a:noFill/>
              <a:prstDash val="solid"/>
            </a:ln>
          </p:spPr>
        </p:sp>
        <p:sp>
          <p:nvSpPr>
            <p:cNvPr id="2589" name="four:time-step-strips:time-strip-tₙ-cell-140:2312"/>
            <p:cNvSpPr>
              <a:spLocks noGrp="1"/>
            </p:cNvSpPr>
            <p:nvPr/>
          </p:nvSpPr>
          <p:spPr>
            <a:xfrm>
              <a:off x="23393797" y="3724275"/>
              <a:ext cx="15379" cy="276225"/>
            </a:xfrm>
            <a:prstGeom prst="rect">
              <a:avLst/>
            </a:prstGeom>
            <a:solidFill>
              <a:srgbClr val="D4B4CC"/>
            </a:solidFill>
            <a:ln w="0">
              <a:noFill/>
              <a:prstDash val="solid"/>
            </a:ln>
          </p:spPr>
        </p:sp>
        <p:sp>
          <p:nvSpPr>
            <p:cNvPr id="2590" name="four:time-step-strips:time-strip-tₙ-cell-141:2313"/>
            <p:cNvSpPr>
              <a:spLocks noGrp="1"/>
            </p:cNvSpPr>
            <p:nvPr/>
          </p:nvSpPr>
          <p:spPr>
            <a:xfrm>
              <a:off x="23409176" y="3724275"/>
              <a:ext cx="15379" cy="276225"/>
            </a:xfrm>
            <a:prstGeom prst="rect">
              <a:avLst/>
            </a:prstGeom>
            <a:solidFill>
              <a:srgbClr val="D4B4CC"/>
            </a:solidFill>
            <a:ln w="0">
              <a:noFill/>
              <a:prstDash val="solid"/>
            </a:ln>
          </p:spPr>
        </p:sp>
        <p:sp>
          <p:nvSpPr>
            <p:cNvPr id="2591" name="four:time-step-strips:time-strip-tₙ-cell-142:2314"/>
            <p:cNvSpPr>
              <a:spLocks noGrp="1"/>
            </p:cNvSpPr>
            <p:nvPr/>
          </p:nvSpPr>
          <p:spPr>
            <a:xfrm>
              <a:off x="23424555" y="3724275"/>
              <a:ext cx="15379" cy="276225"/>
            </a:xfrm>
            <a:prstGeom prst="rect">
              <a:avLst/>
            </a:prstGeom>
            <a:solidFill>
              <a:srgbClr val="D4B4CC"/>
            </a:solidFill>
            <a:ln w="0">
              <a:noFill/>
              <a:prstDash val="solid"/>
            </a:ln>
          </p:spPr>
        </p:sp>
        <p:sp>
          <p:nvSpPr>
            <p:cNvPr id="2592" name="four:time-step-strips:time-strip-tₙ-cell-143:2315"/>
            <p:cNvSpPr>
              <a:spLocks noGrp="1"/>
            </p:cNvSpPr>
            <p:nvPr/>
          </p:nvSpPr>
          <p:spPr>
            <a:xfrm>
              <a:off x="23439934" y="3724275"/>
              <a:ext cx="15379" cy="276225"/>
            </a:xfrm>
            <a:prstGeom prst="rect">
              <a:avLst/>
            </a:prstGeom>
            <a:solidFill>
              <a:srgbClr val="D4B4CC"/>
            </a:solidFill>
            <a:ln w="0">
              <a:noFill/>
              <a:prstDash val="solid"/>
            </a:ln>
          </p:spPr>
        </p:sp>
        <p:sp>
          <p:nvSpPr>
            <p:cNvPr id="2593" name="four:time-step-strips:time-strip-tₙ-cell-144:2316"/>
            <p:cNvSpPr>
              <a:spLocks noGrp="1"/>
            </p:cNvSpPr>
            <p:nvPr/>
          </p:nvSpPr>
          <p:spPr>
            <a:xfrm>
              <a:off x="23455313" y="3724275"/>
              <a:ext cx="15379" cy="276225"/>
            </a:xfrm>
            <a:prstGeom prst="rect">
              <a:avLst/>
            </a:prstGeom>
            <a:solidFill>
              <a:srgbClr val="D4B4CC"/>
            </a:solidFill>
            <a:ln w="0">
              <a:noFill/>
              <a:prstDash val="solid"/>
            </a:ln>
          </p:spPr>
        </p:sp>
        <p:sp>
          <p:nvSpPr>
            <p:cNvPr id="2594" name="four:time-step-strips:time-strip-tₙ-cell-145:2317"/>
            <p:cNvSpPr>
              <a:spLocks noGrp="1"/>
            </p:cNvSpPr>
            <p:nvPr/>
          </p:nvSpPr>
          <p:spPr>
            <a:xfrm>
              <a:off x="23470691" y="3724275"/>
              <a:ext cx="15379" cy="276225"/>
            </a:xfrm>
            <a:prstGeom prst="rect">
              <a:avLst/>
            </a:prstGeom>
            <a:solidFill>
              <a:srgbClr val="D4B4CC"/>
            </a:solidFill>
            <a:ln w="0">
              <a:noFill/>
              <a:prstDash val="solid"/>
            </a:ln>
          </p:spPr>
        </p:sp>
        <p:sp>
          <p:nvSpPr>
            <p:cNvPr id="2595" name="four:time-step-strips:time-strip-tₙ-cell-146:2318"/>
            <p:cNvSpPr>
              <a:spLocks noGrp="1"/>
            </p:cNvSpPr>
            <p:nvPr/>
          </p:nvSpPr>
          <p:spPr>
            <a:xfrm>
              <a:off x="23486070" y="3724275"/>
              <a:ext cx="15379" cy="276225"/>
            </a:xfrm>
            <a:prstGeom prst="rect">
              <a:avLst/>
            </a:prstGeom>
            <a:solidFill>
              <a:srgbClr val="D4B4CC"/>
            </a:solidFill>
            <a:ln w="0">
              <a:noFill/>
              <a:prstDash val="solid"/>
            </a:ln>
          </p:spPr>
        </p:sp>
        <p:sp>
          <p:nvSpPr>
            <p:cNvPr id="2596" name="four:time-step-strips:time-strip-tₙ-cell-147:2319"/>
            <p:cNvSpPr>
              <a:spLocks noGrp="1"/>
            </p:cNvSpPr>
            <p:nvPr/>
          </p:nvSpPr>
          <p:spPr>
            <a:xfrm>
              <a:off x="23501449" y="3724275"/>
              <a:ext cx="15379" cy="276225"/>
            </a:xfrm>
            <a:prstGeom prst="rect">
              <a:avLst/>
            </a:prstGeom>
            <a:solidFill>
              <a:srgbClr val="D4B4CC"/>
            </a:solidFill>
            <a:ln w="0">
              <a:noFill/>
              <a:prstDash val="solid"/>
            </a:ln>
          </p:spPr>
        </p:sp>
        <p:sp>
          <p:nvSpPr>
            <p:cNvPr id="2597" name="four:time-step-strips:time-strip-tₙ-cell-148:2320"/>
            <p:cNvSpPr>
              <a:spLocks noGrp="1"/>
            </p:cNvSpPr>
            <p:nvPr/>
          </p:nvSpPr>
          <p:spPr>
            <a:xfrm>
              <a:off x="23516828" y="3724275"/>
              <a:ext cx="15379" cy="276225"/>
            </a:xfrm>
            <a:prstGeom prst="rect">
              <a:avLst/>
            </a:prstGeom>
            <a:solidFill>
              <a:srgbClr val="D4B4CC"/>
            </a:solidFill>
            <a:ln w="0">
              <a:noFill/>
              <a:prstDash val="solid"/>
            </a:ln>
          </p:spPr>
        </p:sp>
        <p:sp>
          <p:nvSpPr>
            <p:cNvPr id="2598" name="four:time-step-strips:time-strip-tₙ-cell-149:2321"/>
            <p:cNvSpPr>
              <a:spLocks noGrp="1"/>
            </p:cNvSpPr>
            <p:nvPr/>
          </p:nvSpPr>
          <p:spPr>
            <a:xfrm>
              <a:off x="23532207" y="3724275"/>
              <a:ext cx="15379" cy="276225"/>
            </a:xfrm>
            <a:prstGeom prst="rect">
              <a:avLst/>
            </a:prstGeom>
            <a:solidFill>
              <a:srgbClr val="D4B4CC"/>
            </a:solidFill>
            <a:ln w="0">
              <a:noFill/>
              <a:prstDash val="solid"/>
            </a:ln>
          </p:spPr>
        </p:sp>
        <p:sp>
          <p:nvSpPr>
            <p:cNvPr id="2599" name="four:time-step-strips:time-strip-tₙ-cell-150:2322"/>
            <p:cNvSpPr>
              <a:spLocks noGrp="1"/>
            </p:cNvSpPr>
            <p:nvPr/>
          </p:nvSpPr>
          <p:spPr>
            <a:xfrm>
              <a:off x="23547586" y="3724275"/>
              <a:ext cx="15379" cy="276225"/>
            </a:xfrm>
            <a:prstGeom prst="rect">
              <a:avLst/>
            </a:prstGeom>
            <a:solidFill>
              <a:srgbClr val="D4B4CC"/>
            </a:solidFill>
            <a:ln w="0">
              <a:noFill/>
              <a:prstDash val="solid"/>
            </a:ln>
          </p:spPr>
        </p:sp>
        <p:sp>
          <p:nvSpPr>
            <p:cNvPr id="2600" name="four:time-step-strips:time-strip-tₙ-cell-151:2323"/>
            <p:cNvSpPr>
              <a:spLocks noGrp="1"/>
            </p:cNvSpPr>
            <p:nvPr/>
          </p:nvSpPr>
          <p:spPr>
            <a:xfrm>
              <a:off x="23562965" y="3724275"/>
              <a:ext cx="15379" cy="276225"/>
            </a:xfrm>
            <a:prstGeom prst="rect">
              <a:avLst/>
            </a:prstGeom>
            <a:solidFill>
              <a:srgbClr val="D4B4CC"/>
            </a:solidFill>
            <a:ln w="0">
              <a:noFill/>
              <a:prstDash val="solid"/>
            </a:ln>
          </p:spPr>
        </p:sp>
        <p:sp>
          <p:nvSpPr>
            <p:cNvPr id="2601" name="four:time-step-strips:time-strip-tₙ-cell-152:2324"/>
            <p:cNvSpPr>
              <a:spLocks noGrp="1"/>
            </p:cNvSpPr>
            <p:nvPr/>
          </p:nvSpPr>
          <p:spPr>
            <a:xfrm>
              <a:off x="23578344" y="3724275"/>
              <a:ext cx="15379" cy="276225"/>
            </a:xfrm>
            <a:prstGeom prst="rect">
              <a:avLst/>
            </a:prstGeom>
            <a:solidFill>
              <a:srgbClr val="D4B4CC"/>
            </a:solidFill>
            <a:ln w="0">
              <a:noFill/>
              <a:prstDash val="solid"/>
            </a:ln>
          </p:spPr>
        </p:sp>
        <p:sp>
          <p:nvSpPr>
            <p:cNvPr id="2602" name="four:time-step-strips:time-strip-tₙ-cell-153:2325"/>
            <p:cNvSpPr>
              <a:spLocks noGrp="1"/>
            </p:cNvSpPr>
            <p:nvPr/>
          </p:nvSpPr>
          <p:spPr>
            <a:xfrm>
              <a:off x="23593723" y="3724275"/>
              <a:ext cx="15379" cy="276225"/>
            </a:xfrm>
            <a:prstGeom prst="rect">
              <a:avLst/>
            </a:prstGeom>
            <a:solidFill>
              <a:srgbClr val="D4B4CC"/>
            </a:solidFill>
            <a:ln w="0">
              <a:noFill/>
              <a:prstDash val="solid"/>
            </a:ln>
          </p:spPr>
        </p:sp>
        <p:sp>
          <p:nvSpPr>
            <p:cNvPr id="2603" name="four:time-step-strips:time-strip-tₙ-cell-154:2326"/>
            <p:cNvSpPr>
              <a:spLocks noGrp="1"/>
            </p:cNvSpPr>
            <p:nvPr/>
          </p:nvSpPr>
          <p:spPr>
            <a:xfrm>
              <a:off x="23609102" y="3724275"/>
              <a:ext cx="15379" cy="276225"/>
            </a:xfrm>
            <a:prstGeom prst="rect">
              <a:avLst/>
            </a:prstGeom>
            <a:solidFill>
              <a:srgbClr val="D4B4CC"/>
            </a:solidFill>
            <a:ln w="0">
              <a:noFill/>
              <a:prstDash val="solid"/>
            </a:ln>
          </p:spPr>
        </p:sp>
        <p:sp>
          <p:nvSpPr>
            <p:cNvPr id="2604" name="four:time-step-strips:time-strip-tₙ-cell-155:2327"/>
            <p:cNvSpPr>
              <a:spLocks noGrp="1"/>
            </p:cNvSpPr>
            <p:nvPr/>
          </p:nvSpPr>
          <p:spPr>
            <a:xfrm>
              <a:off x="23624480" y="3724275"/>
              <a:ext cx="15379" cy="276225"/>
            </a:xfrm>
            <a:prstGeom prst="rect">
              <a:avLst/>
            </a:prstGeom>
            <a:solidFill>
              <a:srgbClr val="D4B4CC"/>
            </a:solidFill>
            <a:ln w="0">
              <a:noFill/>
              <a:prstDash val="solid"/>
            </a:ln>
          </p:spPr>
        </p:sp>
        <p:sp>
          <p:nvSpPr>
            <p:cNvPr id="2605" name="four:time-step-strips:time-strip-tₙ-cell-156:2328"/>
            <p:cNvSpPr>
              <a:spLocks noGrp="1"/>
            </p:cNvSpPr>
            <p:nvPr/>
          </p:nvSpPr>
          <p:spPr>
            <a:xfrm>
              <a:off x="23639859" y="3724275"/>
              <a:ext cx="15379" cy="276225"/>
            </a:xfrm>
            <a:prstGeom prst="rect">
              <a:avLst/>
            </a:prstGeom>
            <a:solidFill>
              <a:srgbClr val="D4B4CC"/>
            </a:solidFill>
            <a:ln w="0">
              <a:noFill/>
              <a:prstDash val="solid"/>
            </a:ln>
          </p:spPr>
        </p:sp>
        <p:sp>
          <p:nvSpPr>
            <p:cNvPr id="2606" name="four:time-step-strips:time-strip-tₙ-cell-157:2329"/>
            <p:cNvSpPr>
              <a:spLocks noGrp="1"/>
            </p:cNvSpPr>
            <p:nvPr/>
          </p:nvSpPr>
          <p:spPr>
            <a:xfrm>
              <a:off x="23655238" y="3724275"/>
              <a:ext cx="15379" cy="276225"/>
            </a:xfrm>
            <a:prstGeom prst="rect">
              <a:avLst/>
            </a:prstGeom>
            <a:solidFill>
              <a:srgbClr val="D4B4CC"/>
            </a:solidFill>
            <a:ln w="0">
              <a:noFill/>
              <a:prstDash val="solid"/>
            </a:ln>
          </p:spPr>
        </p:sp>
        <p:sp>
          <p:nvSpPr>
            <p:cNvPr id="2607" name="four:time-step-strips:time-strip-tₙ-cell-158:2330"/>
            <p:cNvSpPr>
              <a:spLocks noGrp="1"/>
            </p:cNvSpPr>
            <p:nvPr/>
          </p:nvSpPr>
          <p:spPr>
            <a:xfrm>
              <a:off x="23670617" y="3724275"/>
              <a:ext cx="15379" cy="276225"/>
            </a:xfrm>
            <a:prstGeom prst="rect">
              <a:avLst/>
            </a:prstGeom>
            <a:solidFill>
              <a:srgbClr val="D4B4CC"/>
            </a:solidFill>
            <a:ln w="0">
              <a:noFill/>
              <a:prstDash val="solid"/>
            </a:ln>
          </p:spPr>
        </p:sp>
        <p:sp>
          <p:nvSpPr>
            <p:cNvPr id="2608" name="four:time-step-strips:time-strip-tₙ-cell-159:2331"/>
            <p:cNvSpPr>
              <a:spLocks noGrp="1"/>
            </p:cNvSpPr>
            <p:nvPr/>
          </p:nvSpPr>
          <p:spPr>
            <a:xfrm>
              <a:off x="23685996" y="3724275"/>
              <a:ext cx="15379" cy="276225"/>
            </a:xfrm>
            <a:prstGeom prst="rect">
              <a:avLst/>
            </a:prstGeom>
            <a:solidFill>
              <a:srgbClr val="D4B4CC"/>
            </a:solidFill>
            <a:ln w="0">
              <a:noFill/>
              <a:prstDash val="solid"/>
            </a:ln>
          </p:spPr>
        </p:sp>
        <p:sp>
          <p:nvSpPr>
            <p:cNvPr id="2609" name="four:time-step-strips:time-strip-tₙ-cell-160:2332"/>
            <p:cNvSpPr>
              <a:spLocks noGrp="1"/>
            </p:cNvSpPr>
            <p:nvPr/>
          </p:nvSpPr>
          <p:spPr>
            <a:xfrm>
              <a:off x="23701375" y="3724275"/>
              <a:ext cx="15379" cy="276225"/>
            </a:xfrm>
            <a:prstGeom prst="rect">
              <a:avLst/>
            </a:prstGeom>
            <a:solidFill>
              <a:srgbClr val="D4B4CC"/>
            </a:solidFill>
            <a:ln w="0">
              <a:noFill/>
              <a:prstDash val="solid"/>
            </a:ln>
          </p:spPr>
        </p:sp>
        <p:sp>
          <p:nvSpPr>
            <p:cNvPr id="2610" name="four:time-step-strips:time-strip-tₙ-cell-161:2333"/>
            <p:cNvSpPr>
              <a:spLocks noGrp="1"/>
            </p:cNvSpPr>
            <p:nvPr/>
          </p:nvSpPr>
          <p:spPr>
            <a:xfrm>
              <a:off x="23716754" y="3724275"/>
              <a:ext cx="15379" cy="276225"/>
            </a:xfrm>
            <a:prstGeom prst="rect">
              <a:avLst/>
            </a:prstGeom>
            <a:solidFill>
              <a:srgbClr val="D4B4CC"/>
            </a:solidFill>
            <a:ln w="0">
              <a:noFill/>
              <a:prstDash val="solid"/>
            </a:ln>
          </p:spPr>
        </p:sp>
        <p:sp>
          <p:nvSpPr>
            <p:cNvPr id="2611" name="four:time-step-strips:time-strip-tₙ-cell-162:2334"/>
            <p:cNvSpPr>
              <a:spLocks noGrp="1"/>
            </p:cNvSpPr>
            <p:nvPr/>
          </p:nvSpPr>
          <p:spPr>
            <a:xfrm>
              <a:off x="23732133" y="3724275"/>
              <a:ext cx="15379" cy="276225"/>
            </a:xfrm>
            <a:prstGeom prst="rect">
              <a:avLst/>
            </a:prstGeom>
            <a:solidFill>
              <a:srgbClr val="D4B4CC"/>
            </a:solidFill>
            <a:ln w="0">
              <a:noFill/>
              <a:prstDash val="solid"/>
            </a:ln>
          </p:spPr>
        </p:sp>
        <p:sp>
          <p:nvSpPr>
            <p:cNvPr id="2612" name="four:time-step-strips:time-strip-tₙ-cell-163:2335"/>
            <p:cNvSpPr>
              <a:spLocks noGrp="1"/>
            </p:cNvSpPr>
            <p:nvPr/>
          </p:nvSpPr>
          <p:spPr>
            <a:xfrm>
              <a:off x="23747512" y="3724275"/>
              <a:ext cx="15379" cy="276225"/>
            </a:xfrm>
            <a:prstGeom prst="rect">
              <a:avLst/>
            </a:prstGeom>
            <a:solidFill>
              <a:srgbClr val="D4B4CC"/>
            </a:solidFill>
            <a:ln w="0">
              <a:noFill/>
              <a:prstDash val="solid"/>
            </a:ln>
          </p:spPr>
        </p:sp>
        <p:sp>
          <p:nvSpPr>
            <p:cNvPr id="2613" name="four:time-step-strips:time-strip-tₙ-cell-164:2336"/>
            <p:cNvSpPr>
              <a:spLocks noGrp="1"/>
            </p:cNvSpPr>
            <p:nvPr/>
          </p:nvSpPr>
          <p:spPr>
            <a:xfrm>
              <a:off x="23762891" y="3724275"/>
              <a:ext cx="15379" cy="276225"/>
            </a:xfrm>
            <a:prstGeom prst="rect">
              <a:avLst/>
            </a:prstGeom>
            <a:solidFill>
              <a:srgbClr val="D4B4CC"/>
            </a:solidFill>
            <a:ln w="0">
              <a:noFill/>
              <a:prstDash val="solid"/>
            </a:ln>
          </p:spPr>
        </p:sp>
        <p:sp>
          <p:nvSpPr>
            <p:cNvPr id="2614" name="four:time-step-strips:time-strip-tₙ-cell-165:2337"/>
            <p:cNvSpPr>
              <a:spLocks noGrp="1"/>
            </p:cNvSpPr>
            <p:nvPr/>
          </p:nvSpPr>
          <p:spPr>
            <a:xfrm>
              <a:off x="23778270" y="3724275"/>
              <a:ext cx="15379" cy="276225"/>
            </a:xfrm>
            <a:prstGeom prst="rect">
              <a:avLst/>
            </a:prstGeom>
            <a:solidFill>
              <a:srgbClr val="D4B4CC"/>
            </a:solidFill>
            <a:ln w="0">
              <a:noFill/>
              <a:prstDash val="solid"/>
            </a:ln>
          </p:spPr>
        </p:sp>
        <p:sp>
          <p:nvSpPr>
            <p:cNvPr id="2615" name="four:time-step-strips:time-strip-tₙ-cell-166:2338"/>
            <p:cNvSpPr>
              <a:spLocks noGrp="1"/>
            </p:cNvSpPr>
            <p:nvPr/>
          </p:nvSpPr>
          <p:spPr>
            <a:xfrm>
              <a:off x="23793648" y="3724275"/>
              <a:ext cx="15379" cy="276225"/>
            </a:xfrm>
            <a:prstGeom prst="rect">
              <a:avLst/>
            </a:prstGeom>
            <a:solidFill>
              <a:srgbClr val="D4B4CC"/>
            </a:solidFill>
            <a:ln w="0">
              <a:noFill/>
              <a:prstDash val="solid"/>
            </a:ln>
          </p:spPr>
        </p:sp>
        <p:sp>
          <p:nvSpPr>
            <p:cNvPr id="2616" name="four:time-step-strips:time-strip-tₙ-cell-167:2339"/>
            <p:cNvSpPr>
              <a:spLocks noGrp="1"/>
            </p:cNvSpPr>
            <p:nvPr/>
          </p:nvSpPr>
          <p:spPr>
            <a:xfrm>
              <a:off x="23809027" y="3724275"/>
              <a:ext cx="15379" cy="276225"/>
            </a:xfrm>
            <a:prstGeom prst="rect">
              <a:avLst/>
            </a:prstGeom>
            <a:solidFill>
              <a:srgbClr val="D4B4CC"/>
            </a:solidFill>
            <a:ln w="0">
              <a:noFill/>
              <a:prstDash val="solid"/>
            </a:ln>
          </p:spPr>
        </p:sp>
        <p:sp>
          <p:nvSpPr>
            <p:cNvPr id="2617" name="four:time-step-strips:time-strip-tₙ-cell-168:2340"/>
            <p:cNvSpPr>
              <a:spLocks noGrp="1"/>
            </p:cNvSpPr>
            <p:nvPr/>
          </p:nvSpPr>
          <p:spPr>
            <a:xfrm>
              <a:off x="23824406" y="3724275"/>
              <a:ext cx="15379" cy="276225"/>
            </a:xfrm>
            <a:prstGeom prst="rect">
              <a:avLst/>
            </a:prstGeom>
            <a:solidFill>
              <a:srgbClr val="D4B2CB"/>
            </a:solidFill>
            <a:ln w="0">
              <a:noFill/>
              <a:prstDash val="solid"/>
            </a:ln>
          </p:spPr>
        </p:sp>
        <p:sp>
          <p:nvSpPr>
            <p:cNvPr id="2618" name="four:time-step-strips:time-strip-tₙ-cell-169:2341"/>
            <p:cNvSpPr>
              <a:spLocks noGrp="1"/>
            </p:cNvSpPr>
            <p:nvPr/>
          </p:nvSpPr>
          <p:spPr>
            <a:xfrm>
              <a:off x="23839785" y="3724275"/>
              <a:ext cx="15379" cy="276225"/>
            </a:xfrm>
            <a:prstGeom prst="rect">
              <a:avLst/>
            </a:prstGeom>
            <a:solidFill>
              <a:srgbClr val="D3ACC7"/>
            </a:solidFill>
            <a:ln w="0">
              <a:noFill/>
              <a:prstDash val="solid"/>
            </a:ln>
          </p:spPr>
        </p:sp>
        <p:sp>
          <p:nvSpPr>
            <p:cNvPr id="2619" name="four:time-step-strips:time-strip-tₙ-cell-170:2342"/>
            <p:cNvSpPr>
              <a:spLocks noGrp="1"/>
            </p:cNvSpPr>
            <p:nvPr/>
          </p:nvSpPr>
          <p:spPr>
            <a:xfrm>
              <a:off x="23855164" y="3724275"/>
              <a:ext cx="15379" cy="276225"/>
            </a:xfrm>
            <a:prstGeom prst="rect">
              <a:avLst/>
            </a:prstGeom>
            <a:solidFill>
              <a:srgbClr val="D2A3C1"/>
            </a:solidFill>
            <a:ln w="0">
              <a:noFill/>
              <a:prstDash val="solid"/>
            </a:ln>
          </p:spPr>
        </p:sp>
        <p:sp>
          <p:nvSpPr>
            <p:cNvPr id="2620" name="four:time-step-strips:time-strip-tₙ-cell-171:2343"/>
            <p:cNvSpPr>
              <a:spLocks noGrp="1"/>
            </p:cNvSpPr>
            <p:nvPr/>
          </p:nvSpPr>
          <p:spPr>
            <a:xfrm>
              <a:off x="23870543" y="3724275"/>
              <a:ext cx="15379" cy="276225"/>
            </a:xfrm>
            <a:prstGeom prst="rect">
              <a:avLst/>
            </a:prstGeom>
            <a:solidFill>
              <a:srgbClr val="D098BA"/>
            </a:solidFill>
            <a:ln w="0">
              <a:noFill/>
              <a:prstDash val="solid"/>
            </a:ln>
          </p:spPr>
        </p:sp>
        <p:sp>
          <p:nvSpPr>
            <p:cNvPr id="2621" name="four:time-step-strips:time-strip-tₙ-cell-172:2344"/>
            <p:cNvSpPr>
              <a:spLocks noGrp="1"/>
            </p:cNvSpPr>
            <p:nvPr/>
          </p:nvSpPr>
          <p:spPr>
            <a:xfrm>
              <a:off x="23885922" y="3724275"/>
              <a:ext cx="15379" cy="276225"/>
            </a:xfrm>
            <a:prstGeom prst="rect">
              <a:avLst/>
            </a:prstGeom>
            <a:solidFill>
              <a:srgbClr val="CF8DB3"/>
            </a:solidFill>
            <a:ln w="0">
              <a:noFill/>
              <a:prstDash val="solid"/>
            </a:ln>
          </p:spPr>
        </p:sp>
        <p:sp>
          <p:nvSpPr>
            <p:cNvPr id="2622" name="four:time-step-strips:time-strip-tₙ-cell-173:2345"/>
            <p:cNvSpPr>
              <a:spLocks noGrp="1"/>
            </p:cNvSpPr>
            <p:nvPr/>
          </p:nvSpPr>
          <p:spPr>
            <a:xfrm>
              <a:off x="23901301" y="3724275"/>
              <a:ext cx="15379" cy="276225"/>
            </a:xfrm>
            <a:prstGeom prst="rect">
              <a:avLst/>
            </a:prstGeom>
            <a:solidFill>
              <a:srgbClr val="CD82AD"/>
            </a:solidFill>
            <a:ln w="0">
              <a:noFill/>
              <a:prstDash val="solid"/>
            </a:ln>
          </p:spPr>
        </p:sp>
        <p:sp>
          <p:nvSpPr>
            <p:cNvPr id="2623" name="four:time-step-strips:time-strip-tₙ-cell-174:2346"/>
            <p:cNvSpPr>
              <a:spLocks noGrp="1"/>
            </p:cNvSpPr>
            <p:nvPr/>
          </p:nvSpPr>
          <p:spPr>
            <a:xfrm>
              <a:off x="23916680" y="3724275"/>
              <a:ext cx="15379" cy="276225"/>
            </a:xfrm>
            <a:prstGeom prst="rect">
              <a:avLst/>
            </a:prstGeom>
            <a:solidFill>
              <a:srgbClr val="CC7BA9"/>
            </a:solidFill>
            <a:ln w="0">
              <a:noFill/>
              <a:prstDash val="solid"/>
            </a:ln>
          </p:spPr>
        </p:sp>
        <p:sp>
          <p:nvSpPr>
            <p:cNvPr id="2624" name="four:time-step-strips:time-strip-tₙ-cell-175:2347"/>
            <p:cNvSpPr>
              <a:spLocks noGrp="1"/>
            </p:cNvSpPr>
            <p:nvPr/>
          </p:nvSpPr>
          <p:spPr>
            <a:xfrm>
              <a:off x="23932059" y="3724275"/>
              <a:ext cx="15379" cy="276225"/>
            </a:xfrm>
            <a:prstGeom prst="rect">
              <a:avLst/>
            </a:prstGeom>
            <a:solidFill>
              <a:srgbClr val="CC79A7"/>
            </a:solidFill>
            <a:ln w="0">
              <a:noFill/>
              <a:prstDash val="solid"/>
            </a:ln>
          </p:spPr>
        </p:sp>
        <p:sp>
          <p:nvSpPr>
            <p:cNvPr id="2625" name="four:time-step-strips:time-strip-tₙ-cell-176:2348"/>
            <p:cNvSpPr>
              <a:spLocks noGrp="1"/>
            </p:cNvSpPr>
            <p:nvPr/>
          </p:nvSpPr>
          <p:spPr>
            <a:xfrm>
              <a:off x="23947438" y="3724275"/>
              <a:ext cx="15379" cy="276225"/>
            </a:xfrm>
            <a:prstGeom prst="rect">
              <a:avLst/>
            </a:prstGeom>
            <a:solidFill>
              <a:srgbClr val="CC79A7"/>
            </a:solidFill>
            <a:ln w="0">
              <a:noFill/>
              <a:prstDash val="solid"/>
            </a:ln>
          </p:spPr>
        </p:sp>
        <p:sp>
          <p:nvSpPr>
            <p:cNvPr id="2626" name="four:time-step-strips:time-strip-tₙ-cell-177:2349"/>
            <p:cNvSpPr>
              <a:spLocks noGrp="1"/>
            </p:cNvSpPr>
            <p:nvPr/>
          </p:nvSpPr>
          <p:spPr>
            <a:xfrm>
              <a:off x="23962816" y="3724275"/>
              <a:ext cx="15379" cy="276225"/>
            </a:xfrm>
            <a:prstGeom prst="rect">
              <a:avLst/>
            </a:prstGeom>
            <a:solidFill>
              <a:srgbClr val="CC79A7"/>
            </a:solidFill>
            <a:ln w="0">
              <a:noFill/>
              <a:prstDash val="solid"/>
            </a:ln>
          </p:spPr>
        </p:sp>
        <p:sp>
          <p:nvSpPr>
            <p:cNvPr id="2627" name="four:time-step-strips:time-strip-tₙ-cell-178:2350"/>
            <p:cNvSpPr>
              <a:spLocks noGrp="1"/>
            </p:cNvSpPr>
            <p:nvPr/>
          </p:nvSpPr>
          <p:spPr>
            <a:xfrm>
              <a:off x="23978195" y="3724275"/>
              <a:ext cx="15379" cy="276225"/>
            </a:xfrm>
            <a:prstGeom prst="rect">
              <a:avLst/>
            </a:prstGeom>
            <a:solidFill>
              <a:srgbClr val="CC79A7"/>
            </a:solidFill>
            <a:ln w="0">
              <a:noFill/>
              <a:prstDash val="solid"/>
            </a:ln>
          </p:spPr>
        </p:sp>
        <p:sp>
          <p:nvSpPr>
            <p:cNvPr id="2628" name="four:time-step-strips:time-strip-tₙ-cell-179:2351"/>
            <p:cNvSpPr>
              <a:spLocks noGrp="1"/>
            </p:cNvSpPr>
            <p:nvPr/>
          </p:nvSpPr>
          <p:spPr>
            <a:xfrm>
              <a:off x="23993574" y="3724275"/>
              <a:ext cx="15379" cy="276225"/>
            </a:xfrm>
            <a:prstGeom prst="rect">
              <a:avLst/>
            </a:prstGeom>
            <a:solidFill>
              <a:srgbClr val="CC79A7"/>
            </a:solidFill>
            <a:ln w="0">
              <a:noFill/>
              <a:prstDash val="solid"/>
            </a:ln>
          </p:spPr>
        </p:sp>
        <p:sp>
          <p:nvSpPr>
            <p:cNvPr id="2629" name="four:time-step-strips:time-strip-tₙ-cell-180:2352"/>
            <p:cNvSpPr>
              <a:spLocks noGrp="1"/>
            </p:cNvSpPr>
            <p:nvPr/>
          </p:nvSpPr>
          <p:spPr>
            <a:xfrm>
              <a:off x="24008953" y="3724275"/>
              <a:ext cx="15379" cy="276225"/>
            </a:xfrm>
            <a:prstGeom prst="rect">
              <a:avLst/>
            </a:prstGeom>
            <a:solidFill>
              <a:srgbClr val="CC79A7"/>
            </a:solidFill>
            <a:ln w="0">
              <a:noFill/>
              <a:prstDash val="solid"/>
            </a:ln>
          </p:spPr>
        </p:sp>
        <p:sp>
          <p:nvSpPr>
            <p:cNvPr id="2630" name="four:time-step-strips:time-strip-tₙ-cell-181:2353"/>
            <p:cNvSpPr>
              <a:spLocks noGrp="1"/>
            </p:cNvSpPr>
            <p:nvPr/>
          </p:nvSpPr>
          <p:spPr>
            <a:xfrm>
              <a:off x="24024332" y="3724275"/>
              <a:ext cx="15379" cy="276225"/>
            </a:xfrm>
            <a:prstGeom prst="rect">
              <a:avLst/>
            </a:prstGeom>
            <a:solidFill>
              <a:srgbClr val="CC79A7"/>
            </a:solidFill>
            <a:ln w="0">
              <a:noFill/>
              <a:prstDash val="solid"/>
            </a:ln>
          </p:spPr>
        </p:sp>
        <p:sp>
          <p:nvSpPr>
            <p:cNvPr id="2631" name="four:time-step-strips:time-strip-tₙ-cell-182:2354"/>
            <p:cNvSpPr>
              <a:spLocks noGrp="1"/>
            </p:cNvSpPr>
            <p:nvPr/>
          </p:nvSpPr>
          <p:spPr>
            <a:xfrm>
              <a:off x="24039711" y="3724275"/>
              <a:ext cx="15379" cy="276225"/>
            </a:xfrm>
            <a:prstGeom prst="rect">
              <a:avLst/>
            </a:prstGeom>
            <a:solidFill>
              <a:srgbClr val="CC79A7"/>
            </a:solidFill>
            <a:ln w="0">
              <a:noFill/>
              <a:prstDash val="solid"/>
            </a:ln>
          </p:spPr>
        </p:sp>
        <p:sp>
          <p:nvSpPr>
            <p:cNvPr id="2632" name="four:time-step-strips:time-strip-tₙ-cell-183:2355"/>
            <p:cNvSpPr>
              <a:spLocks noGrp="1"/>
            </p:cNvSpPr>
            <p:nvPr/>
          </p:nvSpPr>
          <p:spPr>
            <a:xfrm>
              <a:off x="24055090" y="3724275"/>
              <a:ext cx="15379" cy="276225"/>
            </a:xfrm>
            <a:prstGeom prst="rect">
              <a:avLst/>
            </a:prstGeom>
            <a:solidFill>
              <a:srgbClr val="CC79A7"/>
            </a:solidFill>
            <a:ln w="0">
              <a:noFill/>
              <a:prstDash val="solid"/>
            </a:ln>
          </p:spPr>
        </p:sp>
        <p:sp>
          <p:nvSpPr>
            <p:cNvPr id="2633" name="four:time-step-strips:time-strip-tₙ-cell-184:2356"/>
            <p:cNvSpPr>
              <a:spLocks noGrp="1"/>
            </p:cNvSpPr>
            <p:nvPr/>
          </p:nvSpPr>
          <p:spPr>
            <a:xfrm>
              <a:off x="24070469" y="3724275"/>
              <a:ext cx="15379" cy="276225"/>
            </a:xfrm>
            <a:prstGeom prst="rect">
              <a:avLst/>
            </a:prstGeom>
            <a:solidFill>
              <a:srgbClr val="CD7EAA"/>
            </a:solidFill>
            <a:ln w="0">
              <a:noFill/>
              <a:prstDash val="solid"/>
            </a:ln>
          </p:spPr>
        </p:sp>
        <p:sp>
          <p:nvSpPr>
            <p:cNvPr id="2634" name="four:time-step-strips:time-strip-tₙ-cell-185:2357"/>
            <p:cNvSpPr>
              <a:spLocks noGrp="1"/>
            </p:cNvSpPr>
            <p:nvPr/>
          </p:nvSpPr>
          <p:spPr>
            <a:xfrm>
              <a:off x="24085848" y="3724275"/>
              <a:ext cx="15379" cy="276225"/>
            </a:xfrm>
            <a:prstGeom prst="rect">
              <a:avLst/>
            </a:prstGeom>
            <a:solidFill>
              <a:srgbClr val="D19CBD"/>
            </a:solidFill>
            <a:ln w="0">
              <a:noFill/>
              <a:prstDash val="solid"/>
            </a:ln>
          </p:spPr>
        </p:sp>
        <p:sp>
          <p:nvSpPr>
            <p:cNvPr id="2635" name="four:time-step-strips:time-strip-tₙ-cell-186:2358"/>
            <p:cNvSpPr>
              <a:spLocks noGrp="1"/>
            </p:cNvSpPr>
            <p:nvPr/>
          </p:nvSpPr>
          <p:spPr>
            <a:xfrm>
              <a:off x="24101227" y="3724275"/>
              <a:ext cx="15379" cy="276225"/>
            </a:xfrm>
            <a:prstGeom prst="rect">
              <a:avLst/>
            </a:prstGeom>
            <a:solidFill>
              <a:srgbClr val="D7C5D7"/>
            </a:solidFill>
            <a:ln w="0">
              <a:noFill/>
              <a:prstDash val="solid"/>
            </a:ln>
          </p:spPr>
        </p:sp>
        <p:sp>
          <p:nvSpPr>
            <p:cNvPr id="2636" name="four:time-step-strips:time-strip-tₙ-cell-187:2359"/>
            <p:cNvSpPr>
              <a:spLocks noGrp="1"/>
            </p:cNvSpPr>
            <p:nvPr/>
          </p:nvSpPr>
          <p:spPr>
            <a:xfrm>
              <a:off x="24116605" y="3724275"/>
              <a:ext cx="15379" cy="276225"/>
            </a:xfrm>
            <a:prstGeom prst="rect">
              <a:avLst/>
            </a:prstGeom>
            <a:solidFill>
              <a:srgbClr val="DBE4E7"/>
            </a:solidFill>
            <a:ln w="0">
              <a:noFill/>
              <a:prstDash val="solid"/>
            </a:ln>
          </p:spPr>
        </p:sp>
        <p:sp>
          <p:nvSpPr>
            <p:cNvPr id="2637" name="four:time-step-strips:time-strip-tₙ-cell-188:2360"/>
            <p:cNvSpPr>
              <a:spLocks noGrp="1"/>
            </p:cNvSpPr>
            <p:nvPr/>
          </p:nvSpPr>
          <p:spPr>
            <a:xfrm>
              <a:off x="24131984" y="3724275"/>
              <a:ext cx="15379" cy="276225"/>
            </a:xfrm>
            <a:prstGeom prst="rect">
              <a:avLst/>
            </a:prstGeom>
            <a:solidFill>
              <a:srgbClr val="DCE8ED"/>
            </a:solidFill>
            <a:ln w="0">
              <a:noFill/>
              <a:prstDash val="solid"/>
            </a:ln>
          </p:spPr>
        </p:sp>
        <p:sp>
          <p:nvSpPr>
            <p:cNvPr id="2638" name="four:time-step-strips:time-strip-tₙ-cell-189:2361"/>
            <p:cNvSpPr>
              <a:spLocks noGrp="1"/>
            </p:cNvSpPr>
            <p:nvPr/>
          </p:nvSpPr>
          <p:spPr>
            <a:xfrm>
              <a:off x="24147363" y="3724275"/>
              <a:ext cx="15379" cy="276225"/>
            </a:xfrm>
            <a:prstGeom prst="rect">
              <a:avLst/>
            </a:prstGeom>
            <a:solidFill>
              <a:srgbClr val="DCE8ED"/>
            </a:solidFill>
            <a:ln w="0">
              <a:noFill/>
              <a:prstDash val="solid"/>
            </a:ln>
          </p:spPr>
        </p:sp>
        <p:sp>
          <p:nvSpPr>
            <p:cNvPr id="2639" name="four:time-step-strips:time-strip-tₙ-cell-190:2362"/>
            <p:cNvSpPr>
              <a:spLocks noGrp="1"/>
            </p:cNvSpPr>
            <p:nvPr/>
          </p:nvSpPr>
          <p:spPr>
            <a:xfrm>
              <a:off x="24162742" y="3724275"/>
              <a:ext cx="15379" cy="276225"/>
            </a:xfrm>
            <a:prstGeom prst="rect">
              <a:avLst/>
            </a:prstGeom>
            <a:solidFill>
              <a:srgbClr val="DCE8ED"/>
            </a:solidFill>
            <a:ln w="0">
              <a:noFill/>
              <a:prstDash val="solid"/>
            </a:ln>
          </p:spPr>
        </p:sp>
        <p:sp>
          <p:nvSpPr>
            <p:cNvPr id="2640" name="four:time-step-strips:time-strip-tₙ-cell-191:2363"/>
            <p:cNvSpPr>
              <a:spLocks noGrp="1"/>
            </p:cNvSpPr>
            <p:nvPr/>
          </p:nvSpPr>
          <p:spPr>
            <a:xfrm>
              <a:off x="24178121" y="3724275"/>
              <a:ext cx="15379" cy="276225"/>
            </a:xfrm>
            <a:prstGeom prst="rect">
              <a:avLst/>
            </a:prstGeom>
            <a:solidFill>
              <a:srgbClr val="DCE8ED"/>
            </a:solidFill>
            <a:ln w="0">
              <a:noFill/>
              <a:prstDash val="solid"/>
            </a:ln>
          </p:spPr>
        </p:sp>
        <p:sp>
          <p:nvSpPr>
            <p:cNvPr id="2641" name="four:time-step-strips:time-strip-tₙ-border:2364"/>
            <p:cNvSpPr>
              <a:spLocks noGrp="1"/>
            </p:cNvSpPr>
            <p:nvPr/>
          </p:nvSpPr>
          <p:spPr>
            <a:xfrm>
              <a:off x="21240750" y="3724275"/>
              <a:ext cx="2952750" cy="276225"/>
            </a:xfrm>
            <a:prstGeom prst="rect">
              <a:avLst/>
            </a:prstGeom>
            <a:noFill/>
            <a:ln w="7620">
              <a:solidFill>
                <a:srgbClr val="263238"/>
              </a:solidFill>
              <a:prstDash val="solid"/>
            </a:ln>
          </p:spPr>
        </p:sp>
        <p:sp>
          <p:nvSpPr>
            <p:cNvPr id="2642" name="four:time-step-strips:line:2365"/>
            <p:cNvSpPr>
              <a:spLocks noGrp="1"/>
            </p:cNvSpPr>
            <p:nvPr/>
          </p:nvSpPr>
          <p:spPr>
            <a:xfrm>
              <a:off x="24336375" y="1676400"/>
              <a:ext cx="953" cy="2324100"/>
            </a:xfrm>
            <a:custGeom>
              <a:avLst/>
              <a:gdLst/>
              <a:ahLst/>
              <a:cxnLst/>
              <a:pathLst>
                <a:path w="953" h="2324100">
                  <a:moveTo>
                    <a:pt x="0" y="0"/>
                  </a:moveTo>
                  <a:lnTo>
                    <a:pt x="0" y="2324100"/>
                  </a:lnTo>
                </a:path>
              </a:pathLst>
            </a:custGeom>
            <a:noFill/>
            <a:ln w="13335">
              <a:solidFill>
                <a:srgbClr val="5DA4CB"/>
              </a:solidFill>
              <a:prstDash val="solid"/>
            </a:ln>
          </p:spPr>
        </p:sp>
        <p:sp>
          <p:nvSpPr>
            <p:cNvPr id="2643" name="four:time-step-strips:polygon:2366"/>
            <p:cNvSpPr>
              <a:spLocks noGrp="1"/>
            </p:cNvSpPr>
            <p:nvPr/>
          </p:nvSpPr>
          <p:spPr>
            <a:xfrm>
              <a:off x="24303609" y="3924300"/>
              <a:ext cx="65532" cy="76200"/>
            </a:xfrm>
            <a:custGeom>
              <a:avLst/>
              <a:gdLst/>
              <a:ahLst/>
              <a:cxnLst/>
              <a:pathLst>
                <a:path w="65532" h="76200">
                  <a:moveTo>
                    <a:pt x="32766" y="76200"/>
                  </a:moveTo>
                  <a:lnTo>
                    <a:pt x="65532" y="0"/>
                  </a:lnTo>
                  <a:lnTo>
                    <a:pt x="0" y="0"/>
                  </a:lnTo>
                  <a:close/>
                </a:path>
              </a:pathLst>
            </a:custGeom>
            <a:solidFill>
              <a:srgbClr val="5DA4CB"/>
            </a:solidFill>
            <a:ln w="0">
              <a:noFill/>
              <a:prstDash val="solid"/>
            </a:ln>
          </p:spPr>
        </p:sp>
        <p:sp>
          <p:nvSpPr>
            <p:cNvPr id="2644" name="four:time-step-strips:textbox:2367"/>
            <p:cNvSpPr>
              <a:spLocks noGrp="1"/>
            </p:cNvSpPr>
            <p:nvPr/>
          </p:nvSpPr>
          <p:spPr>
            <a:xfrm>
              <a:off x="24355425" y="2686050"/>
              <a:ext cx="190500" cy="342900"/>
            </a:xfrm>
            <a:prstGeom prst="rect">
              <a:avLst/>
            </a:prstGeom>
            <a:noFill/>
            <a:ln w="0">
              <a:noFill/>
              <a:prstDash val="solid"/>
            </a:ln>
          </p:spPr>
          <p:txBody>
            <a:bodyPr wrap="none" lIns="0" tIns="0" rIns="0" bIns="0" anchor="ctr">
              <a:normAutofit/>
            </a:bodyPr>
            <a:lstStyle>
              <a:defPPr algn="ctr">
                <a:defRPr sz="1875" b="0">
                  <a:solidFill>
                    <a:srgbClr val="7B8790"/>
                  </a:solidFill>
                  <a:latin typeface="Arial" panose="020B0604020202090204"/>
                  <a:ea typeface="Arial" panose="020B0604020202090204"/>
                  <a:cs typeface="Arial" panose="020B0604020202090204"/>
                </a:defRPr>
              </a:defPPr>
            </a:lstStyle>
            <a:p>
              <a:pPr algn="ctr">
                <a:defRPr sz="1875" b="0">
                  <a:solidFill>
                    <a:srgbClr val="7B8790"/>
                  </a:solidFill>
                  <a:latin typeface="Arial" panose="020B0604020202090204"/>
                  <a:ea typeface="Arial" panose="020B0604020202090204"/>
                  <a:cs typeface="Arial" panose="020B0604020202090204"/>
                </a:defRPr>
              </a:pPr>
              <a:r>
                <a:rPr sz="1875" b="0">
                  <a:solidFill>
                    <a:srgbClr val="7B8790"/>
                  </a:solidFill>
                  <a:latin typeface="Arial" panose="020B0604020202090204"/>
                  <a:ea typeface="Arial" panose="020B0604020202090204"/>
                  <a:cs typeface="Arial" panose="020B0604020202090204"/>
                </a:rPr>
                <a:t>t</a:t>
              </a:r>
              <a:endParaRPr sz="1875" b="0">
                <a:solidFill>
                  <a:srgbClr val="7B8790"/>
                </a:solidFill>
                <a:latin typeface="Arial" panose="020B0604020202090204"/>
                <a:ea typeface="Arial" panose="020B0604020202090204"/>
                <a:cs typeface="Arial" panose="020B0604020202090204"/>
              </a:endParaRPr>
            </a:p>
          </p:txBody>
        </p:sp>
        <p:sp>
          <p:nvSpPr>
            <p:cNvPr id="2645" name="four:time-step-strips:line:2368"/>
            <p:cNvSpPr>
              <a:spLocks noGrp="1"/>
            </p:cNvSpPr>
            <p:nvPr/>
          </p:nvSpPr>
          <p:spPr>
            <a:xfrm>
              <a:off x="22650450" y="4286250"/>
              <a:ext cx="953" cy="123825"/>
            </a:xfrm>
            <a:custGeom>
              <a:avLst/>
              <a:gdLst/>
              <a:ahLst/>
              <a:cxnLst/>
              <a:pathLst>
                <a:path w="953" h="123825">
                  <a:moveTo>
                    <a:pt x="0" y="0"/>
                  </a:moveTo>
                  <a:lnTo>
                    <a:pt x="0" y="123825"/>
                  </a:lnTo>
                </a:path>
              </a:pathLst>
            </a:custGeom>
            <a:noFill/>
            <a:ln w="15240">
              <a:solidFill>
                <a:srgbClr val="5DA4CB"/>
              </a:solidFill>
              <a:prstDash val="solid"/>
            </a:ln>
          </p:spPr>
        </p:sp>
        <p:sp>
          <p:nvSpPr>
            <p:cNvPr id="2646" name="four:time-step-strips:polygon:2369"/>
            <p:cNvSpPr>
              <a:spLocks noGrp="1"/>
            </p:cNvSpPr>
            <p:nvPr/>
          </p:nvSpPr>
          <p:spPr>
            <a:xfrm>
              <a:off x="22621780" y="4343400"/>
              <a:ext cx="57341" cy="66675"/>
            </a:xfrm>
            <a:custGeom>
              <a:avLst/>
              <a:gdLst/>
              <a:ahLst/>
              <a:cxnLst/>
              <a:pathLst>
                <a:path w="57341" h="66675">
                  <a:moveTo>
                    <a:pt x="28670" y="66675"/>
                  </a:moveTo>
                  <a:lnTo>
                    <a:pt x="57341" y="0"/>
                  </a:lnTo>
                  <a:lnTo>
                    <a:pt x="0" y="0"/>
                  </a:lnTo>
                  <a:close/>
                </a:path>
              </a:pathLst>
            </a:custGeom>
            <a:solidFill>
              <a:srgbClr val="5DA4CB"/>
            </a:solidFill>
            <a:ln w="0">
              <a:noFill/>
              <a:prstDash val="solid"/>
            </a:ln>
          </p:spPr>
        </p:sp>
      </p:grpSp>
      <p:grpSp>
        <p:nvGrpSpPr>
          <p:cNvPr id="2647" name="rotate-and-assemble"/>
          <p:cNvGrpSpPr/>
          <p:nvPr/>
        </p:nvGrpSpPr>
        <p:grpSpPr>
          <a:xfrm>
            <a:off x="0" y="0"/>
            <a:ext cx="24955500" cy="8572500"/>
            <a:chOff x="0" y="0"/>
            <a:chExt cx="24955500" cy="8572500"/>
          </a:xfrm>
        </p:grpSpPr>
        <p:sp>
          <p:nvSpPr>
            <p:cNvPr id="2648" name="four:rotate-and-assemble:line:2370"/>
            <p:cNvSpPr>
              <a:spLocks noGrp="1"/>
            </p:cNvSpPr>
            <p:nvPr/>
          </p:nvSpPr>
          <p:spPr>
            <a:xfrm>
              <a:off x="23087513" y="4889995"/>
              <a:ext cx="1087" cy="24905"/>
            </a:xfrm>
            <a:custGeom>
              <a:avLst/>
              <a:gdLst/>
              <a:ahLst/>
              <a:cxnLst/>
              <a:pathLst>
                <a:path w="1087" h="24905">
                  <a:moveTo>
                    <a:pt x="1087" y="24905"/>
                  </a:moveTo>
                  <a:lnTo>
                    <a:pt x="0" y="0"/>
                  </a:lnTo>
                </a:path>
              </a:pathLst>
            </a:custGeom>
            <a:noFill/>
            <a:ln w="26670">
              <a:solidFill>
                <a:srgbClr val="6F8EA9"/>
              </a:solidFill>
              <a:prstDash val="solid"/>
            </a:ln>
          </p:spPr>
        </p:sp>
        <p:sp>
          <p:nvSpPr>
            <p:cNvPr id="2649" name="four:rotate-and-assemble:line:2371"/>
            <p:cNvSpPr>
              <a:spLocks noGrp="1"/>
            </p:cNvSpPr>
            <p:nvPr/>
          </p:nvSpPr>
          <p:spPr>
            <a:xfrm>
              <a:off x="23084259" y="4865280"/>
              <a:ext cx="3254" cy="24715"/>
            </a:xfrm>
            <a:custGeom>
              <a:avLst/>
              <a:gdLst/>
              <a:ahLst/>
              <a:cxnLst/>
              <a:pathLst>
                <a:path w="3254" h="24715">
                  <a:moveTo>
                    <a:pt x="3254" y="24715"/>
                  </a:moveTo>
                  <a:lnTo>
                    <a:pt x="0" y="0"/>
                  </a:lnTo>
                </a:path>
              </a:pathLst>
            </a:custGeom>
            <a:noFill/>
            <a:ln w="26670">
              <a:solidFill>
                <a:srgbClr val="6F8EA9"/>
              </a:solidFill>
              <a:prstDash val="solid"/>
            </a:ln>
          </p:spPr>
        </p:sp>
        <p:sp>
          <p:nvSpPr>
            <p:cNvPr id="2650" name="four:rotate-and-assemble:line:2372"/>
            <p:cNvSpPr>
              <a:spLocks noGrp="1"/>
            </p:cNvSpPr>
            <p:nvPr/>
          </p:nvSpPr>
          <p:spPr>
            <a:xfrm>
              <a:off x="23078863" y="4840942"/>
              <a:ext cx="5396" cy="24338"/>
            </a:xfrm>
            <a:custGeom>
              <a:avLst/>
              <a:gdLst/>
              <a:ahLst/>
              <a:cxnLst/>
              <a:pathLst>
                <a:path w="5396" h="24338">
                  <a:moveTo>
                    <a:pt x="5396" y="24338"/>
                  </a:moveTo>
                  <a:lnTo>
                    <a:pt x="0" y="0"/>
                  </a:lnTo>
                </a:path>
              </a:pathLst>
            </a:custGeom>
            <a:noFill/>
            <a:ln w="26670">
              <a:solidFill>
                <a:srgbClr val="6F8EA9"/>
              </a:solidFill>
              <a:prstDash val="solid"/>
            </a:ln>
          </p:spPr>
        </p:sp>
        <p:sp>
          <p:nvSpPr>
            <p:cNvPr id="2651" name="four:rotate-and-assemble:line:2373"/>
            <p:cNvSpPr>
              <a:spLocks noGrp="1"/>
            </p:cNvSpPr>
            <p:nvPr/>
          </p:nvSpPr>
          <p:spPr>
            <a:xfrm>
              <a:off x="23071367" y="4817168"/>
              <a:ext cx="7496" cy="23775"/>
            </a:xfrm>
            <a:custGeom>
              <a:avLst/>
              <a:gdLst/>
              <a:ahLst/>
              <a:cxnLst/>
              <a:pathLst>
                <a:path w="7496" h="23775">
                  <a:moveTo>
                    <a:pt x="7496" y="23775"/>
                  </a:moveTo>
                  <a:lnTo>
                    <a:pt x="0" y="0"/>
                  </a:lnTo>
                </a:path>
              </a:pathLst>
            </a:custGeom>
            <a:noFill/>
            <a:ln w="26670">
              <a:solidFill>
                <a:srgbClr val="6F8EA9"/>
              </a:solidFill>
              <a:prstDash val="solid"/>
            </a:ln>
          </p:spPr>
        </p:sp>
        <p:sp>
          <p:nvSpPr>
            <p:cNvPr id="2652" name="four:rotate-and-assemble:line:2374"/>
            <p:cNvSpPr>
              <a:spLocks noGrp="1"/>
            </p:cNvSpPr>
            <p:nvPr/>
          </p:nvSpPr>
          <p:spPr>
            <a:xfrm>
              <a:off x="23061827" y="4794137"/>
              <a:ext cx="9540" cy="23031"/>
            </a:xfrm>
            <a:custGeom>
              <a:avLst/>
              <a:gdLst/>
              <a:ahLst/>
              <a:cxnLst/>
              <a:pathLst>
                <a:path w="9540" h="23031">
                  <a:moveTo>
                    <a:pt x="9540" y="23031"/>
                  </a:moveTo>
                  <a:lnTo>
                    <a:pt x="0" y="0"/>
                  </a:lnTo>
                </a:path>
              </a:pathLst>
            </a:custGeom>
            <a:noFill/>
            <a:ln w="26670">
              <a:solidFill>
                <a:srgbClr val="6F8EA9"/>
              </a:solidFill>
              <a:prstDash val="solid"/>
            </a:ln>
          </p:spPr>
        </p:sp>
        <p:sp>
          <p:nvSpPr>
            <p:cNvPr id="2653" name="four:rotate-and-assemble:line:2375"/>
            <p:cNvSpPr>
              <a:spLocks noGrp="1"/>
            </p:cNvSpPr>
            <p:nvPr/>
          </p:nvSpPr>
          <p:spPr>
            <a:xfrm>
              <a:off x="23050317" y="4772025"/>
              <a:ext cx="11511" cy="22112"/>
            </a:xfrm>
            <a:custGeom>
              <a:avLst/>
              <a:gdLst/>
              <a:ahLst/>
              <a:cxnLst/>
              <a:pathLst>
                <a:path w="11511" h="22112">
                  <a:moveTo>
                    <a:pt x="11511" y="22112"/>
                  </a:moveTo>
                  <a:lnTo>
                    <a:pt x="0" y="0"/>
                  </a:lnTo>
                </a:path>
              </a:pathLst>
            </a:custGeom>
            <a:noFill/>
            <a:ln w="26670">
              <a:solidFill>
                <a:srgbClr val="6F8EA9"/>
              </a:solidFill>
              <a:prstDash val="solid"/>
            </a:ln>
          </p:spPr>
        </p:sp>
        <p:sp>
          <p:nvSpPr>
            <p:cNvPr id="2654" name="four:rotate-and-assemble:line:2376"/>
            <p:cNvSpPr>
              <a:spLocks noGrp="1"/>
            </p:cNvSpPr>
            <p:nvPr/>
          </p:nvSpPr>
          <p:spPr>
            <a:xfrm>
              <a:off x="23036923" y="4751001"/>
              <a:ext cx="13394" cy="21024"/>
            </a:xfrm>
            <a:custGeom>
              <a:avLst/>
              <a:gdLst/>
              <a:ahLst/>
              <a:cxnLst/>
              <a:pathLst>
                <a:path w="13394" h="21024">
                  <a:moveTo>
                    <a:pt x="13394" y="21024"/>
                  </a:moveTo>
                  <a:lnTo>
                    <a:pt x="0" y="0"/>
                  </a:lnTo>
                </a:path>
              </a:pathLst>
            </a:custGeom>
            <a:noFill/>
            <a:ln w="26670">
              <a:solidFill>
                <a:srgbClr val="6F8EA9"/>
              </a:solidFill>
              <a:prstDash val="solid"/>
            </a:ln>
          </p:spPr>
        </p:sp>
        <p:sp>
          <p:nvSpPr>
            <p:cNvPr id="2655" name="four:rotate-and-assemble:line:2377"/>
            <p:cNvSpPr>
              <a:spLocks noGrp="1"/>
            </p:cNvSpPr>
            <p:nvPr/>
          </p:nvSpPr>
          <p:spPr>
            <a:xfrm>
              <a:off x="23021747" y="4731223"/>
              <a:ext cx="15175" cy="19777"/>
            </a:xfrm>
            <a:custGeom>
              <a:avLst/>
              <a:gdLst/>
              <a:ahLst/>
              <a:cxnLst/>
              <a:pathLst>
                <a:path w="15175" h="19777">
                  <a:moveTo>
                    <a:pt x="15175" y="19777"/>
                  </a:moveTo>
                  <a:lnTo>
                    <a:pt x="0" y="0"/>
                  </a:lnTo>
                </a:path>
              </a:pathLst>
            </a:custGeom>
            <a:noFill/>
            <a:ln w="26670">
              <a:solidFill>
                <a:srgbClr val="6F8EA9"/>
              </a:solidFill>
              <a:prstDash val="solid"/>
            </a:ln>
          </p:spPr>
        </p:sp>
        <p:sp>
          <p:nvSpPr>
            <p:cNvPr id="2656" name="four:rotate-and-assemble:line:2378"/>
            <p:cNvSpPr>
              <a:spLocks noGrp="1"/>
            </p:cNvSpPr>
            <p:nvPr/>
          </p:nvSpPr>
          <p:spPr>
            <a:xfrm>
              <a:off x="23004906" y="4712844"/>
              <a:ext cx="16841" cy="18379"/>
            </a:xfrm>
            <a:custGeom>
              <a:avLst/>
              <a:gdLst/>
              <a:ahLst/>
              <a:cxnLst/>
              <a:pathLst>
                <a:path w="16841" h="18379">
                  <a:moveTo>
                    <a:pt x="16841" y="18379"/>
                  </a:moveTo>
                  <a:lnTo>
                    <a:pt x="0" y="0"/>
                  </a:lnTo>
                </a:path>
              </a:pathLst>
            </a:custGeom>
            <a:noFill/>
            <a:ln w="26670">
              <a:solidFill>
                <a:srgbClr val="6F8EA9"/>
              </a:solidFill>
              <a:prstDash val="solid"/>
            </a:ln>
          </p:spPr>
        </p:sp>
        <p:sp>
          <p:nvSpPr>
            <p:cNvPr id="2657" name="four:rotate-and-assemble:line:2379"/>
            <p:cNvSpPr>
              <a:spLocks noGrp="1"/>
            </p:cNvSpPr>
            <p:nvPr/>
          </p:nvSpPr>
          <p:spPr>
            <a:xfrm>
              <a:off x="22986527" y="4696003"/>
              <a:ext cx="18379" cy="16841"/>
            </a:xfrm>
            <a:custGeom>
              <a:avLst/>
              <a:gdLst/>
              <a:ahLst/>
              <a:cxnLst/>
              <a:pathLst>
                <a:path w="18379" h="16841">
                  <a:moveTo>
                    <a:pt x="18379" y="16841"/>
                  </a:moveTo>
                  <a:lnTo>
                    <a:pt x="0" y="0"/>
                  </a:lnTo>
                </a:path>
              </a:pathLst>
            </a:custGeom>
            <a:noFill/>
            <a:ln w="26670">
              <a:solidFill>
                <a:srgbClr val="6F8EA9"/>
              </a:solidFill>
              <a:prstDash val="solid"/>
            </a:ln>
          </p:spPr>
        </p:sp>
        <p:sp>
          <p:nvSpPr>
            <p:cNvPr id="2658" name="four:rotate-and-assemble:line:2380"/>
            <p:cNvSpPr>
              <a:spLocks noGrp="1"/>
            </p:cNvSpPr>
            <p:nvPr/>
          </p:nvSpPr>
          <p:spPr>
            <a:xfrm>
              <a:off x="22966749" y="4680827"/>
              <a:ext cx="19777" cy="15175"/>
            </a:xfrm>
            <a:custGeom>
              <a:avLst/>
              <a:gdLst/>
              <a:ahLst/>
              <a:cxnLst/>
              <a:pathLst>
                <a:path w="19777" h="15175">
                  <a:moveTo>
                    <a:pt x="19777" y="15175"/>
                  </a:moveTo>
                  <a:lnTo>
                    <a:pt x="0" y="0"/>
                  </a:lnTo>
                </a:path>
              </a:pathLst>
            </a:custGeom>
            <a:noFill/>
            <a:ln w="26670">
              <a:solidFill>
                <a:srgbClr val="6F8EA9"/>
              </a:solidFill>
              <a:prstDash val="solid"/>
            </a:ln>
          </p:spPr>
        </p:sp>
        <p:sp>
          <p:nvSpPr>
            <p:cNvPr id="2659" name="four:rotate-and-assemble:line:2381"/>
            <p:cNvSpPr>
              <a:spLocks noGrp="1"/>
            </p:cNvSpPr>
            <p:nvPr/>
          </p:nvSpPr>
          <p:spPr>
            <a:xfrm>
              <a:off x="22945725" y="4667433"/>
              <a:ext cx="21024" cy="13394"/>
            </a:xfrm>
            <a:custGeom>
              <a:avLst/>
              <a:gdLst/>
              <a:ahLst/>
              <a:cxnLst/>
              <a:pathLst>
                <a:path w="21024" h="13394">
                  <a:moveTo>
                    <a:pt x="21024" y="13394"/>
                  </a:moveTo>
                  <a:lnTo>
                    <a:pt x="0" y="0"/>
                  </a:lnTo>
                </a:path>
              </a:pathLst>
            </a:custGeom>
            <a:noFill/>
            <a:ln w="26670">
              <a:solidFill>
                <a:srgbClr val="6F8EA9"/>
              </a:solidFill>
              <a:prstDash val="solid"/>
            </a:ln>
          </p:spPr>
        </p:sp>
        <p:sp>
          <p:nvSpPr>
            <p:cNvPr id="2660" name="four:rotate-and-assemble:line:2382"/>
            <p:cNvSpPr>
              <a:spLocks noGrp="1"/>
            </p:cNvSpPr>
            <p:nvPr/>
          </p:nvSpPr>
          <p:spPr>
            <a:xfrm>
              <a:off x="22923613" y="4655923"/>
              <a:ext cx="22112" cy="11511"/>
            </a:xfrm>
            <a:custGeom>
              <a:avLst/>
              <a:gdLst/>
              <a:ahLst/>
              <a:cxnLst/>
              <a:pathLst>
                <a:path w="22112" h="11511">
                  <a:moveTo>
                    <a:pt x="22112" y="11511"/>
                  </a:moveTo>
                  <a:lnTo>
                    <a:pt x="0" y="0"/>
                  </a:lnTo>
                </a:path>
              </a:pathLst>
            </a:custGeom>
            <a:noFill/>
            <a:ln w="26670">
              <a:solidFill>
                <a:srgbClr val="6F8EA9"/>
              </a:solidFill>
              <a:prstDash val="solid"/>
            </a:ln>
          </p:spPr>
        </p:sp>
        <p:sp>
          <p:nvSpPr>
            <p:cNvPr id="2661" name="four:rotate-and-assemble:line:2383"/>
            <p:cNvSpPr>
              <a:spLocks noGrp="1"/>
            </p:cNvSpPr>
            <p:nvPr/>
          </p:nvSpPr>
          <p:spPr>
            <a:xfrm>
              <a:off x="22900582" y="4646383"/>
              <a:ext cx="23031" cy="9540"/>
            </a:xfrm>
            <a:custGeom>
              <a:avLst/>
              <a:gdLst/>
              <a:ahLst/>
              <a:cxnLst/>
              <a:pathLst>
                <a:path w="23031" h="9540">
                  <a:moveTo>
                    <a:pt x="23031" y="9540"/>
                  </a:moveTo>
                  <a:lnTo>
                    <a:pt x="0" y="0"/>
                  </a:lnTo>
                </a:path>
              </a:pathLst>
            </a:custGeom>
            <a:noFill/>
            <a:ln w="26670">
              <a:solidFill>
                <a:srgbClr val="6F8EA9"/>
              </a:solidFill>
              <a:prstDash val="solid"/>
            </a:ln>
          </p:spPr>
        </p:sp>
        <p:sp>
          <p:nvSpPr>
            <p:cNvPr id="2662" name="four:rotate-and-assemble:line:2384"/>
            <p:cNvSpPr>
              <a:spLocks noGrp="1"/>
            </p:cNvSpPr>
            <p:nvPr/>
          </p:nvSpPr>
          <p:spPr>
            <a:xfrm>
              <a:off x="22876808" y="4638887"/>
              <a:ext cx="23775" cy="7496"/>
            </a:xfrm>
            <a:custGeom>
              <a:avLst/>
              <a:gdLst/>
              <a:ahLst/>
              <a:cxnLst/>
              <a:pathLst>
                <a:path w="23775" h="7496">
                  <a:moveTo>
                    <a:pt x="23775" y="7496"/>
                  </a:moveTo>
                  <a:lnTo>
                    <a:pt x="0" y="0"/>
                  </a:lnTo>
                </a:path>
              </a:pathLst>
            </a:custGeom>
            <a:noFill/>
            <a:ln w="26670">
              <a:solidFill>
                <a:srgbClr val="6F8EA9"/>
              </a:solidFill>
              <a:prstDash val="solid"/>
            </a:ln>
          </p:spPr>
        </p:sp>
        <p:sp>
          <p:nvSpPr>
            <p:cNvPr id="2663" name="four:rotate-and-assemble:line:2385"/>
            <p:cNvSpPr>
              <a:spLocks noGrp="1"/>
            </p:cNvSpPr>
            <p:nvPr/>
          </p:nvSpPr>
          <p:spPr>
            <a:xfrm>
              <a:off x="22852470" y="4633491"/>
              <a:ext cx="24338" cy="5396"/>
            </a:xfrm>
            <a:custGeom>
              <a:avLst/>
              <a:gdLst/>
              <a:ahLst/>
              <a:cxnLst/>
              <a:pathLst>
                <a:path w="24338" h="5396">
                  <a:moveTo>
                    <a:pt x="24338" y="5396"/>
                  </a:moveTo>
                  <a:lnTo>
                    <a:pt x="0" y="0"/>
                  </a:lnTo>
                </a:path>
              </a:pathLst>
            </a:custGeom>
            <a:noFill/>
            <a:ln w="26670">
              <a:solidFill>
                <a:srgbClr val="6F8EA9"/>
              </a:solidFill>
              <a:prstDash val="solid"/>
            </a:ln>
          </p:spPr>
        </p:sp>
        <p:sp>
          <p:nvSpPr>
            <p:cNvPr id="2664" name="four:rotate-and-assemble:line:2386"/>
            <p:cNvSpPr>
              <a:spLocks noGrp="1"/>
            </p:cNvSpPr>
            <p:nvPr/>
          </p:nvSpPr>
          <p:spPr>
            <a:xfrm>
              <a:off x="22827755" y="4630237"/>
              <a:ext cx="24715" cy="3254"/>
            </a:xfrm>
            <a:custGeom>
              <a:avLst/>
              <a:gdLst/>
              <a:ahLst/>
              <a:cxnLst/>
              <a:pathLst>
                <a:path w="24715" h="3254">
                  <a:moveTo>
                    <a:pt x="24715" y="3254"/>
                  </a:moveTo>
                  <a:lnTo>
                    <a:pt x="0" y="0"/>
                  </a:lnTo>
                </a:path>
              </a:pathLst>
            </a:custGeom>
            <a:noFill/>
            <a:ln w="26670">
              <a:solidFill>
                <a:srgbClr val="6F8EA9"/>
              </a:solidFill>
              <a:prstDash val="solid"/>
            </a:ln>
          </p:spPr>
        </p:sp>
        <p:sp>
          <p:nvSpPr>
            <p:cNvPr id="2665" name="four:rotate-and-assemble:line:2387"/>
            <p:cNvSpPr>
              <a:spLocks noGrp="1"/>
            </p:cNvSpPr>
            <p:nvPr/>
          </p:nvSpPr>
          <p:spPr>
            <a:xfrm>
              <a:off x="22802850" y="4629150"/>
              <a:ext cx="24905" cy="1087"/>
            </a:xfrm>
            <a:custGeom>
              <a:avLst/>
              <a:gdLst/>
              <a:ahLst/>
              <a:cxnLst/>
              <a:pathLst>
                <a:path w="24905" h="1087">
                  <a:moveTo>
                    <a:pt x="24905" y="1087"/>
                  </a:moveTo>
                  <a:lnTo>
                    <a:pt x="0" y="0"/>
                  </a:lnTo>
                </a:path>
              </a:pathLst>
            </a:custGeom>
            <a:noFill/>
            <a:ln w="26670">
              <a:solidFill>
                <a:srgbClr val="6F8EA9"/>
              </a:solidFill>
              <a:prstDash val="solid"/>
            </a:ln>
          </p:spPr>
        </p:sp>
        <p:sp>
          <p:nvSpPr>
            <p:cNvPr id="2666" name="four:rotate-and-assemble:polygon:2388"/>
            <p:cNvSpPr>
              <a:spLocks noGrp="1"/>
            </p:cNvSpPr>
            <p:nvPr/>
          </p:nvSpPr>
          <p:spPr>
            <a:xfrm>
              <a:off x="22802850" y="4592386"/>
              <a:ext cx="96946" cy="81837"/>
            </a:xfrm>
            <a:custGeom>
              <a:avLst/>
              <a:gdLst/>
              <a:ahLst/>
              <a:cxnLst/>
              <a:pathLst>
                <a:path w="96946" h="81837">
                  <a:moveTo>
                    <a:pt x="0" y="36764"/>
                  </a:moveTo>
                  <a:lnTo>
                    <a:pt x="93373" y="81837"/>
                  </a:lnTo>
                  <a:lnTo>
                    <a:pt x="96946" y="0"/>
                  </a:lnTo>
                  <a:close/>
                </a:path>
              </a:pathLst>
            </a:custGeom>
            <a:solidFill>
              <a:srgbClr val="6F8EA9"/>
            </a:solidFill>
            <a:ln w="0">
              <a:noFill/>
              <a:prstDash val="solid"/>
            </a:ln>
          </p:spPr>
        </p:sp>
        <p:sp>
          <p:nvSpPr>
            <p:cNvPr id="2667" name="four:rotate-and-assemble:textbox:2389"/>
            <p:cNvSpPr>
              <a:spLocks noGrp="1"/>
            </p:cNvSpPr>
            <p:nvPr/>
          </p:nvSpPr>
          <p:spPr>
            <a:xfrm>
              <a:off x="22212300" y="4591050"/>
              <a:ext cx="514350" cy="295275"/>
            </a:xfrm>
            <a:prstGeom prst="rect">
              <a:avLst/>
            </a:prstGeom>
            <a:noFill/>
            <a:ln w="0">
              <a:noFill/>
              <a:prstDash val="solid"/>
            </a:ln>
          </p:spPr>
          <p:txBody>
            <a:bodyPr wrap="none" lIns="0" tIns="0" rIns="0" bIns="0" anchor="ctr">
              <a:normAutofit/>
            </a:bodyPr>
            <a:lstStyle>
              <a:defPPr algn="ctr">
                <a:defRPr sz="1575" b="1">
                  <a:solidFill>
                    <a:srgbClr val="6F8EA9"/>
                  </a:solidFill>
                  <a:latin typeface="Arial" panose="020B0604020202090204"/>
                  <a:ea typeface="Arial" panose="020B0604020202090204"/>
                  <a:cs typeface="Arial" panose="020B0604020202090204"/>
                </a:defRPr>
              </a:defPPr>
            </a:lstStyle>
            <a:p>
              <a:pPr algn="ctr">
                <a:defRPr sz="1575" b="1">
                  <a:solidFill>
                    <a:srgbClr val="6F8EA9"/>
                  </a:solidFill>
                  <a:latin typeface="Arial" panose="020B0604020202090204"/>
                  <a:ea typeface="Arial" panose="020B0604020202090204"/>
                  <a:cs typeface="Arial" panose="020B0604020202090204"/>
                </a:defRPr>
              </a:pPr>
              <a:r>
                <a:rPr sz="1575" b="1">
                  <a:solidFill>
                    <a:srgbClr val="6F8EA9"/>
                  </a:solidFill>
                  <a:latin typeface="Arial" panose="020B0604020202090204"/>
                  <a:ea typeface="Arial" panose="020B0604020202090204"/>
                  <a:cs typeface="Arial" panose="020B0604020202090204"/>
                </a:rPr>
                <a:t>90°</a:t>
              </a:r>
              <a:endParaRPr sz="1575" b="1">
                <a:solidFill>
                  <a:srgbClr val="6F8EA9"/>
                </a:solidFill>
                <a:latin typeface="Arial" panose="020B0604020202090204"/>
                <a:ea typeface="Arial" panose="020B0604020202090204"/>
                <a:cs typeface="Arial" panose="020B0604020202090204"/>
              </a:endParaRPr>
            </a:p>
          </p:txBody>
        </p:sp>
        <p:sp>
          <p:nvSpPr>
            <p:cNvPr id="2668" name="four:rotate-and-assemble:line:2390"/>
            <p:cNvSpPr>
              <a:spLocks noGrp="1"/>
            </p:cNvSpPr>
            <p:nvPr/>
          </p:nvSpPr>
          <p:spPr>
            <a:xfrm>
              <a:off x="22650450" y="5133975"/>
              <a:ext cx="953" cy="180975"/>
            </a:xfrm>
            <a:custGeom>
              <a:avLst/>
              <a:gdLst/>
              <a:ahLst/>
              <a:cxnLst/>
              <a:pathLst>
                <a:path w="953" h="180975">
                  <a:moveTo>
                    <a:pt x="0" y="0"/>
                  </a:moveTo>
                  <a:lnTo>
                    <a:pt x="0" y="180975"/>
                  </a:lnTo>
                </a:path>
              </a:pathLst>
            </a:custGeom>
            <a:noFill/>
            <a:ln w="15240">
              <a:solidFill>
                <a:srgbClr val="5DA4CB"/>
              </a:solidFill>
              <a:prstDash val="solid"/>
            </a:ln>
          </p:spPr>
        </p:sp>
        <p:sp>
          <p:nvSpPr>
            <p:cNvPr id="2669" name="four:rotate-and-assemble:polygon:2391"/>
            <p:cNvSpPr>
              <a:spLocks noGrp="1"/>
            </p:cNvSpPr>
            <p:nvPr/>
          </p:nvSpPr>
          <p:spPr>
            <a:xfrm>
              <a:off x="22617684" y="5238750"/>
              <a:ext cx="65532" cy="76200"/>
            </a:xfrm>
            <a:custGeom>
              <a:avLst/>
              <a:gdLst/>
              <a:ahLst/>
              <a:cxnLst/>
              <a:pathLst>
                <a:path w="65532" h="76200">
                  <a:moveTo>
                    <a:pt x="32766" y="76200"/>
                  </a:moveTo>
                  <a:lnTo>
                    <a:pt x="65532" y="0"/>
                  </a:lnTo>
                  <a:lnTo>
                    <a:pt x="0" y="0"/>
                  </a:lnTo>
                  <a:close/>
                </a:path>
              </a:pathLst>
            </a:custGeom>
            <a:solidFill>
              <a:srgbClr val="5DA4CB"/>
            </a:solidFill>
            <a:ln w="0">
              <a:noFill/>
              <a:prstDash val="solid"/>
            </a:ln>
          </p:spPr>
        </p:sp>
      </p:grpSp>
      <p:grpSp>
        <p:nvGrpSpPr>
          <p:cNvPr id="2670" name="temporal-output"/>
          <p:cNvGrpSpPr/>
          <p:nvPr/>
        </p:nvGrpSpPr>
        <p:grpSpPr>
          <a:xfrm>
            <a:off x="0" y="0"/>
            <a:ext cx="24955500" cy="8572500"/>
            <a:chOff x="0" y="0"/>
            <a:chExt cx="24955500" cy="8572500"/>
          </a:xfrm>
        </p:grpSpPr>
        <p:sp>
          <p:nvSpPr>
            <p:cNvPr id="2671" name="four:temporal-output:textbox:2392"/>
            <p:cNvSpPr>
              <a:spLocks noGrp="1"/>
            </p:cNvSpPr>
            <p:nvPr/>
          </p:nvSpPr>
          <p:spPr>
            <a:xfrm>
              <a:off x="20840700" y="5429250"/>
              <a:ext cx="3514725" cy="304800"/>
            </a:xfrm>
            <a:prstGeom prst="rect">
              <a:avLst/>
            </a:prstGeom>
            <a:noFill/>
            <a:ln w="0">
              <a:noFill/>
              <a:prstDash val="solid"/>
            </a:ln>
          </p:spPr>
          <p:txBody>
            <a:bodyPr wrap="none" lIns="0" tIns="0" rIns="0" bIns="0" anchor="ctr">
              <a:normAutofit/>
            </a:bodyPr>
            <a:lstStyle>
              <a:defPPr algn="l">
                <a:defRPr sz="1725" b="1">
                  <a:solidFill>
                    <a:srgbClr val="263238"/>
                  </a:solidFill>
                  <a:latin typeface="Arial" panose="020B0604020202090204"/>
                  <a:ea typeface="Arial" panose="020B0604020202090204"/>
                  <a:cs typeface="Arial" panose="020B0604020202090204"/>
                </a:defRPr>
              </a:defPPr>
            </a:lstStyle>
            <a:p>
              <a:pPr algn="l">
                <a:defRPr sz="1725" b="1">
                  <a:solidFill>
                    <a:srgbClr val="263238"/>
                  </a:solidFill>
                  <a:latin typeface="Arial" panose="020B0604020202090204"/>
                  <a:ea typeface="Arial" panose="020B0604020202090204"/>
                  <a:cs typeface="Arial" panose="020B0604020202090204"/>
                </a:defRPr>
              </a:pPr>
              <a:r>
                <a:rPr sz="1725" b="1">
                  <a:solidFill>
                    <a:srgbClr val="263238"/>
                  </a:solidFill>
                  <a:latin typeface="Arial" panose="020B0604020202090204"/>
                  <a:ea typeface="Arial" panose="020B0604020202090204"/>
                  <a:cs typeface="Arial" panose="020B0604020202090204"/>
                </a:rPr>
                <a:t>Temporal merge tree map</a:t>
              </a:r>
              <a:endParaRPr sz="1725" b="1">
                <a:solidFill>
                  <a:srgbClr val="263238"/>
                </a:solidFill>
                <a:latin typeface="Arial" panose="020B0604020202090204"/>
                <a:ea typeface="Arial" panose="020B0604020202090204"/>
                <a:cs typeface="Arial" panose="020B0604020202090204"/>
              </a:endParaRPr>
            </a:p>
          </p:txBody>
        </p:sp>
        <p:sp>
          <p:nvSpPr>
            <p:cNvPr id="2672" name="smooth-map-background">
              <a:extLst>
                <a:ext uri="{FF2B5EF4-FFF2-40B4-BE49-F238E27FC236}">
                  <a16:creationId xmlns:a16="http://schemas.microsoft.com/office/drawing/2014/main" id="{C6BE18C7-B5CE-4EB5-BEF4-36FF58C0A25A}"/>
                </a:ext>
              </a:extLst>
            </p:cNvPr>
            <p:cNvSpPr>
              <a:spLocks noGrp="1"/>
            </p:cNvSpPr>
            <p:nvPr/>
          </p:nvSpPr>
          <p:spPr>
            <a:xfrm>
              <a:off x="21240750" y="6019800"/>
              <a:ext cx="2838450" cy="1143000"/>
            </a:xfrm>
            <a:prstGeom prst="rect">
              <a:avLst/>
            </a:prstGeom>
            <a:solidFill>
              <a:srgbClr val="DCE8ED"/>
            </a:solidFill>
            <a:ln w="0">
              <a:noFill/>
            </a:ln>
          </p:spPr>
        </p:sp>
        <p:sp>
          <p:nvSpPr>
            <p:cNvPr id="2673" name="smooth-map-feature-1-shade-1">
              <a:extLst>
                <a:ext uri="{FF2B5EF4-FFF2-40B4-BE49-F238E27FC236}">
                  <a16:creationId xmlns:a16="http://schemas.microsoft.com/office/drawing/2014/main" id="{C9710D71-B187-4A1B-81E8-42A9F89972B6}"/>
                </a:ext>
              </a:extLst>
            </p:cNvPr>
            <p:cNvSpPr>
              <a:spLocks noGrp="1"/>
            </p:cNvSpPr>
            <p:nvPr/>
          </p:nvSpPr>
          <p:spPr>
            <a:xfrm>
              <a:off x="21240750" y="6019800"/>
              <a:ext cx="2838450" cy="1143000"/>
            </a:xfrm>
            <a:custGeom>
              <a:pathLst>
                <a:path w="2838450" h="1143000">
                  <a:moveTo>
                    <a:pt x="0" y="930587"/>
                  </a:moveTo>
                  <a:cubicBezTo>
                    <a:pt x="118269" y="930587"/>
                    <a:pt x="236538" y="930587"/>
                    <a:pt x="354806" y="930587"/>
                  </a:cubicBezTo>
                  <a:cubicBezTo>
                    <a:pt x="591344" y="930587"/>
                    <a:pt x="827881" y="909477"/>
                    <a:pt x="1064419" y="909477"/>
                  </a:cubicBezTo>
                  <a:cubicBezTo>
                    <a:pt x="1300956" y="909477"/>
                    <a:pt x="1537494" y="932965"/>
                    <a:pt x="1774031" y="932965"/>
                  </a:cubicBezTo>
                  <a:cubicBezTo>
                    <a:pt x="2010569" y="932965"/>
                    <a:pt x="2247106" y="273153"/>
                    <a:pt x="2483644" y="273153"/>
                  </a:cubicBezTo>
                  <a:cubicBezTo>
                    <a:pt x="2601912" y="273153"/>
                    <a:pt x="2720181" y="273153"/>
                    <a:pt x="2838450" y="273153"/>
                  </a:cubicBezTo>
                  <a:lnTo>
                    <a:pt x="2838450" y="526888"/>
                  </a:lnTo>
                  <a:cubicBezTo>
                    <a:pt x="2720181" y="526888"/>
                    <a:pt x="2601912" y="526888"/>
                    <a:pt x="2483644" y="526888"/>
                  </a:cubicBezTo>
                  <a:cubicBezTo>
                    <a:pt x="2247106" y="526888"/>
                    <a:pt x="2010569" y="1143000"/>
                    <a:pt x="1774031" y="1143000"/>
                  </a:cubicBezTo>
                  <a:cubicBezTo>
                    <a:pt x="1537494" y="1143000"/>
                    <a:pt x="1300956" y="1143000"/>
                    <a:pt x="1064419" y="1143000"/>
                  </a:cubicBezTo>
                  <a:cubicBezTo>
                    <a:pt x="827881" y="1143000"/>
                    <a:pt x="591344" y="1143000"/>
                    <a:pt x="354806" y="1143000"/>
                  </a:cubicBezTo>
                  <a:cubicBezTo>
                    <a:pt x="236538" y="1143000"/>
                    <a:pt x="118269" y="1143000"/>
                    <a:pt x="0" y="1143000"/>
                  </a:cubicBezTo>
                  <a:close/>
                </a:path>
              </a:pathLst>
            </a:custGeom>
            <a:solidFill>
              <a:srgbClr val="0072B2">
                <a:alpha val="2500"/>
              </a:srgbClr>
            </a:solidFill>
            <a:ln w="0">
              <a:noFill/>
            </a:ln>
          </p:spPr>
        </p:sp>
        <p:sp>
          <p:nvSpPr>
            <p:cNvPr id="2674" name="smooth-map-feature-1-shade-2">
              <a:extLst>
                <a:ext uri="{FF2B5EF4-FFF2-40B4-BE49-F238E27FC236}">
                  <a16:creationId xmlns:a16="http://schemas.microsoft.com/office/drawing/2014/main" id="{4059A899-04F4-4D16-B268-1F7701A523A5}"/>
                </a:ext>
              </a:extLst>
            </p:cNvPr>
            <p:cNvSpPr>
              <a:spLocks noGrp="1"/>
            </p:cNvSpPr>
            <p:nvPr/>
          </p:nvSpPr>
          <p:spPr>
            <a:xfrm>
              <a:off x="21240750" y="6019800"/>
              <a:ext cx="2838450" cy="1143000"/>
            </a:xfrm>
            <a:custGeom>
              <a:pathLst>
                <a:path w="2838450" h="1143000">
                  <a:moveTo>
                    <a:pt x="0" y="940578"/>
                  </a:moveTo>
                  <a:cubicBezTo>
                    <a:pt x="118269" y="940578"/>
                    <a:pt x="236538" y="940578"/>
                    <a:pt x="354806" y="940578"/>
                  </a:cubicBezTo>
                  <a:cubicBezTo>
                    <a:pt x="591344" y="940578"/>
                    <a:pt x="827881" y="922662"/>
                    <a:pt x="1064419" y="922662"/>
                  </a:cubicBezTo>
                  <a:cubicBezTo>
                    <a:pt x="1300956" y="922662"/>
                    <a:pt x="1537494" y="942676"/>
                    <a:pt x="1774031" y="942676"/>
                  </a:cubicBezTo>
                  <a:cubicBezTo>
                    <a:pt x="2010569" y="942676"/>
                    <a:pt x="2247106" y="284007"/>
                    <a:pt x="2483644" y="284007"/>
                  </a:cubicBezTo>
                  <a:cubicBezTo>
                    <a:pt x="2601912" y="284007"/>
                    <a:pt x="2720181" y="284007"/>
                    <a:pt x="2838450" y="284007"/>
                  </a:cubicBezTo>
                  <a:lnTo>
                    <a:pt x="2838450" y="516033"/>
                  </a:lnTo>
                  <a:cubicBezTo>
                    <a:pt x="2720181" y="516033"/>
                    <a:pt x="2601912" y="516033"/>
                    <a:pt x="2483644" y="516033"/>
                  </a:cubicBezTo>
                  <a:cubicBezTo>
                    <a:pt x="2247106" y="516033"/>
                    <a:pt x="2010569" y="1143000"/>
                    <a:pt x="1774031" y="1143000"/>
                  </a:cubicBezTo>
                  <a:cubicBezTo>
                    <a:pt x="1537494" y="1143000"/>
                    <a:pt x="1300956" y="1143000"/>
                    <a:pt x="1064419" y="1143000"/>
                  </a:cubicBezTo>
                  <a:cubicBezTo>
                    <a:pt x="827881" y="1143000"/>
                    <a:pt x="591344" y="1143000"/>
                    <a:pt x="354806" y="1143000"/>
                  </a:cubicBezTo>
                  <a:cubicBezTo>
                    <a:pt x="236538" y="1143000"/>
                    <a:pt x="118269" y="1143000"/>
                    <a:pt x="0" y="1143000"/>
                  </a:cubicBezTo>
                  <a:close/>
                </a:path>
              </a:pathLst>
            </a:custGeom>
            <a:solidFill>
              <a:srgbClr val="0072B2">
                <a:alpha val="2128"/>
              </a:srgbClr>
            </a:solidFill>
            <a:ln w="0">
              <a:noFill/>
            </a:ln>
          </p:spPr>
        </p:sp>
        <p:sp>
          <p:nvSpPr>
            <p:cNvPr id="2675" name="smooth-map-feature-1-shade-3">
              <a:extLst>
                <a:ext uri="{FF2B5EF4-FFF2-40B4-BE49-F238E27FC236}">
                  <a16:creationId xmlns:a16="http://schemas.microsoft.com/office/drawing/2014/main" id="{DBCA5F24-E41C-4FCF-9FA8-1239433F5F6B}"/>
                </a:ext>
              </a:extLst>
            </p:cNvPr>
            <p:cNvSpPr>
              <a:spLocks noGrp="1"/>
            </p:cNvSpPr>
            <p:nvPr/>
          </p:nvSpPr>
          <p:spPr>
            <a:xfrm>
              <a:off x="21240750" y="6019800"/>
              <a:ext cx="2838450" cy="1143000"/>
            </a:xfrm>
            <a:custGeom>
              <a:pathLst>
                <a:path w="2838450" h="1143000">
                  <a:moveTo>
                    <a:pt x="0" y="947261"/>
                  </a:moveTo>
                  <a:cubicBezTo>
                    <a:pt x="118269" y="947261"/>
                    <a:pt x="236538" y="947261"/>
                    <a:pt x="354806" y="947261"/>
                  </a:cubicBezTo>
                  <a:cubicBezTo>
                    <a:pt x="591344" y="947261"/>
                    <a:pt x="827881" y="931480"/>
                    <a:pt x="1064419" y="931480"/>
                  </a:cubicBezTo>
                  <a:cubicBezTo>
                    <a:pt x="1300956" y="931480"/>
                    <a:pt x="1537494" y="949172"/>
                    <a:pt x="1774031" y="949172"/>
                  </a:cubicBezTo>
                  <a:cubicBezTo>
                    <a:pt x="2010569" y="949172"/>
                    <a:pt x="2247106" y="291266"/>
                    <a:pt x="2483644" y="291266"/>
                  </a:cubicBezTo>
                  <a:cubicBezTo>
                    <a:pt x="2601912" y="291266"/>
                    <a:pt x="2720181" y="291266"/>
                    <a:pt x="2838450" y="291266"/>
                  </a:cubicBezTo>
                  <a:lnTo>
                    <a:pt x="2838450" y="508774"/>
                  </a:lnTo>
                  <a:cubicBezTo>
                    <a:pt x="2720181" y="508774"/>
                    <a:pt x="2601912" y="508774"/>
                    <a:pt x="2483644" y="508774"/>
                  </a:cubicBezTo>
                  <a:cubicBezTo>
                    <a:pt x="2247106" y="508774"/>
                    <a:pt x="2010569" y="1143000"/>
                    <a:pt x="1774031" y="1143000"/>
                  </a:cubicBezTo>
                  <a:cubicBezTo>
                    <a:pt x="1537494" y="1143000"/>
                    <a:pt x="1300956" y="1143000"/>
                    <a:pt x="1064419" y="1143000"/>
                  </a:cubicBezTo>
                  <a:cubicBezTo>
                    <a:pt x="827881" y="1143000"/>
                    <a:pt x="591344" y="1143000"/>
                    <a:pt x="354806" y="1143000"/>
                  </a:cubicBezTo>
                  <a:cubicBezTo>
                    <a:pt x="236538" y="1143000"/>
                    <a:pt x="118269" y="1143000"/>
                    <a:pt x="0" y="1143000"/>
                  </a:cubicBezTo>
                  <a:close/>
                </a:path>
              </a:pathLst>
            </a:custGeom>
            <a:solidFill>
              <a:srgbClr val="0072B2">
                <a:alpha val="2174"/>
              </a:srgbClr>
            </a:solidFill>
            <a:ln w="0">
              <a:noFill/>
            </a:ln>
          </p:spPr>
        </p:sp>
        <p:sp>
          <p:nvSpPr>
            <p:cNvPr id="2676" name="smooth-map-feature-1-shade-4">
              <a:extLst>
                <a:ext uri="{FF2B5EF4-FFF2-40B4-BE49-F238E27FC236}">
                  <a16:creationId xmlns:a16="http://schemas.microsoft.com/office/drawing/2014/main" id="{B8F00C38-02C4-47B5-9568-492F50575A96}"/>
                </a:ext>
              </a:extLst>
            </p:cNvPr>
            <p:cNvSpPr>
              <a:spLocks noGrp="1"/>
            </p:cNvSpPr>
            <p:nvPr/>
          </p:nvSpPr>
          <p:spPr>
            <a:xfrm>
              <a:off x="21240750" y="6019800"/>
              <a:ext cx="2838450" cy="1143000"/>
            </a:xfrm>
            <a:custGeom>
              <a:pathLst>
                <a:path w="2838450" h="1143000">
                  <a:moveTo>
                    <a:pt x="0" y="952407"/>
                  </a:moveTo>
                  <a:cubicBezTo>
                    <a:pt x="118269" y="952407"/>
                    <a:pt x="236538" y="952407"/>
                    <a:pt x="354806" y="952407"/>
                  </a:cubicBezTo>
                  <a:cubicBezTo>
                    <a:pt x="591344" y="952407"/>
                    <a:pt x="827881" y="938272"/>
                    <a:pt x="1064419" y="938272"/>
                  </a:cubicBezTo>
                  <a:cubicBezTo>
                    <a:pt x="1300956" y="938272"/>
                    <a:pt x="1537494" y="954174"/>
                    <a:pt x="1774031" y="954174"/>
                  </a:cubicBezTo>
                  <a:cubicBezTo>
                    <a:pt x="2010569" y="954174"/>
                    <a:pt x="2247106" y="296857"/>
                    <a:pt x="2483644" y="296857"/>
                  </a:cubicBezTo>
                  <a:cubicBezTo>
                    <a:pt x="2601912" y="296857"/>
                    <a:pt x="2720181" y="296857"/>
                    <a:pt x="2838450" y="296857"/>
                  </a:cubicBezTo>
                  <a:lnTo>
                    <a:pt x="2838450" y="503183"/>
                  </a:lnTo>
                  <a:cubicBezTo>
                    <a:pt x="2720181" y="503183"/>
                    <a:pt x="2601912" y="503183"/>
                    <a:pt x="2483644" y="503183"/>
                  </a:cubicBezTo>
                  <a:cubicBezTo>
                    <a:pt x="2247106" y="503183"/>
                    <a:pt x="2010569" y="1135980"/>
                    <a:pt x="1774031" y="1138777"/>
                  </a:cubicBezTo>
                  <a:cubicBezTo>
                    <a:pt x="1537494" y="1141574"/>
                    <a:pt x="1300956" y="1143000"/>
                    <a:pt x="1064419" y="1143000"/>
                  </a:cubicBezTo>
                  <a:cubicBezTo>
                    <a:pt x="827881" y="1143000"/>
                    <a:pt x="591344" y="1142325"/>
                    <a:pt x="354806" y="1142325"/>
                  </a:cubicBezTo>
                  <a:cubicBezTo>
                    <a:pt x="236538" y="1142325"/>
                    <a:pt x="118269" y="1142325"/>
                    <a:pt x="0" y="1142325"/>
                  </a:cubicBezTo>
                  <a:close/>
                </a:path>
              </a:pathLst>
            </a:custGeom>
            <a:solidFill>
              <a:srgbClr val="0072B2">
                <a:alpha val="2222"/>
              </a:srgbClr>
            </a:solidFill>
            <a:ln w="0">
              <a:noFill/>
            </a:ln>
          </p:spPr>
        </p:sp>
        <p:sp>
          <p:nvSpPr>
            <p:cNvPr id="2677" name="smooth-map-feature-1-shade-5">
              <a:extLst>
                <a:ext uri="{FF2B5EF4-FFF2-40B4-BE49-F238E27FC236}">
                  <a16:creationId xmlns:a16="http://schemas.microsoft.com/office/drawing/2014/main" id="{3A9756C4-0857-4B35-963D-5A447E52634D}"/>
                </a:ext>
              </a:extLst>
            </p:cNvPr>
            <p:cNvSpPr>
              <a:spLocks noGrp="1"/>
            </p:cNvSpPr>
            <p:nvPr/>
          </p:nvSpPr>
          <p:spPr>
            <a:xfrm>
              <a:off x="21240750" y="6019800"/>
              <a:ext cx="2838450" cy="1143000"/>
            </a:xfrm>
            <a:custGeom>
              <a:pathLst>
                <a:path w="2838450" h="1143000">
                  <a:moveTo>
                    <a:pt x="0" y="956655"/>
                  </a:moveTo>
                  <a:cubicBezTo>
                    <a:pt x="118269" y="956655"/>
                    <a:pt x="236538" y="956655"/>
                    <a:pt x="354806" y="956655"/>
                  </a:cubicBezTo>
                  <a:cubicBezTo>
                    <a:pt x="591344" y="956655"/>
                    <a:pt x="827881" y="943878"/>
                    <a:pt x="1064419" y="943878"/>
                  </a:cubicBezTo>
                  <a:cubicBezTo>
                    <a:pt x="1300956" y="943878"/>
                    <a:pt x="1537494" y="958303"/>
                    <a:pt x="1774031" y="958303"/>
                  </a:cubicBezTo>
                  <a:cubicBezTo>
                    <a:pt x="2010569" y="958303"/>
                    <a:pt x="2247106" y="301472"/>
                    <a:pt x="2483644" y="301472"/>
                  </a:cubicBezTo>
                  <a:cubicBezTo>
                    <a:pt x="2601912" y="301472"/>
                    <a:pt x="2720181" y="301472"/>
                    <a:pt x="2838450" y="301472"/>
                  </a:cubicBezTo>
                  <a:lnTo>
                    <a:pt x="2838450" y="498568"/>
                  </a:lnTo>
                  <a:cubicBezTo>
                    <a:pt x="2720181" y="498568"/>
                    <a:pt x="2601912" y="498568"/>
                    <a:pt x="2483644" y="498568"/>
                  </a:cubicBezTo>
                  <a:cubicBezTo>
                    <a:pt x="2247106" y="498568"/>
                    <a:pt x="2010569" y="1129152"/>
                    <a:pt x="1774031" y="1134648"/>
                  </a:cubicBezTo>
                  <a:cubicBezTo>
                    <a:pt x="1537494" y="1140144"/>
                    <a:pt x="1300956" y="1143000"/>
                    <a:pt x="1064419" y="1143000"/>
                  </a:cubicBezTo>
                  <a:cubicBezTo>
                    <a:pt x="827881" y="1143000"/>
                    <a:pt x="591344" y="1138077"/>
                    <a:pt x="354806" y="1138077"/>
                  </a:cubicBezTo>
                  <a:cubicBezTo>
                    <a:pt x="236538" y="1138077"/>
                    <a:pt x="118269" y="1138077"/>
                    <a:pt x="0" y="1138077"/>
                  </a:cubicBezTo>
                  <a:close/>
                </a:path>
              </a:pathLst>
            </a:custGeom>
            <a:solidFill>
              <a:srgbClr val="0072B2">
                <a:alpha val="2273"/>
              </a:srgbClr>
            </a:solidFill>
            <a:ln w="0">
              <a:noFill/>
            </a:ln>
          </p:spPr>
        </p:sp>
        <p:sp>
          <p:nvSpPr>
            <p:cNvPr id="2678" name="smooth-map-feature-1-shade-6">
              <a:extLst>
                <a:ext uri="{FF2B5EF4-FFF2-40B4-BE49-F238E27FC236}">
                  <a16:creationId xmlns:a16="http://schemas.microsoft.com/office/drawing/2014/main" id="{9FD7B907-E70D-4CE3-B17B-C5B83A7E325B}"/>
                </a:ext>
              </a:extLst>
            </p:cNvPr>
            <p:cNvSpPr>
              <a:spLocks noGrp="1"/>
            </p:cNvSpPr>
            <p:nvPr/>
          </p:nvSpPr>
          <p:spPr>
            <a:xfrm>
              <a:off x="21240750" y="6019800"/>
              <a:ext cx="2838450" cy="1143000"/>
            </a:xfrm>
            <a:custGeom>
              <a:pathLst>
                <a:path w="2838450" h="1143000">
                  <a:moveTo>
                    <a:pt x="0" y="960309"/>
                  </a:moveTo>
                  <a:cubicBezTo>
                    <a:pt x="118269" y="960309"/>
                    <a:pt x="236538" y="960309"/>
                    <a:pt x="354806" y="960309"/>
                  </a:cubicBezTo>
                  <a:cubicBezTo>
                    <a:pt x="591344" y="960309"/>
                    <a:pt x="827881" y="948700"/>
                    <a:pt x="1064419" y="948700"/>
                  </a:cubicBezTo>
                  <a:cubicBezTo>
                    <a:pt x="1300956" y="948700"/>
                    <a:pt x="1537494" y="961855"/>
                    <a:pt x="1774031" y="961855"/>
                  </a:cubicBezTo>
                  <a:cubicBezTo>
                    <a:pt x="2010569" y="961855"/>
                    <a:pt x="2247106" y="305442"/>
                    <a:pt x="2483644" y="305442"/>
                  </a:cubicBezTo>
                  <a:cubicBezTo>
                    <a:pt x="2601912" y="305442"/>
                    <a:pt x="2720181" y="305442"/>
                    <a:pt x="2838450" y="305442"/>
                  </a:cubicBezTo>
                  <a:lnTo>
                    <a:pt x="2838450" y="494598"/>
                  </a:lnTo>
                  <a:cubicBezTo>
                    <a:pt x="2720181" y="494598"/>
                    <a:pt x="2601912" y="494598"/>
                    <a:pt x="2483644" y="494598"/>
                  </a:cubicBezTo>
                  <a:cubicBezTo>
                    <a:pt x="2247106" y="494598"/>
                    <a:pt x="2010569" y="1123306"/>
                    <a:pt x="1774031" y="1131096"/>
                  </a:cubicBezTo>
                  <a:cubicBezTo>
                    <a:pt x="1537494" y="1138886"/>
                    <a:pt x="1300956" y="1143000"/>
                    <a:pt x="1064419" y="1143000"/>
                  </a:cubicBezTo>
                  <a:cubicBezTo>
                    <a:pt x="827881" y="1143000"/>
                    <a:pt x="591344" y="1134422"/>
                    <a:pt x="354806" y="1134422"/>
                  </a:cubicBezTo>
                  <a:cubicBezTo>
                    <a:pt x="236538" y="1134422"/>
                    <a:pt x="118269" y="1134422"/>
                    <a:pt x="0" y="1134422"/>
                  </a:cubicBezTo>
                  <a:close/>
                </a:path>
              </a:pathLst>
            </a:custGeom>
            <a:solidFill>
              <a:srgbClr val="0072B2">
                <a:alpha val="2326"/>
              </a:srgbClr>
            </a:solidFill>
            <a:ln w="0">
              <a:noFill/>
            </a:ln>
          </p:spPr>
        </p:sp>
        <p:sp>
          <p:nvSpPr>
            <p:cNvPr id="2679" name="smooth-map-feature-1-shade-7">
              <a:extLst>
                <a:ext uri="{FF2B5EF4-FFF2-40B4-BE49-F238E27FC236}">
                  <a16:creationId xmlns:a16="http://schemas.microsoft.com/office/drawing/2014/main" id="{9A00F8DD-DB6E-4D23-AA15-54AD68E3FD4B}"/>
                </a:ext>
              </a:extLst>
            </p:cNvPr>
            <p:cNvSpPr>
              <a:spLocks noGrp="1"/>
            </p:cNvSpPr>
            <p:nvPr/>
          </p:nvSpPr>
          <p:spPr>
            <a:xfrm>
              <a:off x="21240750" y="6019800"/>
              <a:ext cx="2838450" cy="1143000"/>
            </a:xfrm>
            <a:custGeom>
              <a:pathLst>
                <a:path w="2838450" h="1143000">
                  <a:moveTo>
                    <a:pt x="0" y="963542"/>
                  </a:moveTo>
                  <a:cubicBezTo>
                    <a:pt x="118269" y="963542"/>
                    <a:pt x="236538" y="963542"/>
                    <a:pt x="354806" y="963542"/>
                  </a:cubicBezTo>
                  <a:cubicBezTo>
                    <a:pt x="591344" y="963542"/>
                    <a:pt x="827881" y="952966"/>
                    <a:pt x="1064419" y="952966"/>
                  </a:cubicBezTo>
                  <a:cubicBezTo>
                    <a:pt x="1300956" y="952966"/>
                    <a:pt x="1537494" y="964997"/>
                    <a:pt x="1774031" y="964997"/>
                  </a:cubicBezTo>
                  <a:cubicBezTo>
                    <a:pt x="2010569" y="964997"/>
                    <a:pt x="2247106" y="308954"/>
                    <a:pt x="2483644" y="308954"/>
                  </a:cubicBezTo>
                  <a:cubicBezTo>
                    <a:pt x="2601912" y="308954"/>
                    <a:pt x="2720181" y="308954"/>
                    <a:pt x="2838450" y="308954"/>
                  </a:cubicBezTo>
                  <a:lnTo>
                    <a:pt x="2838450" y="491086"/>
                  </a:lnTo>
                  <a:cubicBezTo>
                    <a:pt x="2720181" y="491086"/>
                    <a:pt x="2601912" y="491086"/>
                    <a:pt x="2483644" y="491086"/>
                  </a:cubicBezTo>
                  <a:cubicBezTo>
                    <a:pt x="2247106" y="491086"/>
                    <a:pt x="2010569" y="1118155"/>
                    <a:pt x="1774031" y="1127954"/>
                  </a:cubicBezTo>
                  <a:cubicBezTo>
                    <a:pt x="1537494" y="1137753"/>
                    <a:pt x="1300956" y="1143000"/>
                    <a:pt x="1064419" y="1143000"/>
                  </a:cubicBezTo>
                  <a:cubicBezTo>
                    <a:pt x="827881" y="1143000"/>
                    <a:pt x="591344" y="1131190"/>
                    <a:pt x="354806" y="1131190"/>
                  </a:cubicBezTo>
                  <a:cubicBezTo>
                    <a:pt x="236538" y="1131190"/>
                    <a:pt x="118269" y="1131190"/>
                    <a:pt x="0" y="1131190"/>
                  </a:cubicBezTo>
                  <a:close/>
                </a:path>
              </a:pathLst>
            </a:custGeom>
            <a:solidFill>
              <a:srgbClr val="0072B2">
                <a:alpha val="2381"/>
              </a:srgbClr>
            </a:solidFill>
            <a:ln w="0">
              <a:noFill/>
            </a:ln>
          </p:spPr>
        </p:sp>
        <p:sp>
          <p:nvSpPr>
            <p:cNvPr id="2680" name="smooth-map-feature-1-shade-8">
              <a:extLst>
                <a:ext uri="{FF2B5EF4-FFF2-40B4-BE49-F238E27FC236}">
                  <a16:creationId xmlns:a16="http://schemas.microsoft.com/office/drawing/2014/main" id="{5D48EBB3-B4B2-4E18-A6F8-90EF5224AED6}"/>
                </a:ext>
              </a:extLst>
            </p:cNvPr>
            <p:cNvSpPr>
              <a:spLocks noGrp="1"/>
            </p:cNvSpPr>
            <p:nvPr/>
          </p:nvSpPr>
          <p:spPr>
            <a:xfrm>
              <a:off x="21240750" y="6019800"/>
              <a:ext cx="2838450" cy="1143000"/>
            </a:xfrm>
            <a:custGeom>
              <a:pathLst>
                <a:path w="2838450" h="1143000">
                  <a:moveTo>
                    <a:pt x="0" y="966458"/>
                  </a:moveTo>
                  <a:cubicBezTo>
                    <a:pt x="118269" y="966458"/>
                    <a:pt x="236538" y="966458"/>
                    <a:pt x="354806" y="966458"/>
                  </a:cubicBezTo>
                  <a:cubicBezTo>
                    <a:pt x="591344" y="966458"/>
                    <a:pt x="827881" y="956815"/>
                    <a:pt x="1064419" y="956815"/>
                  </a:cubicBezTo>
                  <a:cubicBezTo>
                    <a:pt x="1300956" y="956815"/>
                    <a:pt x="1537494" y="967832"/>
                    <a:pt x="1774031" y="967832"/>
                  </a:cubicBezTo>
                  <a:cubicBezTo>
                    <a:pt x="2010569" y="967832"/>
                    <a:pt x="2247106" y="312123"/>
                    <a:pt x="2483644" y="312123"/>
                  </a:cubicBezTo>
                  <a:cubicBezTo>
                    <a:pt x="2601912" y="312123"/>
                    <a:pt x="2720181" y="312123"/>
                    <a:pt x="2838450" y="312123"/>
                  </a:cubicBezTo>
                  <a:lnTo>
                    <a:pt x="2838450" y="487918"/>
                  </a:lnTo>
                  <a:cubicBezTo>
                    <a:pt x="2720181" y="487918"/>
                    <a:pt x="2601912" y="487918"/>
                    <a:pt x="2483644" y="487918"/>
                  </a:cubicBezTo>
                  <a:cubicBezTo>
                    <a:pt x="2247106" y="487918"/>
                    <a:pt x="2010569" y="1113524"/>
                    <a:pt x="1774031" y="1125119"/>
                  </a:cubicBezTo>
                  <a:cubicBezTo>
                    <a:pt x="1537494" y="1136714"/>
                    <a:pt x="1300956" y="1143000"/>
                    <a:pt x="1064419" y="1143000"/>
                  </a:cubicBezTo>
                  <a:cubicBezTo>
                    <a:pt x="827881" y="1143000"/>
                    <a:pt x="591344" y="1128273"/>
                    <a:pt x="354806" y="1128273"/>
                  </a:cubicBezTo>
                  <a:cubicBezTo>
                    <a:pt x="236538" y="1128273"/>
                    <a:pt x="118269" y="1128273"/>
                    <a:pt x="0" y="1128273"/>
                  </a:cubicBezTo>
                  <a:close/>
                </a:path>
              </a:pathLst>
            </a:custGeom>
            <a:solidFill>
              <a:srgbClr val="0072B2">
                <a:alpha val="2439"/>
              </a:srgbClr>
            </a:solidFill>
            <a:ln w="0">
              <a:noFill/>
            </a:ln>
          </p:spPr>
        </p:sp>
        <p:sp>
          <p:nvSpPr>
            <p:cNvPr id="2681" name="smooth-map-feature-1-shade-9">
              <a:extLst>
                <a:ext uri="{FF2B5EF4-FFF2-40B4-BE49-F238E27FC236}">
                  <a16:creationId xmlns:a16="http://schemas.microsoft.com/office/drawing/2014/main" id="{3AB36A71-8307-49FC-B92C-0ADA3FE25097}"/>
                </a:ext>
              </a:extLst>
            </p:cNvPr>
            <p:cNvSpPr>
              <a:spLocks noGrp="1"/>
            </p:cNvSpPr>
            <p:nvPr/>
          </p:nvSpPr>
          <p:spPr>
            <a:xfrm>
              <a:off x="21240750" y="6019800"/>
              <a:ext cx="2838450" cy="1143000"/>
            </a:xfrm>
            <a:custGeom>
              <a:pathLst>
                <a:path w="2838450" h="1143000">
                  <a:moveTo>
                    <a:pt x="0" y="969130"/>
                  </a:moveTo>
                  <a:cubicBezTo>
                    <a:pt x="118269" y="969130"/>
                    <a:pt x="236538" y="969130"/>
                    <a:pt x="354806" y="969130"/>
                  </a:cubicBezTo>
                  <a:cubicBezTo>
                    <a:pt x="591344" y="969130"/>
                    <a:pt x="827881" y="960341"/>
                    <a:pt x="1064419" y="960341"/>
                  </a:cubicBezTo>
                  <a:cubicBezTo>
                    <a:pt x="1300956" y="960341"/>
                    <a:pt x="1537494" y="970429"/>
                    <a:pt x="1774031" y="970429"/>
                  </a:cubicBezTo>
                  <a:cubicBezTo>
                    <a:pt x="2010569" y="970429"/>
                    <a:pt x="2247106" y="315025"/>
                    <a:pt x="2483644" y="315025"/>
                  </a:cubicBezTo>
                  <a:cubicBezTo>
                    <a:pt x="2601912" y="315025"/>
                    <a:pt x="2720181" y="315025"/>
                    <a:pt x="2838450" y="315025"/>
                  </a:cubicBezTo>
                  <a:lnTo>
                    <a:pt x="2838450" y="485015"/>
                  </a:lnTo>
                  <a:cubicBezTo>
                    <a:pt x="2720181" y="485015"/>
                    <a:pt x="2601912" y="485015"/>
                    <a:pt x="2483644" y="485015"/>
                  </a:cubicBezTo>
                  <a:cubicBezTo>
                    <a:pt x="2247106" y="485015"/>
                    <a:pt x="2010569" y="1109295"/>
                    <a:pt x="1774031" y="1122522"/>
                  </a:cubicBezTo>
                  <a:cubicBezTo>
                    <a:pt x="1537494" y="1135749"/>
                    <a:pt x="1300956" y="1143000"/>
                    <a:pt x="1064419" y="1143000"/>
                  </a:cubicBezTo>
                  <a:cubicBezTo>
                    <a:pt x="827881" y="1143000"/>
                    <a:pt x="591344" y="1125602"/>
                    <a:pt x="354806" y="1125602"/>
                  </a:cubicBezTo>
                  <a:cubicBezTo>
                    <a:pt x="236538" y="1125602"/>
                    <a:pt x="118269" y="1125602"/>
                    <a:pt x="0" y="1125602"/>
                  </a:cubicBezTo>
                  <a:close/>
                </a:path>
              </a:pathLst>
            </a:custGeom>
            <a:solidFill>
              <a:srgbClr val="0072B2">
                <a:alpha val="2500"/>
              </a:srgbClr>
            </a:solidFill>
            <a:ln w="0">
              <a:noFill/>
            </a:ln>
          </p:spPr>
        </p:sp>
        <p:sp>
          <p:nvSpPr>
            <p:cNvPr id="2682" name="smooth-map-feature-1-shade-10">
              <a:extLst>
                <a:ext uri="{FF2B5EF4-FFF2-40B4-BE49-F238E27FC236}">
                  <a16:creationId xmlns:a16="http://schemas.microsoft.com/office/drawing/2014/main" id="{EB3BBB79-23CA-4D7A-B530-C7F8B1C6ECFF}"/>
                </a:ext>
              </a:extLst>
            </p:cNvPr>
            <p:cNvSpPr>
              <a:spLocks noGrp="1"/>
            </p:cNvSpPr>
            <p:nvPr/>
          </p:nvSpPr>
          <p:spPr>
            <a:xfrm>
              <a:off x="21240750" y="6019800"/>
              <a:ext cx="2838450" cy="1143000"/>
            </a:xfrm>
            <a:custGeom>
              <a:pathLst>
                <a:path w="2838450" h="1143000">
                  <a:moveTo>
                    <a:pt x="0" y="971606"/>
                  </a:moveTo>
                  <a:cubicBezTo>
                    <a:pt x="118269" y="971606"/>
                    <a:pt x="236538" y="971606"/>
                    <a:pt x="354806" y="971606"/>
                  </a:cubicBezTo>
                  <a:cubicBezTo>
                    <a:pt x="591344" y="971606"/>
                    <a:pt x="827881" y="963608"/>
                    <a:pt x="1064419" y="963608"/>
                  </a:cubicBezTo>
                  <a:cubicBezTo>
                    <a:pt x="1300956" y="963608"/>
                    <a:pt x="1537494" y="972835"/>
                    <a:pt x="1774031" y="972835"/>
                  </a:cubicBezTo>
                  <a:cubicBezTo>
                    <a:pt x="2010569" y="972835"/>
                    <a:pt x="2247106" y="317714"/>
                    <a:pt x="2483644" y="317714"/>
                  </a:cubicBezTo>
                  <a:cubicBezTo>
                    <a:pt x="2601912" y="317714"/>
                    <a:pt x="2720181" y="317714"/>
                    <a:pt x="2838450" y="317714"/>
                  </a:cubicBezTo>
                  <a:lnTo>
                    <a:pt x="2838450" y="482326"/>
                  </a:lnTo>
                  <a:cubicBezTo>
                    <a:pt x="2720181" y="482326"/>
                    <a:pt x="2601912" y="482326"/>
                    <a:pt x="2483644" y="482326"/>
                  </a:cubicBezTo>
                  <a:cubicBezTo>
                    <a:pt x="2247106" y="482326"/>
                    <a:pt x="2010569" y="1105388"/>
                    <a:pt x="1774031" y="1120116"/>
                  </a:cubicBezTo>
                  <a:cubicBezTo>
                    <a:pt x="1537494" y="1134843"/>
                    <a:pt x="1300956" y="1143000"/>
                    <a:pt x="1064419" y="1143000"/>
                  </a:cubicBezTo>
                  <a:cubicBezTo>
                    <a:pt x="827881" y="1143000"/>
                    <a:pt x="591344" y="1123126"/>
                    <a:pt x="354806" y="1123126"/>
                  </a:cubicBezTo>
                  <a:cubicBezTo>
                    <a:pt x="236538" y="1123126"/>
                    <a:pt x="118269" y="1123126"/>
                    <a:pt x="0" y="1123126"/>
                  </a:cubicBezTo>
                  <a:close/>
                </a:path>
              </a:pathLst>
            </a:custGeom>
            <a:solidFill>
              <a:srgbClr val="0072B2">
                <a:alpha val="2564"/>
              </a:srgbClr>
            </a:solidFill>
            <a:ln w="0">
              <a:noFill/>
            </a:ln>
          </p:spPr>
        </p:sp>
        <p:sp>
          <p:nvSpPr>
            <p:cNvPr id="2683" name="smooth-map-feature-1-shade-11">
              <a:extLst>
                <a:ext uri="{FF2B5EF4-FFF2-40B4-BE49-F238E27FC236}">
                  <a16:creationId xmlns:a16="http://schemas.microsoft.com/office/drawing/2014/main" id="{D3FE61F8-A5F9-4628-A7AC-2D8D0343EE9B}"/>
                </a:ext>
              </a:extLst>
            </p:cNvPr>
            <p:cNvSpPr>
              <a:spLocks noGrp="1"/>
            </p:cNvSpPr>
            <p:nvPr/>
          </p:nvSpPr>
          <p:spPr>
            <a:xfrm>
              <a:off x="21240750" y="6019800"/>
              <a:ext cx="2838450" cy="1143000"/>
            </a:xfrm>
            <a:custGeom>
              <a:pathLst>
                <a:path w="2838450" h="1143000">
                  <a:moveTo>
                    <a:pt x="0" y="973922"/>
                  </a:moveTo>
                  <a:cubicBezTo>
                    <a:pt x="118269" y="973922"/>
                    <a:pt x="236538" y="973922"/>
                    <a:pt x="354806" y="973922"/>
                  </a:cubicBezTo>
                  <a:cubicBezTo>
                    <a:pt x="591344" y="973922"/>
                    <a:pt x="827881" y="966665"/>
                    <a:pt x="1064419" y="966665"/>
                  </a:cubicBezTo>
                  <a:cubicBezTo>
                    <a:pt x="1300956" y="966665"/>
                    <a:pt x="1537494" y="975087"/>
                    <a:pt x="1774031" y="975087"/>
                  </a:cubicBezTo>
                  <a:cubicBezTo>
                    <a:pt x="2010569" y="975087"/>
                    <a:pt x="2247106" y="320231"/>
                    <a:pt x="2483644" y="320231"/>
                  </a:cubicBezTo>
                  <a:cubicBezTo>
                    <a:pt x="2601912" y="320231"/>
                    <a:pt x="2720181" y="320231"/>
                    <a:pt x="2838450" y="320231"/>
                  </a:cubicBezTo>
                  <a:lnTo>
                    <a:pt x="2838450" y="479809"/>
                  </a:lnTo>
                  <a:cubicBezTo>
                    <a:pt x="2720181" y="479809"/>
                    <a:pt x="2601912" y="479809"/>
                    <a:pt x="2483644" y="479809"/>
                  </a:cubicBezTo>
                  <a:cubicBezTo>
                    <a:pt x="2247106" y="479809"/>
                    <a:pt x="2010569" y="1101742"/>
                    <a:pt x="1774031" y="1117864"/>
                  </a:cubicBezTo>
                  <a:cubicBezTo>
                    <a:pt x="1537494" y="1133986"/>
                    <a:pt x="1300956" y="1143000"/>
                    <a:pt x="1064419" y="1143000"/>
                  </a:cubicBezTo>
                  <a:cubicBezTo>
                    <a:pt x="827881" y="1143000"/>
                    <a:pt x="591344" y="1120810"/>
                    <a:pt x="354806" y="1120810"/>
                  </a:cubicBezTo>
                  <a:cubicBezTo>
                    <a:pt x="236538" y="1120810"/>
                    <a:pt x="118269" y="1120810"/>
                    <a:pt x="0" y="1120810"/>
                  </a:cubicBezTo>
                  <a:close/>
                </a:path>
              </a:pathLst>
            </a:custGeom>
            <a:solidFill>
              <a:srgbClr val="0072B2">
                <a:alpha val="2632"/>
              </a:srgbClr>
            </a:solidFill>
            <a:ln w="0">
              <a:noFill/>
            </a:ln>
          </p:spPr>
        </p:sp>
        <p:sp>
          <p:nvSpPr>
            <p:cNvPr id="2684" name="smooth-map-feature-1-shade-12">
              <a:extLst>
                <a:ext uri="{FF2B5EF4-FFF2-40B4-BE49-F238E27FC236}">
                  <a16:creationId xmlns:a16="http://schemas.microsoft.com/office/drawing/2014/main" id="{2D524C05-728C-451F-A5DC-8365BD65827B}"/>
                </a:ext>
              </a:extLst>
            </p:cNvPr>
            <p:cNvSpPr>
              <a:spLocks noGrp="1"/>
            </p:cNvSpPr>
            <p:nvPr/>
          </p:nvSpPr>
          <p:spPr>
            <a:xfrm>
              <a:off x="21240750" y="6019800"/>
              <a:ext cx="2838450" cy="1143000"/>
            </a:xfrm>
            <a:custGeom>
              <a:pathLst>
                <a:path w="2838450" h="1143000">
                  <a:moveTo>
                    <a:pt x="0" y="976106"/>
                  </a:moveTo>
                  <a:cubicBezTo>
                    <a:pt x="118269" y="976106"/>
                    <a:pt x="236538" y="976106"/>
                    <a:pt x="354806" y="976106"/>
                  </a:cubicBezTo>
                  <a:cubicBezTo>
                    <a:pt x="591344" y="976106"/>
                    <a:pt x="827881" y="969547"/>
                    <a:pt x="1064419" y="969547"/>
                  </a:cubicBezTo>
                  <a:cubicBezTo>
                    <a:pt x="1300956" y="969547"/>
                    <a:pt x="1537494" y="977210"/>
                    <a:pt x="1774031" y="977210"/>
                  </a:cubicBezTo>
                  <a:cubicBezTo>
                    <a:pt x="2010569" y="977210"/>
                    <a:pt x="2247106" y="322603"/>
                    <a:pt x="2483644" y="322603"/>
                  </a:cubicBezTo>
                  <a:cubicBezTo>
                    <a:pt x="2601912" y="322603"/>
                    <a:pt x="2720181" y="322603"/>
                    <a:pt x="2838450" y="322603"/>
                  </a:cubicBezTo>
                  <a:lnTo>
                    <a:pt x="2838450" y="477437"/>
                  </a:lnTo>
                  <a:cubicBezTo>
                    <a:pt x="2720181" y="477437"/>
                    <a:pt x="2601912" y="477437"/>
                    <a:pt x="2483644" y="477437"/>
                  </a:cubicBezTo>
                  <a:cubicBezTo>
                    <a:pt x="2247106" y="477437"/>
                    <a:pt x="2010569" y="1098314"/>
                    <a:pt x="1774031" y="1115742"/>
                  </a:cubicBezTo>
                  <a:cubicBezTo>
                    <a:pt x="1537494" y="1133170"/>
                    <a:pt x="1300956" y="1143000"/>
                    <a:pt x="1064419" y="1143000"/>
                  </a:cubicBezTo>
                  <a:cubicBezTo>
                    <a:pt x="827881" y="1143000"/>
                    <a:pt x="591344" y="1118626"/>
                    <a:pt x="354806" y="1118626"/>
                  </a:cubicBezTo>
                  <a:cubicBezTo>
                    <a:pt x="236538" y="1118626"/>
                    <a:pt x="118269" y="1118626"/>
                    <a:pt x="0" y="1118626"/>
                  </a:cubicBezTo>
                  <a:close/>
                </a:path>
              </a:pathLst>
            </a:custGeom>
            <a:solidFill>
              <a:srgbClr val="0072B2">
                <a:alpha val="2703"/>
              </a:srgbClr>
            </a:solidFill>
            <a:ln w="0">
              <a:noFill/>
            </a:ln>
          </p:spPr>
        </p:sp>
        <p:sp>
          <p:nvSpPr>
            <p:cNvPr id="2685" name="smooth-map-feature-1-shade-13">
              <a:extLst>
                <a:ext uri="{FF2B5EF4-FFF2-40B4-BE49-F238E27FC236}">
                  <a16:creationId xmlns:a16="http://schemas.microsoft.com/office/drawing/2014/main" id="{B3104D71-F76D-40C3-A482-89713211ECC3}"/>
                </a:ext>
              </a:extLst>
            </p:cNvPr>
            <p:cNvSpPr>
              <a:spLocks noGrp="1"/>
            </p:cNvSpPr>
            <p:nvPr/>
          </p:nvSpPr>
          <p:spPr>
            <a:xfrm>
              <a:off x="21240750" y="6019800"/>
              <a:ext cx="2838450" cy="1143000"/>
            </a:xfrm>
            <a:custGeom>
              <a:pathLst>
                <a:path w="2838450" h="1143000">
                  <a:moveTo>
                    <a:pt x="0" y="978178"/>
                  </a:moveTo>
                  <a:cubicBezTo>
                    <a:pt x="118269" y="978178"/>
                    <a:pt x="236538" y="978178"/>
                    <a:pt x="354806" y="978178"/>
                  </a:cubicBezTo>
                  <a:cubicBezTo>
                    <a:pt x="591344" y="978178"/>
                    <a:pt x="827881" y="972282"/>
                    <a:pt x="1064419" y="972282"/>
                  </a:cubicBezTo>
                  <a:cubicBezTo>
                    <a:pt x="1300956" y="972282"/>
                    <a:pt x="1537494" y="979224"/>
                    <a:pt x="1774031" y="979224"/>
                  </a:cubicBezTo>
                  <a:cubicBezTo>
                    <a:pt x="2010569" y="979224"/>
                    <a:pt x="2247106" y="324855"/>
                    <a:pt x="2483644" y="324855"/>
                  </a:cubicBezTo>
                  <a:cubicBezTo>
                    <a:pt x="2601912" y="324855"/>
                    <a:pt x="2720181" y="324855"/>
                    <a:pt x="2838450" y="324855"/>
                  </a:cubicBezTo>
                  <a:lnTo>
                    <a:pt x="2838450" y="475185"/>
                  </a:lnTo>
                  <a:cubicBezTo>
                    <a:pt x="2720181" y="475185"/>
                    <a:pt x="2601912" y="475185"/>
                    <a:pt x="2483644" y="475185"/>
                  </a:cubicBezTo>
                  <a:cubicBezTo>
                    <a:pt x="2247106" y="475185"/>
                    <a:pt x="2010569" y="1095067"/>
                    <a:pt x="1774031" y="1113727"/>
                  </a:cubicBezTo>
                  <a:cubicBezTo>
                    <a:pt x="1537494" y="1132387"/>
                    <a:pt x="1300956" y="1143000"/>
                    <a:pt x="1064419" y="1143000"/>
                  </a:cubicBezTo>
                  <a:cubicBezTo>
                    <a:pt x="827881" y="1143000"/>
                    <a:pt x="591344" y="1116553"/>
                    <a:pt x="354806" y="1116553"/>
                  </a:cubicBezTo>
                  <a:cubicBezTo>
                    <a:pt x="236538" y="1116553"/>
                    <a:pt x="118269" y="1116553"/>
                    <a:pt x="0" y="1116553"/>
                  </a:cubicBezTo>
                  <a:close/>
                </a:path>
              </a:pathLst>
            </a:custGeom>
            <a:solidFill>
              <a:srgbClr val="0072B2">
                <a:alpha val="2778"/>
              </a:srgbClr>
            </a:solidFill>
            <a:ln w="0">
              <a:noFill/>
            </a:ln>
          </p:spPr>
        </p:sp>
        <p:sp>
          <p:nvSpPr>
            <p:cNvPr id="2686" name="smooth-map-feature-1-shade-14">
              <a:extLst>
                <a:ext uri="{FF2B5EF4-FFF2-40B4-BE49-F238E27FC236}">
                  <a16:creationId xmlns:a16="http://schemas.microsoft.com/office/drawing/2014/main" id="{9C0D924B-D096-48DA-9569-1A0E69C5B101}"/>
                </a:ext>
              </a:extLst>
            </p:cNvPr>
            <p:cNvSpPr>
              <a:spLocks noGrp="1"/>
            </p:cNvSpPr>
            <p:nvPr/>
          </p:nvSpPr>
          <p:spPr>
            <a:xfrm>
              <a:off x="21240750" y="6019800"/>
              <a:ext cx="2838450" cy="1143000"/>
            </a:xfrm>
            <a:custGeom>
              <a:pathLst>
                <a:path w="2838450" h="1143000">
                  <a:moveTo>
                    <a:pt x="0" y="980157"/>
                  </a:moveTo>
                  <a:cubicBezTo>
                    <a:pt x="118269" y="980157"/>
                    <a:pt x="236538" y="980157"/>
                    <a:pt x="354806" y="980157"/>
                  </a:cubicBezTo>
                  <a:cubicBezTo>
                    <a:pt x="591344" y="980157"/>
                    <a:pt x="827881" y="974893"/>
                    <a:pt x="1064419" y="974893"/>
                  </a:cubicBezTo>
                  <a:cubicBezTo>
                    <a:pt x="1300956" y="974893"/>
                    <a:pt x="1537494" y="981147"/>
                    <a:pt x="1774031" y="981147"/>
                  </a:cubicBezTo>
                  <a:cubicBezTo>
                    <a:pt x="2010569" y="981147"/>
                    <a:pt x="2247106" y="327005"/>
                    <a:pt x="2483644" y="327005"/>
                  </a:cubicBezTo>
                  <a:cubicBezTo>
                    <a:pt x="2601912" y="327005"/>
                    <a:pt x="2720181" y="327005"/>
                    <a:pt x="2838450" y="327005"/>
                  </a:cubicBezTo>
                  <a:lnTo>
                    <a:pt x="2838450" y="473035"/>
                  </a:lnTo>
                  <a:cubicBezTo>
                    <a:pt x="2720181" y="473035"/>
                    <a:pt x="2601912" y="473035"/>
                    <a:pt x="2483644" y="473035"/>
                  </a:cubicBezTo>
                  <a:cubicBezTo>
                    <a:pt x="2247106" y="473035"/>
                    <a:pt x="2010569" y="1091974"/>
                    <a:pt x="1774031" y="1111804"/>
                  </a:cubicBezTo>
                  <a:cubicBezTo>
                    <a:pt x="1537494" y="1131633"/>
                    <a:pt x="1300956" y="1143000"/>
                    <a:pt x="1064419" y="1143000"/>
                  </a:cubicBezTo>
                  <a:cubicBezTo>
                    <a:pt x="827881" y="1143000"/>
                    <a:pt x="591344" y="1114575"/>
                    <a:pt x="354806" y="1114575"/>
                  </a:cubicBezTo>
                  <a:cubicBezTo>
                    <a:pt x="236538" y="1114575"/>
                    <a:pt x="118269" y="1114575"/>
                    <a:pt x="0" y="1114575"/>
                  </a:cubicBezTo>
                  <a:close/>
                </a:path>
              </a:pathLst>
            </a:custGeom>
            <a:solidFill>
              <a:srgbClr val="0072B2">
                <a:alpha val="2857"/>
              </a:srgbClr>
            </a:solidFill>
            <a:ln w="0">
              <a:noFill/>
            </a:ln>
          </p:spPr>
        </p:sp>
        <p:sp>
          <p:nvSpPr>
            <p:cNvPr id="2687" name="smooth-map-feature-1-shade-15">
              <a:extLst>
                <a:ext uri="{FF2B5EF4-FFF2-40B4-BE49-F238E27FC236}">
                  <a16:creationId xmlns:a16="http://schemas.microsoft.com/office/drawing/2014/main" id="{BF5B4E57-8536-47BB-B0FF-44611BF7173D}"/>
                </a:ext>
              </a:extLst>
            </p:cNvPr>
            <p:cNvSpPr>
              <a:spLocks noGrp="1"/>
            </p:cNvSpPr>
            <p:nvPr/>
          </p:nvSpPr>
          <p:spPr>
            <a:xfrm>
              <a:off x="21240750" y="6019800"/>
              <a:ext cx="2838450" cy="1143000"/>
            </a:xfrm>
            <a:custGeom>
              <a:pathLst>
                <a:path w="2838450" h="1143000">
                  <a:moveTo>
                    <a:pt x="0" y="982055"/>
                  </a:moveTo>
                  <a:cubicBezTo>
                    <a:pt x="118269" y="982055"/>
                    <a:pt x="236538" y="982055"/>
                    <a:pt x="354806" y="982055"/>
                  </a:cubicBezTo>
                  <a:cubicBezTo>
                    <a:pt x="591344" y="982055"/>
                    <a:pt x="827881" y="977398"/>
                    <a:pt x="1064419" y="977398"/>
                  </a:cubicBezTo>
                  <a:cubicBezTo>
                    <a:pt x="1300956" y="977398"/>
                    <a:pt x="1537494" y="982992"/>
                    <a:pt x="1774031" y="982992"/>
                  </a:cubicBezTo>
                  <a:cubicBezTo>
                    <a:pt x="2010569" y="982992"/>
                    <a:pt x="2247106" y="329066"/>
                    <a:pt x="2483644" y="329066"/>
                  </a:cubicBezTo>
                  <a:cubicBezTo>
                    <a:pt x="2601912" y="329066"/>
                    <a:pt x="2720181" y="329066"/>
                    <a:pt x="2838450" y="329066"/>
                  </a:cubicBezTo>
                  <a:lnTo>
                    <a:pt x="2838450" y="470974"/>
                  </a:lnTo>
                  <a:cubicBezTo>
                    <a:pt x="2720181" y="470974"/>
                    <a:pt x="2601912" y="470974"/>
                    <a:pt x="2483644" y="470974"/>
                  </a:cubicBezTo>
                  <a:cubicBezTo>
                    <a:pt x="2247106" y="470974"/>
                    <a:pt x="2010569" y="1089015"/>
                    <a:pt x="1774031" y="1109959"/>
                  </a:cubicBezTo>
                  <a:cubicBezTo>
                    <a:pt x="1537494" y="1130903"/>
                    <a:pt x="1300956" y="1143000"/>
                    <a:pt x="1064419" y="1143000"/>
                  </a:cubicBezTo>
                  <a:cubicBezTo>
                    <a:pt x="827881" y="1143000"/>
                    <a:pt x="591344" y="1112677"/>
                    <a:pt x="354806" y="1112677"/>
                  </a:cubicBezTo>
                  <a:cubicBezTo>
                    <a:pt x="236538" y="1112677"/>
                    <a:pt x="118269" y="1112677"/>
                    <a:pt x="0" y="1112677"/>
                  </a:cubicBezTo>
                  <a:close/>
                </a:path>
              </a:pathLst>
            </a:custGeom>
            <a:solidFill>
              <a:srgbClr val="0072B2">
                <a:alpha val="2941"/>
              </a:srgbClr>
            </a:solidFill>
            <a:ln w="0">
              <a:noFill/>
            </a:ln>
          </p:spPr>
        </p:sp>
        <p:sp>
          <p:nvSpPr>
            <p:cNvPr id="2688" name="smooth-map-feature-1-shade-16">
              <a:extLst>
                <a:ext uri="{FF2B5EF4-FFF2-40B4-BE49-F238E27FC236}">
                  <a16:creationId xmlns:a16="http://schemas.microsoft.com/office/drawing/2014/main" id="{0B60FD2C-CF6E-4BFF-8F62-19FF73465339}"/>
                </a:ext>
              </a:extLst>
            </p:cNvPr>
            <p:cNvSpPr>
              <a:spLocks noGrp="1"/>
            </p:cNvSpPr>
            <p:nvPr/>
          </p:nvSpPr>
          <p:spPr>
            <a:xfrm>
              <a:off x="21240750" y="6019800"/>
              <a:ext cx="2838450" cy="1143000"/>
            </a:xfrm>
            <a:custGeom>
              <a:pathLst>
                <a:path w="2838450" h="1143000">
                  <a:moveTo>
                    <a:pt x="0" y="983883"/>
                  </a:moveTo>
                  <a:cubicBezTo>
                    <a:pt x="118269" y="983883"/>
                    <a:pt x="236538" y="983883"/>
                    <a:pt x="354806" y="983883"/>
                  </a:cubicBezTo>
                  <a:cubicBezTo>
                    <a:pt x="591344" y="983883"/>
                    <a:pt x="827881" y="979811"/>
                    <a:pt x="1064419" y="979811"/>
                  </a:cubicBezTo>
                  <a:cubicBezTo>
                    <a:pt x="1300956" y="979811"/>
                    <a:pt x="1537494" y="984769"/>
                    <a:pt x="1774031" y="984769"/>
                  </a:cubicBezTo>
                  <a:cubicBezTo>
                    <a:pt x="2010569" y="984769"/>
                    <a:pt x="2247106" y="331053"/>
                    <a:pt x="2483644" y="331053"/>
                  </a:cubicBezTo>
                  <a:cubicBezTo>
                    <a:pt x="2601912" y="331053"/>
                    <a:pt x="2720181" y="331053"/>
                    <a:pt x="2838450" y="331053"/>
                  </a:cubicBezTo>
                  <a:lnTo>
                    <a:pt x="2838450" y="468987"/>
                  </a:lnTo>
                  <a:cubicBezTo>
                    <a:pt x="2720181" y="468987"/>
                    <a:pt x="2601912" y="468987"/>
                    <a:pt x="2483644" y="468987"/>
                  </a:cubicBezTo>
                  <a:cubicBezTo>
                    <a:pt x="2247106" y="468987"/>
                    <a:pt x="2010569" y="1086169"/>
                    <a:pt x="1774031" y="1108182"/>
                  </a:cubicBezTo>
                  <a:cubicBezTo>
                    <a:pt x="1537494" y="1130195"/>
                    <a:pt x="1300956" y="1143000"/>
                    <a:pt x="1064419" y="1143000"/>
                  </a:cubicBezTo>
                  <a:cubicBezTo>
                    <a:pt x="827881" y="1143000"/>
                    <a:pt x="591344" y="1110849"/>
                    <a:pt x="354806" y="1110849"/>
                  </a:cubicBezTo>
                  <a:cubicBezTo>
                    <a:pt x="236538" y="1110849"/>
                    <a:pt x="118269" y="1110849"/>
                    <a:pt x="0" y="1110849"/>
                  </a:cubicBezTo>
                  <a:close/>
                </a:path>
              </a:pathLst>
            </a:custGeom>
            <a:solidFill>
              <a:srgbClr val="0072B2">
                <a:alpha val="3030"/>
              </a:srgbClr>
            </a:solidFill>
            <a:ln w="0">
              <a:noFill/>
            </a:ln>
          </p:spPr>
        </p:sp>
        <p:sp>
          <p:nvSpPr>
            <p:cNvPr id="2689" name="smooth-map-feature-1-shade-17">
              <a:extLst>
                <a:ext uri="{FF2B5EF4-FFF2-40B4-BE49-F238E27FC236}">
                  <a16:creationId xmlns:a16="http://schemas.microsoft.com/office/drawing/2014/main" id="{64682B9F-6A51-4ACD-9F05-B0E7F5475292}"/>
                </a:ext>
              </a:extLst>
            </p:cNvPr>
            <p:cNvSpPr>
              <a:spLocks noGrp="1"/>
            </p:cNvSpPr>
            <p:nvPr/>
          </p:nvSpPr>
          <p:spPr>
            <a:xfrm>
              <a:off x="21240750" y="6019800"/>
              <a:ext cx="2838450" cy="1143000"/>
            </a:xfrm>
            <a:custGeom>
              <a:pathLst>
                <a:path w="2838450" h="1143000">
                  <a:moveTo>
                    <a:pt x="0" y="985651"/>
                  </a:moveTo>
                  <a:cubicBezTo>
                    <a:pt x="118269" y="985651"/>
                    <a:pt x="236538" y="985651"/>
                    <a:pt x="354806" y="985651"/>
                  </a:cubicBezTo>
                  <a:cubicBezTo>
                    <a:pt x="591344" y="985651"/>
                    <a:pt x="827881" y="982144"/>
                    <a:pt x="1064419" y="982144"/>
                  </a:cubicBezTo>
                  <a:cubicBezTo>
                    <a:pt x="1300956" y="982144"/>
                    <a:pt x="1537494" y="986488"/>
                    <a:pt x="1774031" y="986488"/>
                  </a:cubicBezTo>
                  <a:cubicBezTo>
                    <a:pt x="2010569" y="986488"/>
                    <a:pt x="2247106" y="332974"/>
                    <a:pt x="2483644" y="332974"/>
                  </a:cubicBezTo>
                  <a:cubicBezTo>
                    <a:pt x="2601912" y="332974"/>
                    <a:pt x="2720181" y="332974"/>
                    <a:pt x="2838450" y="332974"/>
                  </a:cubicBezTo>
                  <a:lnTo>
                    <a:pt x="2838450" y="467067"/>
                  </a:lnTo>
                  <a:cubicBezTo>
                    <a:pt x="2720181" y="467067"/>
                    <a:pt x="2601912" y="467067"/>
                    <a:pt x="2483644" y="467067"/>
                  </a:cubicBezTo>
                  <a:cubicBezTo>
                    <a:pt x="2247106" y="467067"/>
                    <a:pt x="2010569" y="1083422"/>
                    <a:pt x="1774031" y="1106463"/>
                  </a:cubicBezTo>
                  <a:cubicBezTo>
                    <a:pt x="1537494" y="1129504"/>
                    <a:pt x="1300956" y="1143000"/>
                    <a:pt x="1064419" y="1143000"/>
                  </a:cubicBezTo>
                  <a:cubicBezTo>
                    <a:pt x="827881" y="1143000"/>
                    <a:pt x="591344" y="1109080"/>
                    <a:pt x="354806" y="1109080"/>
                  </a:cubicBezTo>
                  <a:cubicBezTo>
                    <a:pt x="236538" y="1109080"/>
                    <a:pt x="118269" y="1109080"/>
                    <a:pt x="0" y="1109080"/>
                  </a:cubicBezTo>
                  <a:close/>
                </a:path>
              </a:pathLst>
            </a:custGeom>
            <a:solidFill>
              <a:srgbClr val="0072B2">
                <a:alpha val="3125"/>
              </a:srgbClr>
            </a:solidFill>
            <a:ln w="0">
              <a:noFill/>
            </a:ln>
          </p:spPr>
        </p:sp>
        <p:sp>
          <p:nvSpPr>
            <p:cNvPr id="2690" name="smooth-map-feature-1-shade-18">
              <a:extLst>
                <a:ext uri="{FF2B5EF4-FFF2-40B4-BE49-F238E27FC236}">
                  <a16:creationId xmlns:a16="http://schemas.microsoft.com/office/drawing/2014/main" id="{E6EEFB0F-C393-4E4C-B6EE-9358F9CBB2AC}"/>
                </a:ext>
              </a:extLst>
            </p:cNvPr>
            <p:cNvSpPr>
              <a:spLocks noGrp="1"/>
            </p:cNvSpPr>
            <p:nvPr/>
          </p:nvSpPr>
          <p:spPr>
            <a:xfrm>
              <a:off x="21240750" y="6019800"/>
              <a:ext cx="2838450" cy="1143000"/>
            </a:xfrm>
            <a:custGeom>
              <a:pathLst>
                <a:path w="2838450" h="1143000">
                  <a:moveTo>
                    <a:pt x="0" y="987367"/>
                  </a:moveTo>
                  <a:cubicBezTo>
                    <a:pt x="118269" y="987367"/>
                    <a:pt x="236538" y="987367"/>
                    <a:pt x="354806" y="987367"/>
                  </a:cubicBezTo>
                  <a:cubicBezTo>
                    <a:pt x="591344" y="987367"/>
                    <a:pt x="827881" y="984408"/>
                    <a:pt x="1064419" y="984408"/>
                  </a:cubicBezTo>
                  <a:cubicBezTo>
                    <a:pt x="1300956" y="984408"/>
                    <a:pt x="1537494" y="988156"/>
                    <a:pt x="1774031" y="988156"/>
                  </a:cubicBezTo>
                  <a:cubicBezTo>
                    <a:pt x="2010569" y="988156"/>
                    <a:pt x="2247106" y="334838"/>
                    <a:pt x="2483644" y="334838"/>
                  </a:cubicBezTo>
                  <a:cubicBezTo>
                    <a:pt x="2601912" y="334838"/>
                    <a:pt x="2720181" y="334838"/>
                    <a:pt x="2838450" y="334838"/>
                  </a:cubicBezTo>
                  <a:lnTo>
                    <a:pt x="2838450" y="465202"/>
                  </a:lnTo>
                  <a:cubicBezTo>
                    <a:pt x="2720181" y="465202"/>
                    <a:pt x="2601912" y="465202"/>
                    <a:pt x="2483644" y="465202"/>
                  </a:cubicBezTo>
                  <a:cubicBezTo>
                    <a:pt x="2247106" y="465202"/>
                    <a:pt x="2010569" y="1080899"/>
                    <a:pt x="1774031" y="1104795"/>
                  </a:cubicBezTo>
                  <a:cubicBezTo>
                    <a:pt x="1537494" y="1128691"/>
                    <a:pt x="1300956" y="1142767"/>
                    <a:pt x="1064419" y="1142767"/>
                  </a:cubicBezTo>
                  <a:cubicBezTo>
                    <a:pt x="827881" y="1142767"/>
                    <a:pt x="591344" y="1107364"/>
                    <a:pt x="354806" y="1107364"/>
                  </a:cubicBezTo>
                  <a:cubicBezTo>
                    <a:pt x="236538" y="1107364"/>
                    <a:pt x="118269" y="1107364"/>
                    <a:pt x="0" y="1107364"/>
                  </a:cubicBezTo>
                  <a:close/>
                </a:path>
              </a:pathLst>
            </a:custGeom>
            <a:solidFill>
              <a:srgbClr val="0072B2">
                <a:alpha val="3226"/>
              </a:srgbClr>
            </a:solidFill>
            <a:ln w="0">
              <a:noFill/>
            </a:ln>
          </p:spPr>
        </p:sp>
        <p:sp>
          <p:nvSpPr>
            <p:cNvPr id="2691" name="smooth-map-feature-1-shade-19">
              <a:extLst>
                <a:ext uri="{FF2B5EF4-FFF2-40B4-BE49-F238E27FC236}">
                  <a16:creationId xmlns:a16="http://schemas.microsoft.com/office/drawing/2014/main" id="{7736DB82-C28D-4ABD-BD15-D1AAC668925D}"/>
                </a:ext>
              </a:extLst>
            </p:cNvPr>
            <p:cNvSpPr>
              <a:spLocks noGrp="1"/>
            </p:cNvSpPr>
            <p:nvPr/>
          </p:nvSpPr>
          <p:spPr>
            <a:xfrm>
              <a:off x="21240750" y="6019800"/>
              <a:ext cx="2838450" cy="1143000"/>
            </a:xfrm>
            <a:custGeom>
              <a:pathLst>
                <a:path w="2838450" h="1143000">
                  <a:moveTo>
                    <a:pt x="0" y="989038"/>
                  </a:moveTo>
                  <a:cubicBezTo>
                    <a:pt x="118269" y="989038"/>
                    <a:pt x="236538" y="989038"/>
                    <a:pt x="354806" y="989038"/>
                  </a:cubicBezTo>
                  <a:cubicBezTo>
                    <a:pt x="591344" y="989038"/>
                    <a:pt x="827881" y="986613"/>
                    <a:pt x="1064419" y="986613"/>
                  </a:cubicBezTo>
                  <a:cubicBezTo>
                    <a:pt x="1300956" y="986613"/>
                    <a:pt x="1537494" y="989780"/>
                    <a:pt x="1774031" y="989780"/>
                  </a:cubicBezTo>
                  <a:cubicBezTo>
                    <a:pt x="2010569" y="989780"/>
                    <a:pt x="2247106" y="336653"/>
                    <a:pt x="2483644" y="336653"/>
                  </a:cubicBezTo>
                  <a:cubicBezTo>
                    <a:pt x="2601912" y="336653"/>
                    <a:pt x="2720181" y="336653"/>
                    <a:pt x="2838450" y="336653"/>
                  </a:cubicBezTo>
                  <a:lnTo>
                    <a:pt x="2838450" y="463387"/>
                  </a:lnTo>
                  <a:cubicBezTo>
                    <a:pt x="2720181" y="463387"/>
                    <a:pt x="2601912" y="463387"/>
                    <a:pt x="2483644" y="463387"/>
                  </a:cubicBezTo>
                  <a:cubicBezTo>
                    <a:pt x="2247106" y="463387"/>
                    <a:pt x="2010569" y="1079620"/>
                    <a:pt x="1774031" y="1103171"/>
                  </a:cubicBezTo>
                  <a:cubicBezTo>
                    <a:pt x="1537494" y="1126722"/>
                    <a:pt x="1300956" y="1140563"/>
                    <a:pt x="1064419" y="1140563"/>
                  </a:cubicBezTo>
                  <a:cubicBezTo>
                    <a:pt x="827881" y="1140563"/>
                    <a:pt x="591344" y="1105694"/>
                    <a:pt x="354806" y="1105694"/>
                  </a:cubicBezTo>
                  <a:cubicBezTo>
                    <a:pt x="236538" y="1105694"/>
                    <a:pt x="118269" y="1105694"/>
                    <a:pt x="0" y="1105694"/>
                  </a:cubicBezTo>
                  <a:close/>
                </a:path>
              </a:pathLst>
            </a:custGeom>
            <a:solidFill>
              <a:srgbClr val="0072B2">
                <a:alpha val="3333"/>
              </a:srgbClr>
            </a:solidFill>
            <a:ln w="0">
              <a:noFill/>
            </a:ln>
          </p:spPr>
        </p:sp>
        <p:sp>
          <p:nvSpPr>
            <p:cNvPr id="2692" name="smooth-map-feature-1-shade-20">
              <a:extLst>
                <a:ext uri="{FF2B5EF4-FFF2-40B4-BE49-F238E27FC236}">
                  <a16:creationId xmlns:a16="http://schemas.microsoft.com/office/drawing/2014/main" id="{C73D56EA-EA16-46A1-9B74-A5EEA088BD87}"/>
                </a:ext>
              </a:extLst>
            </p:cNvPr>
            <p:cNvSpPr>
              <a:spLocks noGrp="1"/>
            </p:cNvSpPr>
            <p:nvPr/>
          </p:nvSpPr>
          <p:spPr>
            <a:xfrm>
              <a:off x="21240750" y="6019800"/>
              <a:ext cx="2838450" cy="1143000"/>
            </a:xfrm>
            <a:custGeom>
              <a:pathLst>
                <a:path w="2838450" h="1143000">
                  <a:moveTo>
                    <a:pt x="0" y="990669"/>
                  </a:moveTo>
                  <a:cubicBezTo>
                    <a:pt x="118269" y="990669"/>
                    <a:pt x="236538" y="990669"/>
                    <a:pt x="354806" y="990669"/>
                  </a:cubicBezTo>
                  <a:cubicBezTo>
                    <a:pt x="591344" y="990669"/>
                    <a:pt x="827881" y="988766"/>
                    <a:pt x="1064419" y="988766"/>
                  </a:cubicBezTo>
                  <a:cubicBezTo>
                    <a:pt x="1300956" y="988766"/>
                    <a:pt x="1537494" y="991366"/>
                    <a:pt x="1774031" y="991366"/>
                  </a:cubicBezTo>
                  <a:cubicBezTo>
                    <a:pt x="2010569" y="991366"/>
                    <a:pt x="2247106" y="338425"/>
                    <a:pt x="2483644" y="338425"/>
                  </a:cubicBezTo>
                  <a:cubicBezTo>
                    <a:pt x="2601912" y="338425"/>
                    <a:pt x="2720181" y="338425"/>
                    <a:pt x="2838450" y="338425"/>
                  </a:cubicBezTo>
                  <a:lnTo>
                    <a:pt x="2838450" y="461615"/>
                  </a:lnTo>
                  <a:cubicBezTo>
                    <a:pt x="2720181" y="461615"/>
                    <a:pt x="2601912" y="461615"/>
                    <a:pt x="2483644" y="461615"/>
                  </a:cubicBezTo>
                  <a:cubicBezTo>
                    <a:pt x="2247106" y="461615"/>
                    <a:pt x="2010569" y="1078372"/>
                    <a:pt x="1774031" y="1101586"/>
                  </a:cubicBezTo>
                  <a:cubicBezTo>
                    <a:pt x="1537494" y="1124799"/>
                    <a:pt x="1300956" y="1138410"/>
                    <a:pt x="1064419" y="1138410"/>
                  </a:cubicBezTo>
                  <a:cubicBezTo>
                    <a:pt x="827881" y="1138410"/>
                    <a:pt x="591344" y="1104062"/>
                    <a:pt x="354806" y="1104062"/>
                  </a:cubicBezTo>
                  <a:cubicBezTo>
                    <a:pt x="236538" y="1104062"/>
                    <a:pt x="118269" y="1104062"/>
                    <a:pt x="0" y="1104062"/>
                  </a:cubicBezTo>
                  <a:close/>
                </a:path>
              </a:pathLst>
            </a:custGeom>
            <a:solidFill>
              <a:srgbClr val="0072B2">
                <a:alpha val="3448"/>
              </a:srgbClr>
            </a:solidFill>
            <a:ln w="0">
              <a:noFill/>
            </a:ln>
          </p:spPr>
        </p:sp>
        <p:sp>
          <p:nvSpPr>
            <p:cNvPr id="2693" name="smooth-map-feature-1-shade-21">
              <a:extLst>
                <a:ext uri="{FF2B5EF4-FFF2-40B4-BE49-F238E27FC236}">
                  <a16:creationId xmlns:a16="http://schemas.microsoft.com/office/drawing/2014/main" id="{2A61E763-9416-4BA6-9649-06DD9A6970D0}"/>
                </a:ext>
              </a:extLst>
            </p:cNvPr>
            <p:cNvSpPr>
              <a:spLocks noGrp="1"/>
            </p:cNvSpPr>
            <p:nvPr/>
          </p:nvSpPr>
          <p:spPr>
            <a:xfrm>
              <a:off x="21240750" y="6019800"/>
              <a:ext cx="2838450" cy="1143000"/>
            </a:xfrm>
            <a:custGeom>
              <a:pathLst>
                <a:path w="2838450" h="1143000">
                  <a:moveTo>
                    <a:pt x="0" y="992267"/>
                  </a:moveTo>
                  <a:cubicBezTo>
                    <a:pt x="118269" y="992267"/>
                    <a:pt x="236538" y="992267"/>
                    <a:pt x="354806" y="992267"/>
                  </a:cubicBezTo>
                  <a:cubicBezTo>
                    <a:pt x="591344" y="992267"/>
                    <a:pt x="827881" y="990874"/>
                    <a:pt x="1064419" y="990874"/>
                  </a:cubicBezTo>
                  <a:cubicBezTo>
                    <a:pt x="1300956" y="990874"/>
                    <a:pt x="1537494" y="992918"/>
                    <a:pt x="1774031" y="992918"/>
                  </a:cubicBezTo>
                  <a:cubicBezTo>
                    <a:pt x="2010569" y="992918"/>
                    <a:pt x="2247106" y="340160"/>
                    <a:pt x="2483644" y="340160"/>
                  </a:cubicBezTo>
                  <a:cubicBezTo>
                    <a:pt x="2601912" y="340160"/>
                    <a:pt x="2720181" y="340160"/>
                    <a:pt x="2838450" y="340160"/>
                  </a:cubicBezTo>
                  <a:lnTo>
                    <a:pt x="2838450" y="459880"/>
                  </a:lnTo>
                  <a:cubicBezTo>
                    <a:pt x="2720181" y="459880"/>
                    <a:pt x="2601912" y="459880"/>
                    <a:pt x="2483644" y="459880"/>
                  </a:cubicBezTo>
                  <a:cubicBezTo>
                    <a:pt x="2247106" y="459880"/>
                    <a:pt x="2010569" y="1077150"/>
                    <a:pt x="1774031" y="1100033"/>
                  </a:cubicBezTo>
                  <a:cubicBezTo>
                    <a:pt x="1537494" y="1122916"/>
                    <a:pt x="1300956" y="1136302"/>
                    <a:pt x="1064419" y="1136302"/>
                  </a:cubicBezTo>
                  <a:cubicBezTo>
                    <a:pt x="827881" y="1136302"/>
                    <a:pt x="591344" y="1102465"/>
                    <a:pt x="354806" y="1102465"/>
                  </a:cubicBezTo>
                  <a:cubicBezTo>
                    <a:pt x="236538" y="1102465"/>
                    <a:pt x="118269" y="1102465"/>
                    <a:pt x="0" y="1102465"/>
                  </a:cubicBezTo>
                  <a:close/>
                </a:path>
              </a:pathLst>
            </a:custGeom>
            <a:solidFill>
              <a:srgbClr val="0072B2">
                <a:alpha val="3571"/>
              </a:srgbClr>
            </a:solidFill>
            <a:ln w="0">
              <a:noFill/>
            </a:ln>
          </p:spPr>
        </p:sp>
        <p:sp>
          <p:nvSpPr>
            <p:cNvPr id="2694" name="smooth-map-feature-1-shade-22">
              <a:extLst>
                <a:ext uri="{FF2B5EF4-FFF2-40B4-BE49-F238E27FC236}">
                  <a16:creationId xmlns:a16="http://schemas.microsoft.com/office/drawing/2014/main" id="{ECB4C648-1A9E-41A2-9966-0C95E29A3A01}"/>
                </a:ext>
              </a:extLst>
            </p:cNvPr>
            <p:cNvSpPr>
              <a:spLocks noGrp="1"/>
            </p:cNvSpPr>
            <p:nvPr/>
          </p:nvSpPr>
          <p:spPr>
            <a:xfrm>
              <a:off x="21240750" y="6019800"/>
              <a:ext cx="2838450" cy="1143000"/>
            </a:xfrm>
            <a:custGeom>
              <a:pathLst>
                <a:path w="2838450" h="1143000">
                  <a:moveTo>
                    <a:pt x="0" y="993835"/>
                  </a:moveTo>
                  <a:cubicBezTo>
                    <a:pt x="118269" y="993835"/>
                    <a:pt x="236538" y="993835"/>
                    <a:pt x="354806" y="993835"/>
                  </a:cubicBezTo>
                  <a:cubicBezTo>
                    <a:pt x="591344" y="993835"/>
                    <a:pt x="827881" y="992944"/>
                    <a:pt x="1064419" y="992944"/>
                  </a:cubicBezTo>
                  <a:cubicBezTo>
                    <a:pt x="1300956" y="992944"/>
                    <a:pt x="1537494" y="994442"/>
                    <a:pt x="1774031" y="994442"/>
                  </a:cubicBezTo>
                  <a:cubicBezTo>
                    <a:pt x="2010569" y="994442"/>
                    <a:pt x="2247106" y="341864"/>
                    <a:pt x="2483644" y="341864"/>
                  </a:cubicBezTo>
                  <a:cubicBezTo>
                    <a:pt x="2601912" y="341864"/>
                    <a:pt x="2720181" y="341864"/>
                    <a:pt x="2838450" y="341864"/>
                  </a:cubicBezTo>
                  <a:lnTo>
                    <a:pt x="2838450" y="458176"/>
                  </a:lnTo>
                  <a:cubicBezTo>
                    <a:pt x="2720181" y="458176"/>
                    <a:pt x="2601912" y="458176"/>
                    <a:pt x="2483644" y="458176"/>
                  </a:cubicBezTo>
                  <a:cubicBezTo>
                    <a:pt x="2247106" y="458176"/>
                    <a:pt x="2010569" y="1075951"/>
                    <a:pt x="1774031" y="1098509"/>
                  </a:cubicBezTo>
                  <a:cubicBezTo>
                    <a:pt x="1537494" y="1121066"/>
                    <a:pt x="1300956" y="1134232"/>
                    <a:pt x="1064419" y="1134232"/>
                  </a:cubicBezTo>
                  <a:cubicBezTo>
                    <a:pt x="827881" y="1134232"/>
                    <a:pt x="591344" y="1100897"/>
                    <a:pt x="354806" y="1100897"/>
                  </a:cubicBezTo>
                  <a:cubicBezTo>
                    <a:pt x="236538" y="1100897"/>
                    <a:pt x="118269" y="1100897"/>
                    <a:pt x="0" y="1100897"/>
                  </a:cubicBezTo>
                  <a:close/>
                </a:path>
              </a:pathLst>
            </a:custGeom>
            <a:solidFill>
              <a:srgbClr val="0072B2">
                <a:alpha val="3704"/>
              </a:srgbClr>
            </a:solidFill>
            <a:ln w="0">
              <a:noFill/>
            </a:ln>
          </p:spPr>
        </p:sp>
        <p:sp>
          <p:nvSpPr>
            <p:cNvPr id="2695" name="smooth-map-feature-1-shade-23">
              <a:extLst>
                <a:ext uri="{FF2B5EF4-FFF2-40B4-BE49-F238E27FC236}">
                  <a16:creationId xmlns:a16="http://schemas.microsoft.com/office/drawing/2014/main" id="{6E4E93C3-9BEA-4F94-8B71-6705DB1DC2A3}"/>
                </a:ext>
              </a:extLst>
            </p:cNvPr>
            <p:cNvSpPr>
              <a:spLocks noGrp="1"/>
            </p:cNvSpPr>
            <p:nvPr/>
          </p:nvSpPr>
          <p:spPr>
            <a:xfrm>
              <a:off x="21240750" y="6019800"/>
              <a:ext cx="2838450" cy="1143000"/>
            </a:xfrm>
            <a:custGeom>
              <a:pathLst>
                <a:path w="2838450" h="1143000">
                  <a:moveTo>
                    <a:pt x="0" y="995378"/>
                  </a:moveTo>
                  <a:cubicBezTo>
                    <a:pt x="118269" y="995378"/>
                    <a:pt x="236538" y="995378"/>
                    <a:pt x="354806" y="995378"/>
                  </a:cubicBezTo>
                  <a:cubicBezTo>
                    <a:pt x="591344" y="995378"/>
                    <a:pt x="827881" y="994980"/>
                    <a:pt x="1064419" y="994980"/>
                  </a:cubicBezTo>
                  <a:cubicBezTo>
                    <a:pt x="1300956" y="994980"/>
                    <a:pt x="1537494" y="995943"/>
                    <a:pt x="1774031" y="995943"/>
                  </a:cubicBezTo>
                  <a:cubicBezTo>
                    <a:pt x="2010569" y="995943"/>
                    <a:pt x="2247106" y="343541"/>
                    <a:pt x="2483644" y="343541"/>
                  </a:cubicBezTo>
                  <a:cubicBezTo>
                    <a:pt x="2601912" y="343541"/>
                    <a:pt x="2720181" y="343541"/>
                    <a:pt x="2838450" y="343541"/>
                  </a:cubicBezTo>
                  <a:lnTo>
                    <a:pt x="2838450" y="456499"/>
                  </a:lnTo>
                  <a:cubicBezTo>
                    <a:pt x="2720181" y="456499"/>
                    <a:pt x="2601912" y="456499"/>
                    <a:pt x="2483644" y="456499"/>
                  </a:cubicBezTo>
                  <a:cubicBezTo>
                    <a:pt x="2247106" y="456499"/>
                    <a:pt x="2010569" y="1074772"/>
                    <a:pt x="1774031" y="1097008"/>
                  </a:cubicBezTo>
                  <a:cubicBezTo>
                    <a:pt x="1537494" y="1119245"/>
                    <a:pt x="1300956" y="1132195"/>
                    <a:pt x="1064419" y="1132195"/>
                  </a:cubicBezTo>
                  <a:cubicBezTo>
                    <a:pt x="827881" y="1132195"/>
                    <a:pt x="591344" y="1099354"/>
                    <a:pt x="354806" y="1099354"/>
                  </a:cubicBezTo>
                  <a:cubicBezTo>
                    <a:pt x="236538" y="1099354"/>
                    <a:pt x="118269" y="1099354"/>
                    <a:pt x="0" y="1099354"/>
                  </a:cubicBezTo>
                  <a:close/>
                </a:path>
              </a:pathLst>
            </a:custGeom>
            <a:solidFill>
              <a:srgbClr val="0072B2">
                <a:alpha val="3846"/>
              </a:srgbClr>
            </a:solidFill>
            <a:ln w="0">
              <a:noFill/>
            </a:ln>
          </p:spPr>
        </p:sp>
        <p:sp>
          <p:nvSpPr>
            <p:cNvPr id="2696" name="smooth-map-feature-1-shade-24">
              <a:extLst>
                <a:ext uri="{FF2B5EF4-FFF2-40B4-BE49-F238E27FC236}">
                  <a16:creationId xmlns:a16="http://schemas.microsoft.com/office/drawing/2014/main" id="{1619608E-32E5-434D-9C9F-B1E0A2B0D823}"/>
                </a:ext>
              </a:extLst>
            </p:cNvPr>
            <p:cNvSpPr>
              <a:spLocks noGrp="1"/>
            </p:cNvSpPr>
            <p:nvPr/>
          </p:nvSpPr>
          <p:spPr>
            <a:xfrm>
              <a:off x="21240750" y="6019800"/>
              <a:ext cx="2838450" cy="1143000"/>
            </a:xfrm>
            <a:custGeom>
              <a:pathLst>
                <a:path w="2838450" h="1143000">
                  <a:moveTo>
                    <a:pt x="0" y="996900"/>
                  </a:moveTo>
                  <a:cubicBezTo>
                    <a:pt x="118269" y="996900"/>
                    <a:pt x="236538" y="996900"/>
                    <a:pt x="354806" y="996900"/>
                  </a:cubicBezTo>
                  <a:cubicBezTo>
                    <a:pt x="591344" y="996900"/>
                    <a:pt x="827881" y="996940"/>
                    <a:pt x="1064419" y="996989"/>
                  </a:cubicBezTo>
                  <a:cubicBezTo>
                    <a:pt x="1300956" y="997039"/>
                    <a:pt x="1537494" y="997422"/>
                    <a:pt x="1774031" y="997422"/>
                  </a:cubicBezTo>
                  <a:cubicBezTo>
                    <a:pt x="2010569" y="997422"/>
                    <a:pt x="2247106" y="345195"/>
                    <a:pt x="2483644" y="345195"/>
                  </a:cubicBezTo>
                  <a:cubicBezTo>
                    <a:pt x="2601912" y="345195"/>
                    <a:pt x="2720181" y="345195"/>
                    <a:pt x="2838450" y="345195"/>
                  </a:cubicBezTo>
                  <a:lnTo>
                    <a:pt x="2838450" y="454845"/>
                  </a:lnTo>
                  <a:cubicBezTo>
                    <a:pt x="2720181" y="454845"/>
                    <a:pt x="2601912" y="454845"/>
                    <a:pt x="2483644" y="454845"/>
                  </a:cubicBezTo>
                  <a:cubicBezTo>
                    <a:pt x="2247106" y="454845"/>
                    <a:pt x="2010569" y="1073609"/>
                    <a:pt x="1774031" y="1095529"/>
                  </a:cubicBezTo>
                  <a:cubicBezTo>
                    <a:pt x="1537494" y="1117448"/>
                    <a:pt x="1300956" y="1130186"/>
                    <a:pt x="1064419" y="1130186"/>
                  </a:cubicBezTo>
                  <a:cubicBezTo>
                    <a:pt x="827881" y="1130186"/>
                    <a:pt x="591344" y="1097831"/>
                    <a:pt x="354806" y="1097831"/>
                  </a:cubicBezTo>
                  <a:cubicBezTo>
                    <a:pt x="236538" y="1097831"/>
                    <a:pt x="118269" y="1097831"/>
                    <a:pt x="0" y="1097831"/>
                  </a:cubicBezTo>
                  <a:close/>
                </a:path>
              </a:pathLst>
            </a:custGeom>
            <a:solidFill>
              <a:srgbClr val="0072B2">
                <a:alpha val="4000"/>
              </a:srgbClr>
            </a:solidFill>
            <a:ln w="0">
              <a:noFill/>
            </a:ln>
          </p:spPr>
        </p:sp>
        <p:sp>
          <p:nvSpPr>
            <p:cNvPr id="2697" name="smooth-map-feature-1-shade-25">
              <a:extLst>
                <a:ext uri="{FF2B5EF4-FFF2-40B4-BE49-F238E27FC236}">
                  <a16:creationId xmlns:a16="http://schemas.microsoft.com/office/drawing/2014/main" id="{C9DE8EFF-8FCD-437C-B4D8-4D8B1747175A}"/>
                </a:ext>
              </a:extLst>
            </p:cNvPr>
            <p:cNvSpPr>
              <a:spLocks noGrp="1"/>
            </p:cNvSpPr>
            <p:nvPr/>
          </p:nvSpPr>
          <p:spPr>
            <a:xfrm>
              <a:off x="21240750" y="6019800"/>
              <a:ext cx="2838450" cy="1143000"/>
            </a:xfrm>
            <a:custGeom>
              <a:pathLst>
                <a:path w="2838450" h="1143000">
                  <a:moveTo>
                    <a:pt x="0" y="998406"/>
                  </a:moveTo>
                  <a:cubicBezTo>
                    <a:pt x="118269" y="998406"/>
                    <a:pt x="236538" y="998406"/>
                    <a:pt x="354806" y="998406"/>
                  </a:cubicBezTo>
                  <a:cubicBezTo>
                    <a:pt x="591344" y="998406"/>
                    <a:pt x="827881" y="998976"/>
                    <a:pt x="1064419" y="998976"/>
                  </a:cubicBezTo>
                  <a:cubicBezTo>
                    <a:pt x="1300956" y="998976"/>
                    <a:pt x="1537494" y="998946"/>
                    <a:pt x="1774031" y="998886"/>
                  </a:cubicBezTo>
                  <a:cubicBezTo>
                    <a:pt x="2010569" y="998825"/>
                    <a:pt x="2247106" y="346830"/>
                    <a:pt x="2483644" y="346830"/>
                  </a:cubicBezTo>
                  <a:cubicBezTo>
                    <a:pt x="2601912" y="346830"/>
                    <a:pt x="2720181" y="346830"/>
                    <a:pt x="2838450" y="346830"/>
                  </a:cubicBezTo>
                  <a:lnTo>
                    <a:pt x="2838450" y="453210"/>
                  </a:lnTo>
                  <a:cubicBezTo>
                    <a:pt x="2720181" y="453210"/>
                    <a:pt x="2601912" y="453210"/>
                    <a:pt x="2483644" y="453210"/>
                  </a:cubicBezTo>
                  <a:cubicBezTo>
                    <a:pt x="2247106" y="453210"/>
                    <a:pt x="2010569" y="1072460"/>
                    <a:pt x="1774031" y="1094066"/>
                  </a:cubicBezTo>
                  <a:cubicBezTo>
                    <a:pt x="1537494" y="1115671"/>
                    <a:pt x="1300956" y="1128200"/>
                    <a:pt x="1064419" y="1128200"/>
                  </a:cubicBezTo>
                  <a:cubicBezTo>
                    <a:pt x="827881" y="1128200"/>
                    <a:pt x="591344" y="1096326"/>
                    <a:pt x="354806" y="1096326"/>
                  </a:cubicBezTo>
                  <a:cubicBezTo>
                    <a:pt x="236538" y="1096326"/>
                    <a:pt x="118269" y="1096326"/>
                    <a:pt x="0" y="1096326"/>
                  </a:cubicBezTo>
                  <a:close/>
                </a:path>
              </a:pathLst>
            </a:custGeom>
            <a:solidFill>
              <a:srgbClr val="0072B2">
                <a:alpha val="4167"/>
              </a:srgbClr>
            </a:solidFill>
            <a:ln w="0">
              <a:noFill/>
            </a:ln>
          </p:spPr>
        </p:sp>
        <p:sp>
          <p:nvSpPr>
            <p:cNvPr id="2698" name="smooth-map-feature-1-shade-26">
              <a:extLst>
                <a:ext uri="{FF2B5EF4-FFF2-40B4-BE49-F238E27FC236}">
                  <a16:creationId xmlns:a16="http://schemas.microsoft.com/office/drawing/2014/main" id="{71CD30CF-359A-49FA-B519-18FC0719A77B}"/>
                </a:ext>
              </a:extLst>
            </p:cNvPr>
            <p:cNvSpPr>
              <a:spLocks noGrp="1"/>
            </p:cNvSpPr>
            <p:nvPr/>
          </p:nvSpPr>
          <p:spPr>
            <a:xfrm>
              <a:off x="21240750" y="6019800"/>
              <a:ext cx="2838450" cy="1143000"/>
            </a:xfrm>
            <a:custGeom>
              <a:pathLst>
                <a:path w="2838450" h="1143000">
                  <a:moveTo>
                    <a:pt x="0" y="999897"/>
                  </a:moveTo>
                  <a:cubicBezTo>
                    <a:pt x="118269" y="999897"/>
                    <a:pt x="236538" y="999897"/>
                    <a:pt x="354806" y="999897"/>
                  </a:cubicBezTo>
                  <a:cubicBezTo>
                    <a:pt x="591344" y="999897"/>
                    <a:pt x="827881" y="1000944"/>
                    <a:pt x="1064419" y="1000944"/>
                  </a:cubicBezTo>
                  <a:cubicBezTo>
                    <a:pt x="1300956" y="1000944"/>
                    <a:pt x="1537494" y="1000741"/>
                    <a:pt x="1774031" y="1000335"/>
                  </a:cubicBezTo>
                  <a:cubicBezTo>
                    <a:pt x="2010569" y="999930"/>
                    <a:pt x="2247106" y="348450"/>
                    <a:pt x="2483644" y="348450"/>
                  </a:cubicBezTo>
                  <a:cubicBezTo>
                    <a:pt x="2601912" y="348450"/>
                    <a:pt x="2720181" y="348450"/>
                    <a:pt x="2838450" y="348450"/>
                  </a:cubicBezTo>
                  <a:lnTo>
                    <a:pt x="2838450" y="451590"/>
                  </a:lnTo>
                  <a:cubicBezTo>
                    <a:pt x="2720181" y="451590"/>
                    <a:pt x="2601912" y="451590"/>
                    <a:pt x="2483644" y="451590"/>
                  </a:cubicBezTo>
                  <a:cubicBezTo>
                    <a:pt x="2247106" y="451590"/>
                    <a:pt x="2010569" y="1071322"/>
                    <a:pt x="1774031" y="1092616"/>
                  </a:cubicBezTo>
                  <a:cubicBezTo>
                    <a:pt x="1537494" y="1113910"/>
                    <a:pt x="1300956" y="1126231"/>
                    <a:pt x="1064419" y="1126231"/>
                  </a:cubicBezTo>
                  <a:cubicBezTo>
                    <a:pt x="827881" y="1126231"/>
                    <a:pt x="591344" y="1094834"/>
                    <a:pt x="354806" y="1094834"/>
                  </a:cubicBezTo>
                  <a:cubicBezTo>
                    <a:pt x="236538" y="1094834"/>
                    <a:pt x="118269" y="1094834"/>
                    <a:pt x="0" y="1094834"/>
                  </a:cubicBezTo>
                  <a:close/>
                </a:path>
              </a:pathLst>
            </a:custGeom>
            <a:solidFill>
              <a:srgbClr val="0072B2">
                <a:alpha val="4348"/>
              </a:srgbClr>
            </a:solidFill>
            <a:ln w="0">
              <a:noFill/>
            </a:ln>
          </p:spPr>
        </p:sp>
        <p:sp>
          <p:nvSpPr>
            <p:cNvPr id="2699" name="smooth-map-feature-1-shade-27">
              <a:extLst>
                <a:ext uri="{FF2B5EF4-FFF2-40B4-BE49-F238E27FC236}">
                  <a16:creationId xmlns:a16="http://schemas.microsoft.com/office/drawing/2014/main" id="{326F8568-0B08-4DA4-BC90-49A55B7A6F6F}"/>
                </a:ext>
              </a:extLst>
            </p:cNvPr>
            <p:cNvSpPr>
              <a:spLocks noGrp="1"/>
            </p:cNvSpPr>
            <p:nvPr/>
          </p:nvSpPr>
          <p:spPr>
            <a:xfrm>
              <a:off x="21240750" y="6019800"/>
              <a:ext cx="2838450" cy="1143000"/>
            </a:xfrm>
            <a:custGeom>
              <a:pathLst>
                <a:path w="2838450" h="1143000">
                  <a:moveTo>
                    <a:pt x="0" y="1001379"/>
                  </a:moveTo>
                  <a:cubicBezTo>
                    <a:pt x="118269" y="1001379"/>
                    <a:pt x="236538" y="1001379"/>
                    <a:pt x="354806" y="1001379"/>
                  </a:cubicBezTo>
                  <a:cubicBezTo>
                    <a:pt x="591344" y="1001379"/>
                    <a:pt x="827881" y="1002899"/>
                    <a:pt x="1064419" y="1002899"/>
                  </a:cubicBezTo>
                  <a:cubicBezTo>
                    <a:pt x="1300956" y="1002899"/>
                    <a:pt x="1537494" y="1002523"/>
                    <a:pt x="1774031" y="1001775"/>
                  </a:cubicBezTo>
                  <a:cubicBezTo>
                    <a:pt x="2010569" y="1001027"/>
                    <a:pt x="2247106" y="350060"/>
                    <a:pt x="2483644" y="350060"/>
                  </a:cubicBezTo>
                  <a:cubicBezTo>
                    <a:pt x="2601912" y="350060"/>
                    <a:pt x="2720181" y="350060"/>
                    <a:pt x="2838450" y="350060"/>
                  </a:cubicBezTo>
                  <a:lnTo>
                    <a:pt x="2838450" y="449980"/>
                  </a:lnTo>
                  <a:cubicBezTo>
                    <a:pt x="2720181" y="449980"/>
                    <a:pt x="2601912" y="449980"/>
                    <a:pt x="2483644" y="449980"/>
                  </a:cubicBezTo>
                  <a:cubicBezTo>
                    <a:pt x="2247106" y="449980"/>
                    <a:pt x="2010569" y="1070192"/>
                    <a:pt x="1774031" y="1091176"/>
                  </a:cubicBezTo>
                  <a:cubicBezTo>
                    <a:pt x="1537494" y="1112160"/>
                    <a:pt x="1300956" y="1124276"/>
                    <a:pt x="1064419" y="1124276"/>
                  </a:cubicBezTo>
                  <a:cubicBezTo>
                    <a:pt x="827881" y="1124276"/>
                    <a:pt x="591344" y="1093353"/>
                    <a:pt x="354806" y="1093353"/>
                  </a:cubicBezTo>
                  <a:cubicBezTo>
                    <a:pt x="236538" y="1093353"/>
                    <a:pt x="118269" y="1093353"/>
                    <a:pt x="0" y="1093353"/>
                  </a:cubicBezTo>
                  <a:close/>
                </a:path>
              </a:pathLst>
            </a:custGeom>
            <a:solidFill>
              <a:srgbClr val="0072B2">
                <a:alpha val="4545"/>
              </a:srgbClr>
            </a:solidFill>
            <a:ln w="0">
              <a:noFill/>
            </a:ln>
          </p:spPr>
        </p:sp>
        <p:sp>
          <p:nvSpPr>
            <p:cNvPr id="2700" name="smooth-map-feature-1-shade-28">
              <a:extLst>
                <a:ext uri="{FF2B5EF4-FFF2-40B4-BE49-F238E27FC236}">
                  <a16:creationId xmlns:a16="http://schemas.microsoft.com/office/drawing/2014/main" id="{33034CF1-BD56-433A-9ACA-10BE043E1A58}"/>
                </a:ext>
              </a:extLst>
            </p:cNvPr>
            <p:cNvSpPr>
              <a:spLocks noGrp="1"/>
            </p:cNvSpPr>
            <p:nvPr/>
          </p:nvSpPr>
          <p:spPr>
            <a:xfrm>
              <a:off x="21240750" y="6019800"/>
              <a:ext cx="2838450" cy="1143000"/>
            </a:xfrm>
            <a:custGeom>
              <a:pathLst>
                <a:path w="2838450" h="1143000">
                  <a:moveTo>
                    <a:pt x="0" y="1002853"/>
                  </a:moveTo>
                  <a:cubicBezTo>
                    <a:pt x="118269" y="1002853"/>
                    <a:pt x="236538" y="1002853"/>
                    <a:pt x="354806" y="1002853"/>
                  </a:cubicBezTo>
                  <a:cubicBezTo>
                    <a:pt x="591344" y="1002853"/>
                    <a:pt x="827881" y="1004845"/>
                    <a:pt x="1064419" y="1004845"/>
                  </a:cubicBezTo>
                  <a:cubicBezTo>
                    <a:pt x="1300956" y="1004845"/>
                    <a:pt x="1537494" y="1004297"/>
                    <a:pt x="1774031" y="1003209"/>
                  </a:cubicBezTo>
                  <a:cubicBezTo>
                    <a:pt x="2010569" y="1002120"/>
                    <a:pt x="2247106" y="351662"/>
                    <a:pt x="2483644" y="351662"/>
                  </a:cubicBezTo>
                  <a:cubicBezTo>
                    <a:pt x="2601912" y="351662"/>
                    <a:pt x="2720181" y="351662"/>
                    <a:pt x="2838450" y="351662"/>
                  </a:cubicBezTo>
                  <a:lnTo>
                    <a:pt x="2838450" y="448378"/>
                  </a:lnTo>
                  <a:cubicBezTo>
                    <a:pt x="2720181" y="448378"/>
                    <a:pt x="2601912" y="448378"/>
                    <a:pt x="2483644" y="448378"/>
                  </a:cubicBezTo>
                  <a:cubicBezTo>
                    <a:pt x="2247106" y="448378"/>
                    <a:pt x="2010569" y="1069068"/>
                    <a:pt x="1774031" y="1089742"/>
                  </a:cubicBezTo>
                  <a:cubicBezTo>
                    <a:pt x="1537494" y="1110417"/>
                    <a:pt x="1300956" y="1122330"/>
                    <a:pt x="1064419" y="1122330"/>
                  </a:cubicBezTo>
                  <a:cubicBezTo>
                    <a:pt x="827881" y="1122330"/>
                    <a:pt x="591344" y="1091878"/>
                    <a:pt x="354806" y="1091878"/>
                  </a:cubicBezTo>
                  <a:cubicBezTo>
                    <a:pt x="236538" y="1091878"/>
                    <a:pt x="118269" y="1091878"/>
                    <a:pt x="0" y="1091878"/>
                  </a:cubicBezTo>
                  <a:close/>
                </a:path>
              </a:pathLst>
            </a:custGeom>
            <a:solidFill>
              <a:srgbClr val="0072B2">
                <a:alpha val="4762"/>
              </a:srgbClr>
            </a:solidFill>
            <a:ln w="0">
              <a:noFill/>
            </a:ln>
          </p:spPr>
        </p:sp>
        <p:sp>
          <p:nvSpPr>
            <p:cNvPr id="2701" name="smooth-map-feature-1-shade-29">
              <a:extLst>
                <a:ext uri="{FF2B5EF4-FFF2-40B4-BE49-F238E27FC236}">
                  <a16:creationId xmlns:a16="http://schemas.microsoft.com/office/drawing/2014/main" id="{79F76EEC-CF04-4B3A-97D7-06AC7013E458}"/>
                </a:ext>
              </a:extLst>
            </p:cNvPr>
            <p:cNvSpPr>
              <a:spLocks noGrp="1"/>
            </p:cNvSpPr>
            <p:nvPr/>
          </p:nvSpPr>
          <p:spPr>
            <a:xfrm>
              <a:off x="21240750" y="6019800"/>
              <a:ext cx="2838450" cy="1143000"/>
            </a:xfrm>
            <a:custGeom>
              <a:pathLst>
                <a:path w="2838450" h="1143000">
                  <a:moveTo>
                    <a:pt x="0" y="1004324"/>
                  </a:moveTo>
                  <a:cubicBezTo>
                    <a:pt x="118269" y="1004324"/>
                    <a:pt x="236538" y="1004324"/>
                    <a:pt x="354806" y="1004324"/>
                  </a:cubicBezTo>
                  <a:cubicBezTo>
                    <a:pt x="591344" y="1004324"/>
                    <a:pt x="827881" y="1006787"/>
                    <a:pt x="1064419" y="1006787"/>
                  </a:cubicBezTo>
                  <a:cubicBezTo>
                    <a:pt x="1300956" y="1006787"/>
                    <a:pt x="1537494" y="1006066"/>
                    <a:pt x="1774031" y="1004639"/>
                  </a:cubicBezTo>
                  <a:cubicBezTo>
                    <a:pt x="2010569" y="1003211"/>
                    <a:pt x="2247106" y="353260"/>
                    <a:pt x="2483644" y="353260"/>
                  </a:cubicBezTo>
                  <a:cubicBezTo>
                    <a:pt x="2601912" y="353260"/>
                    <a:pt x="2720181" y="353260"/>
                    <a:pt x="2838450" y="353260"/>
                  </a:cubicBezTo>
                  <a:lnTo>
                    <a:pt x="2838450" y="446780"/>
                  </a:lnTo>
                  <a:cubicBezTo>
                    <a:pt x="2720181" y="446780"/>
                    <a:pt x="2601912" y="446780"/>
                    <a:pt x="2483644" y="446780"/>
                  </a:cubicBezTo>
                  <a:cubicBezTo>
                    <a:pt x="2247106" y="446780"/>
                    <a:pt x="2010569" y="1067946"/>
                    <a:pt x="1774031" y="1088312"/>
                  </a:cubicBezTo>
                  <a:cubicBezTo>
                    <a:pt x="1537494" y="1108679"/>
                    <a:pt x="1300956" y="1120389"/>
                    <a:pt x="1064419" y="1120389"/>
                  </a:cubicBezTo>
                  <a:cubicBezTo>
                    <a:pt x="827881" y="1120389"/>
                    <a:pt x="591344" y="1090407"/>
                    <a:pt x="354806" y="1090407"/>
                  </a:cubicBezTo>
                  <a:cubicBezTo>
                    <a:pt x="236538" y="1090407"/>
                    <a:pt x="118269" y="1090407"/>
                    <a:pt x="0" y="1090407"/>
                  </a:cubicBezTo>
                  <a:close/>
                </a:path>
              </a:pathLst>
            </a:custGeom>
            <a:solidFill>
              <a:srgbClr val="0072B2">
                <a:alpha val="5000"/>
              </a:srgbClr>
            </a:solidFill>
            <a:ln w="0">
              <a:noFill/>
            </a:ln>
          </p:spPr>
        </p:sp>
        <p:sp>
          <p:nvSpPr>
            <p:cNvPr id="2702" name="smooth-map-feature-1-shade-30">
              <a:extLst>
                <a:ext uri="{FF2B5EF4-FFF2-40B4-BE49-F238E27FC236}">
                  <a16:creationId xmlns:a16="http://schemas.microsoft.com/office/drawing/2014/main" id="{F0BB9A6A-CB6C-4207-9F8A-0B0AC7045B50}"/>
                </a:ext>
              </a:extLst>
            </p:cNvPr>
            <p:cNvSpPr>
              <a:spLocks noGrp="1"/>
            </p:cNvSpPr>
            <p:nvPr/>
          </p:nvSpPr>
          <p:spPr>
            <a:xfrm>
              <a:off x="21240750" y="6019800"/>
              <a:ext cx="2838450" cy="1143000"/>
            </a:xfrm>
            <a:custGeom>
              <a:pathLst>
                <a:path w="2838450" h="1143000">
                  <a:moveTo>
                    <a:pt x="0" y="1005795"/>
                  </a:moveTo>
                  <a:cubicBezTo>
                    <a:pt x="118269" y="1005795"/>
                    <a:pt x="236538" y="1005795"/>
                    <a:pt x="354806" y="1005795"/>
                  </a:cubicBezTo>
                  <a:cubicBezTo>
                    <a:pt x="591344" y="1005795"/>
                    <a:pt x="827881" y="1008728"/>
                    <a:pt x="1064419" y="1008728"/>
                  </a:cubicBezTo>
                  <a:cubicBezTo>
                    <a:pt x="1300956" y="1008728"/>
                    <a:pt x="1537494" y="1007834"/>
                    <a:pt x="1774031" y="1006068"/>
                  </a:cubicBezTo>
                  <a:cubicBezTo>
                    <a:pt x="2010569" y="1004303"/>
                    <a:pt x="2247106" y="354858"/>
                    <a:pt x="2483644" y="354858"/>
                  </a:cubicBezTo>
                  <a:cubicBezTo>
                    <a:pt x="2601912" y="354858"/>
                    <a:pt x="2720181" y="354858"/>
                    <a:pt x="2838450" y="354858"/>
                  </a:cubicBezTo>
                  <a:lnTo>
                    <a:pt x="2838450" y="445182"/>
                  </a:lnTo>
                  <a:cubicBezTo>
                    <a:pt x="2720181" y="445182"/>
                    <a:pt x="2601912" y="445182"/>
                    <a:pt x="2483644" y="445182"/>
                  </a:cubicBezTo>
                  <a:cubicBezTo>
                    <a:pt x="2247106" y="445182"/>
                    <a:pt x="2010569" y="1066826"/>
                    <a:pt x="1774031" y="1086883"/>
                  </a:cubicBezTo>
                  <a:cubicBezTo>
                    <a:pt x="1537494" y="1106940"/>
                    <a:pt x="1300956" y="1118448"/>
                    <a:pt x="1064419" y="1118448"/>
                  </a:cubicBezTo>
                  <a:cubicBezTo>
                    <a:pt x="827881" y="1118448"/>
                    <a:pt x="591344" y="1088936"/>
                    <a:pt x="354806" y="1088936"/>
                  </a:cubicBezTo>
                  <a:cubicBezTo>
                    <a:pt x="236538" y="1088936"/>
                    <a:pt x="118269" y="1088936"/>
                    <a:pt x="0" y="1088936"/>
                  </a:cubicBezTo>
                  <a:close/>
                </a:path>
              </a:pathLst>
            </a:custGeom>
            <a:solidFill>
              <a:srgbClr val="0072B2">
                <a:alpha val="5263"/>
              </a:srgbClr>
            </a:solidFill>
            <a:ln w="0">
              <a:noFill/>
            </a:ln>
          </p:spPr>
        </p:sp>
        <p:sp>
          <p:nvSpPr>
            <p:cNvPr id="2703" name="smooth-map-feature-1-shade-31">
              <a:extLst>
                <a:ext uri="{FF2B5EF4-FFF2-40B4-BE49-F238E27FC236}">
                  <a16:creationId xmlns:a16="http://schemas.microsoft.com/office/drawing/2014/main" id="{D3063021-293E-42ED-895D-DD659E3E517B}"/>
                </a:ext>
              </a:extLst>
            </p:cNvPr>
            <p:cNvSpPr>
              <a:spLocks noGrp="1"/>
            </p:cNvSpPr>
            <p:nvPr/>
          </p:nvSpPr>
          <p:spPr>
            <a:xfrm>
              <a:off x="21240750" y="6019800"/>
              <a:ext cx="2838450" cy="1143000"/>
            </a:xfrm>
            <a:custGeom>
              <a:pathLst>
                <a:path w="2838450" h="1143000">
                  <a:moveTo>
                    <a:pt x="0" y="1007270"/>
                  </a:moveTo>
                  <a:cubicBezTo>
                    <a:pt x="118269" y="1007270"/>
                    <a:pt x="236538" y="1007270"/>
                    <a:pt x="354806" y="1007270"/>
                  </a:cubicBezTo>
                  <a:cubicBezTo>
                    <a:pt x="591344" y="1007270"/>
                    <a:pt x="827881" y="1010674"/>
                    <a:pt x="1064419" y="1010674"/>
                  </a:cubicBezTo>
                  <a:cubicBezTo>
                    <a:pt x="1300956" y="1010674"/>
                    <a:pt x="1537494" y="1009606"/>
                    <a:pt x="1774031" y="1007502"/>
                  </a:cubicBezTo>
                  <a:cubicBezTo>
                    <a:pt x="2010569" y="1005397"/>
                    <a:pt x="2247106" y="356460"/>
                    <a:pt x="2483644" y="356460"/>
                  </a:cubicBezTo>
                  <a:cubicBezTo>
                    <a:pt x="2601912" y="356460"/>
                    <a:pt x="2720181" y="356460"/>
                    <a:pt x="2838450" y="356460"/>
                  </a:cubicBezTo>
                  <a:lnTo>
                    <a:pt x="2838450" y="443580"/>
                  </a:lnTo>
                  <a:cubicBezTo>
                    <a:pt x="2720181" y="443580"/>
                    <a:pt x="2601912" y="443580"/>
                    <a:pt x="2483644" y="443580"/>
                  </a:cubicBezTo>
                  <a:cubicBezTo>
                    <a:pt x="2247106" y="443580"/>
                    <a:pt x="2010569" y="1065703"/>
                    <a:pt x="1774031" y="1085450"/>
                  </a:cubicBezTo>
                  <a:cubicBezTo>
                    <a:pt x="1537494" y="1105196"/>
                    <a:pt x="1300956" y="1116502"/>
                    <a:pt x="1064419" y="1116502"/>
                  </a:cubicBezTo>
                  <a:cubicBezTo>
                    <a:pt x="827881" y="1116502"/>
                    <a:pt x="591344" y="1087462"/>
                    <a:pt x="354806" y="1087462"/>
                  </a:cubicBezTo>
                  <a:cubicBezTo>
                    <a:pt x="236538" y="1087462"/>
                    <a:pt x="118269" y="1087462"/>
                    <a:pt x="0" y="1087462"/>
                  </a:cubicBezTo>
                  <a:close/>
                </a:path>
              </a:pathLst>
            </a:custGeom>
            <a:solidFill>
              <a:srgbClr val="0072B2">
                <a:alpha val="5556"/>
              </a:srgbClr>
            </a:solidFill>
            <a:ln w="0">
              <a:noFill/>
            </a:ln>
          </p:spPr>
        </p:sp>
        <p:sp>
          <p:nvSpPr>
            <p:cNvPr id="2704" name="smooth-map-feature-1-shade-32">
              <a:extLst>
                <a:ext uri="{FF2B5EF4-FFF2-40B4-BE49-F238E27FC236}">
                  <a16:creationId xmlns:a16="http://schemas.microsoft.com/office/drawing/2014/main" id="{CDCEB030-730A-496D-A2D7-EB74DE1AB229}"/>
                </a:ext>
              </a:extLst>
            </p:cNvPr>
            <p:cNvSpPr>
              <a:spLocks noGrp="1"/>
            </p:cNvSpPr>
            <p:nvPr/>
          </p:nvSpPr>
          <p:spPr>
            <a:xfrm>
              <a:off x="21240750" y="6019800"/>
              <a:ext cx="2838450" cy="1143000"/>
            </a:xfrm>
            <a:custGeom>
              <a:pathLst>
                <a:path w="2838450" h="1143000">
                  <a:moveTo>
                    <a:pt x="0" y="1008751"/>
                  </a:moveTo>
                  <a:cubicBezTo>
                    <a:pt x="118269" y="1008751"/>
                    <a:pt x="236538" y="1008751"/>
                    <a:pt x="354806" y="1008751"/>
                  </a:cubicBezTo>
                  <a:cubicBezTo>
                    <a:pt x="591344" y="1008751"/>
                    <a:pt x="827881" y="1012629"/>
                    <a:pt x="1064419" y="1012629"/>
                  </a:cubicBezTo>
                  <a:cubicBezTo>
                    <a:pt x="1300956" y="1012629"/>
                    <a:pt x="1537494" y="1011386"/>
                    <a:pt x="1774031" y="1008942"/>
                  </a:cubicBezTo>
                  <a:cubicBezTo>
                    <a:pt x="2010569" y="1006497"/>
                    <a:pt x="2247106" y="358069"/>
                    <a:pt x="2483644" y="358069"/>
                  </a:cubicBezTo>
                  <a:cubicBezTo>
                    <a:pt x="2601912" y="358069"/>
                    <a:pt x="2720181" y="358069"/>
                    <a:pt x="2838450" y="358069"/>
                  </a:cubicBezTo>
                  <a:lnTo>
                    <a:pt x="2838450" y="441971"/>
                  </a:lnTo>
                  <a:cubicBezTo>
                    <a:pt x="2720181" y="441971"/>
                    <a:pt x="2601912" y="441971"/>
                    <a:pt x="2483644" y="441971"/>
                  </a:cubicBezTo>
                  <a:cubicBezTo>
                    <a:pt x="2247106" y="441971"/>
                    <a:pt x="2010569" y="1064576"/>
                    <a:pt x="1774031" y="1084009"/>
                  </a:cubicBezTo>
                  <a:cubicBezTo>
                    <a:pt x="1537494" y="1103443"/>
                    <a:pt x="1300956" y="1114547"/>
                    <a:pt x="1064419" y="1114547"/>
                  </a:cubicBezTo>
                  <a:cubicBezTo>
                    <a:pt x="827881" y="1114547"/>
                    <a:pt x="591344" y="1085980"/>
                    <a:pt x="354806" y="1085980"/>
                  </a:cubicBezTo>
                  <a:cubicBezTo>
                    <a:pt x="236538" y="1085980"/>
                    <a:pt x="118269" y="1085980"/>
                    <a:pt x="0" y="1085980"/>
                  </a:cubicBezTo>
                  <a:close/>
                </a:path>
              </a:pathLst>
            </a:custGeom>
            <a:solidFill>
              <a:srgbClr val="0072B2">
                <a:alpha val="5882"/>
              </a:srgbClr>
            </a:solidFill>
            <a:ln w="0">
              <a:noFill/>
            </a:ln>
          </p:spPr>
        </p:sp>
        <p:sp>
          <p:nvSpPr>
            <p:cNvPr id="2705" name="smooth-map-feature-1-shade-33">
              <a:extLst>
                <a:ext uri="{FF2B5EF4-FFF2-40B4-BE49-F238E27FC236}">
                  <a16:creationId xmlns:a16="http://schemas.microsoft.com/office/drawing/2014/main" id="{8BFDE272-E78F-41C6-9B01-99BEC3266FF1}"/>
                </a:ext>
              </a:extLst>
            </p:cNvPr>
            <p:cNvSpPr>
              <a:spLocks noGrp="1"/>
            </p:cNvSpPr>
            <p:nvPr/>
          </p:nvSpPr>
          <p:spPr>
            <a:xfrm>
              <a:off x="21240750" y="6019800"/>
              <a:ext cx="2838450" cy="1143000"/>
            </a:xfrm>
            <a:custGeom>
              <a:pathLst>
                <a:path w="2838450" h="1143000">
                  <a:moveTo>
                    <a:pt x="0" y="1010244"/>
                  </a:moveTo>
                  <a:cubicBezTo>
                    <a:pt x="118269" y="1010244"/>
                    <a:pt x="236538" y="1010244"/>
                    <a:pt x="354806" y="1010244"/>
                  </a:cubicBezTo>
                  <a:cubicBezTo>
                    <a:pt x="591344" y="1010244"/>
                    <a:pt x="827881" y="1014599"/>
                    <a:pt x="1064419" y="1014599"/>
                  </a:cubicBezTo>
                  <a:cubicBezTo>
                    <a:pt x="1300956" y="1014599"/>
                    <a:pt x="1537494" y="1013179"/>
                    <a:pt x="1774031" y="1010392"/>
                  </a:cubicBezTo>
                  <a:cubicBezTo>
                    <a:pt x="2010569" y="1007606"/>
                    <a:pt x="2247106" y="359691"/>
                    <a:pt x="2483644" y="359691"/>
                  </a:cubicBezTo>
                  <a:cubicBezTo>
                    <a:pt x="2601912" y="359691"/>
                    <a:pt x="2720181" y="359691"/>
                    <a:pt x="2838450" y="359691"/>
                  </a:cubicBezTo>
                  <a:lnTo>
                    <a:pt x="2838450" y="440349"/>
                  </a:lnTo>
                  <a:cubicBezTo>
                    <a:pt x="2720181" y="440349"/>
                    <a:pt x="2601912" y="440349"/>
                    <a:pt x="2483644" y="440349"/>
                  </a:cubicBezTo>
                  <a:cubicBezTo>
                    <a:pt x="2247106" y="440349"/>
                    <a:pt x="2010569" y="1063440"/>
                    <a:pt x="1774031" y="1082559"/>
                  </a:cubicBezTo>
                  <a:cubicBezTo>
                    <a:pt x="1537494" y="1101677"/>
                    <a:pt x="1300956" y="1112577"/>
                    <a:pt x="1064419" y="1112577"/>
                  </a:cubicBezTo>
                  <a:cubicBezTo>
                    <a:pt x="827881" y="1112577"/>
                    <a:pt x="591344" y="1084488"/>
                    <a:pt x="354806" y="1084488"/>
                  </a:cubicBezTo>
                  <a:cubicBezTo>
                    <a:pt x="236538" y="1084488"/>
                    <a:pt x="118269" y="1084488"/>
                    <a:pt x="0" y="1084488"/>
                  </a:cubicBezTo>
                  <a:close/>
                </a:path>
              </a:pathLst>
            </a:custGeom>
            <a:solidFill>
              <a:srgbClr val="0072B2">
                <a:alpha val="6250"/>
              </a:srgbClr>
            </a:solidFill>
            <a:ln w="0">
              <a:noFill/>
            </a:ln>
          </p:spPr>
        </p:sp>
        <p:sp>
          <p:nvSpPr>
            <p:cNvPr id="2706" name="smooth-map-feature-1-shade-34">
              <a:extLst>
                <a:ext uri="{FF2B5EF4-FFF2-40B4-BE49-F238E27FC236}">
                  <a16:creationId xmlns:a16="http://schemas.microsoft.com/office/drawing/2014/main" id="{9E7F60A8-CA31-4B8F-AF4A-5481AE59B8AB}"/>
                </a:ext>
              </a:extLst>
            </p:cNvPr>
            <p:cNvSpPr>
              <a:spLocks noGrp="1"/>
            </p:cNvSpPr>
            <p:nvPr/>
          </p:nvSpPr>
          <p:spPr>
            <a:xfrm>
              <a:off x="21240750" y="6019800"/>
              <a:ext cx="2838450" cy="1143000"/>
            </a:xfrm>
            <a:custGeom>
              <a:pathLst>
                <a:path w="2838450" h="1143000">
                  <a:moveTo>
                    <a:pt x="0" y="1011752"/>
                  </a:moveTo>
                  <a:cubicBezTo>
                    <a:pt x="118269" y="1011752"/>
                    <a:pt x="236538" y="1011752"/>
                    <a:pt x="354806" y="1011752"/>
                  </a:cubicBezTo>
                  <a:cubicBezTo>
                    <a:pt x="591344" y="1011752"/>
                    <a:pt x="827881" y="1016589"/>
                    <a:pt x="1064419" y="1016589"/>
                  </a:cubicBezTo>
                  <a:cubicBezTo>
                    <a:pt x="1300956" y="1016589"/>
                    <a:pt x="1537494" y="1014989"/>
                    <a:pt x="1774031" y="1011858"/>
                  </a:cubicBezTo>
                  <a:cubicBezTo>
                    <a:pt x="2010569" y="1008727"/>
                    <a:pt x="2247106" y="361329"/>
                    <a:pt x="2483644" y="361329"/>
                  </a:cubicBezTo>
                  <a:cubicBezTo>
                    <a:pt x="2601912" y="361329"/>
                    <a:pt x="2720181" y="361329"/>
                    <a:pt x="2838450" y="361329"/>
                  </a:cubicBezTo>
                  <a:lnTo>
                    <a:pt x="2838450" y="438711"/>
                  </a:lnTo>
                  <a:cubicBezTo>
                    <a:pt x="2720181" y="438711"/>
                    <a:pt x="2601912" y="438711"/>
                    <a:pt x="2483644" y="438711"/>
                  </a:cubicBezTo>
                  <a:cubicBezTo>
                    <a:pt x="2247106" y="438711"/>
                    <a:pt x="2010569" y="1062293"/>
                    <a:pt x="1774031" y="1081093"/>
                  </a:cubicBezTo>
                  <a:cubicBezTo>
                    <a:pt x="1537494" y="1099892"/>
                    <a:pt x="1300956" y="1110587"/>
                    <a:pt x="1064419" y="1110587"/>
                  </a:cubicBezTo>
                  <a:cubicBezTo>
                    <a:pt x="827881" y="1110587"/>
                    <a:pt x="591344" y="1082980"/>
                    <a:pt x="354806" y="1082980"/>
                  </a:cubicBezTo>
                  <a:cubicBezTo>
                    <a:pt x="236538" y="1082980"/>
                    <a:pt x="118269" y="1082980"/>
                    <a:pt x="0" y="1082980"/>
                  </a:cubicBezTo>
                  <a:close/>
                </a:path>
              </a:pathLst>
            </a:custGeom>
            <a:solidFill>
              <a:srgbClr val="0072B2">
                <a:alpha val="6667"/>
              </a:srgbClr>
            </a:solidFill>
            <a:ln w="0">
              <a:noFill/>
            </a:ln>
          </p:spPr>
        </p:sp>
        <p:sp>
          <p:nvSpPr>
            <p:cNvPr id="2707" name="smooth-map-feature-1-shade-35">
              <a:extLst>
                <a:ext uri="{FF2B5EF4-FFF2-40B4-BE49-F238E27FC236}">
                  <a16:creationId xmlns:a16="http://schemas.microsoft.com/office/drawing/2014/main" id="{C8895A0D-464B-4D9A-8348-99AE99E7AF70}"/>
                </a:ext>
              </a:extLst>
            </p:cNvPr>
            <p:cNvSpPr>
              <a:spLocks noGrp="1"/>
            </p:cNvSpPr>
            <p:nvPr/>
          </p:nvSpPr>
          <p:spPr>
            <a:xfrm>
              <a:off x="21240750" y="6019800"/>
              <a:ext cx="2838450" cy="1143000"/>
            </a:xfrm>
            <a:custGeom>
              <a:pathLst>
                <a:path w="2838450" h="1143000">
                  <a:moveTo>
                    <a:pt x="0" y="1013280"/>
                  </a:moveTo>
                  <a:cubicBezTo>
                    <a:pt x="118269" y="1013280"/>
                    <a:pt x="236538" y="1013280"/>
                    <a:pt x="354806" y="1013280"/>
                  </a:cubicBezTo>
                  <a:cubicBezTo>
                    <a:pt x="591344" y="1013280"/>
                    <a:pt x="827881" y="1018606"/>
                    <a:pt x="1064419" y="1018606"/>
                  </a:cubicBezTo>
                  <a:cubicBezTo>
                    <a:pt x="1300956" y="1018606"/>
                    <a:pt x="1537494" y="1016824"/>
                    <a:pt x="1774031" y="1013344"/>
                  </a:cubicBezTo>
                  <a:cubicBezTo>
                    <a:pt x="2010569" y="1009864"/>
                    <a:pt x="2247106" y="362990"/>
                    <a:pt x="2483644" y="362990"/>
                  </a:cubicBezTo>
                  <a:cubicBezTo>
                    <a:pt x="2601912" y="362990"/>
                    <a:pt x="2720181" y="362990"/>
                    <a:pt x="2838450" y="362990"/>
                  </a:cubicBezTo>
                  <a:lnTo>
                    <a:pt x="2838450" y="437050"/>
                  </a:lnTo>
                  <a:cubicBezTo>
                    <a:pt x="2720181" y="437050"/>
                    <a:pt x="2601912" y="437050"/>
                    <a:pt x="2483644" y="437050"/>
                  </a:cubicBezTo>
                  <a:cubicBezTo>
                    <a:pt x="2247106" y="437050"/>
                    <a:pt x="2010569" y="1061131"/>
                    <a:pt x="1774031" y="1079607"/>
                  </a:cubicBezTo>
                  <a:cubicBezTo>
                    <a:pt x="1537494" y="1098083"/>
                    <a:pt x="1300956" y="1108570"/>
                    <a:pt x="1064419" y="1108570"/>
                  </a:cubicBezTo>
                  <a:cubicBezTo>
                    <a:pt x="827881" y="1108570"/>
                    <a:pt x="591344" y="1081451"/>
                    <a:pt x="354806" y="1081451"/>
                  </a:cubicBezTo>
                  <a:cubicBezTo>
                    <a:pt x="236538" y="1081451"/>
                    <a:pt x="118269" y="1081451"/>
                    <a:pt x="0" y="1081451"/>
                  </a:cubicBezTo>
                  <a:close/>
                </a:path>
              </a:pathLst>
            </a:custGeom>
            <a:solidFill>
              <a:srgbClr val="0072B2">
                <a:alpha val="7143"/>
              </a:srgbClr>
            </a:solidFill>
            <a:ln w="0">
              <a:noFill/>
            </a:ln>
          </p:spPr>
        </p:sp>
        <p:sp>
          <p:nvSpPr>
            <p:cNvPr id="2708" name="smooth-map-feature-1-shade-36">
              <a:extLst>
                <a:ext uri="{FF2B5EF4-FFF2-40B4-BE49-F238E27FC236}">
                  <a16:creationId xmlns:a16="http://schemas.microsoft.com/office/drawing/2014/main" id="{2C3E13CC-2DE5-45C7-B2A8-E0835768580B}"/>
                </a:ext>
              </a:extLst>
            </p:cNvPr>
            <p:cNvSpPr>
              <a:spLocks noGrp="1"/>
            </p:cNvSpPr>
            <p:nvPr/>
          </p:nvSpPr>
          <p:spPr>
            <a:xfrm>
              <a:off x="21240750" y="6019800"/>
              <a:ext cx="2838450" cy="1143000"/>
            </a:xfrm>
            <a:custGeom>
              <a:pathLst>
                <a:path w="2838450" h="1143000">
                  <a:moveTo>
                    <a:pt x="0" y="1014835"/>
                  </a:moveTo>
                  <a:cubicBezTo>
                    <a:pt x="118269" y="1014835"/>
                    <a:pt x="236538" y="1014835"/>
                    <a:pt x="354806" y="1014835"/>
                  </a:cubicBezTo>
                  <a:cubicBezTo>
                    <a:pt x="591344" y="1014835"/>
                    <a:pt x="827881" y="1020657"/>
                    <a:pt x="1064419" y="1020657"/>
                  </a:cubicBezTo>
                  <a:cubicBezTo>
                    <a:pt x="1300956" y="1020657"/>
                    <a:pt x="1537494" y="1018689"/>
                    <a:pt x="1774031" y="1014855"/>
                  </a:cubicBezTo>
                  <a:cubicBezTo>
                    <a:pt x="2010569" y="1011021"/>
                    <a:pt x="2247106" y="364678"/>
                    <a:pt x="2483644" y="364678"/>
                  </a:cubicBezTo>
                  <a:cubicBezTo>
                    <a:pt x="2601912" y="364678"/>
                    <a:pt x="2720181" y="364678"/>
                    <a:pt x="2838450" y="364678"/>
                  </a:cubicBezTo>
                  <a:lnTo>
                    <a:pt x="2838450" y="435362"/>
                  </a:lnTo>
                  <a:cubicBezTo>
                    <a:pt x="2720181" y="435362"/>
                    <a:pt x="2601912" y="435362"/>
                    <a:pt x="2483644" y="435362"/>
                  </a:cubicBezTo>
                  <a:cubicBezTo>
                    <a:pt x="2247106" y="435362"/>
                    <a:pt x="2010569" y="1059950"/>
                    <a:pt x="1774031" y="1078096"/>
                  </a:cubicBezTo>
                  <a:cubicBezTo>
                    <a:pt x="1537494" y="1096242"/>
                    <a:pt x="1300956" y="1106519"/>
                    <a:pt x="1064419" y="1106519"/>
                  </a:cubicBezTo>
                  <a:cubicBezTo>
                    <a:pt x="827881" y="1106519"/>
                    <a:pt x="591344" y="1079897"/>
                    <a:pt x="354806" y="1079897"/>
                  </a:cubicBezTo>
                  <a:cubicBezTo>
                    <a:pt x="236538" y="1079897"/>
                    <a:pt x="118269" y="1079897"/>
                    <a:pt x="0" y="1079897"/>
                  </a:cubicBezTo>
                  <a:close/>
                </a:path>
              </a:pathLst>
            </a:custGeom>
            <a:solidFill>
              <a:srgbClr val="0072B2">
                <a:alpha val="7692"/>
              </a:srgbClr>
            </a:solidFill>
            <a:ln w="0">
              <a:noFill/>
            </a:ln>
          </p:spPr>
        </p:sp>
        <p:sp>
          <p:nvSpPr>
            <p:cNvPr id="2709" name="smooth-map-feature-1-shade-37">
              <a:extLst>
                <a:ext uri="{FF2B5EF4-FFF2-40B4-BE49-F238E27FC236}">
                  <a16:creationId xmlns:a16="http://schemas.microsoft.com/office/drawing/2014/main" id="{C0AFB0ED-F125-4443-A836-03430243B60B}"/>
                </a:ext>
              </a:extLst>
            </p:cNvPr>
            <p:cNvSpPr>
              <a:spLocks noGrp="1"/>
            </p:cNvSpPr>
            <p:nvPr/>
          </p:nvSpPr>
          <p:spPr>
            <a:xfrm>
              <a:off x="21240750" y="6019800"/>
              <a:ext cx="2838450" cy="1143000"/>
            </a:xfrm>
            <a:custGeom>
              <a:pathLst>
                <a:path w="2838450" h="1143000">
                  <a:moveTo>
                    <a:pt x="0" y="1016421"/>
                  </a:moveTo>
                  <a:cubicBezTo>
                    <a:pt x="118269" y="1016421"/>
                    <a:pt x="236538" y="1016421"/>
                    <a:pt x="354806" y="1016421"/>
                  </a:cubicBezTo>
                  <a:cubicBezTo>
                    <a:pt x="591344" y="1016421"/>
                    <a:pt x="827881" y="1022751"/>
                    <a:pt x="1064419" y="1022751"/>
                  </a:cubicBezTo>
                  <a:cubicBezTo>
                    <a:pt x="1300956" y="1022751"/>
                    <a:pt x="1537494" y="1020592"/>
                    <a:pt x="1774031" y="1016397"/>
                  </a:cubicBezTo>
                  <a:cubicBezTo>
                    <a:pt x="2010569" y="1012202"/>
                    <a:pt x="2247106" y="366402"/>
                    <a:pt x="2483644" y="366402"/>
                  </a:cubicBezTo>
                  <a:cubicBezTo>
                    <a:pt x="2601912" y="366402"/>
                    <a:pt x="2720181" y="366402"/>
                    <a:pt x="2838450" y="366402"/>
                  </a:cubicBezTo>
                  <a:lnTo>
                    <a:pt x="2838450" y="433638"/>
                  </a:lnTo>
                  <a:cubicBezTo>
                    <a:pt x="2720181" y="433638"/>
                    <a:pt x="2601912" y="433638"/>
                    <a:pt x="2483644" y="433638"/>
                  </a:cubicBezTo>
                  <a:cubicBezTo>
                    <a:pt x="2247106" y="433638"/>
                    <a:pt x="2010569" y="1058745"/>
                    <a:pt x="1774031" y="1076554"/>
                  </a:cubicBezTo>
                  <a:cubicBezTo>
                    <a:pt x="1537494" y="1094362"/>
                    <a:pt x="1300956" y="1104425"/>
                    <a:pt x="1064419" y="1104425"/>
                  </a:cubicBezTo>
                  <a:cubicBezTo>
                    <a:pt x="827881" y="1104425"/>
                    <a:pt x="591344" y="1078310"/>
                    <a:pt x="354806" y="1078310"/>
                  </a:cubicBezTo>
                  <a:cubicBezTo>
                    <a:pt x="236538" y="1078310"/>
                    <a:pt x="118269" y="1078310"/>
                    <a:pt x="0" y="1078310"/>
                  </a:cubicBezTo>
                  <a:close/>
                </a:path>
              </a:pathLst>
            </a:custGeom>
            <a:solidFill>
              <a:srgbClr val="0072B2">
                <a:alpha val="8333"/>
              </a:srgbClr>
            </a:solidFill>
            <a:ln w="0">
              <a:noFill/>
            </a:ln>
          </p:spPr>
        </p:sp>
        <p:sp>
          <p:nvSpPr>
            <p:cNvPr id="2710" name="smooth-map-feature-1-shade-38">
              <a:extLst>
                <a:ext uri="{FF2B5EF4-FFF2-40B4-BE49-F238E27FC236}">
                  <a16:creationId xmlns:a16="http://schemas.microsoft.com/office/drawing/2014/main" id="{18C5D268-CA41-4E54-864A-7067592A5D36}"/>
                </a:ext>
              </a:extLst>
            </p:cNvPr>
            <p:cNvSpPr>
              <a:spLocks noGrp="1"/>
            </p:cNvSpPr>
            <p:nvPr/>
          </p:nvSpPr>
          <p:spPr>
            <a:xfrm>
              <a:off x="21240750" y="6019800"/>
              <a:ext cx="2838450" cy="1143000"/>
            </a:xfrm>
            <a:custGeom>
              <a:pathLst>
                <a:path w="2838450" h="1143000">
                  <a:moveTo>
                    <a:pt x="0" y="1018049"/>
                  </a:moveTo>
                  <a:cubicBezTo>
                    <a:pt x="118269" y="1018049"/>
                    <a:pt x="236538" y="1018049"/>
                    <a:pt x="354806" y="1018049"/>
                  </a:cubicBezTo>
                  <a:cubicBezTo>
                    <a:pt x="591344" y="1018049"/>
                    <a:pt x="827881" y="1024898"/>
                    <a:pt x="1064419" y="1024898"/>
                  </a:cubicBezTo>
                  <a:cubicBezTo>
                    <a:pt x="1300956" y="1024898"/>
                    <a:pt x="1537494" y="1022543"/>
                    <a:pt x="1774031" y="1017979"/>
                  </a:cubicBezTo>
                  <a:cubicBezTo>
                    <a:pt x="2010569" y="1013414"/>
                    <a:pt x="2247106" y="368170"/>
                    <a:pt x="2483644" y="368170"/>
                  </a:cubicBezTo>
                  <a:cubicBezTo>
                    <a:pt x="2601912" y="368170"/>
                    <a:pt x="2720181" y="368170"/>
                    <a:pt x="2838450" y="368170"/>
                  </a:cubicBezTo>
                  <a:lnTo>
                    <a:pt x="2838450" y="431870"/>
                  </a:lnTo>
                  <a:cubicBezTo>
                    <a:pt x="2720181" y="431870"/>
                    <a:pt x="2601912" y="431870"/>
                    <a:pt x="2483644" y="431870"/>
                  </a:cubicBezTo>
                  <a:cubicBezTo>
                    <a:pt x="2247106" y="431870"/>
                    <a:pt x="2010569" y="1057510"/>
                    <a:pt x="1774031" y="1074972"/>
                  </a:cubicBezTo>
                  <a:cubicBezTo>
                    <a:pt x="1537494" y="1092434"/>
                    <a:pt x="1300956" y="1102277"/>
                    <a:pt x="1064419" y="1102277"/>
                  </a:cubicBezTo>
                  <a:cubicBezTo>
                    <a:pt x="827881" y="1102277"/>
                    <a:pt x="591344" y="1076683"/>
                    <a:pt x="354806" y="1076683"/>
                  </a:cubicBezTo>
                  <a:cubicBezTo>
                    <a:pt x="236538" y="1076683"/>
                    <a:pt x="118269" y="1076683"/>
                    <a:pt x="0" y="1076683"/>
                  </a:cubicBezTo>
                  <a:close/>
                </a:path>
              </a:pathLst>
            </a:custGeom>
            <a:solidFill>
              <a:srgbClr val="0072B2">
                <a:alpha val="9091"/>
              </a:srgbClr>
            </a:solidFill>
            <a:ln w="0">
              <a:noFill/>
            </a:ln>
          </p:spPr>
        </p:sp>
        <p:sp>
          <p:nvSpPr>
            <p:cNvPr id="2711" name="smooth-map-feature-1-shade-39">
              <a:extLst>
                <a:ext uri="{FF2B5EF4-FFF2-40B4-BE49-F238E27FC236}">
                  <a16:creationId xmlns:a16="http://schemas.microsoft.com/office/drawing/2014/main" id="{87536DF7-6190-4DF4-A03E-46D253562D71}"/>
                </a:ext>
              </a:extLst>
            </p:cNvPr>
            <p:cNvSpPr>
              <a:spLocks noGrp="1"/>
            </p:cNvSpPr>
            <p:nvPr/>
          </p:nvSpPr>
          <p:spPr>
            <a:xfrm>
              <a:off x="21240750" y="6019800"/>
              <a:ext cx="2838450" cy="1143000"/>
            </a:xfrm>
            <a:custGeom>
              <a:pathLst>
                <a:path w="2838450" h="1143000">
                  <a:moveTo>
                    <a:pt x="0" y="1019726"/>
                  </a:moveTo>
                  <a:cubicBezTo>
                    <a:pt x="118269" y="1019726"/>
                    <a:pt x="236538" y="1019726"/>
                    <a:pt x="354806" y="1019726"/>
                  </a:cubicBezTo>
                  <a:cubicBezTo>
                    <a:pt x="591344" y="1019726"/>
                    <a:pt x="827881" y="1027111"/>
                    <a:pt x="1064419" y="1027111"/>
                  </a:cubicBezTo>
                  <a:cubicBezTo>
                    <a:pt x="1300956" y="1027111"/>
                    <a:pt x="1537494" y="1024553"/>
                    <a:pt x="1774031" y="1019609"/>
                  </a:cubicBezTo>
                  <a:cubicBezTo>
                    <a:pt x="2010569" y="1014664"/>
                    <a:pt x="2247106" y="369992"/>
                    <a:pt x="2483644" y="369992"/>
                  </a:cubicBezTo>
                  <a:cubicBezTo>
                    <a:pt x="2601912" y="369992"/>
                    <a:pt x="2720181" y="369992"/>
                    <a:pt x="2838450" y="369992"/>
                  </a:cubicBezTo>
                  <a:lnTo>
                    <a:pt x="2838450" y="430048"/>
                  </a:lnTo>
                  <a:cubicBezTo>
                    <a:pt x="2720181" y="430048"/>
                    <a:pt x="2601912" y="430048"/>
                    <a:pt x="2483644" y="430048"/>
                  </a:cubicBezTo>
                  <a:cubicBezTo>
                    <a:pt x="2247106" y="430048"/>
                    <a:pt x="2010569" y="1056238"/>
                    <a:pt x="1774031" y="1073342"/>
                  </a:cubicBezTo>
                  <a:cubicBezTo>
                    <a:pt x="1537494" y="1090446"/>
                    <a:pt x="1300956" y="1100064"/>
                    <a:pt x="1064419" y="1100064"/>
                  </a:cubicBezTo>
                  <a:cubicBezTo>
                    <a:pt x="827881" y="1100064"/>
                    <a:pt x="591344" y="1075006"/>
                    <a:pt x="354806" y="1075006"/>
                  </a:cubicBezTo>
                  <a:cubicBezTo>
                    <a:pt x="236538" y="1075006"/>
                    <a:pt x="118269" y="1075006"/>
                    <a:pt x="0" y="1075006"/>
                  </a:cubicBezTo>
                  <a:close/>
                </a:path>
              </a:pathLst>
            </a:custGeom>
            <a:solidFill>
              <a:srgbClr val="0072B2">
                <a:alpha val="10000"/>
              </a:srgbClr>
            </a:solidFill>
            <a:ln w="0">
              <a:noFill/>
            </a:ln>
          </p:spPr>
        </p:sp>
        <p:sp>
          <p:nvSpPr>
            <p:cNvPr id="2712" name="smooth-map-feature-1-shade-40">
              <a:extLst>
                <a:ext uri="{FF2B5EF4-FFF2-40B4-BE49-F238E27FC236}">
                  <a16:creationId xmlns:a16="http://schemas.microsoft.com/office/drawing/2014/main" id="{4B45443D-8985-42FF-92B5-8793B6F9E0B7}"/>
                </a:ext>
              </a:extLst>
            </p:cNvPr>
            <p:cNvSpPr>
              <a:spLocks noGrp="1"/>
            </p:cNvSpPr>
            <p:nvPr/>
          </p:nvSpPr>
          <p:spPr>
            <a:xfrm>
              <a:off x="21240750" y="6019800"/>
              <a:ext cx="2838450" cy="1143000"/>
            </a:xfrm>
            <a:custGeom>
              <a:pathLst>
                <a:path w="2838450" h="1143000">
                  <a:moveTo>
                    <a:pt x="0" y="1021465"/>
                  </a:moveTo>
                  <a:cubicBezTo>
                    <a:pt x="118269" y="1021465"/>
                    <a:pt x="236538" y="1021465"/>
                    <a:pt x="354806" y="1021465"/>
                  </a:cubicBezTo>
                  <a:cubicBezTo>
                    <a:pt x="591344" y="1021465"/>
                    <a:pt x="827881" y="1029407"/>
                    <a:pt x="1064419" y="1029407"/>
                  </a:cubicBezTo>
                  <a:cubicBezTo>
                    <a:pt x="1300956" y="1029407"/>
                    <a:pt x="1537494" y="1026637"/>
                    <a:pt x="1774031" y="1021299"/>
                  </a:cubicBezTo>
                  <a:cubicBezTo>
                    <a:pt x="2010569" y="1015961"/>
                    <a:pt x="2247106" y="371881"/>
                    <a:pt x="2483644" y="371881"/>
                  </a:cubicBezTo>
                  <a:cubicBezTo>
                    <a:pt x="2601912" y="371881"/>
                    <a:pt x="2720181" y="371881"/>
                    <a:pt x="2838450" y="371881"/>
                  </a:cubicBezTo>
                  <a:lnTo>
                    <a:pt x="2838450" y="428159"/>
                  </a:lnTo>
                  <a:cubicBezTo>
                    <a:pt x="2720181" y="428159"/>
                    <a:pt x="2601912" y="428159"/>
                    <a:pt x="2483644" y="428159"/>
                  </a:cubicBezTo>
                  <a:cubicBezTo>
                    <a:pt x="2247106" y="428159"/>
                    <a:pt x="2010569" y="1054919"/>
                    <a:pt x="1774031" y="1071652"/>
                  </a:cubicBezTo>
                  <a:cubicBezTo>
                    <a:pt x="1537494" y="1088384"/>
                    <a:pt x="1300956" y="1097769"/>
                    <a:pt x="1064419" y="1097769"/>
                  </a:cubicBezTo>
                  <a:cubicBezTo>
                    <a:pt x="827881" y="1097769"/>
                    <a:pt x="591344" y="1073267"/>
                    <a:pt x="354806" y="1073267"/>
                  </a:cubicBezTo>
                  <a:cubicBezTo>
                    <a:pt x="236538" y="1073267"/>
                    <a:pt x="118269" y="1073267"/>
                    <a:pt x="0" y="1073267"/>
                  </a:cubicBezTo>
                  <a:close/>
                </a:path>
              </a:pathLst>
            </a:custGeom>
            <a:solidFill>
              <a:srgbClr val="0072B2">
                <a:alpha val="11111"/>
              </a:srgbClr>
            </a:solidFill>
            <a:ln w="0">
              <a:noFill/>
            </a:ln>
          </p:spPr>
        </p:sp>
        <p:sp>
          <p:nvSpPr>
            <p:cNvPr id="2713" name="smooth-map-feature-1-shade-41">
              <a:extLst>
                <a:ext uri="{FF2B5EF4-FFF2-40B4-BE49-F238E27FC236}">
                  <a16:creationId xmlns:a16="http://schemas.microsoft.com/office/drawing/2014/main" id="{003DE0A4-746E-4291-8D08-9B39B9111A73}"/>
                </a:ext>
              </a:extLst>
            </p:cNvPr>
            <p:cNvSpPr>
              <a:spLocks noGrp="1"/>
            </p:cNvSpPr>
            <p:nvPr/>
          </p:nvSpPr>
          <p:spPr>
            <a:xfrm>
              <a:off x="21240750" y="6019800"/>
              <a:ext cx="2838450" cy="1143000"/>
            </a:xfrm>
            <a:custGeom>
              <a:pathLst>
                <a:path w="2838450" h="1143000">
                  <a:moveTo>
                    <a:pt x="0" y="1023282"/>
                  </a:moveTo>
                  <a:cubicBezTo>
                    <a:pt x="118269" y="1023282"/>
                    <a:pt x="236538" y="1023282"/>
                    <a:pt x="354806" y="1023282"/>
                  </a:cubicBezTo>
                  <a:cubicBezTo>
                    <a:pt x="591344" y="1023282"/>
                    <a:pt x="827881" y="1031804"/>
                    <a:pt x="1064419" y="1031804"/>
                  </a:cubicBezTo>
                  <a:cubicBezTo>
                    <a:pt x="1300956" y="1031804"/>
                    <a:pt x="1537494" y="1028814"/>
                    <a:pt x="1774031" y="1023065"/>
                  </a:cubicBezTo>
                  <a:cubicBezTo>
                    <a:pt x="2010569" y="1017317"/>
                    <a:pt x="2247106" y="373855"/>
                    <a:pt x="2483644" y="373855"/>
                  </a:cubicBezTo>
                  <a:cubicBezTo>
                    <a:pt x="2601912" y="373855"/>
                    <a:pt x="2720181" y="373855"/>
                    <a:pt x="2838450" y="373855"/>
                  </a:cubicBezTo>
                  <a:lnTo>
                    <a:pt x="2838450" y="426185"/>
                  </a:lnTo>
                  <a:cubicBezTo>
                    <a:pt x="2720181" y="426185"/>
                    <a:pt x="2601912" y="426185"/>
                    <a:pt x="2483644" y="426185"/>
                  </a:cubicBezTo>
                  <a:cubicBezTo>
                    <a:pt x="2247106" y="426185"/>
                    <a:pt x="2010569" y="1053542"/>
                    <a:pt x="1774031" y="1069886"/>
                  </a:cubicBezTo>
                  <a:cubicBezTo>
                    <a:pt x="1537494" y="1086229"/>
                    <a:pt x="1300956" y="1095371"/>
                    <a:pt x="1064419" y="1095371"/>
                  </a:cubicBezTo>
                  <a:cubicBezTo>
                    <a:pt x="827881" y="1095371"/>
                    <a:pt x="591344" y="1071450"/>
                    <a:pt x="354806" y="1071450"/>
                  </a:cubicBezTo>
                  <a:cubicBezTo>
                    <a:pt x="236538" y="1071450"/>
                    <a:pt x="118269" y="1071450"/>
                    <a:pt x="0" y="1071450"/>
                  </a:cubicBezTo>
                  <a:close/>
                </a:path>
              </a:pathLst>
            </a:custGeom>
            <a:solidFill>
              <a:srgbClr val="0072B2">
                <a:alpha val="12500"/>
              </a:srgbClr>
            </a:solidFill>
            <a:ln w="0">
              <a:noFill/>
            </a:ln>
          </p:spPr>
        </p:sp>
        <p:sp>
          <p:nvSpPr>
            <p:cNvPr id="2714" name="smooth-map-feature-1-shade-42">
              <a:extLst>
                <a:ext uri="{FF2B5EF4-FFF2-40B4-BE49-F238E27FC236}">
                  <a16:creationId xmlns:a16="http://schemas.microsoft.com/office/drawing/2014/main" id="{B652972B-2FF5-45AB-982E-69944E45AFE8}"/>
                </a:ext>
              </a:extLst>
            </p:cNvPr>
            <p:cNvSpPr>
              <a:spLocks noGrp="1"/>
            </p:cNvSpPr>
            <p:nvPr/>
          </p:nvSpPr>
          <p:spPr>
            <a:xfrm>
              <a:off x="21240750" y="6019800"/>
              <a:ext cx="2838450" cy="1143000"/>
            </a:xfrm>
            <a:custGeom>
              <a:pathLst>
                <a:path w="2838450" h="1143000">
                  <a:moveTo>
                    <a:pt x="0" y="1025198"/>
                  </a:moveTo>
                  <a:cubicBezTo>
                    <a:pt x="118269" y="1025198"/>
                    <a:pt x="236538" y="1025198"/>
                    <a:pt x="354806" y="1025198"/>
                  </a:cubicBezTo>
                  <a:cubicBezTo>
                    <a:pt x="591344" y="1025198"/>
                    <a:pt x="827881" y="1034334"/>
                    <a:pt x="1064419" y="1034334"/>
                  </a:cubicBezTo>
                  <a:cubicBezTo>
                    <a:pt x="1300956" y="1034334"/>
                    <a:pt x="1537494" y="1031109"/>
                    <a:pt x="1774031" y="1024928"/>
                  </a:cubicBezTo>
                  <a:cubicBezTo>
                    <a:pt x="2010569" y="1018748"/>
                    <a:pt x="2247106" y="375937"/>
                    <a:pt x="2483644" y="375937"/>
                  </a:cubicBezTo>
                  <a:cubicBezTo>
                    <a:pt x="2601912" y="375937"/>
                    <a:pt x="2720181" y="375937"/>
                    <a:pt x="2838450" y="375937"/>
                  </a:cubicBezTo>
                  <a:lnTo>
                    <a:pt x="2838450" y="424103"/>
                  </a:lnTo>
                  <a:cubicBezTo>
                    <a:pt x="2720181" y="424103"/>
                    <a:pt x="2601912" y="424103"/>
                    <a:pt x="2483644" y="424103"/>
                  </a:cubicBezTo>
                  <a:cubicBezTo>
                    <a:pt x="2247106" y="424103"/>
                    <a:pt x="2010569" y="1052091"/>
                    <a:pt x="1774031" y="1068023"/>
                  </a:cubicBezTo>
                  <a:cubicBezTo>
                    <a:pt x="1537494" y="1083955"/>
                    <a:pt x="1300956" y="1092842"/>
                    <a:pt x="1064419" y="1092842"/>
                  </a:cubicBezTo>
                  <a:cubicBezTo>
                    <a:pt x="827881" y="1092842"/>
                    <a:pt x="591344" y="1069533"/>
                    <a:pt x="354806" y="1069533"/>
                  </a:cubicBezTo>
                  <a:cubicBezTo>
                    <a:pt x="236538" y="1069533"/>
                    <a:pt x="118269" y="1069533"/>
                    <a:pt x="0" y="1069533"/>
                  </a:cubicBezTo>
                  <a:close/>
                </a:path>
              </a:pathLst>
            </a:custGeom>
            <a:solidFill>
              <a:srgbClr val="0072B2">
                <a:alpha val="14286"/>
              </a:srgbClr>
            </a:solidFill>
            <a:ln w="0">
              <a:noFill/>
            </a:ln>
          </p:spPr>
        </p:sp>
        <p:sp>
          <p:nvSpPr>
            <p:cNvPr id="2715" name="smooth-map-feature-1-shade-43">
              <a:extLst>
                <a:ext uri="{FF2B5EF4-FFF2-40B4-BE49-F238E27FC236}">
                  <a16:creationId xmlns:a16="http://schemas.microsoft.com/office/drawing/2014/main" id="{D7E20F41-6E5C-499B-8207-DE0043EB5E6E}"/>
                </a:ext>
              </a:extLst>
            </p:cNvPr>
            <p:cNvSpPr>
              <a:spLocks noGrp="1"/>
            </p:cNvSpPr>
            <p:nvPr/>
          </p:nvSpPr>
          <p:spPr>
            <a:xfrm>
              <a:off x="21240750" y="6019800"/>
              <a:ext cx="2838450" cy="1143000"/>
            </a:xfrm>
            <a:custGeom>
              <a:pathLst>
                <a:path w="2838450" h="1143000">
                  <a:moveTo>
                    <a:pt x="0" y="1027246"/>
                  </a:moveTo>
                  <a:cubicBezTo>
                    <a:pt x="118269" y="1027246"/>
                    <a:pt x="236538" y="1027246"/>
                    <a:pt x="354806" y="1027246"/>
                  </a:cubicBezTo>
                  <a:cubicBezTo>
                    <a:pt x="591344" y="1027246"/>
                    <a:pt x="827881" y="1037035"/>
                    <a:pt x="1064419" y="1037035"/>
                  </a:cubicBezTo>
                  <a:cubicBezTo>
                    <a:pt x="1300956" y="1037035"/>
                    <a:pt x="1537494" y="1033559"/>
                    <a:pt x="1774031" y="1026918"/>
                  </a:cubicBezTo>
                  <a:cubicBezTo>
                    <a:pt x="2010569" y="1020277"/>
                    <a:pt x="2247106" y="378161"/>
                    <a:pt x="2483644" y="378161"/>
                  </a:cubicBezTo>
                  <a:cubicBezTo>
                    <a:pt x="2601912" y="378161"/>
                    <a:pt x="2720181" y="378161"/>
                    <a:pt x="2838450" y="378161"/>
                  </a:cubicBezTo>
                  <a:lnTo>
                    <a:pt x="2838450" y="421879"/>
                  </a:lnTo>
                  <a:cubicBezTo>
                    <a:pt x="2720181" y="421879"/>
                    <a:pt x="2601912" y="421879"/>
                    <a:pt x="2483644" y="421879"/>
                  </a:cubicBezTo>
                  <a:cubicBezTo>
                    <a:pt x="2247106" y="421879"/>
                    <a:pt x="2010569" y="1050541"/>
                    <a:pt x="1774031" y="1066033"/>
                  </a:cubicBezTo>
                  <a:cubicBezTo>
                    <a:pt x="1537494" y="1081525"/>
                    <a:pt x="1300956" y="1090140"/>
                    <a:pt x="1064419" y="1090140"/>
                  </a:cubicBezTo>
                  <a:cubicBezTo>
                    <a:pt x="827881" y="1090140"/>
                    <a:pt x="591344" y="1067486"/>
                    <a:pt x="354806" y="1067486"/>
                  </a:cubicBezTo>
                  <a:cubicBezTo>
                    <a:pt x="236538" y="1067486"/>
                    <a:pt x="118269" y="1067486"/>
                    <a:pt x="0" y="1067486"/>
                  </a:cubicBezTo>
                  <a:close/>
                </a:path>
              </a:pathLst>
            </a:custGeom>
            <a:solidFill>
              <a:srgbClr val="0072B2">
                <a:alpha val="16667"/>
              </a:srgbClr>
            </a:solidFill>
            <a:ln w="0">
              <a:noFill/>
            </a:ln>
          </p:spPr>
        </p:sp>
        <p:sp>
          <p:nvSpPr>
            <p:cNvPr id="2716" name="smooth-map-feature-1-shade-44">
              <a:extLst>
                <a:ext uri="{FF2B5EF4-FFF2-40B4-BE49-F238E27FC236}">
                  <a16:creationId xmlns:a16="http://schemas.microsoft.com/office/drawing/2014/main" id="{6F7D5327-264F-4350-AC94-2737330BD819}"/>
                </a:ext>
              </a:extLst>
            </p:cNvPr>
            <p:cNvSpPr>
              <a:spLocks noGrp="1"/>
            </p:cNvSpPr>
            <p:nvPr/>
          </p:nvSpPr>
          <p:spPr>
            <a:xfrm>
              <a:off x="21240750" y="6019800"/>
              <a:ext cx="2838450" cy="1143000"/>
            </a:xfrm>
            <a:custGeom>
              <a:pathLst>
                <a:path w="2838450" h="1143000">
                  <a:moveTo>
                    <a:pt x="0" y="1029471"/>
                  </a:moveTo>
                  <a:cubicBezTo>
                    <a:pt x="118269" y="1029471"/>
                    <a:pt x="236538" y="1029471"/>
                    <a:pt x="354806" y="1029471"/>
                  </a:cubicBezTo>
                  <a:cubicBezTo>
                    <a:pt x="591344" y="1029471"/>
                    <a:pt x="827881" y="1039972"/>
                    <a:pt x="1064419" y="1039972"/>
                  </a:cubicBezTo>
                  <a:cubicBezTo>
                    <a:pt x="1300956" y="1039972"/>
                    <a:pt x="1537494" y="1036222"/>
                    <a:pt x="1774031" y="1029081"/>
                  </a:cubicBezTo>
                  <a:cubicBezTo>
                    <a:pt x="2010569" y="1021941"/>
                    <a:pt x="2247106" y="380579"/>
                    <a:pt x="2483644" y="380579"/>
                  </a:cubicBezTo>
                  <a:cubicBezTo>
                    <a:pt x="2601912" y="380579"/>
                    <a:pt x="2720181" y="380579"/>
                    <a:pt x="2838450" y="380579"/>
                  </a:cubicBezTo>
                  <a:lnTo>
                    <a:pt x="2838450" y="419461"/>
                  </a:lnTo>
                  <a:cubicBezTo>
                    <a:pt x="2720181" y="419461"/>
                    <a:pt x="2601912" y="419461"/>
                    <a:pt x="2483644" y="419461"/>
                  </a:cubicBezTo>
                  <a:cubicBezTo>
                    <a:pt x="2247106" y="419461"/>
                    <a:pt x="2010569" y="1048858"/>
                    <a:pt x="1774031" y="1063870"/>
                  </a:cubicBezTo>
                  <a:cubicBezTo>
                    <a:pt x="1537494" y="1078882"/>
                    <a:pt x="1300956" y="1087204"/>
                    <a:pt x="1064419" y="1087204"/>
                  </a:cubicBezTo>
                  <a:cubicBezTo>
                    <a:pt x="827881" y="1087204"/>
                    <a:pt x="591344" y="1065261"/>
                    <a:pt x="354806" y="1065261"/>
                  </a:cubicBezTo>
                  <a:cubicBezTo>
                    <a:pt x="236538" y="1065261"/>
                    <a:pt x="118269" y="1065261"/>
                    <a:pt x="0" y="1065261"/>
                  </a:cubicBezTo>
                  <a:close/>
                </a:path>
              </a:pathLst>
            </a:custGeom>
            <a:solidFill>
              <a:srgbClr val="0072B2">
                <a:alpha val="20000"/>
              </a:srgbClr>
            </a:solidFill>
            <a:ln w="0">
              <a:noFill/>
            </a:ln>
          </p:spPr>
        </p:sp>
        <p:sp>
          <p:nvSpPr>
            <p:cNvPr id="2717" name="smooth-map-feature-1-shade-45">
              <a:extLst>
                <a:ext uri="{FF2B5EF4-FFF2-40B4-BE49-F238E27FC236}">
                  <a16:creationId xmlns:a16="http://schemas.microsoft.com/office/drawing/2014/main" id="{D7FB77EA-5CA9-4F20-B6F6-944D185F2886}"/>
                </a:ext>
              </a:extLst>
            </p:cNvPr>
            <p:cNvSpPr>
              <a:spLocks noGrp="1"/>
            </p:cNvSpPr>
            <p:nvPr/>
          </p:nvSpPr>
          <p:spPr>
            <a:xfrm>
              <a:off x="21240750" y="6019800"/>
              <a:ext cx="2838450" cy="1143000"/>
            </a:xfrm>
            <a:custGeom>
              <a:pathLst>
                <a:path w="2838450" h="1143000">
                  <a:moveTo>
                    <a:pt x="0" y="1031953"/>
                  </a:moveTo>
                  <a:cubicBezTo>
                    <a:pt x="118269" y="1031953"/>
                    <a:pt x="236538" y="1031953"/>
                    <a:pt x="354806" y="1031953"/>
                  </a:cubicBezTo>
                  <a:cubicBezTo>
                    <a:pt x="591344" y="1031953"/>
                    <a:pt x="827881" y="1043248"/>
                    <a:pt x="1064419" y="1043248"/>
                  </a:cubicBezTo>
                  <a:cubicBezTo>
                    <a:pt x="1300956" y="1043248"/>
                    <a:pt x="1537494" y="1039191"/>
                    <a:pt x="1774031" y="1031495"/>
                  </a:cubicBezTo>
                  <a:cubicBezTo>
                    <a:pt x="2010569" y="1023798"/>
                    <a:pt x="2247106" y="383276"/>
                    <a:pt x="2483644" y="383276"/>
                  </a:cubicBezTo>
                  <a:cubicBezTo>
                    <a:pt x="2601912" y="383276"/>
                    <a:pt x="2720181" y="383276"/>
                    <a:pt x="2838450" y="383276"/>
                  </a:cubicBezTo>
                  <a:lnTo>
                    <a:pt x="2838450" y="416764"/>
                  </a:lnTo>
                  <a:cubicBezTo>
                    <a:pt x="2720181" y="416764"/>
                    <a:pt x="2601912" y="416764"/>
                    <a:pt x="2483644" y="416764"/>
                  </a:cubicBezTo>
                  <a:cubicBezTo>
                    <a:pt x="2247106" y="416764"/>
                    <a:pt x="2010569" y="1046981"/>
                    <a:pt x="1774031" y="1061457"/>
                  </a:cubicBezTo>
                  <a:cubicBezTo>
                    <a:pt x="1537494" y="1075933"/>
                    <a:pt x="1300956" y="1083927"/>
                    <a:pt x="1064419" y="1083927"/>
                  </a:cubicBezTo>
                  <a:cubicBezTo>
                    <a:pt x="827881" y="1083927"/>
                    <a:pt x="591344" y="1062778"/>
                    <a:pt x="354806" y="1062778"/>
                  </a:cubicBezTo>
                  <a:cubicBezTo>
                    <a:pt x="236538" y="1062778"/>
                    <a:pt x="118269" y="1062778"/>
                    <a:pt x="0" y="1062778"/>
                  </a:cubicBezTo>
                  <a:close/>
                </a:path>
              </a:pathLst>
            </a:custGeom>
            <a:solidFill>
              <a:srgbClr val="0072B2">
                <a:alpha val="25000"/>
              </a:srgbClr>
            </a:solidFill>
            <a:ln w="0">
              <a:noFill/>
            </a:ln>
          </p:spPr>
        </p:sp>
        <p:sp>
          <p:nvSpPr>
            <p:cNvPr id="2718" name="smooth-map-feature-1-shade-46">
              <a:extLst>
                <a:ext uri="{FF2B5EF4-FFF2-40B4-BE49-F238E27FC236}">
                  <a16:creationId xmlns:a16="http://schemas.microsoft.com/office/drawing/2014/main" id="{3AE4649C-A253-4EE1-8CCD-51AC8D87894E}"/>
                </a:ext>
              </a:extLst>
            </p:cNvPr>
            <p:cNvSpPr>
              <a:spLocks noGrp="1"/>
            </p:cNvSpPr>
            <p:nvPr/>
          </p:nvSpPr>
          <p:spPr>
            <a:xfrm>
              <a:off x="21240750" y="6019800"/>
              <a:ext cx="2838450" cy="1143000"/>
            </a:xfrm>
            <a:custGeom>
              <a:pathLst>
                <a:path w="2838450" h="1143000">
                  <a:moveTo>
                    <a:pt x="0" y="1034850"/>
                  </a:moveTo>
                  <a:cubicBezTo>
                    <a:pt x="118269" y="1034850"/>
                    <a:pt x="236538" y="1034850"/>
                    <a:pt x="354806" y="1034850"/>
                  </a:cubicBezTo>
                  <a:cubicBezTo>
                    <a:pt x="591344" y="1034850"/>
                    <a:pt x="827881" y="1047071"/>
                    <a:pt x="1064419" y="1047071"/>
                  </a:cubicBezTo>
                  <a:cubicBezTo>
                    <a:pt x="1300956" y="1047071"/>
                    <a:pt x="1537494" y="1042653"/>
                    <a:pt x="1774031" y="1034310"/>
                  </a:cubicBezTo>
                  <a:cubicBezTo>
                    <a:pt x="2010569" y="1025967"/>
                    <a:pt x="2247106" y="386423"/>
                    <a:pt x="2483644" y="386423"/>
                  </a:cubicBezTo>
                  <a:cubicBezTo>
                    <a:pt x="2601912" y="386423"/>
                    <a:pt x="2720181" y="386423"/>
                    <a:pt x="2838450" y="386423"/>
                  </a:cubicBezTo>
                  <a:lnTo>
                    <a:pt x="2838450" y="413617"/>
                  </a:lnTo>
                  <a:cubicBezTo>
                    <a:pt x="2720181" y="413617"/>
                    <a:pt x="2601912" y="413617"/>
                    <a:pt x="2483644" y="413617"/>
                  </a:cubicBezTo>
                  <a:cubicBezTo>
                    <a:pt x="2247106" y="413617"/>
                    <a:pt x="2010569" y="1044793"/>
                    <a:pt x="1774031" y="1058641"/>
                  </a:cubicBezTo>
                  <a:cubicBezTo>
                    <a:pt x="1537494" y="1072490"/>
                    <a:pt x="1300956" y="1080105"/>
                    <a:pt x="1064419" y="1080105"/>
                  </a:cubicBezTo>
                  <a:cubicBezTo>
                    <a:pt x="827881" y="1080105"/>
                    <a:pt x="591344" y="1059882"/>
                    <a:pt x="354806" y="1059882"/>
                  </a:cubicBezTo>
                  <a:cubicBezTo>
                    <a:pt x="236538" y="1059882"/>
                    <a:pt x="118269" y="1059882"/>
                    <a:pt x="0" y="1059882"/>
                  </a:cubicBezTo>
                  <a:close/>
                </a:path>
              </a:pathLst>
            </a:custGeom>
            <a:solidFill>
              <a:srgbClr val="0072B2">
                <a:alpha val="33333"/>
              </a:srgbClr>
            </a:solidFill>
            <a:ln w="0">
              <a:noFill/>
            </a:ln>
          </p:spPr>
        </p:sp>
        <p:sp>
          <p:nvSpPr>
            <p:cNvPr id="2719" name="smooth-map-feature-1-shade-47">
              <a:extLst>
                <a:ext uri="{FF2B5EF4-FFF2-40B4-BE49-F238E27FC236}">
                  <a16:creationId xmlns:a16="http://schemas.microsoft.com/office/drawing/2014/main" id="{FCA1B620-278E-42CD-8BE1-1EBBD892E01C}"/>
                </a:ext>
              </a:extLst>
            </p:cNvPr>
            <p:cNvSpPr>
              <a:spLocks noGrp="1"/>
            </p:cNvSpPr>
            <p:nvPr/>
          </p:nvSpPr>
          <p:spPr>
            <a:xfrm>
              <a:off x="21240750" y="6019800"/>
              <a:ext cx="2838450" cy="1143000"/>
            </a:xfrm>
            <a:custGeom>
              <a:pathLst>
                <a:path w="2838450" h="1143000">
                  <a:moveTo>
                    <a:pt x="0" y="1038563"/>
                  </a:moveTo>
                  <a:cubicBezTo>
                    <a:pt x="118269" y="1038563"/>
                    <a:pt x="236538" y="1038563"/>
                    <a:pt x="354806" y="1038563"/>
                  </a:cubicBezTo>
                  <a:cubicBezTo>
                    <a:pt x="591344" y="1038563"/>
                    <a:pt x="827881" y="1051970"/>
                    <a:pt x="1064419" y="1051970"/>
                  </a:cubicBezTo>
                  <a:cubicBezTo>
                    <a:pt x="1300956" y="1051970"/>
                    <a:pt x="1537494" y="1047088"/>
                    <a:pt x="1774031" y="1037919"/>
                  </a:cubicBezTo>
                  <a:cubicBezTo>
                    <a:pt x="2010569" y="1028750"/>
                    <a:pt x="2247106" y="390456"/>
                    <a:pt x="2483644" y="390456"/>
                  </a:cubicBezTo>
                  <a:cubicBezTo>
                    <a:pt x="2601912" y="390456"/>
                    <a:pt x="2720181" y="390456"/>
                    <a:pt x="2838450" y="390456"/>
                  </a:cubicBezTo>
                  <a:lnTo>
                    <a:pt x="2838450" y="409584"/>
                  </a:lnTo>
                  <a:cubicBezTo>
                    <a:pt x="2720181" y="409584"/>
                    <a:pt x="2601912" y="409584"/>
                    <a:pt x="2483644" y="409584"/>
                  </a:cubicBezTo>
                  <a:cubicBezTo>
                    <a:pt x="2247106" y="409584"/>
                    <a:pt x="2010569" y="1041991"/>
                    <a:pt x="1774031" y="1055032"/>
                  </a:cubicBezTo>
                  <a:cubicBezTo>
                    <a:pt x="1537494" y="1068073"/>
                    <a:pt x="1300956" y="1075205"/>
                    <a:pt x="1064419" y="1075205"/>
                  </a:cubicBezTo>
                  <a:cubicBezTo>
                    <a:pt x="827881" y="1075205"/>
                    <a:pt x="591344" y="1056169"/>
                    <a:pt x="354806" y="1056169"/>
                  </a:cubicBezTo>
                  <a:cubicBezTo>
                    <a:pt x="236538" y="1056169"/>
                    <a:pt x="118269" y="1056169"/>
                    <a:pt x="0" y="1056169"/>
                  </a:cubicBezTo>
                  <a:close/>
                </a:path>
              </a:pathLst>
            </a:custGeom>
            <a:solidFill>
              <a:srgbClr val="0072B2">
                <a:alpha val="50000"/>
              </a:srgbClr>
            </a:solidFill>
            <a:ln w="0">
              <a:noFill/>
            </a:ln>
          </p:spPr>
        </p:sp>
        <p:sp>
          <p:nvSpPr>
            <p:cNvPr id="2720" name="smooth-map-feature-1-shade-48">
              <a:extLst>
                <a:ext uri="{FF2B5EF4-FFF2-40B4-BE49-F238E27FC236}">
                  <a16:creationId xmlns:a16="http://schemas.microsoft.com/office/drawing/2014/main" id="{FB22FEA5-AD50-4D97-BCFA-5378188EDDC5}"/>
                </a:ext>
              </a:extLst>
            </p:cNvPr>
            <p:cNvSpPr>
              <a:spLocks noGrp="1"/>
            </p:cNvSpPr>
            <p:nvPr/>
          </p:nvSpPr>
          <p:spPr>
            <a:xfrm>
              <a:off x="21240750" y="6019800"/>
              <a:ext cx="2838450" cy="1143000"/>
            </a:xfrm>
            <a:custGeom>
              <a:pathLst>
                <a:path w="2838450" h="1143000">
                  <a:moveTo>
                    <a:pt x="0" y="1047366"/>
                  </a:moveTo>
                  <a:cubicBezTo>
                    <a:pt x="118269" y="1047366"/>
                    <a:pt x="236538" y="1047366"/>
                    <a:pt x="354806" y="1047366"/>
                  </a:cubicBezTo>
                  <a:cubicBezTo>
                    <a:pt x="591344" y="1047366"/>
                    <a:pt x="827881" y="1063588"/>
                    <a:pt x="1064419" y="1063588"/>
                  </a:cubicBezTo>
                  <a:cubicBezTo>
                    <a:pt x="1300956" y="1063588"/>
                    <a:pt x="1537494" y="1057590"/>
                    <a:pt x="1774031" y="1046476"/>
                  </a:cubicBezTo>
                  <a:cubicBezTo>
                    <a:pt x="2010569" y="1035362"/>
                    <a:pt x="2247106" y="400020"/>
                    <a:pt x="2483644" y="400020"/>
                  </a:cubicBezTo>
                  <a:cubicBezTo>
                    <a:pt x="2601912" y="400020"/>
                    <a:pt x="2720181" y="400020"/>
                    <a:pt x="2838450" y="400020"/>
                  </a:cubicBezTo>
                  <a:lnTo>
                    <a:pt x="2838450" y="400020"/>
                  </a:lnTo>
                  <a:cubicBezTo>
                    <a:pt x="2720181" y="400020"/>
                    <a:pt x="2601912" y="400020"/>
                    <a:pt x="2483644" y="400020"/>
                  </a:cubicBezTo>
                  <a:cubicBezTo>
                    <a:pt x="2247106" y="400020"/>
                    <a:pt x="2010569" y="1035362"/>
                    <a:pt x="1774031" y="1046476"/>
                  </a:cubicBezTo>
                  <a:cubicBezTo>
                    <a:pt x="1537494" y="1057590"/>
                    <a:pt x="1300956" y="1063588"/>
                    <a:pt x="1064419" y="1063588"/>
                  </a:cubicBezTo>
                  <a:cubicBezTo>
                    <a:pt x="827881" y="1063588"/>
                    <a:pt x="591344" y="1047366"/>
                    <a:pt x="354806" y="1047366"/>
                  </a:cubicBezTo>
                  <a:cubicBezTo>
                    <a:pt x="236538" y="1047366"/>
                    <a:pt x="118269" y="1047366"/>
                    <a:pt x="0" y="1047366"/>
                  </a:cubicBezTo>
                  <a:close/>
                </a:path>
              </a:pathLst>
            </a:custGeom>
            <a:solidFill>
              <a:srgbClr val="0072B2">
                <a:alpha val="100000"/>
              </a:srgbClr>
            </a:solidFill>
            <a:ln w="0">
              <a:noFill/>
            </a:ln>
          </p:spPr>
        </p:sp>
        <p:sp>
          <p:nvSpPr>
            <p:cNvPr id="2721" name="smooth-map-feature-2-shade-1">
              <a:extLst>
                <a:ext uri="{FF2B5EF4-FFF2-40B4-BE49-F238E27FC236}">
                  <a16:creationId xmlns:a16="http://schemas.microsoft.com/office/drawing/2014/main" id="{C06977F8-9331-4E3D-82E7-183701AABF54}"/>
                </a:ext>
              </a:extLst>
            </p:cNvPr>
            <p:cNvSpPr>
              <a:spLocks noGrp="1"/>
            </p:cNvSpPr>
            <p:nvPr/>
          </p:nvSpPr>
          <p:spPr>
            <a:xfrm>
              <a:off x="21240750" y="6019800"/>
              <a:ext cx="2838450" cy="1143000"/>
            </a:xfrm>
            <a:custGeom>
              <a:pathLst>
                <a:path w="2838450" h="1143000">
                  <a:moveTo>
                    <a:pt x="0" y="613680"/>
                  </a:moveTo>
                  <a:cubicBezTo>
                    <a:pt x="118269" y="613680"/>
                    <a:pt x="236538" y="613680"/>
                    <a:pt x="354806" y="613680"/>
                  </a:cubicBezTo>
                  <a:cubicBezTo>
                    <a:pt x="591344" y="613680"/>
                    <a:pt x="827881" y="602489"/>
                    <a:pt x="1064419" y="584694"/>
                  </a:cubicBezTo>
                  <a:cubicBezTo>
                    <a:pt x="1300956" y="566898"/>
                    <a:pt x="1537494" y="247235"/>
                    <a:pt x="1774031" y="247235"/>
                  </a:cubicBezTo>
                  <a:cubicBezTo>
                    <a:pt x="2010569" y="247235"/>
                    <a:pt x="2247106" y="867444"/>
                    <a:pt x="2483644" y="867444"/>
                  </a:cubicBezTo>
                  <a:cubicBezTo>
                    <a:pt x="2601912" y="867444"/>
                    <a:pt x="2720181" y="867444"/>
                    <a:pt x="2838450" y="867444"/>
                  </a:cubicBezTo>
                  <a:lnTo>
                    <a:pt x="2838450" y="1143000"/>
                  </a:lnTo>
                  <a:cubicBezTo>
                    <a:pt x="2720181" y="1143000"/>
                    <a:pt x="2601912" y="1143000"/>
                    <a:pt x="2483644" y="1143000"/>
                  </a:cubicBezTo>
                  <a:cubicBezTo>
                    <a:pt x="2247106" y="1143000"/>
                    <a:pt x="2010569" y="509330"/>
                    <a:pt x="1774031" y="509330"/>
                  </a:cubicBezTo>
                  <a:cubicBezTo>
                    <a:pt x="1537494" y="509330"/>
                    <a:pt x="1300956" y="844934"/>
                    <a:pt x="1064419" y="844934"/>
                  </a:cubicBezTo>
                  <a:cubicBezTo>
                    <a:pt x="827881" y="844934"/>
                    <a:pt x="591344" y="843510"/>
                    <a:pt x="354806" y="843510"/>
                  </a:cubicBezTo>
                  <a:cubicBezTo>
                    <a:pt x="236538" y="843510"/>
                    <a:pt x="118269" y="843510"/>
                    <a:pt x="0" y="843510"/>
                  </a:cubicBezTo>
                  <a:close/>
                </a:path>
              </a:pathLst>
            </a:custGeom>
            <a:solidFill>
              <a:srgbClr val="D55E00">
                <a:alpha val="2500"/>
              </a:srgbClr>
            </a:solidFill>
            <a:ln w="0">
              <a:noFill/>
            </a:ln>
          </p:spPr>
        </p:sp>
        <p:sp>
          <p:nvSpPr>
            <p:cNvPr id="2722" name="smooth-map-feature-2-shade-2">
              <a:extLst>
                <a:ext uri="{FF2B5EF4-FFF2-40B4-BE49-F238E27FC236}">
                  <a16:creationId xmlns:a16="http://schemas.microsoft.com/office/drawing/2014/main" id="{4756537B-695F-476B-B553-85394472073F}"/>
                </a:ext>
              </a:extLst>
            </p:cNvPr>
            <p:cNvSpPr>
              <a:spLocks noGrp="1"/>
            </p:cNvSpPr>
            <p:nvPr/>
          </p:nvSpPr>
          <p:spPr>
            <a:xfrm>
              <a:off x="21240750" y="6019800"/>
              <a:ext cx="2838450" cy="1143000"/>
            </a:xfrm>
            <a:custGeom>
              <a:pathLst>
                <a:path w="2838450" h="1143000">
                  <a:moveTo>
                    <a:pt x="0" y="623511"/>
                  </a:moveTo>
                  <a:cubicBezTo>
                    <a:pt x="118269" y="623511"/>
                    <a:pt x="236538" y="623511"/>
                    <a:pt x="354806" y="623511"/>
                  </a:cubicBezTo>
                  <a:cubicBezTo>
                    <a:pt x="591344" y="623511"/>
                    <a:pt x="827881" y="612883"/>
                    <a:pt x="1064419" y="595826"/>
                  </a:cubicBezTo>
                  <a:cubicBezTo>
                    <a:pt x="1300956" y="578769"/>
                    <a:pt x="1537494" y="258447"/>
                    <a:pt x="1774031" y="258447"/>
                  </a:cubicBezTo>
                  <a:cubicBezTo>
                    <a:pt x="2010569" y="258447"/>
                    <a:pt x="2247106" y="882831"/>
                    <a:pt x="2483644" y="882831"/>
                  </a:cubicBezTo>
                  <a:cubicBezTo>
                    <a:pt x="2601912" y="882831"/>
                    <a:pt x="2720181" y="882831"/>
                    <a:pt x="2838450" y="882831"/>
                  </a:cubicBezTo>
                  <a:lnTo>
                    <a:pt x="2838450" y="1143000"/>
                  </a:lnTo>
                  <a:cubicBezTo>
                    <a:pt x="2720181" y="1143000"/>
                    <a:pt x="2601912" y="1143000"/>
                    <a:pt x="2483644" y="1143000"/>
                  </a:cubicBezTo>
                  <a:cubicBezTo>
                    <a:pt x="2247106" y="1143000"/>
                    <a:pt x="2010569" y="498118"/>
                    <a:pt x="1774031" y="498118"/>
                  </a:cubicBezTo>
                  <a:cubicBezTo>
                    <a:pt x="1537494" y="498118"/>
                    <a:pt x="1300956" y="833802"/>
                    <a:pt x="1064419" y="833802"/>
                  </a:cubicBezTo>
                  <a:cubicBezTo>
                    <a:pt x="827881" y="833802"/>
                    <a:pt x="591344" y="833678"/>
                    <a:pt x="354806" y="833678"/>
                  </a:cubicBezTo>
                  <a:cubicBezTo>
                    <a:pt x="236538" y="833678"/>
                    <a:pt x="118269" y="833678"/>
                    <a:pt x="0" y="833678"/>
                  </a:cubicBezTo>
                  <a:close/>
                </a:path>
              </a:pathLst>
            </a:custGeom>
            <a:solidFill>
              <a:srgbClr val="D55E00">
                <a:alpha val="2128"/>
              </a:srgbClr>
            </a:solidFill>
            <a:ln w="0">
              <a:noFill/>
            </a:ln>
          </p:spPr>
        </p:sp>
        <p:sp>
          <p:nvSpPr>
            <p:cNvPr id="2723" name="smooth-map-feature-2-shade-3">
              <a:extLst>
                <a:ext uri="{FF2B5EF4-FFF2-40B4-BE49-F238E27FC236}">
                  <a16:creationId xmlns:a16="http://schemas.microsoft.com/office/drawing/2014/main" id="{24F2F235-57FF-4B24-90EA-04A4847D978C}"/>
                </a:ext>
              </a:extLst>
            </p:cNvPr>
            <p:cNvSpPr>
              <a:spLocks noGrp="1"/>
            </p:cNvSpPr>
            <p:nvPr/>
          </p:nvSpPr>
          <p:spPr>
            <a:xfrm>
              <a:off x="21240750" y="6019800"/>
              <a:ext cx="2838450" cy="1143000"/>
            </a:xfrm>
            <a:custGeom>
              <a:pathLst>
                <a:path w="2838450" h="1143000">
                  <a:moveTo>
                    <a:pt x="0" y="630087"/>
                  </a:moveTo>
                  <a:cubicBezTo>
                    <a:pt x="118269" y="630087"/>
                    <a:pt x="236538" y="630087"/>
                    <a:pt x="354806" y="630087"/>
                  </a:cubicBezTo>
                  <a:cubicBezTo>
                    <a:pt x="591344" y="630087"/>
                    <a:pt x="827881" y="619832"/>
                    <a:pt x="1064419" y="603272"/>
                  </a:cubicBezTo>
                  <a:cubicBezTo>
                    <a:pt x="1300956" y="586711"/>
                    <a:pt x="1537494" y="265946"/>
                    <a:pt x="1774031" y="265946"/>
                  </a:cubicBezTo>
                  <a:cubicBezTo>
                    <a:pt x="2010569" y="265946"/>
                    <a:pt x="2247106" y="893122"/>
                    <a:pt x="2483644" y="893122"/>
                  </a:cubicBezTo>
                  <a:cubicBezTo>
                    <a:pt x="2601912" y="893122"/>
                    <a:pt x="2720181" y="893122"/>
                    <a:pt x="2838450" y="893122"/>
                  </a:cubicBezTo>
                  <a:lnTo>
                    <a:pt x="2838450" y="1143000"/>
                  </a:lnTo>
                  <a:cubicBezTo>
                    <a:pt x="2720181" y="1143000"/>
                    <a:pt x="2601912" y="1143000"/>
                    <a:pt x="2483644" y="1143000"/>
                  </a:cubicBezTo>
                  <a:cubicBezTo>
                    <a:pt x="2247106" y="1143000"/>
                    <a:pt x="2010569" y="490619"/>
                    <a:pt x="1774031" y="490619"/>
                  </a:cubicBezTo>
                  <a:cubicBezTo>
                    <a:pt x="1537494" y="490619"/>
                    <a:pt x="1300956" y="825860"/>
                    <a:pt x="1064419" y="826356"/>
                  </a:cubicBezTo>
                  <a:cubicBezTo>
                    <a:pt x="827881" y="826853"/>
                    <a:pt x="591344" y="827103"/>
                    <a:pt x="354806" y="827103"/>
                  </a:cubicBezTo>
                  <a:cubicBezTo>
                    <a:pt x="236538" y="827103"/>
                    <a:pt x="118269" y="827103"/>
                    <a:pt x="0" y="827103"/>
                  </a:cubicBezTo>
                  <a:close/>
                </a:path>
              </a:pathLst>
            </a:custGeom>
            <a:solidFill>
              <a:srgbClr val="D55E00">
                <a:alpha val="2174"/>
              </a:srgbClr>
            </a:solidFill>
            <a:ln w="0">
              <a:noFill/>
            </a:ln>
          </p:spPr>
        </p:sp>
        <p:sp>
          <p:nvSpPr>
            <p:cNvPr id="2724" name="smooth-map-feature-2-shade-4">
              <a:extLst>
                <a:ext uri="{FF2B5EF4-FFF2-40B4-BE49-F238E27FC236}">
                  <a16:creationId xmlns:a16="http://schemas.microsoft.com/office/drawing/2014/main" id="{48846C4F-CD3A-476F-B23B-2E90DA1651FC}"/>
                </a:ext>
              </a:extLst>
            </p:cNvPr>
            <p:cNvSpPr>
              <a:spLocks noGrp="1"/>
            </p:cNvSpPr>
            <p:nvPr/>
          </p:nvSpPr>
          <p:spPr>
            <a:xfrm>
              <a:off x="21240750" y="6019800"/>
              <a:ext cx="2838450" cy="1143000"/>
            </a:xfrm>
            <a:custGeom>
              <a:pathLst>
                <a:path w="2838450" h="1143000">
                  <a:moveTo>
                    <a:pt x="0" y="635151"/>
                  </a:moveTo>
                  <a:cubicBezTo>
                    <a:pt x="118269" y="635151"/>
                    <a:pt x="236538" y="635151"/>
                    <a:pt x="354806" y="635151"/>
                  </a:cubicBezTo>
                  <a:cubicBezTo>
                    <a:pt x="591344" y="635151"/>
                    <a:pt x="827881" y="625182"/>
                    <a:pt x="1064419" y="609006"/>
                  </a:cubicBezTo>
                  <a:cubicBezTo>
                    <a:pt x="1300956" y="592830"/>
                    <a:pt x="1537494" y="271721"/>
                    <a:pt x="1774031" y="271721"/>
                  </a:cubicBezTo>
                  <a:cubicBezTo>
                    <a:pt x="2010569" y="271721"/>
                    <a:pt x="2247106" y="901049"/>
                    <a:pt x="2483644" y="901049"/>
                  </a:cubicBezTo>
                  <a:cubicBezTo>
                    <a:pt x="2601912" y="901049"/>
                    <a:pt x="2720181" y="901049"/>
                    <a:pt x="2838450" y="901049"/>
                  </a:cubicBezTo>
                  <a:lnTo>
                    <a:pt x="2838450" y="1143000"/>
                  </a:lnTo>
                  <a:cubicBezTo>
                    <a:pt x="2720181" y="1143000"/>
                    <a:pt x="2601912" y="1143000"/>
                    <a:pt x="2483644" y="1143000"/>
                  </a:cubicBezTo>
                  <a:cubicBezTo>
                    <a:pt x="2247106" y="1143000"/>
                    <a:pt x="2010569" y="484844"/>
                    <a:pt x="1774031" y="484844"/>
                  </a:cubicBezTo>
                  <a:cubicBezTo>
                    <a:pt x="1537494" y="484844"/>
                    <a:pt x="1300956" y="819681"/>
                    <a:pt x="1064419" y="820622"/>
                  </a:cubicBezTo>
                  <a:cubicBezTo>
                    <a:pt x="827881" y="821562"/>
                    <a:pt x="591344" y="822038"/>
                    <a:pt x="354806" y="822038"/>
                  </a:cubicBezTo>
                  <a:cubicBezTo>
                    <a:pt x="236538" y="822038"/>
                    <a:pt x="118269" y="822038"/>
                    <a:pt x="0" y="822038"/>
                  </a:cubicBezTo>
                  <a:close/>
                </a:path>
              </a:pathLst>
            </a:custGeom>
            <a:solidFill>
              <a:srgbClr val="D55E00">
                <a:alpha val="2222"/>
              </a:srgbClr>
            </a:solidFill>
            <a:ln w="0">
              <a:noFill/>
            </a:ln>
          </p:spPr>
        </p:sp>
        <p:sp>
          <p:nvSpPr>
            <p:cNvPr id="2725" name="smooth-map-feature-2-shade-5">
              <a:extLst>
                <a:ext uri="{FF2B5EF4-FFF2-40B4-BE49-F238E27FC236}">
                  <a16:creationId xmlns:a16="http://schemas.microsoft.com/office/drawing/2014/main" id="{CD4244D9-C582-4ABF-A660-00DD9FEA8059}"/>
                </a:ext>
              </a:extLst>
            </p:cNvPr>
            <p:cNvSpPr>
              <a:spLocks noGrp="1"/>
            </p:cNvSpPr>
            <p:nvPr/>
          </p:nvSpPr>
          <p:spPr>
            <a:xfrm>
              <a:off x="21240750" y="6019800"/>
              <a:ext cx="2838450" cy="1143000"/>
            </a:xfrm>
            <a:custGeom>
              <a:pathLst>
                <a:path w="2838450" h="1143000">
                  <a:moveTo>
                    <a:pt x="0" y="639331"/>
                  </a:moveTo>
                  <a:cubicBezTo>
                    <a:pt x="118269" y="639331"/>
                    <a:pt x="236538" y="639331"/>
                    <a:pt x="354806" y="639331"/>
                  </a:cubicBezTo>
                  <a:cubicBezTo>
                    <a:pt x="591344" y="639331"/>
                    <a:pt x="827881" y="629597"/>
                    <a:pt x="1064419" y="613739"/>
                  </a:cubicBezTo>
                  <a:cubicBezTo>
                    <a:pt x="1300956" y="597881"/>
                    <a:pt x="1537494" y="276488"/>
                    <a:pt x="1774031" y="276488"/>
                  </a:cubicBezTo>
                  <a:cubicBezTo>
                    <a:pt x="2010569" y="276488"/>
                    <a:pt x="2247106" y="907591"/>
                    <a:pt x="2483644" y="907591"/>
                  </a:cubicBezTo>
                  <a:cubicBezTo>
                    <a:pt x="2601912" y="907591"/>
                    <a:pt x="2720181" y="907591"/>
                    <a:pt x="2838450" y="907591"/>
                  </a:cubicBezTo>
                  <a:lnTo>
                    <a:pt x="2838450" y="1143000"/>
                  </a:lnTo>
                  <a:cubicBezTo>
                    <a:pt x="2720181" y="1143000"/>
                    <a:pt x="2601912" y="1143000"/>
                    <a:pt x="2483644" y="1143000"/>
                  </a:cubicBezTo>
                  <a:cubicBezTo>
                    <a:pt x="2247106" y="1143000"/>
                    <a:pt x="2010569" y="480077"/>
                    <a:pt x="1774031" y="480077"/>
                  </a:cubicBezTo>
                  <a:cubicBezTo>
                    <a:pt x="1537494" y="480077"/>
                    <a:pt x="1300956" y="814583"/>
                    <a:pt x="1064419" y="815889"/>
                  </a:cubicBezTo>
                  <a:cubicBezTo>
                    <a:pt x="827881" y="817194"/>
                    <a:pt x="591344" y="817858"/>
                    <a:pt x="354806" y="817858"/>
                  </a:cubicBezTo>
                  <a:cubicBezTo>
                    <a:pt x="236538" y="817858"/>
                    <a:pt x="118269" y="817858"/>
                    <a:pt x="0" y="817858"/>
                  </a:cubicBezTo>
                  <a:close/>
                </a:path>
              </a:pathLst>
            </a:custGeom>
            <a:solidFill>
              <a:srgbClr val="D55E00">
                <a:alpha val="2273"/>
              </a:srgbClr>
            </a:solidFill>
            <a:ln w="0">
              <a:noFill/>
            </a:ln>
          </p:spPr>
        </p:sp>
        <p:sp>
          <p:nvSpPr>
            <p:cNvPr id="2726" name="smooth-map-feature-2-shade-6">
              <a:extLst>
                <a:ext uri="{FF2B5EF4-FFF2-40B4-BE49-F238E27FC236}">
                  <a16:creationId xmlns:a16="http://schemas.microsoft.com/office/drawing/2014/main" id="{9D015E4E-281F-440F-8B16-8502EB05FB7F}"/>
                </a:ext>
              </a:extLst>
            </p:cNvPr>
            <p:cNvSpPr>
              <a:spLocks noGrp="1"/>
            </p:cNvSpPr>
            <p:nvPr/>
          </p:nvSpPr>
          <p:spPr>
            <a:xfrm>
              <a:off x="21240750" y="6019800"/>
              <a:ext cx="2838450" cy="1143000"/>
            </a:xfrm>
            <a:custGeom>
              <a:pathLst>
                <a:path w="2838450" h="1143000">
                  <a:moveTo>
                    <a:pt x="0" y="642927"/>
                  </a:moveTo>
                  <a:cubicBezTo>
                    <a:pt x="118269" y="642927"/>
                    <a:pt x="236538" y="642927"/>
                    <a:pt x="354806" y="642927"/>
                  </a:cubicBezTo>
                  <a:cubicBezTo>
                    <a:pt x="591344" y="642927"/>
                    <a:pt x="827881" y="633395"/>
                    <a:pt x="1064419" y="617811"/>
                  </a:cubicBezTo>
                  <a:cubicBezTo>
                    <a:pt x="1300956" y="602228"/>
                    <a:pt x="1537494" y="280589"/>
                    <a:pt x="1774031" y="280589"/>
                  </a:cubicBezTo>
                  <a:cubicBezTo>
                    <a:pt x="2010569" y="280589"/>
                    <a:pt x="2247106" y="913219"/>
                    <a:pt x="2483644" y="913219"/>
                  </a:cubicBezTo>
                  <a:cubicBezTo>
                    <a:pt x="2601912" y="913219"/>
                    <a:pt x="2720181" y="913219"/>
                    <a:pt x="2838450" y="913219"/>
                  </a:cubicBezTo>
                  <a:lnTo>
                    <a:pt x="2838450" y="1143000"/>
                  </a:lnTo>
                  <a:cubicBezTo>
                    <a:pt x="2720181" y="1143000"/>
                    <a:pt x="2601912" y="1143000"/>
                    <a:pt x="2483644" y="1143000"/>
                  </a:cubicBezTo>
                  <a:cubicBezTo>
                    <a:pt x="2247106" y="1143000"/>
                    <a:pt x="2010569" y="475976"/>
                    <a:pt x="1774031" y="475976"/>
                  </a:cubicBezTo>
                  <a:cubicBezTo>
                    <a:pt x="1537494" y="475976"/>
                    <a:pt x="1300956" y="810198"/>
                    <a:pt x="1064419" y="811817"/>
                  </a:cubicBezTo>
                  <a:cubicBezTo>
                    <a:pt x="827881" y="813435"/>
                    <a:pt x="591344" y="814262"/>
                    <a:pt x="354806" y="814262"/>
                  </a:cubicBezTo>
                  <a:cubicBezTo>
                    <a:pt x="236538" y="814262"/>
                    <a:pt x="118269" y="814262"/>
                    <a:pt x="0" y="814262"/>
                  </a:cubicBezTo>
                  <a:close/>
                </a:path>
              </a:pathLst>
            </a:custGeom>
            <a:solidFill>
              <a:srgbClr val="D55E00">
                <a:alpha val="2326"/>
              </a:srgbClr>
            </a:solidFill>
            <a:ln w="0">
              <a:noFill/>
            </a:ln>
          </p:spPr>
        </p:sp>
        <p:sp>
          <p:nvSpPr>
            <p:cNvPr id="2727" name="smooth-map-feature-2-shade-7">
              <a:extLst>
                <a:ext uri="{FF2B5EF4-FFF2-40B4-BE49-F238E27FC236}">
                  <a16:creationId xmlns:a16="http://schemas.microsoft.com/office/drawing/2014/main" id="{EAAE2CB1-4446-4532-9AEA-55B54A42A714}"/>
                </a:ext>
              </a:extLst>
            </p:cNvPr>
            <p:cNvSpPr>
              <a:spLocks noGrp="1"/>
            </p:cNvSpPr>
            <p:nvPr/>
          </p:nvSpPr>
          <p:spPr>
            <a:xfrm>
              <a:off x="21240750" y="6019800"/>
              <a:ext cx="2838450" cy="1143000"/>
            </a:xfrm>
            <a:custGeom>
              <a:pathLst>
                <a:path w="2838450" h="1143000">
                  <a:moveTo>
                    <a:pt x="0" y="646108"/>
                  </a:moveTo>
                  <a:cubicBezTo>
                    <a:pt x="118269" y="646108"/>
                    <a:pt x="236538" y="646108"/>
                    <a:pt x="354806" y="646108"/>
                  </a:cubicBezTo>
                  <a:cubicBezTo>
                    <a:pt x="591344" y="646108"/>
                    <a:pt x="827881" y="636753"/>
                    <a:pt x="1064419" y="621413"/>
                  </a:cubicBezTo>
                  <a:cubicBezTo>
                    <a:pt x="1300956" y="606073"/>
                    <a:pt x="1537494" y="284216"/>
                    <a:pt x="1774031" y="284216"/>
                  </a:cubicBezTo>
                  <a:cubicBezTo>
                    <a:pt x="2010569" y="284216"/>
                    <a:pt x="2247106" y="918198"/>
                    <a:pt x="2483644" y="918198"/>
                  </a:cubicBezTo>
                  <a:cubicBezTo>
                    <a:pt x="2601912" y="918198"/>
                    <a:pt x="2720181" y="918198"/>
                    <a:pt x="2838450" y="918198"/>
                  </a:cubicBezTo>
                  <a:lnTo>
                    <a:pt x="2838450" y="1143000"/>
                  </a:lnTo>
                  <a:cubicBezTo>
                    <a:pt x="2720181" y="1143000"/>
                    <a:pt x="2601912" y="1143000"/>
                    <a:pt x="2483644" y="1143000"/>
                  </a:cubicBezTo>
                  <a:cubicBezTo>
                    <a:pt x="2247106" y="1143000"/>
                    <a:pt x="2010569" y="472349"/>
                    <a:pt x="1774031" y="472349"/>
                  </a:cubicBezTo>
                  <a:cubicBezTo>
                    <a:pt x="1537494" y="472349"/>
                    <a:pt x="1300956" y="806320"/>
                    <a:pt x="1064419" y="808215"/>
                  </a:cubicBezTo>
                  <a:cubicBezTo>
                    <a:pt x="827881" y="810110"/>
                    <a:pt x="591344" y="811081"/>
                    <a:pt x="354806" y="811081"/>
                  </a:cubicBezTo>
                  <a:cubicBezTo>
                    <a:pt x="236538" y="811081"/>
                    <a:pt x="118269" y="811081"/>
                    <a:pt x="0" y="811081"/>
                  </a:cubicBezTo>
                  <a:close/>
                </a:path>
              </a:pathLst>
            </a:custGeom>
            <a:solidFill>
              <a:srgbClr val="D55E00">
                <a:alpha val="2381"/>
              </a:srgbClr>
            </a:solidFill>
            <a:ln w="0">
              <a:noFill/>
            </a:ln>
          </p:spPr>
        </p:sp>
        <p:sp>
          <p:nvSpPr>
            <p:cNvPr id="2728" name="smooth-map-feature-2-shade-8">
              <a:extLst>
                <a:ext uri="{FF2B5EF4-FFF2-40B4-BE49-F238E27FC236}">
                  <a16:creationId xmlns:a16="http://schemas.microsoft.com/office/drawing/2014/main" id="{F750B474-9BB7-41F2-9085-B8BADCAB8F7E}"/>
                </a:ext>
              </a:extLst>
            </p:cNvPr>
            <p:cNvSpPr>
              <a:spLocks noGrp="1"/>
            </p:cNvSpPr>
            <p:nvPr/>
          </p:nvSpPr>
          <p:spPr>
            <a:xfrm>
              <a:off x="21240750" y="6019800"/>
              <a:ext cx="2838450" cy="1143000"/>
            </a:xfrm>
            <a:custGeom>
              <a:pathLst>
                <a:path w="2838450" h="1143000">
                  <a:moveTo>
                    <a:pt x="0" y="648978"/>
                  </a:moveTo>
                  <a:cubicBezTo>
                    <a:pt x="118269" y="648978"/>
                    <a:pt x="236538" y="648978"/>
                    <a:pt x="354806" y="648978"/>
                  </a:cubicBezTo>
                  <a:cubicBezTo>
                    <a:pt x="591344" y="648978"/>
                    <a:pt x="827881" y="639783"/>
                    <a:pt x="1064419" y="624663"/>
                  </a:cubicBezTo>
                  <a:cubicBezTo>
                    <a:pt x="1300956" y="609543"/>
                    <a:pt x="1537494" y="287489"/>
                    <a:pt x="1774031" y="287489"/>
                  </a:cubicBezTo>
                  <a:cubicBezTo>
                    <a:pt x="2010569" y="287489"/>
                    <a:pt x="2247106" y="922690"/>
                    <a:pt x="2483644" y="922690"/>
                  </a:cubicBezTo>
                  <a:cubicBezTo>
                    <a:pt x="2601912" y="922690"/>
                    <a:pt x="2720181" y="922690"/>
                    <a:pt x="2838450" y="922690"/>
                  </a:cubicBezTo>
                  <a:lnTo>
                    <a:pt x="2838450" y="1143000"/>
                  </a:lnTo>
                  <a:cubicBezTo>
                    <a:pt x="2720181" y="1143000"/>
                    <a:pt x="2601912" y="1143000"/>
                    <a:pt x="2483644" y="1143000"/>
                  </a:cubicBezTo>
                  <a:cubicBezTo>
                    <a:pt x="2247106" y="1143000"/>
                    <a:pt x="2010569" y="469076"/>
                    <a:pt x="1774031" y="469076"/>
                  </a:cubicBezTo>
                  <a:cubicBezTo>
                    <a:pt x="1537494" y="469076"/>
                    <a:pt x="1300956" y="802821"/>
                    <a:pt x="1064419" y="804965"/>
                  </a:cubicBezTo>
                  <a:cubicBezTo>
                    <a:pt x="827881" y="807108"/>
                    <a:pt x="591344" y="808211"/>
                    <a:pt x="354806" y="808211"/>
                  </a:cubicBezTo>
                  <a:cubicBezTo>
                    <a:pt x="236538" y="808211"/>
                    <a:pt x="118269" y="808211"/>
                    <a:pt x="0" y="808211"/>
                  </a:cubicBezTo>
                  <a:close/>
                </a:path>
              </a:pathLst>
            </a:custGeom>
            <a:solidFill>
              <a:srgbClr val="D55E00">
                <a:alpha val="2439"/>
              </a:srgbClr>
            </a:solidFill>
            <a:ln w="0">
              <a:noFill/>
            </a:ln>
          </p:spPr>
        </p:sp>
        <p:sp>
          <p:nvSpPr>
            <p:cNvPr id="2729" name="smooth-map-feature-2-shade-9">
              <a:extLst>
                <a:ext uri="{FF2B5EF4-FFF2-40B4-BE49-F238E27FC236}">
                  <a16:creationId xmlns:a16="http://schemas.microsoft.com/office/drawing/2014/main" id="{C8564102-4004-4B61-A5FD-876D5985C284}"/>
                </a:ext>
              </a:extLst>
            </p:cNvPr>
            <p:cNvSpPr>
              <a:spLocks noGrp="1"/>
            </p:cNvSpPr>
            <p:nvPr/>
          </p:nvSpPr>
          <p:spPr>
            <a:xfrm>
              <a:off x="21240750" y="6019800"/>
              <a:ext cx="2838450" cy="1143000"/>
            </a:xfrm>
            <a:custGeom>
              <a:pathLst>
                <a:path w="2838450" h="1143000">
                  <a:moveTo>
                    <a:pt x="0" y="651607"/>
                  </a:moveTo>
                  <a:cubicBezTo>
                    <a:pt x="118269" y="651607"/>
                    <a:pt x="236538" y="651607"/>
                    <a:pt x="354806" y="651607"/>
                  </a:cubicBezTo>
                  <a:cubicBezTo>
                    <a:pt x="591344" y="651607"/>
                    <a:pt x="827881" y="642558"/>
                    <a:pt x="1064419" y="627640"/>
                  </a:cubicBezTo>
                  <a:cubicBezTo>
                    <a:pt x="1300956" y="612721"/>
                    <a:pt x="1537494" y="290487"/>
                    <a:pt x="1774031" y="290487"/>
                  </a:cubicBezTo>
                  <a:cubicBezTo>
                    <a:pt x="2010569" y="290487"/>
                    <a:pt x="2247106" y="926804"/>
                    <a:pt x="2483644" y="926804"/>
                  </a:cubicBezTo>
                  <a:cubicBezTo>
                    <a:pt x="2601912" y="926804"/>
                    <a:pt x="2720181" y="926804"/>
                    <a:pt x="2838450" y="926804"/>
                  </a:cubicBezTo>
                  <a:lnTo>
                    <a:pt x="2838450" y="1143000"/>
                  </a:lnTo>
                  <a:cubicBezTo>
                    <a:pt x="2720181" y="1143000"/>
                    <a:pt x="2601912" y="1143000"/>
                    <a:pt x="2483644" y="1143000"/>
                  </a:cubicBezTo>
                  <a:cubicBezTo>
                    <a:pt x="2247106" y="1143000"/>
                    <a:pt x="2010569" y="466078"/>
                    <a:pt x="1774031" y="466078"/>
                  </a:cubicBezTo>
                  <a:cubicBezTo>
                    <a:pt x="1537494" y="466078"/>
                    <a:pt x="1300956" y="799618"/>
                    <a:pt x="1064419" y="801988"/>
                  </a:cubicBezTo>
                  <a:cubicBezTo>
                    <a:pt x="827881" y="804359"/>
                    <a:pt x="591344" y="805582"/>
                    <a:pt x="354806" y="805582"/>
                  </a:cubicBezTo>
                  <a:cubicBezTo>
                    <a:pt x="236538" y="805582"/>
                    <a:pt x="118269" y="805582"/>
                    <a:pt x="0" y="805582"/>
                  </a:cubicBezTo>
                  <a:close/>
                </a:path>
              </a:pathLst>
            </a:custGeom>
            <a:solidFill>
              <a:srgbClr val="D55E00">
                <a:alpha val="2500"/>
              </a:srgbClr>
            </a:solidFill>
            <a:ln w="0">
              <a:noFill/>
            </a:ln>
          </p:spPr>
        </p:sp>
        <p:sp>
          <p:nvSpPr>
            <p:cNvPr id="2730" name="smooth-map-feature-2-shade-10">
              <a:extLst>
                <a:ext uri="{FF2B5EF4-FFF2-40B4-BE49-F238E27FC236}">
                  <a16:creationId xmlns:a16="http://schemas.microsoft.com/office/drawing/2014/main" id="{3EC28CEF-C318-4B65-8D10-D881734A2225}"/>
                </a:ext>
              </a:extLst>
            </p:cNvPr>
            <p:cNvSpPr>
              <a:spLocks noGrp="1"/>
            </p:cNvSpPr>
            <p:nvPr/>
          </p:nvSpPr>
          <p:spPr>
            <a:xfrm>
              <a:off x="21240750" y="6019800"/>
              <a:ext cx="2838450" cy="1143000"/>
            </a:xfrm>
            <a:custGeom>
              <a:pathLst>
                <a:path w="2838450" h="1143000">
                  <a:moveTo>
                    <a:pt x="0" y="654043"/>
                  </a:moveTo>
                  <a:cubicBezTo>
                    <a:pt x="118269" y="654043"/>
                    <a:pt x="236538" y="654043"/>
                    <a:pt x="354806" y="654043"/>
                  </a:cubicBezTo>
                  <a:cubicBezTo>
                    <a:pt x="591344" y="654043"/>
                    <a:pt x="827881" y="645129"/>
                    <a:pt x="1064419" y="630398"/>
                  </a:cubicBezTo>
                  <a:cubicBezTo>
                    <a:pt x="1300956" y="615668"/>
                    <a:pt x="1537494" y="293265"/>
                    <a:pt x="1774031" y="293265"/>
                  </a:cubicBezTo>
                  <a:cubicBezTo>
                    <a:pt x="2010569" y="293265"/>
                    <a:pt x="2247106" y="930617"/>
                    <a:pt x="2483644" y="930617"/>
                  </a:cubicBezTo>
                  <a:cubicBezTo>
                    <a:pt x="2601912" y="930617"/>
                    <a:pt x="2720181" y="930617"/>
                    <a:pt x="2838450" y="930617"/>
                  </a:cubicBezTo>
                  <a:lnTo>
                    <a:pt x="2838450" y="1143000"/>
                  </a:lnTo>
                  <a:cubicBezTo>
                    <a:pt x="2720181" y="1143000"/>
                    <a:pt x="2601912" y="1143000"/>
                    <a:pt x="2483644" y="1143000"/>
                  </a:cubicBezTo>
                  <a:cubicBezTo>
                    <a:pt x="2247106" y="1143000"/>
                    <a:pt x="2010569" y="463300"/>
                    <a:pt x="1774031" y="463300"/>
                  </a:cubicBezTo>
                  <a:cubicBezTo>
                    <a:pt x="1537494" y="463300"/>
                    <a:pt x="1300956" y="796649"/>
                    <a:pt x="1064419" y="799230"/>
                  </a:cubicBezTo>
                  <a:cubicBezTo>
                    <a:pt x="827881" y="801811"/>
                    <a:pt x="591344" y="803146"/>
                    <a:pt x="354806" y="803146"/>
                  </a:cubicBezTo>
                  <a:cubicBezTo>
                    <a:pt x="236538" y="803146"/>
                    <a:pt x="118269" y="803146"/>
                    <a:pt x="0" y="803146"/>
                  </a:cubicBezTo>
                  <a:close/>
                </a:path>
              </a:pathLst>
            </a:custGeom>
            <a:solidFill>
              <a:srgbClr val="D55E00">
                <a:alpha val="2564"/>
              </a:srgbClr>
            </a:solidFill>
            <a:ln w="0">
              <a:noFill/>
            </a:ln>
          </p:spPr>
        </p:sp>
        <p:sp>
          <p:nvSpPr>
            <p:cNvPr id="2731" name="smooth-map-feature-2-shade-11">
              <a:extLst>
                <a:ext uri="{FF2B5EF4-FFF2-40B4-BE49-F238E27FC236}">
                  <a16:creationId xmlns:a16="http://schemas.microsoft.com/office/drawing/2014/main" id="{36790427-F0C5-47C6-8F88-E79F9CE5D9EB}"/>
                </a:ext>
              </a:extLst>
            </p:cNvPr>
            <p:cNvSpPr>
              <a:spLocks noGrp="1"/>
            </p:cNvSpPr>
            <p:nvPr/>
          </p:nvSpPr>
          <p:spPr>
            <a:xfrm>
              <a:off x="21240750" y="6019800"/>
              <a:ext cx="2838450" cy="1143000"/>
            </a:xfrm>
            <a:custGeom>
              <a:pathLst>
                <a:path w="2838450" h="1143000">
                  <a:moveTo>
                    <a:pt x="0" y="656323"/>
                  </a:moveTo>
                  <a:cubicBezTo>
                    <a:pt x="118269" y="656323"/>
                    <a:pt x="236538" y="656323"/>
                    <a:pt x="354806" y="656323"/>
                  </a:cubicBezTo>
                  <a:cubicBezTo>
                    <a:pt x="591344" y="656323"/>
                    <a:pt x="827881" y="647534"/>
                    <a:pt x="1064419" y="632979"/>
                  </a:cubicBezTo>
                  <a:cubicBezTo>
                    <a:pt x="1300956" y="618424"/>
                    <a:pt x="1537494" y="295865"/>
                    <a:pt x="1774031" y="295865"/>
                  </a:cubicBezTo>
                  <a:cubicBezTo>
                    <a:pt x="2010569" y="295865"/>
                    <a:pt x="2247106" y="934184"/>
                    <a:pt x="2483644" y="934184"/>
                  </a:cubicBezTo>
                  <a:cubicBezTo>
                    <a:pt x="2601912" y="934184"/>
                    <a:pt x="2720181" y="934184"/>
                    <a:pt x="2838450" y="934184"/>
                  </a:cubicBezTo>
                  <a:lnTo>
                    <a:pt x="2838450" y="1143000"/>
                  </a:lnTo>
                  <a:cubicBezTo>
                    <a:pt x="2720181" y="1143000"/>
                    <a:pt x="2601912" y="1143000"/>
                    <a:pt x="2483644" y="1143000"/>
                  </a:cubicBezTo>
                  <a:cubicBezTo>
                    <a:pt x="2247106" y="1143000"/>
                    <a:pt x="2010569" y="460700"/>
                    <a:pt x="1774031" y="460700"/>
                  </a:cubicBezTo>
                  <a:cubicBezTo>
                    <a:pt x="1537494" y="460700"/>
                    <a:pt x="1300956" y="793872"/>
                    <a:pt x="1064419" y="796649"/>
                  </a:cubicBezTo>
                  <a:cubicBezTo>
                    <a:pt x="827881" y="799426"/>
                    <a:pt x="591344" y="800867"/>
                    <a:pt x="354806" y="800867"/>
                  </a:cubicBezTo>
                  <a:cubicBezTo>
                    <a:pt x="236538" y="800867"/>
                    <a:pt x="118269" y="800867"/>
                    <a:pt x="0" y="800867"/>
                  </a:cubicBezTo>
                  <a:close/>
                </a:path>
              </a:pathLst>
            </a:custGeom>
            <a:solidFill>
              <a:srgbClr val="D55E00">
                <a:alpha val="2632"/>
              </a:srgbClr>
            </a:solidFill>
            <a:ln w="0">
              <a:noFill/>
            </a:ln>
          </p:spPr>
        </p:sp>
        <p:sp>
          <p:nvSpPr>
            <p:cNvPr id="2732" name="smooth-map-feature-2-shade-12">
              <a:extLst>
                <a:ext uri="{FF2B5EF4-FFF2-40B4-BE49-F238E27FC236}">
                  <a16:creationId xmlns:a16="http://schemas.microsoft.com/office/drawing/2014/main" id="{C63A413D-8506-4EBF-9710-7AB242CB89D7}"/>
                </a:ext>
              </a:extLst>
            </p:cNvPr>
            <p:cNvSpPr>
              <a:spLocks noGrp="1"/>
            </p:cNvSpPr>
            <p:nvPr/>
          </p:nvSpPr>
          <p:spPr>
            <a:xfrm>
              <a:off x="21240750" y="6019800"/>
              <a:ext cx="2838450" cy="1143000"/>
            </a:xfrm>
            <a:custGeom>
              <a:pathLst>
                <a:path w="2838450" h="1143000">
                  <a:moveTo>
                    <a:pt x="0" y="658472"/>
                  </a:moveTo>
                  <a:cubicBezTo>
                    <a:pt x="118269" y="658472"/>
                    <a:pt x="236538" y="658472"/>
                    <a:pt x="354806" y="658472"/>
                  </a:cubicBezTo>
                  <a:cubicBezTo>
                    <a:pt x="591344" y="658472"/>
                    <a:pt x="827881" y="649801"/>
                    <a:pt x="1064419" y="635412"/>
                  </a:cubicBezTo>
                  <a:cubicBezTo>
                    <a:pt x="1300956" y="621024"/>
                    <a:pt x="1537494" y="298315"/>
                    <a:pt x="1774031" y="298315"/>
                  </a:cubicBezTo>
                  <a:cubicBezTo>
                    <a:pt x="2010569" y="298315"/>
                    <a:pt x="2247106" y="937548"/>
                    <a:pt x="2483644" y="937548"/>
                  </a:cubicBezTo>
                  <a:cubicBezTo>
                    <a:pt x="2601912" y="937548"/>
                    <a:pt x="2720181" y="937548"/>
                    <a:pt x="2838450" y="937548"/>
                  </a:cubicBezTo>
                  <a:lnTo>
                    <a:pt x="2838450" y="1143000"/>
                  </a:lnTo>
                  <a:cubicBezTo>
                    <a:pt x="2720181" y="1143000"/>
                    <a:pt x="2601912" y="1143000"/>
                    <a:pt x="2483644" y="1143000"/>
                  </a:cubicBezTo>
                  <a:cubicBezTo>
                    <a:pt x="2247106" y="1143000"/>
                    <a:pt x="2010569" y="458250"/>
                    <a:pt x="1774031" y="458250"/>
                  </a:cubicBezTo>
                  <a:cubicBezTo>
                    <a:pt x="1537494" y="458250"/>
                    <a:pt x="1300956" y="791254"/>
                    <a:pt x="1064419" y="794215"/>
                  </a:cubicBezTo>
                  <a:cubicBezTo>
                    <a:pt x="827881" y="797177"/>
                    <a:pt x="591344" y="798718"/>
                    <a:pt x="354806" y="798718"/>
                  </a:cubicBezTo>
                  <a:cubicBezTo>
                    <a:pt x="236538" y="798718"/>
                    <a:pt x="118269" y="798718"/>
                    <a:pt x="0" y="798718"/>
                  </a:cubicBezTo>
                  <a:close/>
                </a:path>
              </a:pathLst>
            </a:custGeom>
            <a:solidFill>
              <a:srgbClr val="D55E00">
                <a:alpha val="2703"/>
              </a:srgbClr>
            </a:solidFill>
            <a:ln w="0">
              <a:noFill/>
            </a:ln>
          </p:spPr>
        </p:sp>
        <p:sp>
          <p:nvSpPr>
            <p:cNvPr id="2733" name="smooth-map-feature-2-shade-13">
              <a:extLst>
                <a:ext uri="{FF2B5EF4-FFF2-40B4-BE49-F238E27FC236}">
                  <a16:creationId xmlns:a16="http://schemas.microsoft.com/office/drawing/2014/main" id="{988030B9-6CFC-45A2-9391-F034DAB58767}"/>
                </a:ext>
              </a:extLst>
            </p:cNvPr>
            <p:cNvSpPr>
              <a:spLocks noGrp="1"/>
            </p:cNvSpPr>
            <p:nvPr/>
          </p:nvSpPr>
          <p:spPr>
            <a:xfrm>
              <a:off x="21240750" y="6019800"/>
              <a:ext cx="2838450" cy="1143000"/>
            </a:xfrm>
            <a:custGeom>
              <a:pathLst>
                <a:path w="2838450" h="1143000">
                  <a:moveTo>
                    <a:pt x="0" y="660512"/>
                  </a:moveTo>
                  <a:cubicBezTo>
                    <a:pt x="118269" y="660512"/>
                    <a:pt x="236538" y="660512"/>
                    <a:pt x="354806" y="660512"/>
                  </a:cubicBezTo>
                  <a:cubicBezTo>
                    <a:pt x="591344" y="660512"/>
                    <a:pt x="827881" y="651953"/>
                    <a:pt x="1064419" y="637722"/>
                  </a:cubicBezTo>
                  <a:cubicBezTo>
                    <a:pt x="1300956" y="623491"/>
                    <a:pt x="1537494" y="300641"/>
                    <a:pt x="1774031" y="300641"/>
                  </a:cubicBezTo>
                  <a:cubicBezTo>
                    <a:pt x="2010569" y="300641"/>
                    <a:pt x="2247106" y="940740"/>
                    <a:pt x="2483644" y="940740"/>
                  </a:cubicBezTo>
                  <a:cubicBezTo>
                    <a:pt x="2601912" y="940740"/>
                    <a:pt x="2720181" y="940740"/>
                    <a:pt x="2838450" y="940740"/>
                  </a:cubicBezTo>
                  <a:lnTo>
                    <a:pt x="2838450" y="1143000"/>
                  </a:lnTo>
                  <a:cubicBezTo>
                    <a:pt x="2720181" y="1143000"/>
                    <a:pt x="2601912" y="1143000"/>
                    <a:pt x="2483644" y="1143000"/>
                  </a:cubicBezTo>
                  <a:cubicBezTo>
                    <a:pt x="2247106" y="1143000"/>
                    <a:pt x="2010569" y="455924"/>
                    <a:pt x="1774031" y="455924"/>
                  </a:cubicBezTo>
                  <a:cubicBezTo>
                    <a:pt x="1537494" y="455924"/>
                    <a:pt x="1300956" y="788769"/>
                    <a:pt x="1064419" y="791906"/>
                  </a:cubicBezTo>
                  <a:cubicBezTo>
                    <a:pt x="827881" y="795043"/>
                    <a:pt x="591344" y="796678"/>
                    <a:pt x="354806" y="796678"/>
                  </a:cubicBezTo>
                  <a:cubicBezTo>
                    <a:pt x="236538" y="796678"/>
                    <a:pt x="118269" y="796678"/>
                    <a:pt x="0" y="796678"/>
                  </a:cubicBezTo>
                  <a:close/>
                </a:path>
              </a:pathLst>
            </a:custGeom>
            <a:solidFill>
              <a:srgbClr val="D55E00">
                <a:alpha val="2778"/>
              </a:srgbClr>
            </a:solidFill>
            <a:ln w="0">
              <a:noFill/>
            </a:ln>
          </p:spPr>
        </p:sp>
        <p:sp>
          <p:nvSpPr>
            <p:cNvPr id="2734" name="smooth-map-feature-2-shade-14">
              <a:extLst>
                <a:ext uri="{FF2B5EF4-FFF2-40B4-BE49-F238E27FC236}">
                  <a16:creationId xmlns:a16="http://schemas.microsoft.com/office/drawing/2014/main" id="{0F908B90-3039-4262-88F3-C8A84A908EB3}"/>
                </a:ext>
              </a:extLst>
            </p:cNvPr>
            <p:cNvSpPr>
              <a:spLocks noGrp="1"/>
            </p:cNvSpPr>
            <p:nvPr/>
          </p:nvSpPr>
          <p:spPr>
            <a:xfrm>
              <a:off x="21240750" y="6019800"/>
              <a:ext cx="2838450" cy="1143000"/>
            </a:xfrm>
            <a:custGeom>
              <a:pathLst>
                <a:path w="2838450" h="1143000">
                  <a:moveTo>
                    <a:pt x="0" y="662458"/>
                  </a:moveTo>
                  <a:cubicBezTo>
                    <a:pt x="118269" y="662458"/>
                    <a:pt x="236538" y="662458"/>
                    <a:pt x="354806" y="662458"/>
                  </a:cubicBezTo>
                  <a:cubicBezTo>
                    <a:pt x="591344" y="662458"/>
                    <a:pt x="827881" y="654007"/>
                    <a:pt x="1064419" y="639927"/>
                  </a:cubicBezTo>
                  <a:cubicBezTo>
                    <a:pt x="1300956" y="625846"/>
                    <a:pt x="1537494" y="302862"/>
                    <a:pt x="1774031" y="302862"/>
                  </a:cubicBezTo>
                  <a:cubicBezTo>
                    <a:pt x="2010569" y="302862"/>
                    <a:pt x="2247106" y="943787"/>
                    <a:pt x="2483644" y="943787"/>
                  </a:cubicBezTo>
                  <a:cubicBezTo>
                    <a:pt x="2601912" y="943787"/>
                    <a:pt x="2720181" y="943787"/>
                    <a:pt x="2838450" y="943787"/>
                  </a:cubicBezTo>
                  <a:lnTo>
                    <a:pt x="2838450" y="1143000"/>
                  </a:lnTo>
                  <a:cubicBezTo>
                    <a:pt x="2720181" y="1143000"/>
                    <a:pt x="2601912" y="1143000"/>
                    <a:pt x="2483644" y="1143000"/>
                  </a:cubicBezTo>
                  <a:cubicBezTo>
                    <a:pt x="2247106" y="1143000"/>
                    <a:pt x="2010569" y="453703"/>
                    <a:pt x="1774031" y="453703"/>
                  </a:cubicBezTo>
                  <a:cubicBezTo>
                    <a:pt x="1537494" y="453703"/>
                    <a:pt x="1300956" y="786397"/>
                    <a:pt x="1064419" y="789701"/>
                  </a:cubicBezTo>
                  <a:cubicBezTo>
                    <a:pt x="827881" y="793005"/>
                    <a:pt x="591344" y="794731"/>
                    <a:pt x="354806" y="794731"/>
                  </a:cubicBezTo>
                  <a:cubicBezTo>
                    <a:pt x="236538" y="794731"/>
                    <a:pt x="118269" y="794731"/>
                    <a:pt x="0" y="794731"/>
                  </a:cubicBezTo>
                  <a:close/>
                </a:path>
              </a:pathLst>
            </a:custGeom>
            <a:solidFill>
              <a:srgbClr val="D55E00">
                <a:alpha val="2857"/>
              </a:srgbClr>
            </a:solidFill>
            <a:ln w="0">
              <a:noFill/>
            </a:ln>
          </p:spPr>
        </p:sp>
        <p:sp>
          <p:nvSpPr>
            <p:cNvPr id="2735" name="smooth-map-feature-2-shade-15">
              <a:extLst>
                <a:ext uri="{FF2B5EF4-FFF2-40B4-BE49-F238E27FC236}">
                  <a16:creationId xmlns:a16="http://schemas.microsoft.com/office/drawing/2014/main" id="{4585726B-71A8-4FC4-987E-B4CA77EC6107}"/>
                </a:ext>
              </a:extLst>
            </p:cNvPr>
            <p:cNvSpPr>
              <a:spLocks noGrp="1"/>
            </p:cNvSpPr>
            <p:nvPr/>
          </p:nvSpPr>
          <p:spPr>
            <a:xfrm>
              <a:off x="21240750" y="6019800"/>
              <a:ext cx="2838450" cy="1143000"/>
            </a:xfrm>
            <a:custGeom>
              <a:pathLst>
                <a:path w="2838450" h="1143000">
                  <a:moveTo>
                    <a:pt x="0" y="664326"/>
                  </a:moveTo>
                  <a:cubicBezTo>
                    <a:pt x="118269" y="664326"/>
                    <a:pt x="236538" y="664326"/>
                    <a:pt x="354806" y="664326"/>
                  </a:cubicBezTo>
                  <a:cubicBezTo>
                    <a:pt x="591344" y="664326"/>
                    <a:pt x="827881" y="655976"/>
                    <a:pt x="1064419" y="642041"/>
                  </a:cubicBezTo>
                  <a:cubicBezTo>
                    <a:pt x="1300956" y="628106"/>
                    <a:pt x="1537494" y="304991"/>
                    <a:pt x="1774031" y="304991"/>
                  </a:cubicBezTo>
                  <a:cubicBezTo>
                    <a:pt x="2010569" y="304991"/>
                    <a:pt x="2247106" y="946710"/>
                    <a:pt x="2483644" y="946710"/>
                  </a:cubicBezTo>
                  <a:cubicBezTo>
                    <a:pt x="2601912" y="946710"/>
                    <a:pt x="2720181" y="946710"/>
                    <a:pt x="2838450" y="946710"/>
                  </a:cubicBezTo>
                  <a:lnTo>
                    <a:pt x="2838450" y="1143000"/>
                  </a:lnTo>
                  <a:cubicBezTo>
                    <a:pt x="2720181" y="1143000"/>
                    <a:pt x="2601912" y="1143000"/>
                    <a:pt x="2483644" y="1143000"/>
                  </a:cubicBezTo>
                  <a:cubicBezTo>
                    <a:pt x="2247106" y="1143000"/>
                    <a:pt x="2010569" y="451574"/>
                    <a:pt x="1774031" y="451574"/>
                  </a:cubicBezTo>
                  <a:cubicBezTo>
                    <a:pt x="1537494" y="451574"/>
                    <a:pt x="1300956" y="784123"/>
                    <a:pt x="1064419" y="787587"/>
                  </a:cubicBezTo>
                  <a:cubicBezTo>
                    <a:pt x="827881" y="791050"/>
                    <a:pt x="591344" y="792864"/>
                    <a:pt x="354806" y="792864"/>
                  </a:cubicBezTo>
                  <a:cubicBezTo>
                    <a:pt x="236538" y="792864"/>
                    <a:pt x="118269" y="792864"/>
                    <a:pt x="0" y="792864"/>
                  </a:cubicBezTo>
                  <a:close/>
                </a:path>
              </a:pathLst>
            </a:custGeom>
            <a:solidFill>
              <a:srgbClr val="D55E00">
                <a:alpha val="2941"/>
              </a:srgbClr>
            </a:solidFill>
            <a:ln w="0">
              <a:noFill/>
            </a:ln>
          </p:spPr>
        </p:sp>
        <p:sp>
          <p:nvSpPr>
            <p:cNvPr id="2736" name="smooth-map-feature-2-shade-16">
              <a:extLst>
                <a:ext uri="{FF2B5EF4-FFF2-40B4-BE49-F238E27FC236}">
                  <a16:creationId xmlns:a16="http://schemas.microsoft.com/office/drawing/2014/main" id="{25A18D1A-9665-45AC-AB6B-3B46F9224C03}"/>
                </a:ext>
              </a:extLst>
            </p:cNvPr>
            <p:cNvSpPr>
              <a:spLocks noGrp="1"/>
            </p:cNvSpPr>
            <p:nvPr/>
          </p:nvSpPr>
          <p:spPr>
            <a:xfrm>
              <a:off x="21240750" y="6019800"/>
              <a:ext cx="2838450" cy="1143000"/>
            </a:xfrm>
            <a:custGeom>
              <a:pathLst>
                <a:path w="2838450" h="1143000">
                  <a:moveTo>
                    <a:pt x="0" y="666125"/>
                  </a:moveTo>
                  <a:cubicBezTo>
                    <a:pt x="118269" y="666125"/>
                    <a:pt x="236538" y="666125"/>
                    <a:pt x="354806" y="666125"/>
                  </a:cubicBezTo>
                  <a:cubicBezTo>
                    <a:pt x="591344" y="666125"/>
                    <a:pt x="827881" y="657874"/>
                    <a:pt x="1064419" y="644078"/>
                  </a:cubicBezTo>
                  <a:cubicBezTo>
                    <a:pt x="1300956" y="630283"/>
                    <a:pt x="1537494" y="307043"/>
                    <a:pt x="1774031" y="307043"/>
                  </a:cubicBezTo>
                  <a:cubicBezTo>
                    <a:pt x="2010569" y="307043"/>
                    <a:pt x="2247106" y="949526"/>
                    <a:pt x="2483644" y="949526"/>
                  </a:cubicBezTo>
                  <a:cubicBezTo>
                    <a:pt x="2601912" y="949526"/>
                    <a:pt x="2720181" y="949526"/>
                    <a:pt x="2838450" y="949526"/>
                  </a:cubicBezTo>
                  <a:lnTo>
                    <a:pt x="2838450" y="1143000"/>
                  </a:lnTo>
                  <a:cubicBezTo>
                    <a:pt x="2720181" y="1143000"/>
                    <a:pt x="2601912" y="1143000"/>
                    <a:pt x="2483644" y="1143000"/>
                  </a:cubicBezTo>
                  <a:cubicBezTo>
                    <a:pt x="2247106" y="1143000"/>
                    <a:pt x="2010569" y="449522"/>
                    <a:pt x="1774031" y="449522"/>
                  </a:cubicBezTo>
                  <a:cubicBezTo>
                    <a:pt x="1537494" y="449522"/>
                    <a:pt x="1300956" y="781932"/>
                    <a:pt x="1064419" y="785549"/>
                  </a:cubicBezTo>
                  <a:cubicBezTo>
                    <a:pt x="827881" y="789167"/>
                    <a:pt x="591344" y="791065"/>
                    <a:pt x="354806" y="791065"/>
                  </a:cubicBezTo>
                  <a:cubicBezTo>
                    <a:pt x="236538" y="791065"/>
                    <a:pt x="118269" y="791065"/>
                    <a:pt x="0" y="791065"/>
                  </a:cubicBezTo>
                  <a:close/>
                </a:path>
              </a:pathLst>
            </a:custGeom>
            <a:solidFill>
              <a:srgbClr val="D55E00">
                <a:alpha val="3030"/>
              </a:srgbClr>
            </a:solidFill>
            <a:ln w="0">
              <a:noFill/>
            </a:ln>
          </p:spPr>
        </p:sp>
        <p:sp>
          <p:nvSpPr>
            <p:cNvPr id="2737" name="smooth-map-feature-2-shade-17">
              <a:extLst>
                <a:ext uri="{FF2B5EF4-FFF2-40B4-BE49-F238E27FC236}">
                  <a16:creationId xmlns:a16="http://schemas.microsoft.com/office/drawing/2014/main" id="{707D0042-EC81-4F98-BDD8-5AE90D35420F}"/>
                </a:ext>
              </a:extLst>
            </p:cNvPr>
            <p:cNvSpPr>
              <a:spLocks noGrp="1"/>
            </p:cNvSpPr>
            <p:nvPr/>
          </p:nvSpPr>
          <p:spPr>
            <a:xfrm>
              <a:off x="21240750" y="6019800"/>
              <a:ext cx="2838450" cy="1143000"/>
            </a:xfrm>
            <a:custGeom>
              <a:pathLst>
                <a:path w="2838450" h="1143000">
                  <a:moveTo>
                    <a:pt x="0" y="667865"/>
                  </a:moveTo>
                  <a:cubicBezTo>
                    <a:pt x="118269" y="667865"/>
                    <a:pt x="236538" y="667865"/>
                    <a:pt x="354806" y="667865"/>
                  </a:cubicBezTo>
                  <a:cubicBezTo>
                    <a:pt x="591344" y="667865"/>
                    <a:pt x="827881" y="659709"/>
                    <a:pt x="1064419" y="646048"/>
                  </a:cubicBezTo>
                  <a:cubicBezTo>
                    <a:pt x="1300956" y="632388"/>
                    <a:pt x="1537494" y="309027"/>
                    <a:pt x="1774031" y="309027"/>
                  </a:cubicBezTo>
                  <a:cubicBezTo>
                    <a:pt x="2010569" y="309027"/>
                    <a:pt x="2247106" y="952249"/>
                    <a:pt x="2483644" y="952249"/>
                  </a:cubicBezTo>
                  <a:cubicBezTo>
                    <a:pt x="2601912" y="952249"/>
                    <a:pt x="2720181" y="952249"/>
                    <a:pt x="2838450" y="952249"/>
                  </a:cubicBezTo>
                  <a:lnTo>
                    <a:pt x="2838450" y="1142347"/>
                  </a:lnTo>
                  <a:cubicBezTo>
                    <a:pt x="2720181" y="1142347"/>
                    <a:pt x="2601912" y="1142347"/>
                    <a:pt x="2483644" y="1142347"/>
                  </a:cubicBezTo>
                  <a:cubicBezTo>
                    <a:pt x="2247106" y="1142347"/>
                    <a:pt x="2010569" y="447538"/>
                    <a:pt x="1774031" y="447538"/>
                  </a:cubicBezTo>
                  <a:cubicBezTo>
                    <a:pt x="1537494" y="447538"/>
                    <a:pt x="1300956" y="779814"/>
                    <a:pt x="1064419" y="783579"/>
                  </a:cubicBezTo>
                  <a:cubicBezTo>
                    <a:pt x="827881" y="787345"/>
                    <a:pt x="591344" y="789325"/>
                    <a:pt x="354806" y="789325"/>
                  </a:cubicBezTo>
                  <a:cubicBezTo>
                    <a:pt x="236538" y="789325"/>
                    <a:pt x="118269" y="789325"/>
                    <a:pt x="0" y="789325"/>
                  </a:cubicBezTo>
                  <a:close/>
                </a:path>
              </a:pathLst>
            </a:custGeom>
            <a:solidFill>
              <a:srgbClr val="D55E00">
                <a:alpha val="3125"/>
              </a:srgbClr>
            </a:solidFill>
            <a:ln w="0">
              <a:noFill/>
            </a:ln>
          </p:spPr>
        </p:sp>
        <p:sp>
          <p:nvSpPr>
            <p:cNvPr id="2738" name="smooth-map-feature-2-shade-18">
              <a:extLst>
                <a:ext uri="{FF2B5EF4-FFF2-40B4-BE49-F238E27FC236}">
                  <a16:creationId xmlns:a16="http://schemas.microsoft.com/office/drawing/2014/main" id="{BB5DFAD7-44F2-407A-BEB4-40CD16B361FD}"/>
                </a:ext>
              </a:extLst>
            </p:cNvPr>
            <p:cNvSpPr>
              <a:spLocks noGrp="1"/>
            </p:cNvSpPr>
            <p:nvPr/>
          </p:nvSpPr>
          <p:spPr>
            <a:xfrm>
              <a:off x="21240750" y="6019800"/>
              <a:ext cx="2838450" cy="1143000"/>
            </a:xfrm>
            <a:custGeom>
              <a:pathLst>
                <a:path w="2838450" h="1143000">
                  <a:moveTo>
                    <a:pt x="0" y="669554"/>
                  </a:moveTo>
                  <a:cubicBezTo>
                    <a:pt x="118269" y="669554"/>
                    <a:pt x="236538" y="669554"/>
                    <a:pt x="354806" y="669554"/>
                  </a:cubicBezTo>
                  <a:cubicBezTo>
                    <a:pt x="591344" y="669554"/>
                    <a:pt x="827881" y="661489"/>
                    <a:pt x="1064419" y="647960"/>
                  </a:cubicBezTo>
                  <a:cubicBezTo>
                    <a:pt x="1300956" y="634432"/>
                    <a:pt x="1537494" y="310953"/>
                    <a:pt x="1774031" y="310953"/>
                  </a:cubicBezTo>
                  <a:cubicBezTo>
                    <a:pt x="2010569" y="310953"/>
                    <a:pt x="2247106" y="954892"/>
                    <a:pt x="2483644" y="954892"/>
                  </a:cubicBezTo>
                  <a:cubicBezTo>
                    <a:pt x="2601912" y="954892"/>
                    <a:pt x="2720181" y="954892"/>
                    <a:pt x="2838450" y="954892"/>
                  </a:cubicBezTo>
                  <a:lnTo>
                    <a:pt x="2838450" y="1139704"/>
                  </a:lnTo>
                  <a:cubicBezTo>
                    <a:pt x="2720181" y="1139704"/>
                    <a:pt x="2601912" y="1139704"/>
                    <a:pt x="2483644" y="1139704"/>
                  </a:cubicBezTo>
                  <a:cubicBezTo>
                    <a:pt x="2247106" y="1139704"/>
                    <a:pt x="2010569" y="445612"/>
                    <a:pt x="1774031" y="445612"/>
                  </a:cubicBezTo>
                  <a:cubicBezTo>
                    <a:pt x="1537494" y="445612"/>
                    <a:pt x="1300956" y="777758"/>
                    <a:pt x="1064419" y="781667"/>
                  </a:cubicBezTo>
                  <a:cubicBezTo>
                    <a:pt x="827881" y="785577"/>
                    <a:pt x="591344" y="787636"/>
                    <a:pt x="354806" y="787636"/>
                  </a:cubicBezTo>
                  <a:cubicBezTo>
                    <a:pt x="236538" y="787636"/>
                    <a:pt x="118269" y="787636"/>
                    <a:pt x="0" y="787636"/>
                  </a:cubicBezTo>
                  <a:close/>
                </a:path>
              </a:pathLst>
            </a:custGeom>
            <a:solidFill>
              <a:srgbClr val="D55E00">
                <a:alpha val="3226"/>
              </a:srgbClr>
            </a:solidFill>
            <a:ln w="0">
              <a:noFill/>
            </a:ln>
          </p:spPr>
        </p:sp>
        <p:sp>
          <p:nvSpPr>
            <p:cNvPr id="2739" name="smooth-map-feature-2-shade-19">
              <a:extLst>
                <a:ext uri="{FF2B5EF4-FFF2-40B4-BE49-F238E27FC236}">
                  <a16:creationId xmlns:a16="http://schemas.microsoft.com/office/drawing/2014/main" id="{1F58CA43-4DF8-4503-939A-B80F4F43DA83}"/>
                </a:ext>
              </a:extLst>
            </p:cNvPr>
            <p:cNvSpPr>
              <a:spLocks noGrp="1"/>
            </p:cNvSpPr>
            <p:nvPr/>
          </p:nvSpPr>
          <p:spPr>
            <a:xfrm>
              <a:off x="21240750" y="6019800"/>
              <a:ext cx="2838450" cy="1143000"/>
            </a:xfrm>
            <a:custGeom>
              <a:pathLst>
                <a:path w="2838450" h="1143000">
                  <a:moveTo>
                    <a:pt x="0" y="671198"/>
                  </a:moveTo>
                  <a:cubicBezTo>
                    <a:pt x="118269" y="671198"/>
                    <a:pt x="236538" y="671198"/>
                    <a:pt x="354806" y="671198"/>
                  </a:cubicBezTo>
                  <a:cubicBezTo>
                    <a:pt x="591344" y="671198"/>
                    <a:pt x="827881" y="663222"/>
                    <a:pt x="1064419" y="649822"/>
                  </a:cubicBezTo>
                  <a:cubicBezTo>
                    <a:pt x="1300956" y="636422"/>
                    <a:pt x="1537494" y="312828"/>
                    <a:pt x="1774031" y="312828"/>
                  </a:cubicBezTo>
                  <a:cubicBezTo>
                    <a:pt x="2010569" y="312828"/>
                    <a:pt x="2247106" y="957465"/>
                    <a:pt x="2483644" y="957465"/>
                  </a:cubicBezTo>
                  <a:cubicBezTo>
                    <a:pt x="2601912" y="957465"/>
                    <a:pt x="2720181" y="957465"/>
                    <a:pt x="2838450" y="957465"/>
                  </a:cubicBezTo>
                  <a:lnTo>
                    <a:pt x="2838450" y="1137131"/>
                  </a:lnTo>
                  <a:cubicBezTo>
                    <a:pt x="2720181" y="1137131"/>
                    <a:pt x="2601912" y="1137131"/>
                    <a:pt x="2483644" y="1137131"/>
                  </a:cubicBezTo>
                  <a:cubicBezTo>
                    <a:pt x="2247106" y="1137131"/>
                    <a:pt x="2010569" y="443737"/>
                    <a:pt x="1774031" y="443737"/>
                  </a:cubicBezTo>
                  <a:cubicBezTo>
                    <a:pt x="1537494" y="443737"/>
                    <a:pt x="1300956" y="775756"/>
                    <a:pt x="1064419" y="779806"/>
                  </a:cubicBezTo>
                  <a:cubicBezTo>
                    <a:pt x="827881" y="783855"/>
                    <a:pt x="591344" y="785992"/>
                    <a:pt x="354806" y="785992"/>
                  </a:cubicBezTo>
                  <a:cubicBezTo>
                    <a:pt x="236538" y="785992"/>
                    <a:pt x="118269" y="785992"/>
                    <a:pt x="0" y="785992"/>
                  </a:cubicBezTo>
                  <a:close/>
                </a:path>
              </a:pathLst>
            </a:custGeom>
            <a:solidFill>
              <a:srgbClr val="D55E00">
                <a:alpha val="3333"/>
              </a:srgbClr>
            </a:solidFill>
            <a:ln w="0">
              <a:noFill/>
            </a:ln>
          </p:spPr>
        </p:sp>
        <p:sp>
          <p:nvSpPr>
            <p:cNvPr id="2740" name="smooth-map-feature-2-shade-20">
              <a:extLst>
                <a:ext uri="{FF2B5EF4-FFF2-40B4-BE49-F238E27FC236}">
                  <a16:creationId xmlns:a16="http://schemas.microsoft.com/office/drawing/2014/main" id="{9DFF5EF0-0BEF-4A24-827D-EE37EFA4CB44}"/>
                </a:ext>
              </a:extLst>
            </p:cNvPr>
            <p:cNvSpPr>
              <a:spLocks noGrp="1"/>
            </p:cNvSpPr>
            <p:nvPr/>
          </p:nvSpPr>
          <p:spPr>
            <a:xfrm>
              <a:off x="21240750" y="6019800"/>
              <a:ext cx="2838450" cy="1143000"/>
            </a:xfrm>
            <a:custGeom>
              <a:pathLst>
                <a:path w="2838450" h="1143000">
                  <a:moveTo>
                    <a:pt x="0" y="672803"/>
                  </a:moveTo>
                  <a:cubicBezTo>
                    <a:pt x="118269" y="672803"/>
                    <a:pt x="236538" y="672803"/>
                    <a:pt x="354806" y="672803"/>
                  </a:cubicBezTo>
                  <a:cubicBezTo>
                    <a:pt x="591344" y="672803"/>
                    <a:pt x="827881" y="664915"/>
                    <a:pt x="1064419" y="651640"/>
                  </a:cubicBezTo>
                  <a:cubicBezTo>
                    <a:pt x="1300956" y="638365"/>
                    <a:pt x="1537494" y="314658"/>
                    <a:pt x="1774031" y="314658"/>
                  </a:cubicBezTo>
                  <a:cubicBezTo>
                    <a:pt x="2010569" y="314658"/>
                    <a:pt x="2247106" y="959978"/>
                    <a:pt x="2483644" y="959978"/>
                  </a:cubicBezTo>
                  <a:cubicBezTo>
                    <a:pt x="2601912" y="959978"/>
                    <a:pt x="2720181" y="959978"/>
                    <a:pt x="2838450" y="959978"/>
                  </a:cubicBezTo>
                  <a:lnTo>
                    <a:pt x="2838450" y="1134619"/>
                  </a:lnTo>
                  <a:cubicBezTo>
                    <a:pt x="2720181" y="1134619"/>
                    <a:pt x="2601912" y="1134619"/>
                    <a:pt x="2483644" y="1134619"/>
                  </a:cubicBezTo>
                  <a:cubicBezTo>
                    <a:pt x="2247106" y="1134619"/>
                    <a:pt x="2010569" y="441907"/>
                    <a:pt x="1774031" y="441907"/>
                  </a:cubicBezTo>
                  <a:cubicBezTo>
                    <a:pt x="1537494" y="441907"/>
                    <a:pt x="1300956" y="773802"/>
                    <a:pt x="1064419" y="777988"/>
                  </a:cubicBezTo>
                  <a:cubicBezTo>
                    <a:pt x="827881" y="782174"/>
                    <a:pt x="591344" y="784387"/>
                    <a:pt x="354806" y="784387"/>
                  </a:cubicBezTo>
                  <a:cubicBezTo>
                    <a:pt x="236538" y="784387"/>
                    <a:pt x="118269" y="784387"/>
                    <a:pt x="0" y="784387"/>
                  </a:cubicBezTo>
                  <a:close/>
                </a:path>
              </a:pathLst>
            </a:custGeom>
            <a:solidFill>
              <a:srgbClr val="D55E00">
                <a:alpha val="3448"/>
              </a:srgbClr>
            </a:solidFill>
            <a:ln w="0">
              <a:noFill/>
            </a:ln>
          </p:spPr>
        </p:sp>
        <p:sp>
          <p:nvSpPr>
            <p:cNvPr id="2741" name="smooth-map-feature-2-shade-21">
              <a:extLst>
                <a:ext uri="{FF2B5EF4-FFF2-40B4-BE49-F238E27FC236}">
                  <a16:creationId xmlns:a16="http://schemas.microsoft.com/office/drawing/2014/main" id="{3E0703CF-DBEF-49F8-BC7A-5EF94545DF2E}"/>
                </a:ext>
              </a:extLst>
            </p:cNvPr>
            <p:cNvSpPr>
              <a:spLocks noGrp="1"/>
            </p:cNvSpPr>
            <p:nvPr/>
          </p:nvSpPr>
          <p:spPr>
            <a:xfrm>
              <a:off x="21240750" y="6019800"/>
              <a:ext cx="2838450" cy="1143000"/>
            </a:xfrm>
            <a:custGeom>
              <a:pathLst>
                <a:path w="2838450" h="1143000">
                  <a:moveTo>
                    <a:pt x="0" y="674375"/>
                  </a:moveTo>
                  <a:cubicBezTo>
                    <a:pt x="118269" y="674375"/>
                    <a:pt x="236538" y="674375"/>
                    <a:pt x="354806" y="674375"/>
                  </a:cubicBezTo>
                  <a:cubicBezTo>
                    <a:pt x="591344" y="674375"/>
                    <a:pt x="827881" y="666572"/>
                    <a:pt x="1064419" y="653420"/>
                  </a:cubicBezTo>
                  <a:cubicBezTo>
                    <a:pt x="1300956" y="640267"/>
                    <a:pt x="1537494" y="316451"/>
                    <a:pt x="1774031" y="316451"/>
                  </a:cubicBezTo>
                  <a:cubicBezTo>
                    <a:pt x="2010569" y="316451"/>
                    <a:pt x="2247106" y="962438"/>
                    <a:pt x="2483644" y="962438"/>
                  </a:cubicBezTo>
                  <a:cubicBezTo>
                    <a:pt x="2601912" y="962438"/>
                    <a:pt x="2720181" y="962438"/>
                    <a:pt x="2838450" y="962438"/>
                  </a:cubicBezTo>
                  <a:lnTo>
                    <a:pt x="2838450" y="1132158"/>
                  </a:lnTo>
                  <a:cubicBezTo>
                    <a:pt x="2720181" y="1132158"/>
                    <a:pt x="2601912" y="1132158"/>
                    <a:pt x="2483644" y="1132158"/>
                  </a:cubicBezTo>
                  <a:cubicBezTo>
                    <a:pt x="2247106" y="1132158"/>
                    <a:pt x="2010569" y="440114"/>
                    <a:pt x="1774031" y="440114"/>
                  </a:cubicBezTo>
                  <a:cubicBezTo>
                    <a:pt x="1537494" y="440114"/>
                    <a:pt x="1300956" y="771889"/>
                    <a:pt x="1064419" y="776208"/>
                  </a:cubicBezTo>
                  <a:cubicBezTo>
                    <a:pt x="827881" y="780528"/>
                    <a:pt x="591344" y="782815"/>
                    <a:pt x="354806" y="782815"/>
                  </a:cubicBezTo>
                  <a:cubicBezTo>
                    <a:pt x="236538" y="782815"/>
                    <a:pt x="118269" y="782815"/>
                    <a:pt x="0" y="782815"/>
                  </a:cubicBezTo>
                  <a:close/>
                </a:path>
              </a:pathLst>
            </a:custGeom>
            <a:solidFill>
              <a:srgbClr val="D55E00">
                <a:alpha val="3571"/>
              </a:srgbClr>
            </a:solidFill>
            <a:ln w="0">
              <a:noFill/>
            </a:ln>
          </p:spPr>
        </p:sp>
        <p:sp>
          <p:nvSpPr>
            <p:cNvPr id="2742" name="smooth-map-feature-2-shade-22">
              <a:extLst>
                <a:ext uri="{FF2B5EF4-FFF2-40B4-BE49-F238E27FC236}">
                  <a16:creationId xmlns:a16="http://schemas.microsoft.com/office/drawing/2014/main" id="{4533D926-3557-4487-AB32-6EB78FAB6FB7}"/>
                </a:ext>
              </a:extLst>
            </p:cNvPr>
            <p:cNvSpPr>
              <a:spLocks noGrp="1"/>
            </p:cNvSpPr>
            <p:nvPr/>
          </p:nvSpPr>
          <p:spPr>
            <a:xfrm>
              <a:off x="21240750" y="6019800"/>
              <a:ext cx="2838450" cy="1143000"/>
            </a:xfrm>
            <a:custGeom>
              <a:pathLst>
                <a:path w="2838450" h="1143000">
                  <a:moveTo>
                    <a:pt x="0" y="675918"/>
                  </a:moveTo>
                  <a:cubicBezTo>
                    <a:pt x="118269" y="675918"/>
                    <a:pt x="236538" y="675918"/>
                    <a:pt x="354806" y="675918"/>
                  </a:cubicBezTo>
                  <a:cubicBezTo>
                    <a:pt x="591344" y="675918"/>
                    <a:pt x="827881" y="668198"/>
                    <a:pt x="1064419" y="655167"/>
                  </a:cubicBezTo>
                  <a:cubicBezTo>
                    <a:pt x="1300956" y="642135"/>
                    <a:pt x="1537494" y="318211"/>
                    <a:pt x="1774031" y="318211"/>
                  </a:cubicBezTo>
                  <a:cubicBezTo>
                    <a:pt x="2010569" y="318211"/>
                    <a:pt x="2247106" y="964853"/>
                    <a:pt x="2483644" y="964853"/>
                  </a:cubicBezTo>
                  <a:cubicBezTo>
                    <a:pt x="2601912" y="964853"/>
                    <a:pt x="2720181" y="964853"/>
                    <a:pt x="2838450" y="964853"/>
                  </a:cubicBezTo>
                  <a:lnTo>
                    <a:pt x="2838450" y="1129743"/>
                  </a:lnTo>
                  <a:cubicBezTo>
                    <a:pt x="2720181" y="1129743"/>
                    <a:pt x="2601912" y="1129743"/>
                    <a:pt x="2483644" y="1129743"/>
                  </a:cubicBezTo>
                  <a:cubicBezTo>
                    <a:pt x="2247106" y="1129743"/>
                    <a:pt x="2010569" y="438354"/>
                    <a:pt x="1774031" y="438354"/>
                  </a:cubicBezTo>
                  <a:cubicBezTo>
                    <a:pt x="1537494" y="438354"/>
                    <a:pt x="1300956" y="770010"/>
                    <a:pt x="1064419" y="774461"/>
                  </a:cubicBezTo>
                  <a:cubicBezTo>
                    <a:pt x="827881" y="778911"/>
                    <a:pt x="591344" y="781272"/>
                    <a:pt x="354806" y="781272"/>
                  </a:cubicBezTo>
                  <a:cubicBezTo>
                    <a:pt x="236538" y="781272"/>
                    <a:pt x="118269" y="781272"/>
                    <a:pt x="0" y="781272"/>
                  </a:cubicBezTo>
                  <a:close/>
                </a:path>
              </a:pathLst>
            </a:custGeom>
            <a:solidFill>
              <a:srgbClr val="D55E00">
                <a:alpha val="3704"/>
              </a:srgbClr>
            </a:solidFill>
            <a:ln w="0">
              <a:noFill/>
            </a:ln>
          </p:spPr>
        </p:sp>
        <p:sp>
          <p:nvSpPr>
            <p:cNvPr id="2743" name="smooth-map-feature-2-shade-23">
              <a:extLst>
                <a:ext uri="{FF2B5EF4-FFF2-40B4-BE49-F238E27FC236}">
                  <a16:creationId xmlns:a16="http://schemas.microsoft.com/office/drawing/2014/main" id="{F9B37A7B-AFA1-4726-B06D-DD83CF1D76D3}"/>
                </a:ext>
              </a:extLst>
            </p:cNvPr>
            <p:cNvSpPr>
              <a:spLocks noGrp="1"/>
            </p:cNvSpPr>
            <p:nvPr/>
          </p:nvSpPr>
          <p:spPr>
            <a:xfrm>
              <a:off x="21240750" y="6019800"/>
              <a:ext cx="2838450" cy="1143000"/>
            </a:xfrm>
            <a:custGeom>
              <a:pathLst>
                <a:path w="2838450" h="1143000">
                  <a:moveTo>
                    <a:pt x="0" y="677437"/>
                  </a:moveTo>
                  <a:cubicBezTo>
                    <a:pt x="118269" y="677437"/>
                    <a:pt x="236538" y="677437"/>
                    <a:pt x="354806" y="677437"/>
                  </a:cubicBezTo>
                  <a:cubicBezTo>
                    <a:pt x="591344" y="677437"/>
                    <a:pt x="827881" y="669799"/>
                    <a:pt x="1064419" y="656887"/>
                  </a:cubicBezTo>
                  <a:cubicBezTo>
                    <a:pt x="1300956" y="643974"/>
                    <a:pt x="1537494" y="319943"/>
                    <a:pt x="1774031" y="319943"/>
                  </a:cubicBezTo>
                  <a:cubicBezTo>
                    <a:pt x="2010569" y="319943"/>
                    <a:pt x="2247106" y="967230"/>
                    <a:pt x="2483644" y="967230"/>
                  </a:cubicBezTo>
                  <a:cubicBezTo>
                    <a:pt x="2601912" y="967230"/>
                    <a:pt x="2720181" y="967230"/>
                    <a:pt x="2838450" y="967230"/>
                  </a:cubicBezTo>
                  <a:lnTo>
                    <a:pt x="2838450" y="1127366"/>
                  </a:lnTo>
                  <a:cubicBezTo>
                    <a:pt x="2720181" y="1127366"/>
                    <a:pt x="2601912" y="1127366"/>
                    <a:pt x="2483644" y="1127366"/>
                  </a:cubicBezTo>
                  <a:cubicBezTo>
                    <a:pt x="2247106" y="1127366"/>
                    <a:pt x="2010569" y="436623"/>
                    <a:pt x="1774031" y="436623"/>
                  </a:cubicBezTo>
                  <a:cubicBezTo>
                    <a:pt x="1537494" y="436623"/>
                    <a:pt x="1300956" y="768162"/>
                    <a:pt x="1064419" y="772741"/>
                  </a:cubicBezTo>
                  <a:cubicBezTo>
                    <a:pt x="827881" y="777320"/>
                    <a:pt x="591344" y="779753"/>
                    <a:pt x="354806" y="779753"/>
                  </a:cubicBezTo>
                  <a:cubicBezTo>
                    <a:pt x="236538" y="779753"/>
                    <a:pt x="118269" y="779753"/>
                    <a:pt x="0" y="779753"/>
                  </a:cubicBezTo>
                  <a:close/>
                </a:path>
              </a:pathLst>
            </a:custGeom>
            <a:solidFill>
              <a:srgbClr val="D55E00">
                <a:alpha val="3846"/>
              </a:srgbClr>
            </a:solidFill>
            <a:ln w="0">
              <a:noFill/>
            </a:ln>
          </p:spPr>
        </p:sp>
        <p:sp>
          <p:nvSpPr>
            <p:cNvPr id="2744" name="smooth-map-feature-2-shade-24">
              <a:extLst>
                <a:ext uri="{FF2B5EF4-FFF2-40B4-BE49-F238E27FC236}">
                  <a16:creationId xmlns:a16="http://schemas.microsoft.com/office/drawing/2014/main" id="{E9AD2E52-0DFF-49DE-BA0B-BA3D04D07FC5}"/>
                </a:ext>
              </a:extLst>
            </p:cNvPr>
            <p:cNvSpPr>
              <a:spLocks noGrp="1"/>
            </p:cNvSpPr>
            <p:nvPr/>
          </p:nvSpPr>
          <p:spPr>
            <a:xfrm>
              <a:off x="21240750" y="6019800"/>
              <a:ext cx="2838450" cy="1143000"/>
            </a:xfrm>
            <a:custGeom>
              <a:pathLst>
                <a:path w="2838450" h="1143000">
                  <a:moveTo>
                    <a:pt x="0" y="678935"/>
                  </a:moveTo>
                  <a:cubicBezTo>
                    <a:pt x="118269" y="678935"/>
                    <a:pt x="236538" y="678935"/>
                    <a:pt x="354806" y="678935"/>
                  </a:cubicBezTo>
                  <a:cubicBezTo>
                    <a:pt x="591344" y="678935"/>
                    <a:pt x="827881" y="671378"/>
                    <a:pt x="1064419" y="658583"/>
                  </a:cubicBezTo>
                  <a:cubicBezTo>
                    <a:pt x="1300956" y="645788"/>
                    <a:pt x="1537494" y="321651"/>
                    <a:pt x="1774031" y="321651"/>
                  </a:cubicBezTo>
                  <a:cubicBezTo>
                    <a:pt x="2010569" y="321651"/>
                    <a:pt x="2247106" y="969575"/>
                    <a:pt x="2483644" y="969575"/>
                  </a:cubicBezTo>
                  <a:cubicBezTo>
                    <a:pt x="2601912" y="969575"/>
                    <a:pt x="2720181" y="969575"/>
                    <a:pt x="2838450" y="969575"/>
                  </a:cubicBezTo>
                  <a:lnTo>
                    <a:pt x="2838450" y="1125022"/>
                  </a:lnTo>
                  <a:cubicBezTo>
                    <a:pt x="2720181" y="1125022"/>
                    <a:pt x="2601912" y="1125022"/>
                    <a:pt x="2483644" y="1125022"/>
                  </a:cubicBezTo>
                  <a:cubicBezTo>
                    <a:pt x="2247106" y="1125022"/>
                    <a:pt x="2010569" y="434914"/>
                    <a:pt x="1774031" y="434914"/>
                  </a:cubicBezTo>
                  <a:cubicBezTo>
                    <a:pt x="1537494" y="434914"/>
                    <a:pt x="1300956" y="766339"/>
                    <a:pt x="1064419" y="771045"/>
                  </a:cubicBezTo>
                  <a:cubicBezTo>
                    <a:pt x="827881" y="775751"/>
                    <a:pt x="591344" y="778255"/>
                    <a:pt x="354806" y="778255"/>
                  </a:cubicBezTo>
                  <a:cubicBezTo>
                    <a:pt x="236538" y="778255"/>
                    <a:pt x="118269" y="778255"/>
                    <a:pt x="0" y="778255"/>
                  </a:cubicBezTo>
                  <a:close/>
                </a:path>
              </a:pathLst>
            </a:custGeom>
            <a:solidFill>
              <a:srgbClr val="D55E00">
                <a:alpha val="4000"/>
              </a:srgbClr>
            </a:solidFill>
            <a:ln w="0">
              <a:noFill/>
            </a:ln>
          </p:spPr>
        </p:sp>
        <p:sp>
          <p:nvSpPr>
            <p:cNvPr id="2745" name="smooth-map-feature-2-shade-25">
              <a:extLst>
                <a:ext uri="{FF2B5EF4-FFF2-40B4-BE49-F238E27FC236}">
                  <a16:creationId xmlns:a16="http://schemas.microsoft.com/office/drawing/2014/main" id="{EF6D5DB6-0596-45B3-AB24-20F892ECB9FB}"/>
                </a:ext>
              </a:extLst>
            </p:cNvPr>
            <p:cNvSpPr>
              <a:spLocks noGrp="1"/>
            </p:cNvSpPr>
            <p:nvPr/>
          </p:nvSpPr>
          <p:spPr>
            <a:xfrm>
              <a:off x="21240750" y="6019800"/>
              <a:ext cx="2838450" cy="1143000"/>
            </a:xfrm>
            <a:custGeom>
              <a:pathLst>
                <a:path w="2838450" h="1143000">
                  <a:moveTo>
                    <a:pt x="0" y="680416"/>
                  </a:moveTo>
                  <a:cubicBezTo>
                    <a:pt x="118269" y="680416"/>
                    <a:pt x="236538" y="680416"/>
                    <a:pt x="354806" y="680416"/>
                  </a:cubicBezTo>
                  <a:cubicBezTo>
                    <a:pt x="591344" y="680416"/>
                    <a:pt x="827881" y="672939"/>
                    <a:pt x="1064419" y="660260"/>
                  </a:cubicBezTo>
                  <a:cubicBezTo>
                    <a:pt x="1300956" y="647581"/>
                    <a:pt x="1537494" y="323340"/>
                    <a:pt x="1774031" y="323340"/>
                  </a:cubicBezTo>
                  <a:cubicBezTo>
                    <a:pt x="2010569" y="323340"/>
                    <a:pt x="2247106" y="971893"/>
                    <a:pt x="2483644" y="971893"/>
                  </a:cubicBezTo>
                  <a:cubicBezTo>
                    <a:pt x="2601912" y="971893"/>
                    <a:pt x="2720181" y="971893"/>
                    <a:pt x="2838450" y="971893"/>
                  </a:cubicBezTo>
                  <a:lnTo>
                    <a:pt x="2838450" y="1122703"/>
                  </a:lnTo>
                  <a:cubicBezTo>
                    <a:pt x="2720181" y="1122703"/>
                    <a:pt x="2601912" y="1122703"/>
                    <a:pt x="2483644" y="1122703"/>
                  </a:cubicBezTo>
                  <a:cubicBezTo>
                    <a:pt x="2247106" y="1122703"/>
                    <a:pt x="2010569" y="433225"/>
                    <a:pt x="1774031" y="433225"/>
                  </a:cubicBezTo>
                  <a:cubicBezTo>
                    <a:pt x="1537494" y="433225"/>
                    <a:pt x="1300956" y="764537"/>
                    <a:pt x="1064419" y="769368"/>
                  </a:cubicBezTo>
                  <a:cubicBezTo>
                    <a:pt x="827881" y="774199"/>
                    <a:pt x="591344" y="776774"/>
                    <a:pt x="354806" y="776774"/>
                  </a:cubicBezTo>
                  <a:cubicBezTo>
                    <a:pt x="236538" y="776774"/>
                    <a:pt x="118269" y="776774"/>
                    <a:pt x="0" y="776774"/>
                  </a:cubicBezTo>
                  <a:close/>
                </a:path>
              </a:pathLst>
            </a:custGeom>
            <a:solidFill>
              <a:srgbClr val="D55E00">
                <a:alpha val="4167"/>
              </a:srgbClr>
            </a:solidFill>
            <a:ln w="0">
              <a:noFill/>
            </a:ln>
          </p:spPr>
        </p:sp>
        <p:sp>
          <p:nvSpPr>
            <p:cNvPr id="2746" name="smooth-map-feature-2-shade-26">
              <a:extLst>
                <a:ext uri="{FF2B5EF4-FFF2-40B4-BE49-F238E27FC236}">
                  <a16:creationId xmlns:a16="http://schemas.microsoft.com/office/drawing/2014/main" id="{D9B0FDDF-0241-447F-B2B5-BC0B11090905}"/>
                </a:ext>
              </a:extLst>
            </p:cNvPr>
            <p:cNvSpPr>
              <a:spLocks noGrp="1"/>
            </p:cNvSpPr>
            <p:nvPr/>
          </p:nvSpPr>
          <p:spPr>
            <a:xfrm>
              <a:off x="21240750" y="6019800"/>
              <a:ext cx="2838450" cy="1143000"/>
            </a:xfrm>
            <a:custGeom>
              <a:pathLst>
                <a:path w="2838450" h="1143000">
                  <a:moveTo>
                    <a:pt x="0" y="681884"/>
                  </a:moveTo>
                  <a:cubicBezTo>
                    <a:pt x="118269" y="681884"/>
                    <a:pt x="236538" y="681884"/>
                    <a:pt x="354806" y="681884"/>
                  </a:cubicBezTo>
                  <a:cubicBezTo>
                    <a:pt x="591344" y="681884"/>
                    <a:pt x="827881" y="674486"/>
                    <a:pt x="1064419" y="661922"/>
                  </a:cubicBezTo>
                  <a:cubicBezTo>
                    <a:pt x="1300956" y="649359"/>
                    <a:pt x="1537494" y="325014"/>
                    <a:pt x="1774031" y="325014"/>
                  </a:cubicBezTo>
                  <a:cubicBezTo>
                    <a:pt x="2010569" y="325014"/>
                    <a:pt x="2247106" y="974190"/>
                    <a:pt x="2483644" y="974190"/>
                  </a:cubicBezTo>
                  <a:cubicBezTo>
                    <a:pt x="2601912" y="974190"/>
                    <a:pt x="2720181" y="974190"/>
                    <a:pt x="2838450" y="974190"/>
                  </a:cubicBezTo>
                  <a:lnTo>
                    <a:pt x="2838450" y="1120406"/>
                  </a:lnTo>
                  <a:cubicBezTo>
                    <a:pt x="2720181" y="1120406"/>
                    <a:pt x="2601912" y="1120406"/>
                    <a:pt x="2483644" y="1120406"/>
                  </a:cubicBezTo>
                  <a:cubicBezTo>
                    <a:pt x="2247106" y="1120406"/>
                    <a:pt x="2010569" y="431551"/>
                    <a:pt x="1774031" y="431551"/>
                  </a:cubicBezTo>
                  <a:cubicBezTo>
                    <a:pt x="1537494" y="431551"/>
                    <a:pt x="1300956" y="762751"/>
                    <a:pt x="1064419" y="767706"/>
                  </a:cubicBezTo>
                  <a:cubicBezTo>
                    <a:pt x="827881" y="772660"/>
                    <a:pt x="591344" y="775306"/>
                    <a:pt x="354806" y="775306"/>
                  </a:cubicBezTo>
                  <a:cubicBezTo>
                    <a:pt x="236538" y="775306"/>
                    <a:pt x="118269" y="775306"/>
                    <a:pt x="0" y="775306"/>
                  </a:cubicBezTo>
                  <a:close/>
                </a:path>
              </a:pathLst>
            </a:custGeom>
            <a:solidFill>
              <a:srgbClr val="D55E00">
                <a:alpha val="4348"/>
              </a:srgbClr>
            </a:solidFill>
            <a:ln w="0">
              <a:noFill/>
            </a:ln>
          </p:spPr>
        </p:sp>
        <p:sp>
          <p:nvSpPr>
            <p:cNvPr id="2747" name="smooth-map-feature-2-shade-27">
              <a:extLst>
                <a:ext uri="{FF2B5EF4-FFF2-40B4-BE49-F238E27FC236}">
                  <a16:creationId xmlns:a16="http://schemas.microsoft.com/office/drawing/2014/main" id="{319D646E-FC21-4EF7-AE68-49A4096EF878}"/>
                </a:ext>
              </a:extLst>
            </p:cNvPr>
            <p:cNvSpPr>
              <a:spLocks noGrp="1"/>
            </p:cNvSpPr>
            <p:nvPr/>
          </p:nvSpPr>
          <p:spPr>
            <a:xfrm>
              <a:off x="21240750" y="6019800"/>
              <a:ext cx="2838450" cy="1143000"/>
            </a:xfrm>
            <a:custGeom>
              <a:pathLst>
                <a:path w="2838450" h="1143000">
                  <a:moveTo>
                    <a:pt x="0" y="683342"/>
                  </a:moveTo>
                  <a:cubicBezTo>
                    <a:pt x="118269" y="683342"/>
                    <a:pt x="236538" y="683342"/>
                    <a:pt x="354806" y="683342"/>
                  </a:cubicBezTo>
                  <a:cubicBezTo>
                    <a:pt x="591344" y="683342"/>
                    <a:pt x="827881" y="676021"/>
                    <a:pt x="1064419" y="663573"/>
                  </a:cubicBezTo>
                  <a:cubicBezTo>
                    <a:pt x="1300956" y="651124"/>
                    <a:pt x="1537494" y="326676"/>
                    <a:pt x="1774031" y="326676"/>
                  </a:cubicBezTo>
                  <a:cubicBezTo>
                    <a:pt x="2010569" y="326676"/>
                    <a:pt x="2247106" y="976472"/>
                    <a:pt x="2483644" y="976472"/>
                  </a:cubicBezTo>
                  <a:cubicBezTo>
                    <a:pt x="2601912" y="976472"/>
                    <a:pt x="2720181" y="976472"/>
                    <a:pt x="2838450" y="976472"/>
                  </a:cubicBezTo>
                  <a:lnTo>
                    <a:pt x="2838450" y="1118124"/>
                  </a:lnTo>
                  <a:cubicBezTo>
                    <a:pt x="2720181" y="1118124"/>
                    <a:pt x="2601912" y="1118124"/>
                    <a:pt x="2483644" y="1118124"/>
                  </a:cubicBezTo>
                  <a:cubicBezTo>
                    <a:pt x="2247106" y="1118124"/>
                    <a:pt x="2010569" y="429889"/>
                    <a:pt x="1774031" y="429889"/>
                  </a:cubicBezTo>
                  <a:cubicBezTo>
                    <a:pt x="1537494" y="429889"/>
                    <a:pt x="1300956" y="760977"/>
                    <a:pt x="1064419" y="766055"/>
                  </a:cubicBezTo>
                  <a:cubicBezTo>
                    <a:pt x="827881" y="771133"/>
                    <a:pt x="591344" y="773848"/>
                    <a:pt x="354806" y="773848"/>
                  </a:cubicBezTo>
                  <a:cubicBezTo>
                    <a:pt x="236538" y="773848"/>
                    <a:pt x="118269" y="773848"/>
                    <a:pt x="0" y="773848"/>
                  </a:cubicBezTo>
                  <a:close/>
                </a:path>
              </a:pathLst>
            </a:custGeom>
            <a:solidFill>
              <a:srgbClr val="D55E00">
                <a:alpha val="4545"/>
              </a:srgbClr>
            </a:solidFill>
            <a:ln w="0">
              <a:noFill/>
            </a:ln>
          </p:spPr>
        </p:sp>
        <p:sp>
          <p:nvSpPr>
            <p:cNvPr id="2748" name="smooth-map-feature-2-shade-28">
              <a:extLst>
                <a:ext uri="{FF2B5EF4-FFF2-40B4-BE49-F238E27FC236}">
                  <a16:creationId xmlns:a16="http://schemas.microsoft.com/office/drawing/2014/main" id="{85DB55EB-4EA3-47C6-BA65-7990C1CF1FA6}"/>
                </a:ext>
              </a:extLst>
            </p:cNvPr>
            <p:cNvSpPr>
              <a:spLocks noGrp="1"/>
            </p:cNvSpPr>
            <p:nvPr/>
          </p:nvSpPr>
          <p:spPr>
            <a:xfrm>
              <a:off x="21240750" y="6019800"/>
              <a:ext cx="2838450" cy="1143000"/>
            </a:xfrm>
            <a:custGeom>
              <a:pathLst>
                <a:path w="2838450" h="1143000">
                  <a:moveTo>
                    <a:pt x="0" y="684793"/>
                  </a:moveTo>
                  <a:cubicBezTo>
                    <a:pt x="118269" y="684793"/>
                    <a:pt x="236538" y="684793"/>
                    <a:pt x="354806" y="684793"/>
                  </a:cubicBezTo>
                  <a:cubicBezTo>
                    <a:pt x="591344" y="684793"/>
                    <a:pt x="827881" y="677550"/>
                    <a:pt x="1064419" y="665216"/>
                  </a:cubicBezTo>
                  <a:cubicBezTo>
                    <a:pt x="1300956" y="652881"/>
                    <a:pt x="1537494" y="328331"/>
                    <a:pt x="1774031" y="328331"/>
                  </a:cubicBezTo>
                  <a:cubicBezTo>
                    <a:pt x="2010569" y="328331"/>
                    <a:pt x="2247106" y="978743"/>
                    <a:pt x="2483644" y="978743"/>
                  </a:cubicBezTo>
                  <a:cubicBezTo>
                    <a:pt x="2601912" y="978743"/>
                    <a:pt x="2720181" y="978743"/>
                    <a:pt x="2838450" y="978743"/>
                  </a:cubicBezTo>
                  <a:lnTo>
                    <a:pt x="2838450" y="1115853"/>
                  </a:lnTo>
                  <a:cubicBezTo>
                    <a:pt x="2720181" y="1115853"/>
                    <a:pt x="2601912" y="1115853"/>
                    <a:pt x="2483644" y="1115853"/>
                  </a:cubicBezTo>
                  <a:cubicBezTo>
                    <a:pt x="2247106" y="1115853"/>
                    <a:pt x="2010569" y="428234"/>
                    <a:pt x="1774031" y="428234"/>
                  </a:cubicBezTo>
                  <a:cubicBezTo>
                    <a:pt x="1537494" y="428234"/>
                    <a:pt x="1300956" y="759212"/>
                    <a:pt x="1064419" y="764412"/>
                  </a:cubicBezTo>
                  <a:cubicBezTo>
                    <a:pt x="827881" y="769612"/>
                    <a:pt x="591344" y="772397"/>
                    <a:pt x="354806" y="772397"/>
                  </a:cubicBezTo>
                  <a:cubicBezTo>
                    <a:pt x="236538" y="772397"/>
                    <a:pt x="118269" y="772397"/>
                    <a:pt x="0" y="772397"/>
                  </a:cubicBezTo>
                  <a:close/>
                </a:path>
              </a:pathLst>
            </a:custGeom>
            <a:solidFill>
              <a:srgbClr val="D55E00">
                <a:alpha val="4762"/>
              </a:srgbClr>
            </a:solidFill>
            <a:ln w="0">
              <a:noFill/>
            </a:ln>
          </p:spPr>
        </p:sp>
        <p:sp>
          <p:nvSpPr>
            <p:cNvPr id="2749" name="smooth-map-feature-2-shade-29">
              <a:extLst>
                <a:ext uri="{FF2B5EF4-FFF2-40B4-BE49-F238E27FC236}">
                  <a16:creationId xmlns:a16="http://schemas.microsoft.com/office/drawing/2014/main" id="{338296F8-5F49-4061-991E-46C2491A81E3}"/>
                </a:ext>
              </a:extLst>
            </p:cNvPr>
            <p:cNvSpPr>
              <a:spLocks noGrp="1"/>
            </p:cNvSpPr>
            <p:nvPr/>
          </p:nvSpPr>
          <p:spPr>
            <a:xfrm>
              <a:off x="21240750" y="6019800"/>
              <a:ext cx="2838450" cy="1143000"/>
            </a:xfrm>
            <a:custGeom>
              <a:pathLst>
                <a:path w="2838450" h="1143000">
                  <a:moveTo>
                    <a:pt x="0" y="686240"/>
                  </a:moveTo>
                  <a:cubicBezTo>
                    <a:pt x="118269" y="686240"/>
                    <a:pt x="236538" y="686240"/>
                    <a:pt x="354806" y="686240"/>
                  </a:cubicBezTo>
                  <a:cubicBezTo>
                    <a:pt x="591344" y="686240"/>
                    <a:pt x="827881" y="679075"/>
                    <a:pt x="1064419" y="666855"/>
                  </a:cubicBezTo>
                  <a:cubicBezTo>
                    <a:pt x="1300956" y="654635"/>
                    <a:pt x="1537494" y="329982"/>
                    <a:pt x="1774031" y="329982"/>
                  </a:cubicBezTo>
                  <a:cubicBezTo>
                    <a:pt x="2010569" y="329982"/>
                    <a:pt x="2247106" y="981008"/>
                    <a:pt x="2483644" y="981008"/>
                  </a:cubicBezTo>
                  <a:cubicBezTo>
                    <a:pt x="2601912" y="981008"/>
                    <a:pt x="2720181" y="981008"/>
                    <a:pt x="2838450" y="981008"/>
                  </a:cubicBezTo>
                  <a:lnTo>
                    <a:pt x="2838450" y="1113588"/>
                  </a:lnTo>
                  <a:cubicBezTo>
                    <a:pt x="2720181" y="1113588"/>
                    <a:pt x="2601912" y="1113588"/>
                    <a:pt x="2483644" y="1113588"/>
                  </a:cubicBezTo>
                  <a:cubicBezTo>
                    <a:pt x="2247106" y="1113588"/>
                    <a:pt x="2010569" y="426583"/>
                    <a:pt x="1774031" y="426583"/>
                  </a:cubicBezTo>
                  <a:cubicBezTo>
                    <a:pt x="1537494" y="426583"/>
                    <a:pt x="1300956" y="757451"/>
                    <a:pt x="1064419" y="762773"/>
                  </a:cubicBezTo>
                  <a:cubicBezTo>
                    <a:pt x="827881" y="768094"/>
                    <a:pt x="591344" y="770949"/>
                    <a:pt x="354806" y="770949"/>
                  </a:cubicBezTo>
                  <a:cubicBezTo>
                    <a:pt x="236538" y="770949"/>
                    <a:pt x="118269" y="770949"/>
                    <a:pt x="0" y="770949"/>
                  </a:cubicBezTo>
                  <a:close/>
                </a:path>
              </a:pathLst>
            </a:custGeom>
            <a:solidFill>
              <a:srgbClr val="D55E00">
                <a:alpha val="5000"/>
              </a:srgbClr>
            </a:solidFill>
            <a:ln w="0">
              <a:noFill/>
            </a:ln>
          </p:spPr>
        </p:sp>
        <p:sp>
          <p:nvSpPr>
            <p:cNvPr id="2750" name="smooth-map-feature-2-shade-30">
              <a:extLst>
                <a:ext uri="{FF2B5EF4-FFF2-40B4-BE49-F238E27FC236}">
                  <a16:creationId xmlns:a16="http://schemas.microsoft.com/office/drawing/2014/main" id="{1BFBE45A-BAF1-43CB-9142-0D033ED81862}"/>
                </a:ext>
              </a:extLst>
            </p:cNvPr>
            <p:cNvSpPr>
              <a:spLocks noGrp="1"/>
            </p:cNvSpPr>
            <p:nvPr/>
          </p:nvSpPr>
          <p:spPr>
            <a:xfrm>
              <a:off x="21240750" y="6019800"/>
              <a:ext cx="2838450" cy="1143000"/>
            </a:xfrm>
            <a:custGeom>
              <a:pathLst>
                <a:path w="2838450" h="1143000">
                  <a:moveTo>
                    <a:pt x="0" y="687688"/>
                  </a:moveTo>
                  <a:cubicBezTo>
                    <a:pt x="118269" y="687688"/>
                    <a:pt x="236538" y="687688"/>
                    <a:pt x="354806" y="687688"/>
                  </a:cubicBezTo>
                  <a:cubicBezTo>
                    <a:pt x="591344" y="687688"/>
                    <a:pt x="827881" y="680600"/>
                    <a:pt x="1064419" y="668494"/>
                  </a:cubicBezTo>
                  <a:cubicBezTo>
                    <a:pt x="1300956" y="656388"/>
                    <a:pt x="1537494" y="331633"/>
                    <a:pt x="1774031" y="331633"/>
                  </a:cubicBezTo>
                  <a:cubicBezTo>
                    <a:pt x="2010569" y="331633"/>
                    <a:pt x="2247106" y="983274"/>
                    <a:pt x="2483644" y="983274"/>
                  </a:cubicBezTo>
                  <a:cubicBezTo>
                    <a:pt x="2601912" y="983274"/>
                    <a:pt x="2720181" y="983274"/>
                    <a:pt x="2838450" y="983274"/>
                  </a:cubicBezTo>
                  <a:lnTo>
                    <a:pt x="2838450" y="1111322"/>
                  </a:lnTo>
                  <a:cubicBezTo>
                    <a:pt x="2720181" y="1111322"/>
                    <a:pt x="2601912" y="1111322"/>
                    <a:pt x="2483644" y="1111322"/>
                  </a:cubicBezTo>
                  <a:cubicBezTo>
                    <a:pt x="2247106" y="1111322"/>
                    <a:pt x="2010569" y="424932"/>
                    <a:pt x="1774031" y="424932"/>
                  </a:cubicBezTo>
                  <a:cubicBezTo>
                    <a:pt x="1537494" y="424932"/>
                    <a:pt x="1300956" y="755690"/>
                    <a:pt x="1064419" y="761134"/>
                  </a:cubicBezTo>
                  <a:cubicBezTo>
                    <a:pt x="827881" y="766577"/>
                    <a:pt x="591344" y="769502"/>
                    <a:pt x="354806" y="769502"/>
                  </a:cubicBezTo>
                  <a:cubicBezTo>
                    <a:pt x="236538" y="769502"/>
                    <a:pt x="118269" y="769502"/>
                    <a:pt x="0" y="769502"/>
                  </a:cubicBezTo>
                  <a:close/>
                </a:path>
              </a:pathLst>
            </a:custGeom>
            <a:solidFill>
              <a:srgbClr val="D55E00">
                <a:alpha val="5263"/>
              </a:srgbClr>
            </a:solidFill>
            <a:ln w="0">
              <a:noFill/>
            </a:ln>
          </p:spPr>
        </p:sp>
        <p:sp>
          <p:nvSpPr>
            <p:cNvPr id="2751" name="smooth-map-feature-2-shade-31">
              <a:extLst>
                <a:ext uri="{FF2B5EF4-FFF2-40B4-BE49-F238E27FC236}">
                  <a16:creationId xmlns:a16="http://schemas.microsoft.com/office/drawing/2014/main" id="{6CFB2A53-01DC-461B-8F9E-F7BC739D0F90}"/>
                </a:ext>
              </a:extLst>
            </p:cNvPr>
            <p:cNvSpPr>
              <a:spLocks noGrp="1"/>
            </p:cNvSpPr>
            <p:nvPr/>
          </p:nvSpPr>
          <p:spPr>
            <a:xfrm>
              <a:off x="21240750" y="6019800"/>
              <a:ext cx="2838450" cy="1143000"/>
            </a:xfrm>
            <a:custGeom>
              <a:pathLst>
                <a:path w="2838450" h="1143000">
                  <a:moveTo>
                    <a:pt x="0" y="689139"/>
                  </a:moveTo>
                  <a:cubicBezTo>
                    <a:pt x="118269" y="689139"/>
                    <a:pt x="236538" y="689139"/>
                    <a:pt x="354806" y="689139"/>
                  </a:cubicBezTo>
                  <a:cubicBezTo>
                    <a:pt x="591344" y="689139"/>
                    <a:pt x="827881" y="682128"/>
                    <a:pt x="1064419" y="670137"/>
                  </a:cubicBezTo>
                  <a:cubicBezTo>
                    <a:pt x="1300956" y="658146"/>
                    <a:pt x="1537494" y="333287"/>
                    <a:pt x="1774031" y="333287"/>
                  </a:cubicBezTo>
                  <a:cubicBezTo>
                    <a:pt x="2010569" y="333287"/>
                    <a:pt x="2247106" y="985545"/>
                    <a:pt x="2483644" y="985545"/>
                  </a:cubicBezTo>
                  <a:cubicBezTo>
                    <a:pt x="2601912" y="985545"/>
                    <a:pt x="2720181" y="985545"/>
                    <a:pt x="2838450" y="985545"/>
                  </a:cubicBezTo>
                  <a:lnTo>
                    <a:pt x="2838450" y="1109051"/>
                  </a:lnTo>
                  <a:cubicBezTo>
                    <a:pt x="2720181" y="1109051"/>
                    <a:pt x="2601912" y="1109051"/>
                    <a:pt x="2483644" y="1109051"/>
                  </a:cubicBezTo>
                  <a:cubicBezTo>
                    <a:pt x="2247106" y="1109051"/>
                    <a:pt x="2010569" y="423278"/>
                    <a:pt x="1774031" y="423278"/>
                  </a:cubicBezTo>
                  <a:cubicBezTo>
                    <a:pt x="1537494" y="423278"/>
                    <a:pt x="1300956" y="753926"/>
                    <a:pt x="1064419" y="759491"/>
                  </a:cubicBezTo>
                  <a:cubicBezTo>
                    <a:pt x="827881" y="765056"/>
                    <a:pt x="591344" y="768051"/>
                    <a:pt x="354806" y="768051"/>
                  </a:cubicBezTo>
                  <a:cubicBezTo>
                    <a:pt x="236538" y="768051"/>
                    <a:pt x="118269" y="768051"/>
                    <a:pt x="0" y="768051"/>
                  </a:cubicBezTo>
                  <a:close/>
                </a:path>
              </a:pathLst>
            </a:custGeom>
            <a:solidFill>
              <a:srgbClr val="D55E00">
                <a:alpha val="5556"/>
              </a:srgbClr>
            </a:solidFill>
            <a:ln w="0">
              <a:noFill/>
            </a:ln>
          </p:spPr>
        </p:sp>
        <p:sp>
          <p:nvSpPr>
            <p:cNvPr id="2752" name="smooth-map-feature-2-shade-32">
              <a:extLst>
                <a:ext uri="{FF2B5EF4-FFF2-40B4-BE49-F238E27FC236}">
                  <a16:creationId xmlns:a16="http://schemas.microsoft.com/office/drawing/2014/main" id="{09A64A8A-4F1D-4206-A7EE-AAD9A14806FA}"/>
                </a:ext>
              </a:extLst>
            </p:cNvPr>
            <p:cNvSpPr>
              <a:spLocks noGrp="1"/>
            </p:cNvSpPr>
            <p:nvPr/>
          </p:nvSpPr>
          <p:spPr>
            <a:xfrm>
              <a:off x="21240750" y="6019800"/>
              <a:ext cx="2838450" cy="1143000"/>
            </a:xfrm>
            <a:custGeom>
              <a:pathLst>
                <a:path w="2838450" h="1143000">
                  <a:moveTo>
                    <a:pt x="0" y="690596"/>
                  </a:moveTo>
                  <a:cubicBezTo>
                    <a:pt x="118269" y="690596"/>
                    <a:pt x="236538" y="690596"/>
                    <a:pt x="354806" y="690596"/>
                  </a:cubicBezTo>
                  <a:cubicBezTo>
                    <a:pt x="591344" y="690596"/>
                    <a:pt x="827881" y="683664"/>
                    <a:pt x="1064419" y="671788"/>
                  </a:cubicBezTo>
                  <a:cubicBezTo>
                    <a:pt x="1300956" y="659912"/>
                    <a:pt x="1537494" y="334950"/>
                    <a:pt x="1774031" y="334950"/>
                  </a:cubicBezTo>
                  <a:cubicBezTo>
                    <a:pt x="2010569" y="334950"/>
                    <a:pt x="2247106" y="987826"/>
                    <a:pt x="2483644" y="987826"/>
                  </a:cubicBezTo>
                  <a:cubicBezTo>
                    <a:pt x="2601912" y="987826"/>
                    <a:pt x="2720181" y="987826"/>
                    <a:pt x="2838450" y="987826"/>
                  </a:cubicBezTo>
                  <a:lnTo>
                    <a:pt x="2838450" y="1106770"/>
                  </a:lnTo>
                  <a:cubicBezTo>
                    <a:pt x="2720181" y="1106770"/>
                    <a:pt x="2601912" y="1106770"/>
                    <a:pt x="2483644" y="1106770"/>
                  </a:cubicBezTo>
                  <a:cubicBezTo>
                    <a:pt x="2247106" y="1106770"/>
                    <a:pt x="2010569" y="421615"/>
                    <a:pt x="1774031" y="421615"/>
                  </a:cubicBezTo>
                  <a:cubicBezTo>
                    <a:pt x="1537494" y="421615"/>
                    <a:pt x="1300956" y="752153"/>
                    <a:pt x="1064419" y="757840"/>
                  </a:cubicBezTo>
                  <a:cubicBezTo>
                    <a:pt x="827881" y="763527"/>
                    <a:pt x="591344" y="766593"/>
                    <a:pt x="354806" y="766593"/>
                  </a:cubicBezTo>
                  <a:cubicBezTo>
                    <a:pt x="236538" y="766593"/>
                    <a:pt x="118269" y="766593"/>
                    <a:pt x="0" y="766593"/>
                  </a:cubicBezTo>
                  <a:close/>
                </a:path>
              </a:pathLst>
            </a:custGeom>
            <a:solidFill>
              <a:srgbClr val="D55E00">
                <a:alpha val="5882"/>
              </a:srgbClr>
            </a:solidFill>
            <a:ln w="0">
              <a:noFill/>
            </a:ln>
          </p:spPr>
        </p:sp>
        <p:sp>
          <p:nvSpPr>
            <p:cNvPr id="2753" name="smooth-map-feature-2-shade-33">
              <a:extLst>
                <a:ext uri="{FF2B5EF4-FFF2-40B4-BE49-F238E27FC236}">
                  <a16:creationId xmlns:a16="http://schemas.microsoft.com/office/drawing/2014/main" id="{D5AD848D-4DC5-4F50-9AC0-40ABC938D313}"/>
                </a:ext>
              </a:extLst>
            </p:cNvPr>
            <p:cNvSpPr>
              <a:spLocks noGrp="1"/>
            </p:cNvSpPr>
            <p:nvPr/>
          </p:nvSpPr>
          <p:spPr>
            <a:xfrm>
              <a:off x="21240750" y="6019800"/>
              <a:ext cx="2838450" cy="1143000"/>
            </a:xfrm>
            <a:custGeom>
              <a:pathLst>
                <a:path w="2838450" h="1143000">
                  <a:moveTo>
                    <a:pt x="0" y="692065"/>
                  </a:moveTo>
                  <a:cubicBezTo>
                    <a:pt x="118269" y="692065"/>
                    <a:pt x="236538" y="692065"/>
                    <a:pt x="354806" y="692065"/>
                  </a:cubicBezTo>
                  <a:cubicBezTo>
                    <a:pt x="591344" y="692065"/>
                    <a:pt x="827881" y="685211"/>
                    <a:pt x="1064419" y="673451"/>
                  </a:cubicBezTo>
                  <a:cubicBezTo>
                    <a:pt x="1300956" y="661691"/>
                    <a:pt x="1537494" y="336625"/>
                    <a:pt x="1774031" y="336625"/>
                  </a:cubicBezTo>
                  <a:cubicBezTo>
                    <a:pt x="2010569" y="336625"/>
                    <a:pt x="2247106" y="990125"/>
                    <a:pt x="2483644" y="990125"/>
                  </a:cubicBezTo>
                  <a:cubicBezTo>
                    <a:pt x="2601912" y="990125"/>
                    <a:pt x="2720181" y="990125"/>
                    <a:pt x="2838450" y="990125"/>
                  </a:cubicBezTo>
                  <a:lnTo>
                    <a:pt x="2838450" y="1104471"/>
                  </a:lnTo>
                  <a:cubicBezTo>
                    <a:pt x="2720181" y="1104471"/>
                    <a:pt x="2601912" y="1104471"/>
                    <a:pt x="2483644" y="1104471"/>
                  </a:cubicBezTo>
                  <a:cubicBezTo>
                    <a:pt x="2247106" y="1104471"/>
                    <a:pt x="2010569" y="419940"/>
                    <a:pt x="1774031" y="419940"/>
                  </a:cubicBezTo>
                  <a:cubicBezTo>
                    <a:pt x="1537494" y="419940"/>
                    <a:pt x="1300956" y="750367"/>
                    <a:pt x="1064419" y="756177"/>
                  </a:cubicBezTo>
                  <a:cubicBezTo>
                    <a:pt x="827881" y="761987"/>
                    <a:pt x="591344" y="765124"/>
                    <a:pt x="354806" y="765124"/>
                  </a:cubicBezTo>
                  <a:cubicBezTo>
                    <a:pt x="236538" y="765124"/>
                    <a:pt x="118269" y="765124"/>
                    <a:pt x="0" y="765124"/>
                  </a:cubicBezTo>
                  <a:close/>
                </a:path>
              </a:pathLst>
            </a:custGeom>
            <a:solidFill>
              <a:srgbClr val="D55E00">
                <a:alpha val="6250"/>
              </a:srgbClr>
            </a:solidFill>
            <a:ln w="0">
              <a:noFill/>
            </a:ln>
          </p:spPr>
        </p:sp>
        <p:sp>
          <p:nvSpPr>
            <p:cNvPr id="2754" name="smooth-map-feature-2-shade-34">
              <a:extLst>
                <a:ext uri="{FF2B5EF4-FFF2-40B4-BE49-F238E27FC236}">
                  <a16:creationId xmlns:a16="http://schemas.microsoft.com/office/drawing/2014/main" id="{E7E1055C-DD04-4F48-96FA-238F842D52F2}"/>
                </a:ext>
              </a:extLst>
            </p:cNvPr>
            <p:cNvSpPr>
              <a:spLocks noGrp="1"/>
            </p:cNvSpPr>
            <p:nvPr/>
          </p:nvSpPr>
          <p:spPr>
            <a:xfrm>
              <a:off x="21240750" y="6019800"/>
              <a:ext cx="2838450" cy="1143000"/>
            </a:xfrm>
            <a:custGeom>
              <a:pathLst>
                <a:path w="2838450" h="1143000">
                  <a:moveTo>
                    <a:pt x="0" y="693549"/>
                  </a:moveTo>
                  <a:cubicBezTo>
                    <a:pt x="118269" y="693549"/>
                    <a:pt x="236538" y="693549"/>
                    <a:pt x="354806" y="693549"/>
                  </a:cubicBezTo>
                  <a:cubicBezTo>
                    <a:pt x="591344" y="693549"/>
                    <a:pt x="827881" y="686773"/>
                    <a:pt x="1064419" y="675131"/>
                  </a:cubicBezTo>
                  <a:cubicBezTo>
                    <a:pt x="1300956" y="663489"/>
                    <a:pt x="1537494" y="338317"/>
                    <a:pt x="1774031" y="338317"/>
                  </a:cubicBezTo>
                  <a:cubicBezTo>
                    <a:pt x="2010569" y="338317"/>
                    <a:pt x="2247106" y="992448"/>
                    <a:pt x="2483644" y="992448"/>
                  </a:cubicBezTo>
                  <a:cubicBezTo>
                    <a:pt x="2601912" y="992448"/>
                    <a:pt x="2720181" y="992448"/>
                    <a:pt x="2838450" y="992448"/>
                  </a:cubicBezTo>
                  <a:lnTo>
                    <a:pt x="2838450" y="1102148"/>
                  </a:lnTo>
                  <a:cubicBezTo>
                    <a:pt x="2720181" y="1102148"/>
                    <a:pt x="2601912" y="1102148"/>
                    <a:pt x="2483644" y="1102148"/>
                  </a:cubicBezTo>
                  <a:cubicBezTo>
                    <a:pt x="2247106" y="1102148"/>
                    <a:pt x="2010569" y="418248"/>
                    <a:pt x="1774031" y="418248"/>
                  </a:cubicBezTo>
                  <a:cubicBezTo>
                    <a:pt x="1537494" y="418248"/>
                    <a:pt x="1300956" y="748562"/>
                    <a:pt x="1064419" y="754497"/>
                  </a:cubicBezTo>
                  <a:cubicBezTo>
                    <a:pt x="827881" y="760431"/>
                    <a:pt x="591344" y="763640"/>
                    <a:pt x="354806" y="763640"/>
                  </a:cubicBezTo>
                  <a:cubicBezTo>
                    <a:pt x="236538" y="763640"/>
                    <a:pt x="118269" y="763640"/>
                    <a:pt x="0" y="763640"/>
                  </a:cubicBezTo>
                  <a:close/>
                </a:path>
              </a:pathLst>
            </a:custGeom>
            <a:solidFill>
              <a:srgbClr val="D55E00">
                <a:alpha val="6667"/>
              </a:srgbClr>
            </a:solidFill>
            <a:ln w="0">
              <a:noFill/>
            </a:ln>
          </p:spPr>
        </p:sp>
        <p:sp>
          <p:nvSpPr>
            <p:cNvPr id="2755" name="smooth-map-feature-2-shade-35">
              <a:extLst>
                <a:ext uri="{FF2B5EF4-FFF2-40B4-BE49-F238E27FC236}">
                  <a16:creationId xmlns:a16="http://schemas.microsoft.com/office/drawing/2014/main" id="{74AADCED-47C1-483C-8291-69200681AD42}"/>
                </a:ext>
              </a:extLst>
            </p:cNvPr>
            <p:cNvSpPr>
              <a:spLocks noGrp="1"/>
            </p:cNvSpPr>
            <p:nvPr/>
          </p:nvSpPr>
          <p:spPr>
            <a:xfrm>
              <a:off x="21240750" y="6019800"/>
              <a:ext cx="2838450" cy="1143000"/>
            </a:xfrm>
            <a:custGeom>
              <a:pathLst>
                <a:path w="2838450" h="1143000">
                  <a:moveTo>
                    <a:pt x="0" y="695053"/>
                  </a:moveTo>
                  <a:cubicBezTo>
                    <a:pt x="118269" y="695053"/>
                    <a:pt x="236538" y="695053"/>
                    <a:pt x="354806" y="695053"/>
                  </a:cubicBezTo>
                  <a:cubicBezTo>
                    <a:pt x="591344" y="695053"/>
                    <a:pt x="827881" y="688357"/>
                    <a:pt x="1064419" y="676834"/>
                  </a:cubicBezTo>
                  <a:cubicBezTo>
                    <a:pt x="1300956" y="665311"/>
                    <a:pt x="1537494" y="340032"/>
                    <a:pt x="1774031" y="340032"/>
                  </a:cubicBezTo>
                  <a:cubicBezTo>
                    <a:pt x="2010569" y="340032"/>
                    <a:pt x="2247106" y="994802"/>
                    <a:pt x="2483644" y="994802"/>
                  </a:cubicBezTo>
                  <a:cubicBezTo>
                    <a:pt x="2601912" y="994802"/>
                    <a:pt x="2720181" y="994802"/>
                    <a:pt x="2838450" y="994802"/>
                  </a:cubicBezTo>
                  <a:lnTo>
                    <a:pt x="2838450" y="1099794"/>
                  </a:lnTo>
                  <a:cubicBezTo>
                    <a:pt x="2720181" y="1099794"/>
                    <a:pt x="2601912" y="1099794"/>
                    <a:pt x="2483644" y="1099794"/>
                  </a:cubicBezTo>
                  <a:cubicBezTo>
                    <a:pt x="2247106" y="1099794"/>
                    <a:pt x="2010569" y="416533"/>
                    <a:pt x="1774031" y="416533"/>
                  </a:cubicBezTo>
                  <a:cubicBezTo>
                    <a:pt x="1537494" y="416533"/>
                    <a:pt x="1300956" y="746733"/>
                    <a:pt x="1064419" y="752794"/>
                  </a:cubicBezTo>
                  <a:cubicBezTo>
                    <a:pt x="827881" y="758854"/>
                    <a:pt x="591344" y="762136"/>
                    <a:pt x="354806" y="762136"/>
                  </a:cubicBezTo>
                  <a:cubicBezTo>
                    <a:pt x="236538" y="762136"/>
                    <a:pt x="118269" y="762136"/>
                    <a:pt x="0" y="762136"/>
                  </a:cubicBezTo>
                  <a:close/>
                </a:path>
              </a:pathLst>
            </a:custGeom>
            <a:solidFill>
              <a:srgbClr val="D55E00">
                <a:alpha val="7143"/>
              </a:srgbClr>
            </a:solidFill>
            <a:ln w="0">
              <a:noFill/>
            </a:ln>
          </p:spPr>
        </p:sp>
        <p:sp>
          <p:nvSpPr>
            <p:cNvPr id="2756" name="smooth-map-feature-2-shade-36">
              <a:extLst>
                <a:ext uri="{FF2B5EF4-FFF2-40B4-BE49-F238E27FC236}">
                  <a16:creationId xmlns:a16="http://schemas.microsoft.com/office/drawing/2014/main" id="{17C350BE-1B92-4785-B129-7A62791AFD22}"/>
                </a:ext>
              </a:extLst>
            </p:cNvPr>
            <p:cNvSpPr>
              <a:spLocks noGrp="1"/>
            </p:cNvSpPr>
            <p:nvPr/>
          </p:nvSpPr>
          <p:spPr>
            <a:xfrm>
              <a:off x="21240750" y="6019800"/>
              <a:ext cx="2838450" cy="1143000"/>
            </a:xfrm>
            <a:custGeom>
              <a:pathLst>
                <a:path w="2838450" h="1143000">
                  <a:moveTo>
                    <a:pt x="0" y="696583"/>
                  </a:moveTo>
                  <a:cubicBezTo>
                    <a:pt x="118269" y="696583"/>
                    <a:pt x="236538" y="696583"/>
                    <a:pt x="354806" y="696583"/>
                  </a:cubicBezTo>
                  <a:cubicBezTo>
                    <a:pt x="591344" y="696583"/>
                    <a:pt x="827881" y="689967"/>
                    <a:pt x="1064419" y="678566"/>
                  </a:cubicBezTo>
                  <a:cubicBezTo>
                    <a:pt x="1300956" y="667165"/>
                    <a:pt x="1537494" y="341777"/>
                    <a:pt x="1774031" y="341777"/>
                  </a:cubicBezTo>
                  <a:cubicBezTo>
                    <a:pt x="2010569" y="341777"/>
                    <a:pt x="2247106" y="997196"/>
                    <a:pt x="2483644" y="997196"/>
                  </a:cubicBezTo>
                  <a:cubicBezTo>
                    <a:pt x="2601912" y="997196"/>
                    <a:pt x="2720181" y="997196"/>
                    <a:pt x="2838450" y="997196"/>
                  </a:cubicBezTo>
                  <a:lnTo>
                    <a:pt x="2838450" y="1097400"/>
                  </a:lnTo>
                  <a:cubicBezTo>
                    <a:pt x="2720181" y="1097400"/>
                    <a:pt x="2601912" y="1097400"/>
                    <a:pt x="2483644" y="1097400"/>
                  </a:cubicBezTo>
                  <a:cubicBezTo>
                    <a:pt x="2247106" y="1097400"/>
                    <a:pt x="2010569" y="414789"/>
                    <a:pt x="1774031" y="414789"/>
                  </a:cubicBezTo>
                  <a:cubicBezTo>
                    <a:pt x="1537494" y="414789"/>
                    <a:pt x="1300956" y="744874"/>
                    <a:pt x="1064419" y="751062"/>
                  </a:cubicBezTo>
                  <a:cubicBezTo>
                    <a:pt x="827881" y="757249"/>
                    <a:pt x="591344" y="760607"/>
                    <a:pt x="354806" y="760607"/>
                  </a:cubicBezTo>
                  <a:cubicBezTo>
                    <a:pt x="236538" y="760607"/>
                    <a:pt x="118269" y="760607"/>
                    <a:pt x="0" y="760607"/>
                  </a:cubicBezTo>
                  <a:close/>
                </a:path>
              </a:pathLst>
            </a:custGeom>
            <a:solidFill>
              <a:srgbClr val="D55E00">
                <a:alpha val="7692"/>
              </a:srgbClr>
            </a:solidFill>
            <a:ln w="0">
              <a:noFill/>
            </a:ln>
          </p:spPr>
        </p:sp>
        <p:sp>
          <p:nvSpPr>
            <p:cNvPr id="2757" name="smooth-map-feature-2-shade-37">
              <a:extLst>
                <a:ext uri="{FF2B5EF4-FFF2-40B4-BE49-F238E27FC236}">
                  <a16:creationId xmlns:a16="http://schemas.microsoft.com/office/drawing/2014/main" id="{2CCDD24A-4904-4F3D-BA59-7E6D4F08C5EB}"/>
                </a:ext>
              </a:extLst>
            </p:cNvPr>
            <p:cNvSpPr>
              <a:spLocks noGrp="1"/>
            </p:cNvSpPr>
            <p:nvPr/>
          </p:nvSpPr>
          <p:spPr>
            <a:xfrm>
              <a:off x="21240750" y="6019800"/>
              <a:ext cx="2838450" cy="1143000"/>
            </a:xfrm>
            <a:custGeom>
              <a:pathLst>
                <a:path w="2838450" h="1143000">
                  <a:moveTo>
                    <a:pt x="0" y="698144"/>
                  </a:moveTo>
                  <a:cubicBezTo>
                    <a:pt x="118269" y="698144"/>
                    <a:pt x="236538" y="698144"/>
                    <a:pt x="354806" y="698144"/>
                  </a:cubicBezTo>
                  <a:cubicBezTo>
                    <a:pt x="591344" y="698144"/>
                    <a:pt x="827881" y="691611"/>
                    <a:pt x="1064419" y="680334"/>
                  </a:cubicBezTo>
                  <a:cubicBezTo>
                    <a:pt x="1300956" y="669057"/>
                    <a:pt x="1537494" y="343557"/>
                    <a:pt x="1774031" y="343557"/>
                  </a:cubicBezTo>
                  <a:cubicBezTo>
                    <a:pt x="2010569" y="343557"/>
                    <a:pt x="2247106" y="999640"/>
                    <a:pt x="2483644" y="999640"/>
                  </a:cubicBezTo>
                  <a:cubicBezTo>
                    <a:pt x="2601912" y="999640"/>
                    <a:pt x="2720181" y="999640"/>
                    <a:pt x="2838450" y="999640"/>
                  </a:cubicBezTo>
                  <a:lnTo>
                    <a:pt x="2838450" y="1094956"/>
                  </a:lnTo>
                  <a:cubicBezTo>
                    <a:pt x="2720181" y="1094956"/>
                    <a:pt x="2601912" y="1094956"/>
                    <a:pt x="2483644" y="1094956"/>
                  </a:cubicBezTo>
                  <a:cubicBezTo>
                    <a:pt x="2247106" y="1094956"/>
                    <a:pt x="2010569" y="413008"/>
                    <a:pt x="1774031" y="413008"/>
                  </a:cubicBezTo>
                  <a:cubicBezTo>
                    <a:pt x="1537494" y="413008"/>
                    <a:pt x="1300956" y="742976"/>
                    <a:pt x="1064419" y="749294"/>
                  </a:cubicBezTo>
                  <a:cubicBezTo>
                    <a:pt x="827881" y="755611"/>
                    <a:pt x="591344" y="759045"/>
                    <a:pt x="354806" y="759045"/>
                  </a:cubicBezTo>
                  <a:cubicBezTo>
                    <a:pt x="236538" y="759045"/>
                    <a:pt x="118269" y="759045"/>
                    <a:pt x="0" y="759045"/>
                  </a:cubicBezTo>
                  <a:close/>
                </a:path>
              </a:pathLst>
            </a:custGeom>
            <a:solidFill>
              <a:srgbClr val="D55E00">
                <a:alpha val="8333"/>
              </a:srgbClr>
            </a:solidFill>
            <a:ln w="0">
              <a:noFill/>
            </a:ln>
          </p:spPr>
        </p:sp>
        <p:sp>
          <p:nvSpPr>
            <p:cNvPr id="2758" name="smooth-map-feature-2-shade-38">
              <a:extLst>
                <a:ext uri="{FF2B5EF4-FFF2-40B4-BE49-F238E27FC236}">
                  <a16:creationId xmlns:a16="http://schemas.microsoft.com/office/drawing/2014/main" id="{8AD825C7-916E-4EC0-8A14-9C3991E0498D}"/>
                </a:ext>
              </a:extLst>
            </p:cNvPr>
            <p:cNvSpPr>
              <a:spLocks noGrp="1"/>
            </p:cNvSpPr>
            <p:nvPr/>
          </p:nvSpPr>
          <p:spPr>
            <a:xfrm>
              <a:off x="21240750" y="6019800"/>
              <a:ext cx="2838450" cy="1143000"/>
            </a:xfrm>
            <a:custGeom>
              <a:pathLst>
                <a:path w="2838450" h="1143000">
                  <a:moveTo>
                    <a:pt x="0" y="699745"/>
                  </a:moveTo>
                  <a:cubicBezTo>
                    <a:pt x="118269" y="699745"/>
                    <a:pt x="236538" y="699745"/>
                    <a:pt x="354806" y="699745"/>
                  </a:cubicBezTo>
                  <a:cubicBezTo>
                    <a:pt x="591344" y="699745"/>
                    <a:pt x="827881" y="693297"/>
                    <a:pt x="1064419" y="682147"/>
                  </a:cubicBezTo>
                  <a:cubicBezTo>
                    <a:pt x="1300956" y="670998"/>
                    <a:pt x="1537494" y="345383"/>
                    <a:pt x="1774031" y="345383"/>
                  </a:cubicBezTo>
                  <a:cubicBezTo>
                    <a:pt x="2010569" y="345383"/>
                    <a:pt x="2247106" y="1002146"/>
                    <a:pt x="2483644" y="1002146"/>
                  </a:cubicBezTo>
                  <a:cubicBezTo>
                    <a:pt x="2601912" y="1002146"/>
                    <a:pt x="2720181" y="1002146"/>
                    <a:pt x="2838450" y="1002146"/>
                  </a:cubicBezTo>
                  <a:lnTo>
                    <a:pt x="2838450" y="1092450"/>
                  </a:lnTo>
                  <a:cubicBezTo>
                    <a:pt x="2720181" y="1092450"/>
                    <a:pt x="2601912" y="1092450"/>
                    <a:pt x="2483644" y="1092450"/>
                  </a:cubicBezTo>
                  <a:cubicBezTo>
                    <a:pt x="2247106" y="1092450"/>
                    <a:pt x="2010569" y="411182"/>
                    <a:pt x="1774031" y="411182"/>
                  </a:cubicBezTo>
                  <a:cubicBezTo>
                    <a:pt x="1537494" y="411182"/>
                    <a:pt x="1300956" y="741029"/>
                    <a:pt x="1064419" y="747481"/>
                  </a:cubicBezTo>
                  <a:cubicBezTo>
                    <a:pt x="827881" y="753932"/>
                    <a:pt x="591344" y="757444"/>
                    <a:pt x="354806" y="757444"/>
                  </a:cubicBezTo>
                  <a:cubicBezTo>
                    <a:pt x="236538" y="757444"/>
                    <a:pt x="118269" y="757444"/>
                    <a:pt x="0" y="757444"/>
                  </a:cubicBezTo>
                  <a:close/>
                </a:path>
              </a:pathLst>
            </a:custGeom>
            <a:solidFill>
              <a:srgbClr val="D55E00">
                <a:alpha val="9091"/>
              </a:srgbClr>
            </a:solidFill>
            <a:ln w="0">
              <a:noFill/>
            </a:ln>
          </p:spPr>
        </p:sp>
        <p:sp>
          <p:nvSpPr>
            <p:cNvPr id="2759" name="smooth-map-feature-2-shade-39">
              <a:extLst>
                <a:ext uri="{FF2B5EF4-FFF2-40B4-BE49-F238E27FC236}">
                  <a16:creationId xmlns:a16="http://schemas.microsoft.com/office/drawing/2014/main" id="{8FD6C470-C2AE-46A9-AAB9-C5DE51908391}"/>
                </a:ext>
              </a:extLst>
            </p:cNvPr>
            <p:cNvSpPr>
              <a:spLocks noGrp="1"/>
            </p:cNvSpPr>
            <p:nvPr/>
          </p:nvSpPr>
          <p:spPr>
            <a:xfrm>
              <a:off x="21240750" y="6019800"/>
              <a:ext cx="2838450" cy="1143000"/>
            </a:xfrm>
            <a:custGeom>
              <a:pathLst>
                <a:path w="2838450" h="1143000">
                  <a:moveTo>
                    <a:pt x="0" y="701396"/>
                  </a:moveTo>
                  <a:cubicBezTo>
                    <a:pt x="118269" y="701396"/>
                    <a:pt x="236538" y="701396"/>
                    <a:pt x="354806" y="701396"/>
                  </a:cubicBezTo>
                  <a:cubicBezTo>
                    <a:pt x="591344" y="701396"/>
                    <a:pt x="827881" y="695034"/>
                    <a:pt x="1064419" y="684016"/>
                  </a:cubicBezTo>
                  <a:cubicBezTo>
                    <a:pt x="1300956" y="672998"/>
                    <a:pt x="1537494" y="347265"/>
                    <a:pt x="1774031" y="347265"/>
                  </a:cubicBezTo>
                  <a:cubicBezTo>
                    <a:pt x="2010569" y="347265"/>
                    <a:pt x="2247106" y="1004728"/>
                    <a:pt x="2483644" y="1004728"/>
                  </a:cubicBezTo>
                  <a:cubicBezTo>
                    <a:pt x="2601912" y="1004728"/>
                    <a:pt x="2720181" y="1004728"/>
                    <a:pt x="2838450" y="1004728"/>
                  </a:cubicBezTo>
                  <a:lnTo>
                    <a:pt x="2838450" y="1089868"/>
                  </a:lnTo>
                  <a:cubicBezTo>
                    <a:pt x="2720181" y="1089868"/>
                    <a:pt x="2601912" y="1089868"/>
                    <a:pt x="2483644" y="1089868"/>
                  </a:cubicBezTo>
                  <a:cubicBezTo>
                    <a:pt x="2247106" y="1089868"/>
                    <a:pt x="2010569" y="409300"/>
                    <a:pt x="1774031" y="409300"/>
                  </a:cubicBezTo>
                  <a:cubicBezTo>
                    <a:pt x="1537494" y="409300"/>
                    <a:pt x="1300956" y="739023"/>
                    <a:pt x="1064419" y="745612"/>
                  </a:cubicBezTo>
                  <a:cubicBezTo>
                    <a:pt x="827881" y="752200"/>
                    <a:pt x="591344" y="755794"/>
                    <a:pt x="354806" y="755794"/>
                  </a:cubicBezTo>
                  <a:cubicBezTo>
                    <a:pt x="236538" y="755794"/>
                    <a:pt x="118269" y="755794"/>
                    <a:pt x="0" y="755794"/>
                  </a:cubicBezTo>
                  <a:close/>
                </a:path>
              </a:pathLst>
            </a:custGeom>
            <a:solidFill>
              <a:srgbClr val="D55E00">
                <a:alpha val="10000"/>
              </a:srgbClr>
            </a:solidFill>
            <a:ln w="0">
              <a:noFill/>
            </a:ln>
          </p:spPr>
        </p:sp>
        <p:sp>
          <p:nvSpPr>
            <p:cNvPr id="2760" name="smooth-map-feature-2-shade-40">
              <a:extLst>
                <a:ext uri="{FF2B5EF4-FFF2-40B4-BE49-F238E27FC236}">
                  <a16:creationId xmlns:a16="http://schemas.microsoft.com/office/drawing/2014/main" id="{3A95A1D8-1DC1-44AC-B4AE-48C0A57F4E62}"/>
                </a:ext>
              </a:extLst>
            </p:cNvPr>
            <p:cNvSpPr>
              <a:spLocks noGrp="1"/>
            </p:cNvSpPr>
            <p:nvPr/>
          </p:nvSpPr>
          <p:spPr>
            <a:xfrm>
              <a:off x="21240750" y="6019800"/>
              <a:ext cx="2838450" cy="1143000"/>
            </a:xfrm>
            <a:custGeom>
              <a:pathLst>
                <a:path w="2838450" h="1143000">
                  <a:moveTo>
                    <a:pt x="0" y="703107"/>
                  </a:moveTo>
                  <a:cubicBezTo>
                    <a:pt x="118269" y="703107"/>
                    <a:pt x="236538" y="703107"/>
                    <a:pt x="354806" y="703107"/>
                  </a:cubicBezTo>
                  <a:cubicBezTo>
                    <a:pt x="591344" y="703107"/>
                    <a:pt x="827881" y="696835"/>
                    <a:pt x="1064419" y="685954"/>
                  </a:cubicBezTo>
                  <a:cubicBezTo>
                    <a:pt x="1300956" y="675072"/>
                    <a:pt x="1537494" y="349217"/>
                    <a:pt x="1774031" y="349217"/>
                  </a:cubicBezTo>
                  <a:cubicBezTo>
                    <a:pt x="2010569" y="349217"/>
                    <a:pt x="2247106" y="1007407"/>
                    <a:pt x="2483644" y="1007407"/>
                  </a:cubicBezTo>
                  <a:cubicBezTo>
                    <a:pt x="2601912" y="1007407"/>
                    <a:pt x="2720181" y="1007407"/>
                    <a:pt x="2838450" y="1007407"/>
                  </a:cubicBezTo>
                  <a:lnTo>
                    <a:pt x="2838450" y="1087189"/>
                  </a:lnTo>
                  <a:cubicBezTo>
                    <a:pt x="2720181" y="1087189"/>
                    <a:pt x="2601912" y="1087189"/>
                    <a:pt x="2483644" y="1087189"/>
                  </a:cubicBezTo>
                  <a:cubicBezTo>
                    <a:pt x="2247106" y="1087189"/>
                    <a:pt x="2010569" y="407348"/>
                    <a:pt x="1774031" y="407348"/>
                  </a:cubicBezTo>
                  <a:cubicBezTo>
                    <a:pt x="1537494" y="407348"/>
                    <a:pt x="1300956" y="736944"/>
                    <a:pt x="1064419" y="743674"/>
                  </a:cubicBezTo>
                  <a:cubicBezTo>
                    <a:pt x="827881" y="750405"/>
                    <a:pt x="591344" y="754083"/>
                    <a:pt x="354806" y="754083"/>
                  </a:cubicBezTo>
                  <a:cubicBezTo>
                    <a:pt x="236538" y="754083"/>
                    <a:pt x="118269" y="754083"/>
                    <a:pt x="0" y="754083"/>
                  </a:cubicBezTo>
                  <a:close/>
                </a:path>
              </a:pathLst>
            </a:custGeom>
            <a:solidFill>
              <a:srgbClr val="D55E00">
                <a:alpha val="11111"/>
              </a:srgbClr>
            </a:solidFill>
            <a:ln w="0">
              <a:noFill/>
            </a:ln>
          </p:spPr>
        </p:sp>
        <p:sp>
          <p:nvSpPr>
            <p:cNvPr id="2761" name="smooth-map-feature-2-shade-41">
              <a:extLst>
                <a:ext uri="{FF2B5EF4-FFF2-40B4-BE49-F238E27FC236}">
                  <a16:creationId xmlns:a16="http://schemas.microsoft.com/office/drawing/2014/main" id="{33B1B7C1-6F11-4A0C-8370-2B75392EE19A}"/>
                </a:ext>
              </a:extLst>
            </p:cNvPr>
            <p:cNvSpPr>
              <a:spLocks noGrp="1"/>
            </p:cNvSpPr>
            <p:nvPr/>
          </p:nvSpPr>
          <p:spPr>
            <a:xfrm>
              <a:off x="21240750" y="6019800"/>
              <a:ext cx="2838450" cy="1143000"/>
            </a:xfrm>
            <a:custGeom>
              <a:pathLst>
                <a:path w="2838450" h="1143000">
                  <a:moveTo>
                    <a:pt x="0" y="704895"/>
                  </a:moveTo>
                  <a:cubicBezTo>
                    <a:pt x="118269" y="704895"/>
                    <a:pt x="236538" y="704895"/>
                    <a:pt x="354806" y="704895"/>
                  </a:cubicBezTo>
                  <a:cubicBezTo>
                    <a:pt x="591344" y="704895"/>
                    <a:pt x="827881" y="698717"/>
                    <a:pt x="1064419" y="687978"/>
                  </a:cubicBezTo>
                  <a:cubicBezTo>
                    <a:pt x="1300956" y="677240"/>
                    <a:pt x="1537494" y="351256"/>
                    <a:pt x="1774031" y="351256"/>
                  </a:cubicBezTo>
                  <a:cubicBezTo>
                    <a:pt x="2010569" y="351256"/>
                    <a:pt x="2247106" y="1010205"/>
                    <a:pt x="2483644" y="1010205"/>
                  </a:cubicBezTo>
                  <a:cubicBezTo>
                    <a:pt x="2601912" y="1010205"/>
                    <a:pt x="2720181" y="1010205"/>
                    <a:pt x="2838450" y="1010205"/>
                  </a:cubicBezTo>
                  <a:lnTo>
                    <a:pt x="2838450" y="1084391"/>
                  </a:lnTo>
                  <a:cubicBezTo>
                    <a:pt x="2720181" y="1084391"/>
                    <a:pt x="2601912" y="1084391"/>
                    <a:pt x="2483644" y="1084391"/>
                  </a:cubicBezTo>
                  <a:cubicBezTo>
                    <a:pt x="2247106" y="1084391"/>
                    <a:pt x="2010569" y="405309"/>
                    <a:pt x="1774031" y="405309"/>
                  </a:cubicBezTo>
                  <a:cubicBezTo>
                    <a:pt x="1537494" y="405309"/>
                    <a:pt x="1300956" y="734771"/>
                    <a:pt x="1064419" y="741650"/>
                  </a:cubicBezTo>
                  <a:cubicBezTo>
                    <a:pt x="827881" y="748529"/>
                    <a:pt x="591344" y="752295"/>
                    <a:pt x="354806" y="752295"/>
                  </a:cubicBezTo>
                  <a:cubicBezTo>
                    <a:pt x="236538" y="752295"/>
                    <a:pt x="118269" y="752295"/>
                    <a:pt x="0" y="752295"/>
                  </a:cubicBezTo>
                  <a:close/>
                </a:path>
              </a:pathLst>
            </a:custGeom>
            <a:solidFill>
              <a:srgbClr val="D55E00">
                <a:alpha val="12500"/>
              </a:srgbClr>
            </a:solidFill>
            <a:ln w="0">
              <a:noFill/>
            </a:ln>
          </p:spPr>
        </p:sp>
        <p:sp>
          <p:nvSpPr>
            <p:cNvPr id="2762" name="smooth-map-feature-2-shade-42">
              <a:extLst>
                <a:ext uri="{FF2B5EF4-FFF2-40B4-BE49-F238E27FC236}">
                  <a16:creationId xmlns:a16="http://schemas.microsoft.com/office/drawing/2014/main" id="{B6B9CC1E-8CDF-456D-AF3B-7ACEA15AEC45}"/>
                </a:ext>
              </a:extLst>
            </p:cNvPr>
            <p:cNvSpPr>
              <a:spLocks noGrp="1"/>
            </p:cNvSpPr>
            <p:nvPr/>
          </p:nvSpPr>
          <p:spPr>
            <a:xfrm>
              <a:off x="21240750" y="6019800"/>
              <a:ext cx="2838450" cy="1143000"/>
            </a:xfrm>
            <a:custGeom>
              <a:pathLst>
                <a:path w="2838450" h="1143000">
                  <a:moveTo>
                    <a:pt x="0" y="706781"/>
                  </a:moveTo>
                  <a:cubicBezTo>
                    <a:pt x="118269" y="706781"/>
                    <a:pt x="236538" y="706781"/>
                    <a:pt x="354806" y="706781"/>
                  </a:cubicBezTo>
                  <a:cubicBezTo>
                    <a:pt x="591344" y="706781"/>
                    <a:pt x="827881" y="700701"/>
                    <a:pt x="1064419" y="690114"/>
                  </a:cubicBezTo>
                  <a:cubicBezTo>
                    <a:pt x="1300956" y="679526"/>
                    <a:pt x="1537494" y="353406"/>
                    <a:pt x="1774031" y="353406"/>
                  </a:cubicBezTo>
                  <a:cubicBezTo>
                    <a:pt x="2010569" y="353406"/>
                    <a:pt x="2247106" y="1013157"/>
                    <a:pt x="2483644" y="1013157"/>
                  </a:cubicBezTo>
                  <a:cubicBezTo>
                    <a:pt x="2601912" y="1013157"/>
                    <a:pt x="2720181" y="1013157"/>
                    <a:pt x="2838450" y="1013157"/>
                  </a:cubicBezTo>
                  <a:lnTo>
                    <a:pt x="2838450" y="1081439"/>
                  </a:lnTo>
                  <a:cubicBezTo>
                    <a:pt x="2720181" y="1081439"/>
                    <a:pt x="2601912" y="1081439"/>
                    <a:pt x="2483644" y="1081439"/>
                  </a:cubicBezTo>
                  <a:cubicBezTo>
                    <a:pt x="2247106" y="1081439"/>
                    <a:pt x="2010569" y="403159"/>
                    <a:pt x="1774031" y="403159"/>
                  </a:cubicBezTo>
                  <a:cubicBezTo>
                    <a:pt x="1537494" y="403159"/>
                    <a:pt x="1300956" y="732479"/>
                    <a:pt x="1064419" y="739514"/>
                  </a:cubicBezTo>
                  <a:cubicBezTo>
                    <a:pt x="827881" y="746549"/>
                    <a:pt x="591344" y="750409"/>
                    <a:pt x="354806" y="750409"/>
                  </a:cubicBezTo>
                  <a:cubicBezTo>
                    <a:pt x="236538" y="750409"/>
                    <a:pt x="118269" y="750409"/>
                    <a:pt x="0" y="750409"/>
                  </a:cubicBezTo>
                  <a:close/>
                </a:path>
              </a:pathLst>
            </a:custGeom>
            <a:solidFill>
              <a:srgbClr val="D55E00">
                <a:alpha val="14286"/>
              </a:srgbClr>
            </a:solidFill>
            <a:ln w="0">
              <a:noFill/>
            </a:ln>
          </p:spPr>
        </p:sp>
        <p:sp>
          <p:nvSpPr>
            <p:cNvPr id="2763" name="smooth-map-feature-2-shade-43">
              <a:extLst>
                <a:ext uri="{FF2B5EF4-FFF2-40B4-BE49-F238E27FC236}">
                  <a16:creationId xmlns:a16="http://schemas.microsoft.com/office/drawing/2014/main" id="{46D23156-F13E-4DA0-B7D7-60D9F5D8D14E}"/>
                </a:ext>
              </a:extLst>
            </p:cNvPr>
            <p:cNvSpPr>
              <a:spLocks noGrp="1"/>
            </p:cNvSpPr>
            <p:nvPr/>
          </p:nvSpPr>
          <p:spPr>
            <a:xfrm>
              <a:off x="21240750" y="6019800"/>
              <a:ext cx="2838450" cy="1143000"/>
            </a:xfrm>
            <a:custGeom>
              <a:pathLst>
                <a:path w="2838450" h="1143000">
                  <a:moveTo>
                    <a:pt x="0" y="708796"/>
                  </a:moveTo>
                  <a:cubicBezTo>
                    <a:pt x="118269" y="708796"/>
                    <a:pt x="236538" y="708796"/>
                    <a:pt x="354806" y="708796"/>
                  </a:cubicBezTo>
                  <a:cubicBezTo>
                    <a:pt x="591344" y="708796"/>
                    <a:pt x="827881" y="702821"/>
                    <a:pt x="1064419" y="692395"/>
                  </a:cubicBezTo>
                  <a:cubicBezTo>
                    <a:pt x="1300956" y="681969"/>
                    <a:pt x="1537494" y="355704"/>
                    <a:pt x="1774031" y="355704"/>
                  </a:cubicBezTo>
                  <a:cubicBezTo>
                    <a:pt x="2010569" y="355704"/>
                    <a:pt x="2247106" y="1016310"/>
                    <a:pt x="2483644" y="1016310"/>
                  </a:cubicBezTo>
                  <a:cubicBezTo>
                    <a:pt x="2601912" y="1016310"/>
                    <a:pt x="2720181" y="1016310"/>
                    <a:pt x="2838450" y="1016310"/>
                  </a:cubicBezTo>
                  <a:lnTo>
                    <a:pt x="2838450" y="1078286"/>
                  </a:lnTo>
                  <a:cubicBezTo>
                    <a:pt x="2720181" y="1078286"/>
                    <a:pt x="2601912" y="1078286"/>
                    <a:pt x="2483644" y="1078286"/>
                  </a:cubicBezTo>
                  <a:cubicBezTo>
                    <a:pt x="2247106" y="1078286"/>
                    <a:pt x="2010569" y="400861"/>
                    <a:pt x="1774031" y="400861"/>
                  </a:cubicBezTo>
                  <a:cubicBezTo>
                    <a:pt x="1537494" y="400861"/>
                    <a:pt x="1300956" y="730031"/>
                    <a:pt x="1064419" y="737233"/>
                  </a:cubicBezTo>
                  <a:cubicBezTo>
                    <a:pt x="827881" y="744435"/>
                    <a:pt x="591344" y="748394"/>
                    <a:pt x="354806" y="748394"/>
                  </a:cubicBezTo>
                  <a:cubicBezTo>
                    <a:pt x="236538" y="748394"/>
                    <a:pt x="118269" y="748394"/>
                    <a:pt x="0" y="748394"/>
                  </a:cubicBezTo>
                  <a:close/>
                </a:path>
              </a:pathLst>
            </a:custGeom>
            <a:solidFill>
              <a:srgbClr val="D55E00">
                <a:alpha val="16667"/>
              </a:srgbClr>
            </a:solidFill>
            <a:ln w="0">
              <a:noFill/>
            </a:ln>
          </p:spPr>
        </p:sp>
        <p:sp>
          <p:nvSpPr>
            <p:cNvPr id="2764" name="smooth-map-feature-2-shade-44">
              <a:extLst>
                <a:ext uri="{FF2B5EF4-FFF2-40B4-BE49-F238E27FC236}">
                  <a16:creationId xmlns:a16="http://schemas.microsoft.com/office/drawing/2014/main" id="{605B91EF-A4CE-412E-9919-0884E2182A63}"/>
                </a:ext>
              </a:extLst>
            </p:cNvPr>
            <p:cNvSpPr>
              <a:spLocks noGrp="1"/>
            </p:cNvSpPr>
            <p:nvPr/>
          </p:nvSpPr>
          <p:spPr>
            <a:xfrm>
              <a:off x="21240750" y="6019800"/>
              <a:ext cx="2838450" cy="1143000"/>
            </a:xfrm>
            <a:custGeom>
              <a:pathLst>
                <a:path w="2838450" h="1143000">
                  <a:moveTo>
                    <a:pt x="0" y="710985"/>
                  </a:moveTo>
                  <a:cubicBezTo>
                    <a:pt x="118269" y="710985"/>
                    <a:pt x="236538" y="710985"/>
                    <a:pt x="354806" y="710985"/>
                  </a:cubicBezTo>
                  <a:cubicBezTo>
                    <a:pt x="591344" y="710985"/>
                    <a:pt x="827881" y="705124"/>
                    <a:pt x="1064419" y="694874"/>
                  </a:cubicBezTo>
                  <a:cubicBezTo>
                    <a:pt x="1300956" y="684624"/>
                    <a:pt x="1537494" y="358201"/>
                    <a:pt x="1774031" y="358201"/>
                  </a:cubicBezTo>
                  <a:cubicBezTo>
                    <a:pt x="2010569" y="358201"/>
                    <a:pt x="2247106" y="1019737"/>
                    <a:pt x="2483644" y="1019737"/>
                  </a:cubicBezTo>
                  <a:cubicBezTo>
                    <a:pt x="2601912" y="1019737"/>
                    <a:pt x="2720181" y="1019737"/>
                    <a:pt x="2838450" y="1019737"/>
                  </a:cubicBezTo>
                  <a:lnTo>
                    <a:pt x="2838450" y="1074859"/>
                  </a:lnTo>
                  <a:cubicBezTo>
                    <a:pt x="2720181" y="1074859"/>
                    <a:pt x="2601912" y="1074859"/>
                    <a:pt x="2483644" y="1074859"/>
                  </a:cubicBezTo>
                  <a:cubicBezTo>
                    <a:pt x="2247106" y="1074859"/>
                    <a:pt x="2010569" y="398364"/>
                    <a:pt x="1774031" y="398364"/>
                  </a:cubicBezTo>
                  <a:cubicBezTo>
                    <a:pt x="1537494" y="398364"/>
                    <a:pt x="1300956" y="727371"/>
                    <a:pt x="1064419" y="734754"/>
                  </a:cubicBezTo>
                  <a:cubicBezTo>
                    <a:pt x="827881" y="742136"/>
                    <a:pt x="591344" y="746204"/>
                    <a:pt x="354806" y="746204"/>
                  </a:cubicBezTo>
                  <a:cubicBezTo>
                    <a:pt x="236538" y="746204"/>
                    <a:pt x="118269" y="746204"/>
                    <a:pt x="0" y="746204"/>
                  </a:cubicBezTo>
                  <a:close/>
                </a:path>
              </a:pathLst>
            </a:custGeom>
            <a:solidFill>
              <a:srgbClr val="D55E00">
                <a:alpha val="20000"/>
              </a:srgbClr>
            </a:solidFill>
            <a:ln w="0">
              <a:noFill/>
            </a:ln>
          </p:spPr>
        </p:sp>
        <p:sp>
          <p:nvSpPr>
            <p:cNvPr id="2765" name="smooth-map-feature-2-shade-45">
              <a:extLst>
                <a:ext uri="{FF2B5EF4-FFF2-40B4-BE49-F238E27FC236}">
                  <a16:creationId xmlns:a16="http://schemas.microsoft.com/office/drawing/2014/main" id="{B3667E7A-4562-440B-A3CB-2AF7EDB54F34}"/>
                </a:ext>
              </a:extLst>
            </p:cNvPr>
            <p:cNvSpPr>
              <a:spLocks noGrp="1"/>
            </p:cNvSpPr>
            <p:nvPr/>
          </p:nvSpPr>
          <p:spPr>
            <a:xfrm>
              <a:off x="21240750" y="6019800"/>
              <a:ext cx="2838450" cy="1143000"/>
            </a:xfrm>
            <a:custGeom>
              <a:pathLst>
                <a:path w="2838450" h="1143000">
                  <a:moveTo>
                    <a:pt x="0" y="713428"/>
                  </a:moveTo>
                  <a:cubicBezTo>
                    <a:pt x="118269" y="713428"/>
                    <a:pt x="236538" y="713428"/>
                    <a:pt x="354806" y="713428"/>
                  </a:cubicBezTo>
                  <a:cubicBezTo>
                    <a:pt x="591344" y="713428"/>
                    <a:pt x="827881" y="707694"/>
                    <a:pt x="1064419" y="697641"/>
                  </a:cubicBezTo>
                  <a:cubicBezTo>
                    <a:pt x="1300956" y="687587"/>
                    <a:pt x="1537494" y="360987"/>
                    <a:pt x="1774031" y="360987"/>
                  </a:cubicBezTo>
                  <a:cubicBezTo>
                    <a:pt x="2010569" y="360987"/>
                    <a:pt x="2247106" y="1023561"/>
                    <a:pt x="2483644" y="1023561"/>
                  </a:cubicBezTo>
                  <a:cubicBezTo>
                    <a:pt x="2601912" y="1023561"/>
                    <a:pt x="2720181" y="1023561"/>
                    <a:pt x="2838450" y="1023561"/>
                  </a:cubicBezTo>
                  <a:lnTo>
                    <a:pt x="2838450" y="1071035"/>
                  </a:lnTo>
                  <a:cubicBezTo>
                    <a:pt x="2720181" y="1071035"/>
                    <a:pt x="2601912" y="1071035"/>
                    <a:pt x="2483644" y="1071035"/>
                  </a:cubicBezTo>
                  <a:cubicBezTo>
                    <a:pt x="2247106" y="1071035"/>
                    <a:pt x="2010569" y="395578"/>
                    <a:pt x="1774031" y="395578"/>
                  </a:cubicBezTo>
                  <a:cubicBezTo>
                    <a:pt x="1537494" y="395578"/>
                    <a:pt x="1300956" y="724403"/>
                    <a:pt x="1064419" y="731987"/>
                  </a:cubicBezTo>
                  <a:cubicBezTo>
                    <a:pt x="827881" y="739571"/>
                    <a:pt x="591344" y="743761"/>
                    <a:pt x="354806" y="743761"/>
                  </a:cubicBezTo>
                  <a:cubicBezTo>
                    <a:pt x="236538" y="743761"/>
                    <a:pt x="118269" y="743761"/>
                    <a:pt x="0" y="743761"/>
                  </a:cubicBezTo>
                  <a:close/>
                </a:path>
              </a:pathLst>
            </a:custGeom>
            <a:solidFill>
              <a:srgbClr val="D55E00">
                <a:alpha val="25000"/>
              </a:srgbClr>
            </a:solidFill>
            <a:ln w="0">
              <a:noFill/>
            </a:ln>
          </p:spPr>
        </p:sp>
        <p:sp>
          <p:nvSpPr>
            <p:cNvPr id="2766" name="smooth-map-feature-2-shade-46">
              <a:extLst>
                <a:ext uri="{FF2B5EF4-FFF2-40B4-BE49-F238E27FC236}">
                  <a16:creationId xmlns:a16="http://schemas.microsoft.com/office/drawing/2014/main" id="{5D2A8D1C-9413-401C-A273-65FF351F8E8D}"/>
                </a:ext>
              </a:extLst>
            </p:cNvPr>
            <p:cNvSpPr>
              <a:spLocks noGrp="1"/>
            </p:cNvSpPr>
            <p:nvPr/>
          </p:nvSpPr>
          <p:spPr>
            <a:xfrm>
              <a:off x="21240750" y="6019800"/>
              <a:ext cx="2838450" cy="1143000"/>
            </a:xfrm>
            <a:custGeom>
              <a:pathLst>
                <a:path w="2838450" h="1143000">
                  <a:moveTo>
                    <a:pt x="0" y="716278"/>
                  </a:moveTo>
                  <a:cubicBezTo>
                    <a:pt x="118269" y="716278"/>
                    <a:pt x="236538" y="716278"/>
                    <a:pt x="354806" y="716278"/>
                  </a:cubicBezTo>
                  <a:cubicBezTo>
                    <a:pt x="591344" y="716278"/>
                    <a:pt x="827881" y="710692"/>
                    <a:pt x="1064419" y="700868"/>
                  </a:cubicBezTo>
                  <a:cubicBezTo>
                    <a:pt x="1300956" y="691044"/>
                    <a:pt x="1537494" y="364237"/>
                    <a:pt x="1774031" y="364237"/>
                  </a:cubicBezTo>
                  <a:cubicBezTo>
                    <a:pt x="2010569" y="364237"/>
                    <a:pt x="2247106" y="1028022"/>
                    <a:pt x="2483644" y="1028022"/>
                  </a:cubicBezTo>
                  <a:cubicBezTo>
                    <a:pt x="2601912" y="1028022"/>
                    <a:pt x="2720181" y="1028022"/>
                    <a:pt x="2838450" y="1028022"/>
                  </a:cubicBezTo>
                  <a:lnTo>
                    <a:pt x="2838450" y="1066574"/>
                  </a:lnTo>
                  <a:cubicBezTo>
                    <a:pt x="2720181" y="1066574"/>
                    <a:pt x="2601912" y="1066574"/>
                    <a:pt x="2483644" y="1066574"/>
                  </a:cubicBezTo>
                  <a:cubicBezTo>
                    <a:pt x="2247106" y="1066574"/>
                    <a:pt x="2010569" y="392328"/>
                    <a:pt x="1774031" y="392328"/>
                  </a:cubicBezTo>
                  <a:cubicBezTo>
                    <a:pt x="1537494" y="392328"/>
                    <a:pt x="1300956" y="720941"/>
                    <a:pt x="1064419" y="728760"/>
                  </a:cubicBezTo>
                  <a:cubicBezTo>
                    <a:pt x="827881" y="736578"/>
                    <a:pt x="591344" y="740911"/>
                    <a:pt x="354806" y="740911"/>
                  </a:cubicBezTo>
                  <a:cubicBezTo>
                    <a:pt x="236538" y="740911"/>
                    <a:pt x="118269" y="740911"/>
                    <a:pt x="0" y="740911"/>
                  </a:cubicBezTo>
                  <a:close/>
                </a:path>
              </a:pathLst>
            </a:custGeom>
            <a:solidFill>
              <a:srgbClr val="D55E00">
                <a:alpha val="33333"/>
              </a:srgbClr>
            </a:solidFill>
            <a:ln w="0">
              <a:noFill/>
            </a:ln>
          </p:spPr>
        </p:sp>
        <p:sp>
          <p:nvSpPr>
            <p:cNvPr id="2767" name="smooth-map-feature-2-shade-47">
              <a:extLst>
                <a:ext uri="{FF2B5EF4-FFF2-40B4-BE49-F238E27FC236}">
                  <a16:creationId xmlns:a16="http://schemas.microsoft.com/office/drawing/2014/main" id="{9BDA2B1A-533C-49B5-AE62-1C57663CE2FB}"/>
                </a:ext>
              </a:extLst>
            </p:cNvPr>
            <p:cNvSpPr>
              <a:spLocks noGrp="1"/>
            </p:cNvSpPr>
            <p:nvPr/>
          </p:nvSpPr>
          <p:spPr>
            <a:xfrm>
              <a:off x="21240750" y="6019800"/>
              <a:ext cx="2838450" cy="1143000"/>
            </a:xfrm>
            <a:custGeom>
              <a:pathLst>
                <a:path w="2838450" h="1143000">
                  <a:moveTo>
                    <a:pt x="0" y="719932"/>
                  </a:moveTo>
                  <a:cubicBezTo>
                    <a:pt x="118269" y="719932"/>
                    <a:pt x="236538" y="719932"/>
                    <a:pt x="354806" y="719932"/>
                  </a:cubicBezTo>
                  <a:cubicBezTo>
                    <a:pt x="591344" y="719932"/>
                    <a:pt x="827881" y="714534"/>
                    <a:pt x="1064419" y="705005"/>
                  </a:cubicBezTo>
                  <a:cubicBezTo>
                    <a:pt x="1300956" y="695476"/>
                    <a:pt x="1537494" y="368404"/>
                    <a:pt x="1774031" y="368404"/>
                  </a:cubicBezTo>
                  <a:cubicBezTo>
                    <a:pt x="2010569" y="368404"/>
                    <a:pt x="2247106" y="1033740"/>
                    <a:pt x="2483644" y="1033740"/>
                  </a:cubicBezTo>
                  <a:cubicBezTo>
                    <a:pt x="2601912" y="1033740"/>
                    <a:pt x="2720181" y="1033740"/>
                    <a:pt x="2838450" y="1033740"/>
                  </a:cubicBezTo>
                  <a:lnTo>
                    <a:pt x="2838450" y="1060856"/>
                  </a:lnTo>
                  <a:cubicBezTo>
                    <a:pt x="2720181" y="1060856"/>
                    <a:pt x="2601912" y="1060856"/>
                    <a:pt x="2483644" y="1060856"/>
                  </a:cubicBezTo>
                  <a:cubicBezTo>
                    <a:pt x="2247106" y="1060856"/>
                    <a:pt x="2010569" y="388161"/>
                    <a:pt x="1774031" y="388161"/>
                  </a:cubicBezTo>
                  <a:cubicBezTo>
                    <a:pt x="1537494" y="388161"/>
                    <a:pt x="1300956" y="716505"/>
                    <a:pt x="1064419" y="724623"/>
                  </a:cubicBezTo>
                  <a:cubicBezTo>
                    <a:pt x="827881" y="732741"/>
                    <a:pt x="591344" y="737258"/>
                    <a:pt x="354806" y="737258"/>
                  </a:cubicBezTo>
                  <a:cubicBezTo>
                    <a:pt x="236538" y="737258"/>
                    <a:pt x="118269" y="737258"/>
                    <a:pt x="0" y="737258"/>
                  </a:cubicBezTo>
                  <a:close/>
                </a:path>
              </a:pathLst>
            </a:custGeom>
            <a:solidFill>
              <a:srgbClr val="D55E00">
                <a:alpha val="50000"/>
              </a:srgbClr>
            </a:solidFill>
            <a:ln w="0">
              <a:noFill/>
            </a:ln>
          </p:spPr>
        </p:sp>
        <p:sp>
          <p:nvSpPr>
            <p:cNvPr id="2768" name="smooth-map-feature-2-shade-48">
              <a:extLst>
                <a:ext uri="{FF2B5EF4-FFF2-40B4-BE49-F238E27FC236}">
                  <a16:creationId xmlns:a16="http://schemas.microsoft.com/office/drawing/2014/main" id="{1B28E1E4-417C-47A2-8739-072FEC43E1DE}"/>
                </a:ext>
              </a:extLst>
            </p:cNvPr>
            <p:cNvSpPr>
              <a:spLocks noGrp="1"/>
            </p:cNvSpPr>
            <p:nvPr/>
          </p:nvSpPr>
          <p:spPr>
            <a:xfrm>
              <a:off x="21240750" y="6019800"/>
              <a:ext cx="2838450" cy="1143000"/>
            </a:xfrm>
            <a:custGeom>
              <a:pathLst>
                <a:path w="2838450" h="1143000">
                  <a:moveTo>
                    <a:pt x="0" y="728595"/>
                  </a:moveTo>
                  <a:cubicBezTo>
                    <a:pt x="118269" y="728595"/>
                    <a:pt x="236538" y="728595"/>
                    <a:pt x="354806" y="728595"/>
                  </a:cubicBezTo>
                  <a:cubicBezTo>
                    <a:pt x="591344" y="728595"/>
                    <a:pt x="827881" y="723640"/>
                    <a:pt x="1064419" y="714814"/>
                  </a:cubicBezTo>
                  <a:cubicBezTo>
                    <a:pt x="1300956" y="705988"/>
                    <a:pt x="1537494" y="378283"/>
                    <a:pt x="1774031" y="378283"/>
                  </a:cubicBezTo>
                  <a:cubicBezTo>
                    <a:pt x="2010569" y="378283"/>
                    <a:pt x="2247106" y="1047298"/>
                    <a:pt x="2483644" y="1047298"/>
                  </a:cubicBezTo>
                  <a:cubicBezTo>
                    <a:pt x="2601912" y="1047298"/>
                    <a:pt x="2720181" y="1047298"/>
                    <a:pt x="2838450" y="1047298"/>
                  </a:cubicBezTo>
                  <a:lnTo>
                    <a:pt x="2838450" y="1047298"/>
                  </a:lnTo>
                  <a:cubicBezTo>
                    <a:pt x="2720181" y="1047298"/>
                    <a:pt x="2601912" y="1047298"/>
                    <a:pt x="2483644" y="1047298"/>
                  </a:cubicBezTo>
                  <a:cubicBezTo>
                    <a:pt x="2247106" y="1047298"/>
                    <a:pt x="2010569" y="378283"/>
                    <a:pt x="1774031" y="378283"/>
                  </a:cubicBezTo>
                  <a:cubicBezTo>
                    <a:pt x="1537494" y="378283"/>
                    <a:pt x="1300956" y="705988"/>
                    <a:pt x="1064419" y="714814"/>
                  </a:cubicBezTo>
                  <a:cubicBezTo>
                    <a:pt x="827881" y="723640"/>
                    <a:pt x="591344" y="728595"/>
                    <a:pt x="354806" y="728595"/>
                  </a:cubicBezTo>
                  <a:cubicBezTo>
                    <a:pt x="236538" y="728595"/>
                    <a:pt x="118269" y="728595"/>
                    <a:pt x="0" y="728595"/>
                  </a:cubicBezTo>
                  <a:close/>
                </a:path>
              </a:pathLst>
            </a:custGeom>
            <a:solidFill>
              <a:srgbClr val="D55E00">
                <a:alpha val="100000"/>
              </a:srgbClr>
            </a:solidFill>
            <a:ln w="0">
              <a:noFill/>
            </a:ln>
          </p:spPr>
        </p:sp>
        <p:sp>
          <p:nvSpPr>
            <p:cNvPr id="2769" name="smooth-map-feature-3-shade-1">
              <a:extLst>
                <a:ext uri="{FF2B5EF4-FFF2-40B4-BE49-F238E27FC236}">
                  <a16:creationId xmlns:a16="http://schemas.microsoft.com/office/drawing/2014/main" id="{3F6667A3-8C64-4DFA-8950-CA454B61832E}"/>
                </a:ext>
              </a:extLst>
            </p:cNvPr>
            <p:cNvSpPr>
              <a:spLocks noGrp="1"/>
            </p:cNvSpPr>
            <p:nvPr/>
          </p:nvSpPr>
          <p:spPr>
            <a:xfrm>
              <a:off x="21240750" y="6019800"/>
              <a:ext cx="2838450" cy="1143000"/>
            </a:xfrm>
            <a:custGeom>
              <a:pathLst>
                <a:path w="2838450" h="1143000">
                  <a:moveTo>
                    <a:pt x="0" y="217332"/>
                  </a:moveTo>
                  <a:cubicBezTo>
                    <a:pt x="118269" y="217332"/>
                    <a:pt x="236538" y="217332"/>
                    <a:pt x="354806" y="217332"/>
                  </a:cubicBezTo>
                  <a:cubicBezTo>
                    <a:pt x="591344" y="217332"/>
                    <a:pt x="827881" y="186848"/>
                    <a:pt x="1064419" y="186848"/>
                  </a:cubicBezTo>
                  <a:cubicBezTo>
                    <a:pt x="1300956" y="186848"/>
                    <a:pt x="1537494" y="494514"/>
                    <a:pt x="1774031" y="494514"/>
                  </a:cubicBezTo>
                  <a:cubicBezTo>
                    <a:pt x="2010569" y="494514"/>
                    <a:pt x="2247106" y="476131"/>
                    <a:pt x="2483644" y="476131"/>
                  </a:cubicBezTo>
                  <a:cubicBezTo>
                    <a:pt x="2601912" y="476131"/>
                    <a:pt x="2720181" y="476131"/>
                    <a:pt x="2838450" y="476131"/>
                  </a:cubicBezTo>
                  <a:lnTo>
                    <a:pt x="2838450" y="975814"/>
                  </a:lnTo>
                  <a:cubicBezTo>
                    <a:pt x="2720181" y="975814"/>
                    <a:pt x="2601912" y="975814"/>
                    <a:pt x="2483644" y="975814"/>
                  </a:cubicBezTo>
                  <a:cubicBezTo>
                    <a:pt x="2247106" y="975814"/>
                    <a:pt x="2010569" y="956301"/>
                    <a:pt x="1774031" y="929210"/>
                  </a:cubicBezTo>
                  <a:cubicBezTo>
                    <a:pt x="1537494" y="902120"/>
                    <a:pt x="1300956" y="611889"/>
                    <a:pt x="1064419" y="611889"/>
                  </a:cubicBezTo>
                  <a:cubicBezTo>
                    <a:pt x="827881" y="611889"/>
                    <a:pt x="591344" y="635066"/>
                    <a:pt x="354806" y="635066"/>
                  </a:cubicBezTo>
                  <a:cubicBezTo>
                    <a:pt x="236538" y="635066"/>
                    <a:pt x="118269" y="635066"/>
                    <a:pt x="0" y="635066"/>
                  </a:cubicBezTo>
                  <a:close/>
                </a:path>
              </a:pathLst>
            </a:custGeom>
            <a:solidFill>
              <a:srgbClr val="009E73">
                <a:alpha val="2500"/>
              </a:srgbClr>
            </a:solidFill>
            <a:ln w="0">
              <a:noFill/>
            </a:ln>
          </p:spPr>
        </p:sp>
        <p:sp>
          <p:nvSpPr>
            <p:cNvPr id="2770" name="smooth-map-feature-3-shade-2">
              <a:extLst>
                <a:ext uri="{FF2B5EF4-FFF2-40B4-BE49-F238E27FC236}">
                  <a16:creationId xmlns:a16="http://schemas.microsoft.com/office/drawing/2014/main" id="{613B08CD-63AE-41E7-A490-0381BA079314}"/>
                </a:ext>
              </a:extLst>
            </p:cNvPr>
            <p:cNvSpPr>
              <a:spLocks noGrp="1"/>
            </p:cNvSpPr>
            <p:nvPr/>
          </p:nvSpPr>
          <p:spPr>
            <a:xfrm>
              <a:off x="21240750" y="6019800"/>
              <a:ext cx="2838450" cy="1143000"/>
            </a:xfrm>
            <a:custGeom>
              <a:pathLst>
                <a:path w="2838450" h="1143000">
                  <a:moveTo>
                    <a:pt x="0" y="235201"/>
                  </a:moveTo>
                  <a:cubicBezTo>
                    <a:pt x="118269" y="235201"/>
                    <a:pt x="236538" y="235201"/>
                    <a:pt x="354806" y="235201"/>
                  </a:cubicBezTo>
                  <a:cubicBezTo>
                    <a:pt x="591344" y="235201"/>
                    <a:pt x="827881" y="205030"/>
                    <a:pt x="1064419" y="205030"/>
                  </a:cubicBezTo>
                  <a:cubicBezTo>
                    <a:pt x="1300956" y="205030"/>
                    <a:pt x="1537494" y="513110"/>
                    <a:pt x="1774031" y="513110"/>
                  </a:cubicBezTo>
                  <a:cubicBezTo>
                    <a:pt x="2010569" y="513110"/>
                    <a:pt x="2247106" y="497506"/>
                    <a:pt x="2483644" y="497506"/>
                  </a:cubicBezTo>
                  <a:cubicBezTo>
                    <a:pt x="2601912" y="497506"/>
                    <a:pt x="2720181" y="497506"/>
                    <a:pt x="2838450" y="497506"/>
                  </a:cubicBezTo>
                  <a:lnTo>
                    <a:pt x="2838450" y="954439"/>
                  </a:lnTo>
                  <a:cubicBezTo>
                    <a:pt x="2720181" y="954439"/>
                    <a:pt x="2601912" y="954439"/>
                    <a:pt x="2483644" y="954439"/>
                  </a:cubicBezTo>
                  <a:cubicBezTo>
                    <a:pt x="2247106" y="954439"/>
                    <a:pt x="2010569" y="936282"/>
                    <a:pt x="1774031" y="910615"/>
                  </a:cubicBezTo>
                  <a:cubicBezTo>
                    <a:pt x="1537494" y="884949"/>
                    <a:pt x="1300956" y="593707"/>
                    <a:pt x="1064419" y="593707"/>
                  </a:cubicBezTo>
                  <a:cubicBezTo>
                    <a:pt x="827881" y="593707"/>
                    <a:pt x="591344" y="617196"/>
                    <a:pt x="354806" y="617196"/>
                  </a:cubicBezTo>
                  <a:cubicBezTo>
                    <a:pt x="236538" y="617196"/>
                    <a:pt x="118269" y="617196"/>
                    <a:pt x="0" y="617196"/>
                  </a:cubicBezTo>
                  <a:close/>
                </a:path>
              </a:pathLst>
            </a:custGeom>
            <a:solidFill>
              <a:srgbClr val="009E73">
                <a:alpha val="2128"/>
              </a:srgbClr>
            </a:solidFill>
            <a:ln w="0">
              <a:noFill/>
            </a:ln>
          </p:spPr>
        </p:sp>
        <p:sp>
          <p:nvSpPr>
            <p:cNvPr id="2771" name="smooth-map-feature-3-shade-3">
              <a:extLst>
                <a:ext uri="{FF2B5EF4-FFF2-40B4-BE49-F238E27FC236}">
                  <a16:creationId xmlns:a16="http://schemas.microsoft.com/office/drawing/2014/main" id="{E8D6EEFD-30CC-4E78-99FB-26770103EE46}"/>
                </a:ext>
              </a:extLst>
            </p:cNvPr>
            <p:cNvSpPr>
              <a:spLocks noGrp="1"/>
            </p:cNvSpPr>
            <p:nvPr/>
          </p:nvSpPr>
          <p:spPr>
            <a:xfrm>
              <a:off x="21240750" y="6019800"/>
              <a:ext cx="2838450" cy="1143000"/>
            </a:xfrm>
            <a:custGeom>
              <a:pathLst>
                <a:path w="2838450" h="1143000">
                  <a:moveTo>
                    <a:pt x="0" y="247153"/>
                  </a:moveTo>
                  <a:cubicBezTo>
                    <a:pt x="118269" y="247153"/>
                    <a:pt x="236538" y="247153"/>
                    <a:pt x="354806" y="247153"/>
                  </a:cubicBezTo>
                  <a:cubicBezTo>
                    <a:pt x="591344" y="247153"/>
                    <a:pt x="827881" y="217191"/>
                    <a:pt x="1064419" y="217191"/>
                  </a:cubicBezTo>
                  <a:cubicBezTo>
                    <a:pt x="1300956" y="217191"/>
                    <a:pt x="1537494" y="525546"/>
                    <a:pt x="1774031" y="525546"/>
                  </a:cubicBezTo>
                  <a:cubicBezTo>
                    <a:pt x="2010569" y="525546"/>
                    <a:pt x="2247106" y="511802"/>
                    <a:pt x="2483644" y="511802"/>
                  </a:cubicBezTo>
                  <a:cubicBezTo>
                    <a:pt x="2601912" y="511802"/>
                    <a:pt x="2720181" y="511802"/>
                    <a:pt x="2838450" y="511802"/>
                  </a:cubicBezTo>
                  <a:lnTo>
                    <a:pt x="2838450" y="940143"/>
                  </a:lnTo>
                  <a:cubicBezTo>
                    <a:pt x="2720181" y="940143"/>
                    <a:pt x="2601912" y="940143"/>
                    <a:pt x="2483644" y="940143"/>
                  </a:cubicBezTo>
                  <a:cubicBezTo>
                    <a:pt x="2247106" y="940143"/>
                    <a:pt x="2010569" y="922881"/>
                    <a:pt x="1774031" y="898178"/>
                  </a:cubicBezTo>
                  <a:cubicBezTo>
                    <a:pt x="1537494" y="873476"/>
                    <a:pt x="1300956" y="581546"/>
                    <a:pt x="1064419" y="581546"/>
                  </a:cubicBezTo>
                  <a:cubicBezTo>
                    <a:pt x="827881" y="581546"/>
                    <a:pt x="591344" y="605245"/>
                    <a:pt x="354806" y="605245"/>
                  </a:cubicBezTo>
                  <a:cubicBezTo>
                    <a:pt x="236538" y="605245"/>
                    <a:pt x="118269" y="605245"/>
                    <a:pt x="0" y="605245"/>
                  </a:cubicBezTo>
                  <a:close/>
                </a:path>
              </a:pathLst>
            </a:custGeom>
            <a:solidFill>
              <a:srgbClr val="009E73">
                <a:alpha val="2174"/>
              </a:srgbClr>
            </a:solidFill>
            <a:ln w="0">
              <a:noFill/>
            </a:ln>
          </p:spPr>
        </p:sp>
        <p:sp>
          <p:nvSpPr>
            <p:cNvPr id="2772" name="smooth-map-feature-3-shade-4">
              <a:extLst>
                <a:ext uri="{FF2B5EF4-FFF2-40B4-BE49-F238E27FC236}">
                  <a16:creationId xmlns:a16="http://schemas.microsoft.com/office/drawing/2014/main" id="{DB220AF9-13CC-4D23-9E1B-A75C16D66F6B}"/>
                </a:ext>
              </a:extLst>
            </p:cNvPr>
            <p:cNvSpPr>
              <a:spLocks noGrp="1"/>
            </p:cNvSpPr>
            <p:nvPr/>
          </p:nvSpPr>
          <p:spPr>
            <a:xfrm>
              <a:off x="21240750" y="6019800"/>
              <a:ext cx="2838450" cy="1143000"/>
            </a:xfrm>
            <a:custGeom>
              <a:pathLst>
                <a:path w="2838450" h="1143000">
                  <a:moveTo>
                    <a:pt x="0" y="256358"/>
                  </a:moveTo>
                  <a:cubicBezTo>
                    <a:pt x="118269" y="256358"/>
                    <a:pt x="236538" y="256358"/>
                    <a:pt x="354806" y="256358"/>
                  </a:cubicBezTo>
                  <a:cubicBezTo>
                    <a:pt x="591344" y="256358"/>
                    <a:pt x="827881" y="226557"/>
                    <a:pt x="1064419" y="226557"/>
                  </a:cubicBezTo>
                  <a:cubicBezTo>
                    <a:pt x="1300956" y="226557"/>
                    <a:pt x="1537494" y="535125"/>
                    <a:pt x="1774031" y="535125"/>
                  </a:cubicBezTo>
                  <a:cubicBezTo>
                    <a:pt x="2010569" y="535125"/>
                    <a:pt x="2247106" y="522813"/>
                    <a:pt x="2483644" y="522813"/>
                  </a:cubicBezTo>
                  <a:cubicBezTo>
                    <a:pt x="2601912" y="522813"/>
                    <a:pt x="2720181" y="522813"/>
                    <a:pt x="2838450" y="522813"/>
                  </a:cubicBezTo>
                  <a:lnTo>
                    <a:pt x="2838450" y="929132"/>
                  </a:lnTo>
                  <a:cubicBezTo>
                    <a:pt x="2720181" y="929132"/>
                    <a:pt x="2601912" y="929132"/>
                    <a:pt x="2483644" y="929132"/>
                  </a:cubicBezTo>
                  <a:cubicBezTo>
                    <a:pt x="2247106" y="929132"/>
                    <a:pt x="2010569" y="912553"/>
                    <a:pt x="1774031" y="888600"/>
                  </a:cubicBezTo>
                  <a:cubicBezTo>
                    <a:pt x="1537494" y="864647"/>
                    <a:pt x="1300956" y="572180"/>
                    <a:pt x="1064419" y="572180"/>
                  </a:cubicBezTo>
                  <a:cubicBezTo>
                    <a:pt x="827881" y="572180"/>
                    <a:pt x="591344" y="596040"/>
                    <a:pt x="354806" y="596040"/>
                  </a:cubicBezTo>
                  <a:cubicBezTo>
                    <a:pt x="236538" y="596040"/>
                    <a:pt x="118269" y="596040"/>
                    <a:pt x="0" y="596040"/>
                  </a:cubicBezTo>
                  <a:close/>
                </a:path>
              </a:pathLst>
            </a:custGeom>
            <a:solidFill>
              <a:srgbClr val="009E73">
                <a:alpha val="2222"/>
              </a:srgbClr>
            </a:solidFill>
            <a:ln w="0">
              <a:noFill/>
            </a:ln>
          </p:spPr>
        </p:sp>
        <p:sp>
          <p:nvSpPr>
            <p:cNvPr id="2773" name="smooth-map-feature-3-shade-5">
              <a:extLst>
                <a:ext uri="{FF2B5EF4-FFF2-40B4-BE49-F238E27FC236}">
                  <a16:creationId xmlns:a16="http://schemas.microsoft.com/office/drawing/2014/main" id="{1CC5AC49-34E5-4294-ACF1-66A9A29FD483}"/>
                </a:ext>
              </a:extLst>
            </p:cNvPr>
            <p:cNvSpPr>
              <a:spLocks noGrp="1"/>
            </p:cNvSpPr>
            <p:nvPr/>
          </p:nvSpPr>
          <p:spPr>
            <a:xfrm>
              <a:off x="21240750" y="6019800"/>
              <a:ext cx="2838450" cy="1143000"/>
            </a:xfrm>
            <a:custGeom>
              <a:pathLst>
                <a:path w="2838450" h="1143000">
                  <a:moveTo>
                    <a:pt x="0" y="263955"/>
                  </a:moveTo>
                  <a:cubicBezTo>
                    <a:pt x="118269" y="263955"/>
                    <a:pt x="236538" y="263955"/>
                    <a:pt x="354806" y="263955"/>
                  </a:cubicBezTo>
                  <a:cubicBezTo>
                    <a:pt x="591344" y="263955"/>
                    <a:pt x="827881" y="234287"/>
                    <a:pt x="1064419" y="234287"/>
                  </a:cubicBezTo>
                  <a:cubicBezTo>
                    <a:pt x="1300956" y="234287"/>
                    <a:pt x="1537494" y="543031"/>
                    <a:pt x="1774031" y="543031"/>
                  </a:cubicBezTo>
                  <a:cubicBezTo>
                    <a:pt x="2010569" y="543031"/>
                    <a:pt x="2247106" y="531901"/>
                    <a:pt x="2483644" y="531901"/>
                  </a:cubicBezTo>
                  <a:cubicBezTo>
                    <a:pt x="2601912" y="531901"/>
                    <a:pt x="2720181" y="531901"/>
                    <a:pt x="2838450" y="531901"/>
                  </a:cubicBezTo>
                  <a:lnTo>
                    <a:pt x="2838450" y="920044"/>
                  </a:lnTo>
                  <a:cubicBezTo>
                    <a:pt x="2720181" y="920044"/>
                    <a:pt x="2601912" y="920044"/>
                    <a:pt x="2483644" y="920044"/>
                  </a:cubicBezTo>
                  <a:cubicBezTo>
                    <a:pt x="2247106" y="920044"/>
                    <a:pt x="2010569" y="904024"/>
                    <a:pt x="1774031" y="880694"/>
                  </a:cubicBezTo>
                  <a:cubicBezTo>
                    <a:pt x="1537494" y="857364"/>
                    <a:pt x="1300956" y="564450"/>
                    <a:pt x="1064419" y="564450"/>
                  </a:cubicBezTo>
                  <a:cubicBezTo>
                    <a:pt x="827881" y="564450"/>
                    <a:pt x="591344" y="588443"/>
                    <a:pt x="354806" y="588443"/>
                  </a:cubicBezTo>
                  <a:cubicBezTo>
                    <a:pt x="236538" y="588443"/>
                    <a:pt x="118269" y="588443"/>
                    <a:pt x="0" y="588443"/>
                  </a:cubicBezTo>
                  <a:close/>
                </a:path>
              </a:pathLst>
            </a:custGeom>
            <a:solidFill>
              <a:srgbClr val="009E73">
                <a:alpha val="2273"/>
              </a:srgbClr>
            </a:solidFill>
            <a:ln w="0">
              <a:noFill/>
            </a:ln>
          </p:spPr>
        </p:sp>
        <p:sp>
          <p:nvSpPr>
            <p:cNvPr id="2774" name="smooth-map-feature-3-shade-6">
              <a:extLst>
                <a:ext uri="{FF2B5EF4-FFF2-40B4-BE49-F238E27FC236}">
                  <a16:creationId xmlns:a16="http://schemas.microsoft.com/office/drawing/2014/main" id="{2835A638-E715-492A-A378-B5BADF68F844}"/>
                </a:ext>
              </a:extLst>
            </p:cNvPr>
            <p:cNvSpPr>
              <a:spLocks noGrp="1"/>
            </p:cNvSpPr>
            <p:nvPr/>
          </p:nvSpPr>
          <p:spPr>
            <a:xfrm>
              <a:off x="21240750" y="6019800"/>
              <a:ext cx="2838450" cy="1143000"/>
            </a:xfrm>
            <a:custGeom>
              <a:pathLst>
                <a:path w="2838450" h="1143000">
                  <a:moveTo>
                    <a:pt x="0" y="270491"/>
                  </a:moveTo>
                  <a:cubicBezTo>
                    <a:pt x="118269" y="270491"/>
                    <a:pt x="236538" y="270491"/>
                    <a:pt x="354806" y="270491"/>
                  </a:cubicBezTo>
                  <a:cubicBezTo>
                    <a:pt x="591344" y="270491"/>
                    <a:pt x="827881" y="240938"/>
                    <a:pt x="1064419" y="240938"/>
                  </a:cubicBezTo>
                  <a:cubicBezTo>
                    <a:pt x="1300956" y="240938"/>
                    <a:pt x="1537494" y="549833"/>
                    <a:pt x="1774031" y="549833"/>
                  </a:cubicBezTo>
                  <a:cubicBezTo>
                    <a:pt x="2010569" y="549833"/>
                    <a:pt x="2247106" y="539719"/>
                    <a:pt x="2483644" y="539719"/>
                  </a:cubicBezTo>
                  <a:cubicBezTo>
                    <a:pt x="2601912" y="539719"/>
                    <a:pt x="2720181" y="539719"/>
                    <a:pt x="2838450" y="539719"/>
                  </a:cubicBezTo>
                  <a:lnTo>
                    <a:pt x="2838450" y="912225"/>
                  </a:lnTo>
                  <a:cubicBezTo>
                    <a:pt x="2720181" y="912225"/>
                    <a:pt x="2601912" y="912225"/>
                    <a:pt x="2483644" y="912225"/>
                  </a:cubicBezTo>
                  <a:cubicBezTo>
                    <a:pt x="2247106" y="912225"/>
                    <a:pt x="2010569" y="896684"/>
                    <a:pt x="1774031" y="873892"/>
                  </a:cubicBezTo>
                  <a:cubicBezTo>
                    <a:pt x="1537494" y="851101"/>
                    <a:pt x="1300956" y="557799"/>
                    <a:pt x="1064419" y="557799"/>
                  </a:cubicBezTo>
                  <a:cubicBezTo>
                    <a:pt x="827881" y="557799"/>
                    <a:pt x="591344" y="581906"/>
                    <a:pt x="354806" y="581906"/>
                  </a:cubicBezTo>
                  <a:cubicBezTo>
                    <a:pt x="236538" y="581906"/>
                    <a:pt x="118269" y="581906"/>
                    <a:pt x="0" y="581906"/>
                  </a:cubicBezTo>
                  <a:close/>
                </a:path>
              </a:pathLst>
            </a:custGeom>
            <a:solidFill>
              <a:srgbClr val="009E73">
                <a:alpha val="2326"/>
              </a:srgbClr>
            </a:solidFill>
            <a:ln w="0">
              <a:noFill/>
            </a:ln>
          </p:spPr>
        </p:sp>
        <p:sp>
          <p:nvSpPr>
            <p:cNvPr id="2775" name="smooth-map-feature-3-shade-7">
              <a:extLst>
                <a:ext uri="{FF2B5EF4-FFF2-40B4-BE49-F238E27FC236}">
                  <a16:creationId xmlns:a16="http://schemas.microsoft.com/office/drawing/2014/main" id="{3883780E-2923-4D51-AED4-C00100529D2E}"/>
                </a:ext>
              </a:extLst>
            </p:cNvPr>
            <p:cNvSpPr>
              <a:spLocks noGrp="1"/>
            </p:cNvSpPr>
            <p:nvPr/>
          </p:nvSpPr>
          <p:spPr>
            <a:xfrm>
              <a:off x="21240750" y="6019800"/>
              <a:ext cx="2838450" cy="1143000"/>
            </a:xfrm>
            <a:custGeom>
              <a:pathLst>
                <a:path w="2838450" h="1143000">
                  <a:moveTo>
                    <a:pt x="0" y="276273"/>
                  </a:moveTo>
                  <a:cubicBezTo>
                    <a:pt x="118269" y="276273"/>
                    <a:pt x="236538" y="276273"/>
                    <a:pt x="354806" y="276273"/>
                  </a:cubicBezTo>
                  <a:cubicBezTo>
                    <a:pt x="591344" y="276273"/>
                    <a:pt x="827881" y="246821"/>
                    <a:pt x="1064419" y="246821"/>
                  </a:cubicBezTo>
                  <a:cubicBezTo>
                    <a:pt x="1300956" y="246821"/>
                    <a:pt x="1537494" y="555849"/>
                    <a:pt x="1774031" y="555849"/>
                  </a:cubicBezTo>
                  <a:cubicBezTo>
                    <a:pt x="2010569" y="555849"/>
                    <a:pt x="2247106" y="546635"/>
                    <a:pt x="2483644" y="546635"/>
                  </a:cubicBezTo>
                  <a:cubicBezTo>
                    <a:pt x="2601912" y="546635"/>
                    <a:pt x="2720181" y="546635"/>
                    <a:pt x="2838450" y="546635"/>
                  </a:cubicBezTo>
                  <a:lnTo>
                    <a:pt x="2838450" y="905310"/>
                  </a:lnTo>
                  <a:cubicBezTo>
                    <a:pt x="2720181" y="905310"/>
                    <a:pt x="2601912" y="905310"/>
                    <a:pt x="2483644" y="905310"/>
                  </a:cubicBezTo>
                  <a:cubicBezTo>
                    <a:pt x="2247106" y="905310"/>
                    <a:pt x="2010569" y="890188"/>
                    <a:pt x="1774031" y="867876"/>
                  </a:cubicBezTo>
                  <a:cubicBezTo>
                    <a:pt x="1537494" y="845563"/>
                    <a:pt x="1300956" y="551917"/>
                    <a:pt x="1064419" y="551917"/>
                  </a:cubicBezTo>
                  <a:cubicBezTo>
                    <a:pt x="827881" y="551917"/>
                    <a:pt x="591344" y="576125"/>
                    <a:pt x="354806" y="576125"/>
                  </a:cubicBezTo>
                  <a:cubicBezTo>
                    <a:pt x="236538" y="576125"/>
                    <a:pt x="118269" y="576125"/>
                    <a:pt x="0" y="576125"/>
                  </a:cubicBezTo>
                  <a:close/>
                </a:path>
              </a:pathLst>
            </a:custGeom>
            <a:solidFill>
              <a:srgbClr val="009E73">
                <a:alpha val="2381"/>
              </a:srgbClr>
            </a:solidFill>
            <a:ln w="0">
              <a:noFill/>
            </a:ln>
          </p:spPr>
        </p:sp>
        <p:sp>
          <p:nvSpPr>
            <p:cNvPr id="2776" name="smooth-map-feature-3-shade-8">
              <a:extLst>
                <a:ext uri="{FF2B5EF4-FFF2-40B4-BE49-F238E27FC236}">
                  <a16:creationId xmlns:a16="http://schemas.microsoft.com/office/drawing/2014/main" id="{DD9B0F0B-F243-4D6E-973F-81F14DE719DD}"/>
                </a:ext>
              </a:extLst>
            </p:cNvPr>
            <p:cNvSpPr>
              <a:spLocks noGrp="1"/>
            </p:cNvSpPr>
            <p:nvPr/>
          </p:nvSpPr>
          <p:spPr>
            <a:xfrm>
              <a:off x="21240750" y="6019800"/>
              <a:ext cx="2838450" cy="1143000"/>
            </a:xfrm>
            <a:custGeom>
              <a:pathLst>
                <a:path w="2838450" h="1143000">
                  <a:moveTo>
                    <a:pt x="0" y="281490"/>
                  </a:moveTo>
                  <a:cubicBezTo>
                    <a:pt x="118269" y="281490"/>
                    <a:pt x="236538" y="281490"/>
                    <a:pt x="354806" y="281490"/>
                  </a:cubicBezTo>
                  <a:cubicBezTo>
                    <a:pt x="591344" y="281490"/>
                    <a:pt x="827881" y="252128"/>
                    <a:pt x="1064419" y="252128"/>
                  </a:cubicBezTo>
                  <a:cubicBezTo>
                    <a:pt x="1300956" y="252128"/>
                    <a:pt x="1537494" y="561277"/>
                    <a:pt x="1774031" y="561277"/>
                  </a:cubicBezTo>
                  <a:cubicBezTo>
                    <a:pt x="2010569" y="561277"/>
                    <a:pt x="2247106" y="552875"/>
                    <a:pt x="2483644" y="552875"/>
                  </a:cubicBezTo>
                  <a:cubicBezTo>
                    <a:pt x="2601912" y="552875"/>
                    <a:pt x="2720181" y="552875"/>
                    <a:pt x="2838450" y="552875"/>
                  </a:cubicBezTo>
                  <a:lnTo>
                    <a:pt x="2838450" y="899070"/>
                  </a:lnTo>
                  <a:cubicBezTo>
                    <a:pt x="2720181" y="899070"/>
                    <a:pt x="2601912" y="899070"/>
                    <a:pt x="2483644" y="899070"/>
                  </a:cubicBezTo>
                  <a:cubicBezTo>
                    <a:pt x="2247106" y="899070"/>
                    <a:pt x="2010569" y="884325"/>
                    <a:pt x="1774031" y="862447"/>
                  </a:cubicBezTo>
                  <a:cubicBezTo>
                    <a:pt x="1537494" y="840569"/>
                    <a:pt x="1300956" y="546609"/>
                    <a:pt x="1064419" y="546609"/>
                  </a:cubicBezTo>
                  <a:cubicBezTo>
                    <a:pt x="827881" y="546609"/>
                    <a:pt x="591344" y="570908"/>
                    <a:pt x="354806" y="570908"/>
                  </a:cubicBezTo>
                  <a:cubicBezTo>
                    <a:pt x="236538" y="570908"/>
                    <a:pt x="118269" y="570908"/>
                    <a:pt x="0" y="570908"/>
                  </a:cubicBezTo>
                  <a:close/>
                </a:path>
              </a:pathLst>
            </a:custGeom>
            <a:solidFill>
              <a:srgbClr val="009E73">
                <a:alpha val="2439"/>
              </a:srgbClr>
            </a:solidFill>
            <a:ln w="0">
              <a:noFill/>
            </a:ln>
          </p:spPr>
        </p:sp>
        <p:sp>
          <p:nvSpPr>
            <p:cNvPr id="2777" name="smooth-map-feature-3-shade-9">
              <a:extLst>
                <a:ext uri="{FF2B5EF4-FFF2-40B4-BE49-F238E27FC236}">
                  <a16:creationId xmlns:a16="http://schemas.microsoft.com/office/drawing/2014/main" id="{98D98744-E021-4045-BF39-5764BB149DCB}"/>
                </a:ext>
              </a:extLst>
            </p:cNvPr>
            <p:cNvSpPr>
              <a:spLocks noGrp="1"/>
            </p:cNvSpPr>
            <p:nvPr/>
          </p:nvSpPr>
          <p:spPr>
            <a:xfrm>
              <a:off x="21240750" y="6019800"/>
              <a:ext cx="2838450" cy="1143000"/>
            </a:xfrm>
            <a:custGeom>
              <a:pathLst>
                <a:path w="2838450" h="1143000">
                  <a:moveTo>
                    <a:pt x="0" y="286268"/>
                  </a:moveTo>
                  <a:cubicBezTo>
                    <a:pt x="118269" y="286268"/>
                    <a:pt x="236538" y="286268"/>
                    <a:pt x="354806" y="286268"/>
                  </a:cubicBezTo>
                  <a:cubicBezTo>
                    <a:pt x="591344" y="286268"/>
                    <a:pt x="827881" y="256990"/>
                    <a:pt x="1064419" y="256990"/>
                  </a:cubicBezTo>
                  <a:cubicBezTo>
                    <a:pt x="1300956" y="256990"/>
                    <a:pt x="1537494" y="566250"/>
                    <a:pt x="1774031" y="566250"/>
                  </a:cubicBezTo>
                  <a:cubicBezTo>
                    <a:pt x="2010569" y="566250"/>
                    <a:pt x="2247106" y="558590"/>
                    <a:pt x="2483644" y="558590"/>
                  </a:cubicBezTo>
                  <a:cubicBezTo>
                    <a:pt x="2601912" y="558590"/>
                    <a:pt x="2720181" y="558590"/>
                    <a:pt x="2838450" y="558590"/>
                  </a:cubicBezTo>
                  <a:lnTo>
                    <a:pt x="2838450" y="893354"/>
                  </a:lnTo>
                  <a:cubicBezTo>
                    <a:pt x="2720181" y="893354"/>
                    <a:pt x="2601912" y="893354"/>
                    <a:pt x="2483644" y="893354"/>
                  </a:cubicBezTo>
                  <a:cubicBezTo>
                    <a:pt x="2247106" y="893354"/>
                    <a:pt x="2010569" y="878954"/>
                    <a:pt x="1774031" y="857475"/>
                  </a:cubicBezTo>
                  <a:cubicBezTo>
                    <a:pt x="1537494" y="835997"/>
                    <a:pt x="1300956" y="541747"/>
                    <a:pt x="1064419" y="541747"/>
                  </a:cubicBezTo>
                  <a:cubicBezTo>
                    <a:pt x="827881" y="541747"/>
                    <a:pt x="591344" y="566130"/>
                    <a:pt x="354806" y="566130"/>
                  </a:cubicBezTo>
                  <a:cubicBezTo>
                    <a:pt x="236538" y="566130"/>
                    <a:pt x="118269" y="566130"/>
                    <a:pt x="0" y="566130"/>
                  </a:cubicBezTo>
                  <a:close/>
                </a:path>
              </a:pathLst>
            </a:custGeom>
            <a:solidFill>
              <a:srgbClr val="009E73">
                <a:alpha val="2500"/>
              </a:srgbClr>
            </a:solidFill>
            <a:ln w="0">
              <a:noFill/>
            </a:ln>
          </p:spPr>
        </p:sp>
        <p:sp>
          <p:nvSpPr>
            <p:cNvPr id="2778" name="smooth-map-feature-3-shade-10">
              <a:extLst>
                <a:ext uri="{FF2B5EF4-FFF2-40B4-BE49-F238E27FC236}">
                  <a16:creationId xmlns:a16="http://schemas.microsoft.com/office/drawing/2014/main" id="{0CEDC4C0-6C89-44F3-AC2C-23501117B8C4}"/>
                </a:ext>
              </a:extLst>
            </p:cNvPr>
            <p:cNvSpPr>
              <a:spLocks noGrp="1"/>
            </p:cNvSpPr>
            <p:nvPr/>
          </p:nvSpPr>
          <p:spPr>
            <a:xfrm>
              <a:off x="21240750" y="6019800"/>
              <a:ext cx="2838450" cy="1143000"/>
            </a:xfrm>
            <a:custGeom>
              <a:pathLst>
                <a:path w="2838450" h="1143000">
                  <a:moveTo>
                    <a:pt x="0" y="290696"/>
                  </a:moveTo>
                  <a:cubicBezTo>
                    <a:pt x="118269" y="290696"/>
                    <a:pt x="236538" y="290696"/>
                    <a:pt x="354806" y="290696"/>
                  </a:cubicBezTo>
                  <a:cubicBezTo>
                    <a:pt x="591344" y="290696"/>
                    <a:pt x="827881" y="261496"/>
                    <a:pt x="1064419" y="261496"/>
                  </a:cubicBezTo>
                  <a:cubicBezTo>
                    <a:pt x="1300956" y="261496"/>
                    <a:pt x="1537494" y="570857"/>
                    <a:pt x="1774031" y="570857"/>
                  </a:cubicBezTo>
                  <a:cubicBezTo>
                    <a:pt x="2010569" y="570857"/>
                    <a:pt x="2247106" y="563887"/>
                    <a:pt x="2483644" y="563887"/>
                  </a:cubicBezTo>
                  <a:cubicBezTo>
                    <a:pt x="2601912" y="563887"/>
                    <a:pt x="2720181" y="563887"/>
                    <a:pt x="2838450" y="563887"/>
                  </a:cubicBezTo>
                  <a:lnTo>
                    <a:pt x="2838450" y="888058"/>
                  </a:lnTo>
                  <a:cubicBezTo>
                    <a:pt x="2720181" y="888058"/>
                    <a:pt x="2601912" y="888058"/>
                    <a:pt x="2483644" y="888058"/>
                  </a:cubicBezTo>
                  <a:cubicBezTo>
                    <a:pt x="2247106" y="888058"/>
                    <a:pt x="2010569" y="873974"/>
                    <a:pt x="1774031" y="852867"/>
                  </a:cubicBezTo>
                  <a:cubicBezTo>
                    <a:pt x="1537494" y="831761"/>
                    <a:pt x="1300956" y="537242"/>
                    <a:pt x="1064419" y="537242"/>
                  </a:cubicBezTo>
                  <a:cubicBezTo>
                    <a:pt x="827881" y="537242"/>
                    <a:pt x="591344" y="561702"/>
                    <a:pt x="354806" y="561702"/>
                  </a:cubicBezTo>
                  <a:cubicBezTo>
                    <a:pt x="236538" y="561702"/>
                    <a:pt x="118269" y="561702"/>
                    <a:pt x="0" y="561702"/>
                  </a:cubicBezTo>
                  <a:close/>
                </a:path>
              </a:pathLst>
            </a:custGeom>
            <a:solidFill>
              <a:srgbClr val="009E73">
                <a:alpha val="2564"/>
              </a:srgbClr>
            </a:solidFill>
            <a:ln w="0">
              <a:noFill/>
            </a:ln>
          </p:spPr>
        </p:sp>
        <p:sp>
          <p:nvSpPr>
            <p:cNvPr id="2779" name="smooth-map-feature-3-shade-11">
              <a:extLst>
                <a:ext uri="{FF2B5EF4-FFF2-40B4-BE49-F238E27FC236}">
                  <a16:creationId xmlns:a16="http://schemas.microsoft.com/office/drawing/2014/main" id="{BAB64230-1217-4CFD-B6F9-CF14A187A12B}"/>
                </a:ext>
              </a:extLst>
            </p:cNvPr>
            <p:cNvSpPr>
              <a:spLocks noGrp="1"/>
            </p:cNvSpPr>
            <p:nvPr/>
          </p:nvSpPr>
          <p:spPr>
            <a:xfrm>
              <a:off x="21240750" y="6019800"/>
              <a:ext cx="2838450" cy="1143000"/>
            </a:xfrm>
            <a:custGeom>
              <a:pathLst>
                <a:path w="2838450" h="1143000">
                  <a:moveTo>
                    <a:pt x="0" y="294838"/>
                  </a:moveTo>
                  <a:cubicBezTo>
                    <a:pt x="118269" y="294838"/>
                    <a:pt x="236538" y="294838"/>
                    <a:pt x="354806" y="294838"/>
                  </a:cubicBezTo>
                  <a:cubicBezTo>
                    <a:pt x="591344" y="294838"/>
                    <a:pt x="827881" y="265711"/>
                    <a:pt x="1064419" y="265711"/>
                  </a:cubicBezTo>
                  <a:cubicBezTo>
                    <a:pt x="1300956" y="265711"/>
                    <a:pt x="1537494" y="575168"/>
                    <a:pt x="1774031" y="575168"/>
                  </a:cubicBezTo>
                  <a:cubicBezTo>
                    <a:pt x="2010569" y="575168"/>
                    <a:pt x="2247106" y="568842"/>
                    <a:pt x="2483644" y="568842"/>
                  </a:cubicBezTo>
                  <a:cubicBezTo>
                    <a:pt x="2601912" y="568842"/>
                    <a:pt x="2720181" y="568842"/>
                    <a:pt x="2838450" y="568842"/>
                  </a:cubicBezTo>
                  <a:lnTo>
                    <a:pt x="2838450" y="883102"/>
                  </a:lnTo>
                  <a:cubicBezTo>
                    <a:pt x="2720181" y="883102"/>
                    <a:pt x="2601912" y="883102"/>
                    <a:pt x="2483644" y="883102"/>
                  </a:cubicBezTo>
                  <a:cubicBezTo>
                    <a:pt x="2247106" y="883102"/>
                    <a:pt x="2010569" y="869314"/>
                    <a:pt x="1774031" y="848557"/>
                  </a:cubicBezTo>
                  <a:cubicBezTo>
                    <a:pt x="1537494" y="827799"/>
                    <a:pt x="1300956" y="533027"/>
                    <a:pt x="1064419" y="533027"/>
                  </a:cubicBezTo>
                  <a:cubicBezTo>
                    <a:pt x="827881" y="533027"/>
                    <a:pt x="591344" y="557559"/>
                    <a:pt x="354806" y="557559"/>
                  </a:cubicBezTo>
                  <a:cubicBezTo>
                    <a:pt x="236538" y="557559"/>
                    <a:pt x="118269" y="557559"/>
                    <a:pt x="0" y="557559"/>
                  </a:cubicBezTo>
                  <a:close/>
                </a:path>
              </a:pathLst>
            </a:custGeom>
            <a:solidFill>
              <a:srgbClr val="009E73">
                <a:alpha val="2632"/>
              </a:srgbClr>
            </a:solidFill>
            <a:ln w="0">
              <a:noFill/>
            </a:ln>
          </p:spPr>
        </p:sp>
        <p:sp>
          <p:nvSpPr>
            <p:cNvPr id="2780" name="smooth-map-feature-3-shade-12">
              <a:extLst>
                <a:ext uri="{FF2B5EF4-FFF2-40B4-BE49-F238E27FC236}">
                  <a16:creationId xmlns:a16="http://schemas.microsoft.com/office/drawing/2014/main" id="{34FEF4B5-C494-4625-9217-B240D71DA1A3}"/>
                </a:ext>
              </a:extLst>
            </p:cNvPr>
            <p:cNvSpPr>
              <a:spLocks noGrp="1"/>
            </p:cNvSpPr>
            <p:nvPr/>
          </p:nvSpPr>
          <p:spPr>
            <a:xfrm>
              <a:off x="21240750" y="6019800"/>
              <a:ext cx="2838450" cy="1143000"/>
            </a:xfrm>
            <a:custGeom>
              <a:pathLst>
                <a:path w="2838450" h="1143000">
                  <a:moveTo>
                    <a:pt x="0" y="298744"/>
                  </a:moveTo>
                  <a:cubicBezTo>
                    <a:pt x="118269" y="298744"/>
                    <a:pt x="236538" y="298744"/>
                    <a:pt x="354806" y="298744"/>
                  </a:cubicBezTo>
                  <a:cubicBezTo>
                    <a:pt x="591344" y="298744"/>
                    <a:pt x="827881" y="269685"/>
                    <a:pt x="1064419" y="269685"/>
                  </a:cubicBezTo>
                  <a:cubicBezTo>
                    <a:pt x="1300956" y="269685"/>
                    <a:pt x="1537494" y="579233"/>
                    <a:pt x="1774031" y="579233"/>
                  </a:cubicBezTo>
                  <a:cubicBezTo>
                    <a:pt x="2010569" y="579233"/>
                    <a:pt x="2247106" y="573515"/>
                    <a:pt x="2483644" y="573515"/>
                  </a:cubicBezTo>
                  <a:cubicBezTo>
                    <a:pt x="2601912" y="573515"/>
                    <a:pt x="2720181" y="573515"/>
                    <a:pt x="2838450" y="573515"/>
                  </a:cubicBezTo>
                  <a:lnTo>
                    <a:pt x="2838450" y="878430"/>
                  </a:lnTo>
                  <a:cubicBezTo>
                    <a:pt x="2720181" y="878430"/>
                    <a:pt x="2601912" y="878430"/>
                    <a:pt x="2483644" y="878430"/>
                  </a:cubicBezTo>
                  <a:cubicBezTo>
                    <a:pt x="2247106" y="878430"/>
                    <a:pt x="2010569" y="864919"/>
                    <a:pt x="1774031" y="844492"/>
                  </a:cubicBezTo>
                  <a:cubicBezTo>
                    <a:pt x="1537494" y="824064"/>
                    <a:pt x="1300956" y="529052"/>
                    <a:pt x="1064419" y="529052"/>
                  </a:cubicBezTo>
                  <a:cubicBezTo>
                    <a:pt x="827881" y="529052"/>
                    <a:pt x="591344" y="553653"/>
                    <a:pt x="354806" y="553653"/>
                  </a:cubicBezTo>
                  <a:cubicBezTo>
                    <a:pt x="236538" y="553653"/>
                    <a:pt x="118269" y="553653"/>
                    <a:pt x="0" y="553653"/>
                  </a:cubicBezTo>
                  <a:close/>
                </a:path>
              </a:pathLst>
            </a:custGeom>
            <a:solidFill>
              <a:srgbClr val="009E73">
                <a:alpha val="2703"/>
              </a:srgbClr>
            </a:solidFill>
            <a:ln w="0">
              <a:noFill/>
            </a:ln>
          </p:spPr>
        </p:sp>
        <p:sp>
          <p:nvSpPr>
            <p:cNvPr id="2781" name="smooth-map-feature-3-shade-13">
              <a:extLst>
                <a:ext uri="{FF2B5EF4-FFF2-40B4-BE49-F238E27FC236}">
                  <a16:creationId xmlns:a16="http://schemas.microsoft.com/office/drawing/2014/main" id="{9C59CE99-1493-4229-984F-85A69F99C42A}"/>
                </a:ext>
              </a:extLst>
            </p:cNvPr>
            <p:cNvSpPr>
              <a:spLocks noGrp="1"/>
            </p:cNvSpPr>
            <p:nvPr/>
          </p:nvSpPr>
          <p:spPr>
            <a:xfrm>
              <a:off x="21240750" y="6019800"/>
              <a:ext cx="2838450" cy="1143000"/>
            </a:xfrm>
            <a:custGeom>
              <a:pathLst>
                <a:path w="2838450" h="1143000">
                  <a:moveTo>
                    <a:pt x="0" y="302452"/>
                  </a:moveTo>
                  <a:cubicBezTo>
                    <a:pt x="118269" y="302452"/>
                    <a:pt x="236538" y="302452"/>
                    <a:pt x="354806" y="302452"/>
                  </a:cubicBezTo>
                  <a:cubicBezTo>
                    <a:pt x="591344" y="302452"/>
                    <a:pt x="827881" y="273457"/>
                    <a:pt x="1064419" y="273457"/>
                  </a:cubicBezTo>
                  <a:cubicBezTo>
                    <a:pt x="1300956" y="273457"/>
                    <a:pt x="1537494" y="583091"/>
                    <a:pt x="1774031" y="583091"/>
                  </a:cubicBezTo>
                  <a:cubicBezTo>
                    <a:pt x="2010569" y="583091"/>
                    <a:pt x="2247106" y="577950"/>
                    <a:pt x="2483644" y="577950"/>
                  </a:cubicBezTo>
                  <a:cubicBezTo>
                    <a:pt x="2601912" y="577950"/>
                    <a:pt x="2720181" y="577950"/>
                    <a:pt x="2838450" y="577950"/>
                  </a:cubicBezTo>
                  <a:lnTo>
                    <a:pt x="2838450" y="873995"/>
                  </a:lnTo>
                  <a:cubicBezTo>
                    <a:pt x="2720181" y="873995"/>
                    <a:pt x="2601912" y="873995"/>
                    <a:pt x="2483644" y="873995"/>
                  </a:cubicBezTo>
                  <a:cubicBezTo>
                    <a:pt x="2247106" y="873995"/>
                    <a:pt x="2010569" y="860747"/>
                    <a:pt x="1774031" y="840634"/>
                  </a:cubicBezTo>
                  <a:cubicBezTo>
                    <a:pt x="1537494" y="820521"/>
                    <a:pt x="1300956" y="525280"/>
                    <a:pt x="1064419" y="525280"/>
                  </a:cubicBezTo>
                  <a:cubicBezTo>
                    <a:pt x="827881" y="525280"/>
                    <a:pt x="591344" y="549946"/>
                    <a:pt x="354806" y="549946"/>
                  </a:cubicBezTo>
                  <a:cubicBezTo>
                    <a:pt x="236538" y="549946"/>
                    <a:pt x="118269" y="549946"/>
                    <a:pt x="0" y="549946"/>
                  </a:cubicBezTo>
                  <a:close/>
                </a:path>
              </a:pathLst>
            </a:custGeom>
            <a:solidFill>
              <a:srgbClr val="009E73">
                <a:alpha val="2778"/>
              </a:srgbClr>
            </a:solidFill>
            <a:ln w="0">
              <a:noFill/>
            </a:ln>
          </p:spPr>
        </p:sp>
        <p:sp>
          <p:nvSpPr>
            <p:cNvPr id="2782" name="smooth-map-feature-3-shade-14">
              <a:extLst>
                <a:ext uri="{FF2B5EF4-FFF2-40B4-BE49-F238E27FC236}">
                  <a16:creationId xmlns:a16="http://schemas.microsoft.com/office/drawing/2014/main" id="{3C43660C-EA75-4394-B961-148435D05FB9}"/>
                </a:ext>
              </a:extLst>
            </p:cNvPr>
            <p:cNvSpPr>
              <a:spLocks noGrp="1"/>
            </p:cNvSpPr>
            <p:nvPr/>
          </p:nvSpPr>
          <p:spPr>
            <a:xfrm>
              <a:off x="21240750" y="6019800"/>
              <a:ext cx="2838450" cy="1143000"/>
            </a:xfrm>
            <a:custGeom>
              <a:pathLst>
                <a:path w="2838450" h="1143000">
                  <a:moveTo>
                    <a:pt x="0" y="305991"/>
                  </a:moveTo>
                  <a:cubicBezTo>
                    <a:pt x="118269" y="305991"/>
                    <a:pt x="236538" y="305991"/>
                    <a:pt x="354806" y="305991"/>
                  </a:cubicBezTo>
                  <a:cubicBezTo>
                    <a:pt x="591344" y="305991"/>
                    <a:pt x="827881" y="277058"/>
                    <a:pt x="1064419" y="277058"/>
                  </a:cubicBezTo>
                  <a:cubicBezTo>
                    <a:pt x="1300956" y="277058"/>
                    <a:pt x="1537494" y="586773"/>
                    <a:pt x="1774031" y="586773"/>
                  </a:cubicBezTo>
                  <a:cubicBezTo>
                    <a:pt x="2010569" y="586773"/>
                    <a:pt x="2247106" y="582182"/>
                    <a:pt x="2483644" y="582182"/>
                  </a:cubicBezTo>
                  <a:cubicBezTo>
                    <a:pt x="2601912" y="582182"/>
                    <a:pt x="2720181" y="582182"/>
                    <a:pt x="2838450" y="582182"/>
                  </a:cubicBezTo>
                  <a:lnTo>
                    <a:pt x="2838450" y="869762"/>
                  </a:lnTo>
                  <a:cubicBezTo>
                    <a:pt x="2720181" y="869762"/>
                    <a:pt x="2601912" y="869762"/>
                    <a:pt x="2483644" y="869762"/>
                  </a:cubicBezTo>
                  <a:cubicBezTo>
                    <a:pt x="2247106" y="869762"/>
                    <a:pt x="2010569" y="856763"/>
                    <a:pt x="1774031" y="836952"/>
                  </a:cubicBezTo>
                  <a:cubicBezTo>
                    <a:pt x="1537494" y="817140"/>
                    <a:pt x="1300956" y="521679"/>
                    <a:pt x="1064419" y="521679"/>
                  </a:cubicBezTo>
                  <a:cubicBezTo>
                    <a:pt x="827881" y="521679"/>
                    <a:pt x="591344" y="546407"/>
                    <a:pt x="354806" y="546407"/>
                  </a:cubicBezTo>
                  <a:cubicBezTo>
                    <a:pt x="236538" y="546407"/>
                    <a:pt x="118269" y="546407"/>
                    <a:pt x="0" y="546407"/>
                  </a:cubicBezTo>
                  <a:close/>
                </a:path>
              </a:pathLst>
            </a:custGeom>
            <a:solidFill>
              <a:srgbClr val="009E73">
                <a:alpha val="2857"/>
              </a:srgbClr>
            </a:solidFill>
            <a:ln w="0">
              <a:noFill/>
            </a:ln>
          </p:spPr>
        </p:sp>
        <p:sp>
          <p:nvSpPr>
            <p:cNvPr id="2783" name="smooth-map-feature-3-shade-15">
              <a:extLst>
                <a:ext uri="{FF2B5EF4-FFF2-40B4-BE49-F238E27FC236}">
                  <a16:creationId xmlns:a16="http://schemas.microsoft.com/office/drawing/2014/main" id="{4221CEDB-3919-4451-8446-F3BB5A5E7EBF}"/>
                </a:ext>
              </a:extLst>
            </p:cNvPr>
            <p:cNvSpPr>
              <a:spLocks noGrp="1"/>
            </p:cNvSpPr>
            <p:nvPr/>
          </p:nvSpPr>
          <p:spPr>
            <a:xfrm>
              <a:off x="21240750" y="6019800"/>
              <a:ext cx="2838450" cy="1143000"/>
            </a:xfrm>
            <a:custGeom>
              <a:pathLst>
                <a:path w="2838450" h="1143000">
                  <a:moveTo>
                    <a:pt x="0" y="309385"/>
                  </a:moveTo>
                  <a:cubicBezTo>
                    <a:pt x="118269" y="309385"/>
                    <a:pt x="236538" y="309385"/>
                    <a:pt x="354806" y="309385"/>
                  </a:cubicBezTo>
                  <a:cubicBezTo>
                    <a:pt x="591344" y="309385"/>
                    <a:pt x="827881" y="280512"/>
                    <a:pt x="1064419" y="280512"/>
                  </a:cubicBezTo>
                  <a:cubicBezTo>
                    <a:pt x="1300956" y="280512"/>
                    <a:pt x="1537494" y="590305"/>
                    <a:pt x="1774031" y="590305"/>
                  </a:cubicBezTo>
                  <a:cubicBezTo>
                    <a:pt x="2010569" y="590305"/>
                    <a:pt x="2247106" y="586243"/>
                    <a:pt x="2483644" y="586243"/>
                  </a:cubicBezTo>
                  <a:cubicBezTo>
                    <a:pt x="2601912" y="586243"/>
                    <a:pt x="2720181" y="586243"/>
                    <a:pt x="2838450" y="586243"/>
                  </a:cubicBezTo>
                  <a:lnTo>
                    <a:pt x="2838450" y="865702"/>
                  </a:lnTo>
                  <a:cubicBezTo>
                    <a:pt x="2720181" y="865702"/>
                    <a:pt x="2601912" y="865702"/>
                    <a:pt x="2483644" y="865702"/>
                  </a:cubicBezTo>
                  <a:cubicBezTo>
                    <a:pt x="2247106" y="865702"/>
                    <a:pt x="2010569" y="852942"/>
                    <a:pt x="1774031" y="833419"/>
                  </a:cubicBezTo>
                  <a:cubicBezTo>
                    <a:pt x="1537494" y="813897"/>
                    <a:pt x="1300956" y="518226"/>
                    <a:pt x="1064419" y="518226"/>
                  </a:cubicBezTo>
                  <a:cubicBezTo>
                    <a:pt x="827881" y="518226"/>
                    <a:pt x="591344" y="543013"/>
                    <a:pt x="354806" y="543013"/>
                  </a:cubicBezTo>
                  <a:cubicBezTo>
                    <a:pt x="236538" y="543013"/>
                    <a:pt x="118269" y="543013"/>
                    <a:pt x="0" y="543013"/>
                  </a:cubicBezTo>
                  <a:close/>
                </a:path>
              </a:pathLst>
            </a:custGeom>
            <a:solidFill>
              <a:srgbClr val="009E73">
                <a:alpha val="2941"/>
              </a:srgbClr>
            </a:solidFill>
            <a:ln w="0">
              <a:noFill/>
            </a:ln>
          </p:spPr>
        </p:sp>
        <p:sp>
          <p:nvSpPr>
            <p:cNvPr id="2784" name="smooth-map-feature-3-shade-16">
              <a:extLst>
                <a:ext uri="{FF2B5EF4-FFF2-40B4-BE49-F238E27FC236}">
                  <a16:creationId xmlns:a16="http://schemas.microsoft.com/office/drawing/2014/main" id="{D083D7FD-4156-43FD-BDBD-DA93F1FB2374}"/>
                </a:ext>
              </a:extLst>
            </p:cNvPr>
            <p:cNvSpPr>
              <a:spLocks noGrp="1"/>
            </p:cNvSpPr>
            <p:nvPr/>
          </p:nvSpPr>
          <p:spPr>
            <a:xfrm>
              <a:off x="21240750" y="6019800"/>
              <a:ext cx="2838450" cy="1143000"/>
            </a:xfrm>
            <a:custGeom>
              <a:pathLst>
                <a:path w="2838450" h="1143000">
                  <a:moveTo>
                    <a:pt x="0" y="312655"/>
                  </a:moveTo>
                  <a:cubicBezTo>
                    <a:pt x="118269" y="312655"/>
                    <a:pt x="236538" y="312655"/>
                    <a:pt x="354806" y="312655"/>
                  </a:cubicBezTo>
                  <a:cubicBezTo>
                    <a:pt x="591344" y="312655"/>
                    <a:pt x="827881" y="283839"/>
                    <a:pt x="1064419" y="283839"/>
                  </a:cubicBezTo>
                  <a:cubicBezTo>
                    <a:pt x="1300956" y="283839"/>
                    <a:pt x="1537494" y="593708"/>
                    <a:pt x="1774031" y="593708"/>
                  </a:cubicBezTo>
                  <a:cubicBezTo>
                    <a:pt x="2010569" y="593708"/>
                    <a:pt x="2247106" y="590154"/>
                    <a:pt x="2483644" y="590154"/>
                  </a:cubicBezTo>
                  <a:cubicBezTo>
                    <a:pt x="2601912" y="590154"/>
                    <a:pt x="2720181" y="590154"/>
                    <a:pt x="2838450" y="590154"/>
                  </a:cubicBezTo>
                  <a:lnTo>
                    <a:pt x="2838450" y="861791"/>
                  </a:lnTo>
                  <a:cubicBezTo>
                    <a:pt x="2720181" y="861791"/>
                    <a:pt x="2601912" y="861791"/>
                    <a:pt x="2483644" y="861791"/>
                  </a:cubicBezTo>
                  <a:cubicBezTo>
                    <a:pt x="2247106" y="861791"/>
                    <a:pt x="2010569" y="849259"/>
                    <a:pt x="1774031" y="830017"/>
                  </a:cubicBezTo>
                  <a:cubicBezTo>
                    <a:pt x="1537494" y="810774"/>
                    <a:pt x="1300956" y="514898"/>
                    <a:pt x="1064419" y="514898"/>
                  </a:cubicBezTo>
                  <a:cubicBezTo>
                    <a:pt x="827881" y="514898"/>
                    <a:pt x="591344" y="539743"/>
                    <a:pt x="354806" y="539743"/>
                  </a:cubicBezTo>
                  <a:cubicBezTo>
                    <a:pt x="236538" y="539743"/>
                    <a:pt x="118269" y="539743"/>
                    <a:pt x="0" y="539743"/>
                  </a:cubicBezTo>
                  <a:close/>
                </a:path>
              </a:pathLst>
            </a:custGeom>
            <a:solidFill>
              <a:srgbClr val="009E73">
                <a:alpha val="3030"/>
              </a:srgbClr>
            </a:solidFill>
            <a:ln w="0">
              <a:noFill/>
            </a:ln>
          </p:spPr>
        </p:sp>
        <p:sp>
          <p:nvSpPr>
            <p:cNvPr id="2785" name="smooth-map-feature-3-shade-17">
              <a:extLst>
                <a:ext uri="{FF2B5EF4-FFF2-40B4-BE49-F238E27FC236}">
                  <a16:creationId xmlns:a16="http://schemas.microsoft.com/office/drawing/2014/main" id="{0DB3A7DD-E59E-4A1E-847E-36135B679859}"/>
                </a:ext>
              </a:extLst>
            </p:cNvPr>
            <p:cNvSpPr>
              <a:spLocks noGrp="1"/>
            </p:cNvSpPr>
            <p:nvPr/>
          </p:nvSpPr>
          <p:spPr>
            <a:xfrm>
              <a:off x="21240750" y="6019800"/>
              <a:ext cx="2838450" cy="1143000"/>
            </a:xfrm>
            <a:custGeom>
              <a:pathLst>
                <a:path w="2838450" h="1143000">
                  <a:moveTo>
                    <a:pt x="0" y="315817"/>
                  </a:moveTo>
                  <a:cubicBezTo>
                    <a:pt x="118269" y="315817"/>
                    <a:pt x="236538" y="315817"/>
                    <a:pt x="354806" y="315817"/>
                  </a:cubicBezTo>
                  <a:cubicBezTo>
                    <a:pt x="591344" y="315817"/>
                    <a:pt x="827881" y="287057"/>
                    <a:pt x="1064419" y="287057"/>
                  </a:cubicBezTo>
                  <a:cubicBezTo>
                    <a:pt x="1300956" y="287057"/>
                    <a:pt x="1537494" y="596999"/>
                    <a:pt x="1774031" y="596999"/>
                  </a:cubicBezTo>
                  <a:cubicBezTo>
                    <a:pt x="2010569" y="596999"/>
                    <a:pt x="2247106" y="593937"/>
                    <a:pt x="2483644" y="593937"/>
                  </a:cubicBezTo>
                  <a:cubicBezTo>
                    <a:pt x="2601912" y="593937"/>
                    <a:pt x="2720181" y="593937"/>
                    <a:pt x="2838450" y="593937"/>
                  </a:cubicBezTo>
                  <a:lnTo>
                    <a:pt x="2838450" y="858008"/>
                  </a:lnTo>
                  <a:cubicBezTo>
                    <a:pt x="2720181" y="858008"/>
                    <a:pt x="2601912" y="858008"/>
                    <a:pt x="2483644" y="858008"/>
                  </a:cubicBezTo>
                  <a:cubicBezTo>
                    <a:pt x="2247106" y="858008"/>
                    <a:pt x="2010569" y="845697"/>
                    <a:pt x="1774031" y="826726"/>
                  </a:cubicBezTo>
                  <a:cubicBezTo>
                    <a:pt x="1537494" y="807755"/>
                    <a:pt x="1300956" y="511681"/>
                    <a:pt x="1064419" y="511681"/>
                  </a:cubicBezTo>
                  <a:cubicBezTo>
                    <a:pt x="827881" y="511681"/>
                    <a:pt x="591344" y="536580"/>
                    <a:pt x="354806" y="536580"/>
                  </a:cubicBezTo>
                  <a:cubicBezTo>
                    <a:pt x="236538" y="536580"/>
                    <a:pt x="118269" y="536580"/>
                    <a:pt x="0" y="536580"/>
                  </a:cubicBezTo>
                  <a:close/>
                </a:path>
              </a:pathLst>
            </a:custGeom>
            <a:solidFill>
              <a:srgbClr val="009E73">
                <a:alpha val="3125"/>
              </a:srgbClr>
            </a:solidFill>
            <a:ln w="0">
              <a:noFill/>
            </a:ln>
          </p:spPr>
        </p:sp>
        <p:sp>
          <p:nvSpPr>
            <p:cNvPr id="2786" name="smooth-map-feature-3-shade-18">
              <a:extLst>
                <a:ext uri="{FF2B5EF4-FFF2-40B4-BE49-F238E27FC236}">
                  <a16:creationId xmlns:a16="http://schemas.microsoft.com/office/drawing/2014/main" id="{2BF0A828-2315-404E-81E7-6A2DBBA2AC00}"/>
                </a:ext>
              </a:extLst>
            </p:cNvPr>
            <p:cNvSpPr>
              <a:spLocks noGrp="1"/>
            </p:cNvSpPr>
            <p:nvPr/>
          </p:nvSpPr>
          <p:spPr>
            <a:xfrm>
              <a:off x="21240750" y="6019800"/>
              <a:ext cx="2838450" cy="1143000"/>
            </a:xfrm>
            <a:custGeom>
              <a:pathLst>
                <a:path w="2838450" h="1143000">
                  <a:moveTo>
                    <a:pt x="0" y="318887"/>
                  </a:moveTo>
                  <a:cubicBezTo>
                    <a:pt x="118269" y="318887"/>
                    <a:pt x="236538" y="318887"/>
                    <a:pt x="354806" y="318887"/>
                  </a:cubicBezTo>
                  <a:cubicBezTo>
                    <a:pt x="591344" y="318887"/>
                    <a:pt x="827881" y="290180"/>
                    <a:pt x="1064419" y="290180"/>
                  </a:cubicBezTo>
                  <a:cubicBezTo>
                    <a:pt x="1300956" y="290180"/>
                    <a:pt x="1537494" y="600193"/>
                    <a:pt x="1774031" y="600193"/>
                  </a:cubicBezTo>
                  <a:cubicBezTo>
                    <a:pt x="2010569" y="600193"/>
                    <a:pt x="2247106" y="597608"/>
                    <a:pt x="2483644" y="597608"/>
                  </a:cubicBezTo>
                  <a:cubicBezTo>
                    <a:pt x="2601912" y="597608"/>
                    <a:pt x="2720181" y="597608"/>
                    <a:pt x="2838450" y="597608"/>
                  </a:cubicBezTo>
                  <a:lnTo>
                    <a:pt x="2838450" y="854336"/>
                  </a:lnTo>
                  <a:cubicBezTo>
                    <a:pt x="2720181" y="854336"/>
                    <a:pt x="2601912" y="854336"/>
                    <a:pt x="2483644" y="854336"/>
                  </a:cubicBezTo>
                  <a:cubicBezTo>
                    <a:pt x="2247106" y="854336"/>
                    <a:pt x="2010569" y="842239"/>
                    <a:pt x="1774031" y="823532"/>
                  </a:cubicBezTo>
                  <a:cubicBezTo>
                    <a:pt x="1537494" y="804825"/>
                    <a:pt x="1300956" y="508558"/>
                    <a:pt x="1064419" y="508558"/>
                  </a:cubicBezTo>
                  <a:cubicBezTo>
                    <a:pt x="827881" y="508558"/>
                    <a:pt x="591344" y="533511"/>
                    <a:pt x="354806" y="533511"/>
                  </a:cubicBezTo>
                  <a:cubicBezTo>
                    <a:pt x="236538" y="533511"/>
                    <a:pt x="118269" y="533511"/>
                    <a:pt x="0" y="533511"/>
                  </a:cubicBezTo>
                  <a:close/>
                </a:path>
              </a:pathLst>
            </a:custGeom>
            <a:solidFill>
              <a:srgbClr val="009E73">
                <a:alpha val="3226"/>
              </a:srgbClr>
            </a:solidFill>
            <a:ln w="0">
              <a:noFill/>
            </a:ln>
          </p:spPr>
        </p:sp>
        <p:sp>
          <p:nvSpPr>
            <p:cNvPr id="2787" name="smooth-map-feature-3-shade-19">
              <a:extLst>
                <a:ext uri="{FF2B5EF4-FFF2-40B4-BE49-F238E27FC236}">
                  <a16:creationId xmlns:a16="http://schemas.microsoft.com/office/drawing/2014/main" id="{8C5C566B-1B6F-4366-ADD8-FF10B574B0DF}"/>
                </a:ext>
              </a:extLst>
            </p:cNvPr>
            <p:cNvSpPr>
              <a:spLocks noGrp="1"/>
            </p:cNvSpPr>
            <p:nvPr/>
          </p:nvSpPr>
          <p:spPr>
            <a:xfrm>
              <a:off x="21240750" y="6019800"/>
              <a:ext cx="2838450" cy="1143000"/>
            </a:xfrm>
            <a:custGeom>
              <a:pathLst>
                <a:path w="2838450" h="1143000">
                  <a:moveTo>
                    <a:pt x="0" y="321875"/>
                  </a:moveTo>
                  <a:cubicBezTo>
                    <a:pt x="118269" y="321875"/>
                    <a:pt x="236538" y="321875"/>
                    <a:pt x="354806" y="321875"/>
                  </a:cubicBezTo>
                  <a:cubicBezTo>
                    <a:pt x="591344" y="321875"/>
                    <a:pt x="827881" y="293220"/>
                    <a:pt x="1064419" y="293220"/>
                  </a:cubicBezTo>
                  <a:cubicBezTo>
                    <a:pt x="1300956" y="293220"/>
                    <a:pt x="1537494" y="603302"/>
                    <a:pt x="1774031" y="603302"/>
                  </a:cubicBezTo>
                  <a:cubicBezTo>
                    <a:pt x="2010569" y="603302"/>
                    <a:pt x="2247106" y="601183"/>
                    <a:pt x="2483644" y="601183"/>
                  </a:cubicBezTo>
                  <a:cubicBezTo>
                    <a:pt x="2601912" y="601183"/>
                    <a:pt x="2720181" y="601183"/>
                    <a:pt x="2838450" y="601183"/>
                  </a:cubicBezTo>
                  <a:lnTo>
                    <a:pt x="2838450" y="850762"/>
                  </a:lnTo>
                  <a:cubicBezTo>
                    <a:pt x="2720181" y="850762"/>
                    <a:pt x="2601912" y="850762"/>
                    <a:pt x="2483644" y="850762"/>
                  </a:cubicBezTo>
                  <a:cubicBezTo>
                    <a:pt x="2247106" y="850762"/>
                    <a:pt x="2010569" y="838871"/>
                    <a:pt x="1774031" y="820423"/>
                  </a:cubicBezTo>
                  <a:cubicBezTo>
                    <a:pt x="1537494" y="801974"/>
                    <a:pt x="1300956" y="505517"/>
                    <a:pt x="1064419" y="505517"/>
                  </a:cubicBezTo>
                  <a:cubicBezTo>
                    <a:pt x="827881" y="505517"/>
                    <a:pt x="591344" y="530523"/>
                    <a:pt x="354806" y="530523"/>
                  </a:cubicBezTo>
                  <a:cubicBezTo>
                    <a:pt x="236538" y="530523"/>
                    <a:pt x="118269" y="530523"/>
                    <a:pt x="0" y="530523"/>
                  </a:cubicBezTo>
                  <a:close/>
                </a:path>
              </a:pathLst>
            </a:custGeom>
            <a:solidFill>
              <a:srgbClr val="009E73">
                <a:alpha val="3333"/>
              </a:srgbClr>
            </a:solidFill>
            <a:ln w="0">
              <a:noFill/>
            </a:ln>
          </p:spPr>
        </p:sp>
        <p:sp>
          <p:nvSpPr>
            <p:cNvPr id="2788" name="smooth-map-feature-3-shade-20">
              <a:extLst>
                <a:ext uri="{FF2B5EF4-FFF2-40B4-BE49-F238E27FC236}">
                  <a16:creationId xmlns:a16="http://schemas.microsoft.com/office/drawing/2014/main" id="{16721DB8-6258-4864-B5C7-07C1E9B29424}"/>
                </a:ext>
              </a:extLst>
            </p:cNvPr>
            <p:cNvSpPr>
              <a:spLocks noGrp="1"/>
            </p:cNvSpPr>
            <p:nvPr/>
          </p:nvSpPr>
          <p:spPr>
            <a:xfrm>
              <a:off x="21240750" y="6019800"/>
              <a:ext cx="2838450" cy="1143000"/>
            </a:xfrm>
            <a:custGeom>
              <a:pathLst>
                <a:path w="2838450" h="1143000">
                  <a:moveTo>
                    <a:pt x="0" y="324792"/>
                  </a:moveTo>
                  <a:cubicBezTo>
                    <a:pt x="118269" y="324792"/>
                    <a:pt x="236538" y="324792"/>
                    <a:pt x="354806" y="324792"/>
                  </a:cubicBezTo>
                  <a:cubicBezTo>
                    <a:pt x="591344" y="324792"/>
                    <a:pt x="827881" y="296189"/>
                    <a:pt x="1064419" y="296189"/>
                  </a:cubicBezTo>
                  <a:cubicBezTo>
                    <a:pt x="1300956" y="296189"/>
                    <a:pt x="1537494" y="606339"/>
                    <a:pt x="1774031" y="606339"/>
                  </a:cubicBezTo>
                  <a:cubicBezTo>
                    <a:pt x="2010569" y="606339"/>
                    <a:pt x="2247106" y="604673"/>
                    <a:pt x="2483644" y="604673"/>
                  </a:cubicBezTo>
                  <a:cubicBezTo>
                    <a:pt x="2601912" y="604673"/>
                    <a:pt x="2720181" y="604673"/>
                    <a:pt x="2838450" y="604673"/>
                  </a:cubicBezTo>
                  <a:lnTo>
                    <a:pt x="2838450" y="847272"/>
                  </a:lnTo>
                  <a:cubicBezTo>
                    <a:pt x="2720181" y="847272"/>
                    <a:pt x="2601912" y="847272"/>
                    <a:pt x="2483644" y="847272"/>
                  </a:cubicBezTo>
                  <a:cubicBezTo>
                    <a:pt x="2247106" y="847272"/>
                    <a:pt x="2010569" y="835583"/>
                    <a:pt x="1774031" y="817386"/>
                  </a:cubicBezTo>
                  <a:cubicBezTo>
                    <a:pt x="1537494" y="799190"/>
                    <a:pt x="1300956" y="502549"/>
                    <a:pt x="1064419" y="502549"/>
                  </a:cubicBezTo>
                  <a:cubicBezTo>
                    <a:pt x="827881" y="502549"/>
                    <a:pt x="591344" y="527605"/>
                    <a:pt x="354806" y="527605"/>
                  </a:cubicBezTo>
                  <a:cubicBezTo>
                    <a:pt x="236538" y="527605"/>
                    <a:pt x="118269" y="527605"/>
                    <a:pt x="0" y="527605"/>
                  </a:cubicBezTo>
                  <a:close/>
                </a:path>
              </a:pathLst>
            </a:custGeom>
            <a:solidFill>
              <a:srgbClr val="009E73">
                <a:alpha val="3448"/>
              </a:srgbClr>
            </a:solidFill>
            <a:ln w="0">
              <a:noFill/>
            </a:ln>
          </p:spPr>
        </p:sp>
        <p:sp>
          <p:nvSpPr>
            <p:cNvPr id="2789" name="smooth-map-feature-3-shade-21">
              <a:extLst>
                <a:ext uri="{FF2B5EF4-FFF2-40B4-BE49-F238E27FC236}">
                  <a16:creationId xmlns:a16="http://schemas.microsoft.com/office/drawing/2014/main" id="{DF5187D4-1D87-4B2C-98BB-02D96AFDD1C8}"/>
                </a:ext>
              </a:extLst>
            </p:cNvPr>
            <p:cNvSpPr>
              <a:spLocks noGrp="1"/>
            </p:cNvSpPr>
            <p:nvPr/>
          </p:nvSpPr>
          <p:spPr>
            <a:xfrm>
              <a:off x="21240750" y="6019800"/>
              <a:ext cx="2838450" cy="1143000"/>
            </a:xfrm>
            <a:custGeom>
              <a:pathLst>
                <a:path w="2838450" h="1143000">
                  <a:moveTo>
                    <a:pt x="0" y="327650"/>
                  </a:moveTo>
                  <a:cubicBezTo>
                    <a:pt x="118269" y="327650"/>
                    <a:pt x="236538" y="327650"/>
                    <a:pt x="354806" y="327650"/>
                  </a:cubicBezTo>
                  <a:cubicBezTo>
                    <a:pt x="591344" y="327650"/>
                    <a:pt x="827881" y="299096"/>
                    <a:pt x="1064419" y="299096"/>
                  </a:cubicBezTo>
                  <a:cubicBezTo>
                    <a:pt x="1300956" y="299096"/>
                    <a:pt x="1537494" y="609312"/>
                    <a:pt x="1774031" y="609312"/>
                  </a:cubicBezTo>
                  <a:cubicBezTo>
                    <a:pt x="2010569" y="609312"/>
                    <a:pt x="2247106" y="608090"/>
                    <a:pt x="2483644" y="608090"/>
                  </a:cubicBezTo>
                  <a:cubicBezTo>
                    <a:pt x="2601912" y="608090"/>
                    <a:pt x="2720181" y="608090"/>
                    <a:pt x="2838450" y="608090"/>
                  </a:cubicBezTo>
                  <a:lnTo>
                    <a:pt x="2838450" y="843854"/>
                  </a:lnTo>
                  <a:cubicBezTo>
                    <a:pt x="2720181" y="843854"/>
                    <a:pt x="2601912" y="843854"/>
                    <a:pt x="2483644" y="843854"/>
                  </a:cubicBezTo>
                  <a:cubicBezTo>
                    <a:pt x="2247106" y="843854"/>
                    <a:pt x="2010569" y="832362"/>
                    <a:pt x="1774031" y="814413"/>
                  </a:cubicBezTo>
                  <a:cubicBezTo>
                    <a:pt x="1537494" y="796464"/>
                    <a:pt x="1300956" y="499642"/>
                    <a:pt x="1064419" y="499642"/>
                  </a:cubicBezTo>
                  <a:cubicBezTo>
                    <a:pt x="827881" y="499642"/>
                    <a:pt x="591344" y="524748"/>
                    <a:pt x="354806" y="524748"/>
                  </a:cubicBezTo>
                  <a:cubicBezTo>
                    <a:pt x="236538" y="524748"/>
                    <a:pt x="118269" y="524748"/>
                    <a:pt x="0" y="524748"/>
                  </a:cubicBezTo>
                  <a:close/>
                </a:path>
              </a:pathLst>
            </a:custGeom>
            <a:solidFill>
              <a:srgbClr val="009E73">
                <a:alpha val="3571"/>
              </a:srgbClr>
            </a:solidFill>
            <a:ln w="0">
              <a:noFill/>
            </a:ln>
          </p:spPr>
        </p:sp>
        <p:sp>
          <p:nvSpPr>
            <p:cNvPr id="2790" name="smooth-map-feature-3-shade-22">
              <a:extLst>
                <a:ext uri="{FF2B5EF4-FFF2-40B4-BE49-F238E27FC236}">
                  <a16:creationId xmlns:a16="http://schemas.microsoft.com/office/drawing/2014/main" id="{8FA01216-C540-429E-9205-D8A27EADCB2D}"/>
                </a:ext>
              </a:extLst>
            </p:cNvPr>
            <p:cNvSpPr>
              <a:spLocks noGrp="1"/>
            </p:cNvSpPr>
            <p:nvPr/>
          </p:nvSpPr>
          <p:spPr>
            <a:xfrm>
              <a:off x="21240750" y="6019800"/>
              <a:ext cx="2838450" cy="1143000"/>
            </a:xfrm>
            <a:custGeom>
              <a:pathLst>
                <a:path w="2838450" h="1143000">
                  <a:moveTo>
                    <a:pt x="0" y="330454"/>
                  </a:moveTo>
                  <a:cubicBezTo>
                    <a:pt x="118269" y="330454"/>
                    <a:pt x="236538" y="330454"/>
                    <a:pt x="354806" y="330454"/>
                  </a:cubicBezTo>
                  <a:cubicBezTo>
                    <a:pt x="591344" y="330454"/>
                    <a:pt x="827881" y="301950"/>
                    <a:pt x="1064419" y="301950"/>
                  </a:cubicBezTo>
                  <a:cubicBezTo>
                    <a:pt x="1300956" y="301950"/>
                    <a:pt x="1537494" y="612230"/>
                    <a:pt x="1774031" y="612230"/>
                  </a:cubicBezTo>
                  <a:cubicBezTo>
                    <a:pt x="2010569" y="612230"/>
                    <a:pt x="2247106" y="611445"/>
                    <a:pt x="2483644" y="611445"/>
                  </a:cubicBezTo>
                  <a:cubicBezTo>
                    <a:pt x="2601912" y="611445"/>
                    <a:pt x="2720181" y="611445"/>
                    <a:pt x="2838450" y="611445"/>
                  </a:cubicBezTo>
                  <a:lnTo>
                    <a:pt x="2838450" y="840499"/>
                  </a:lnTo>
                  <a:cubicBezTo>
                    <a:pt x="2720181" y="840499"/>
                    <a:pt x="2601912" y="840499"/>
                    <a:pt x="2483644" y="840499"/>
                  </a:cubicBezTo>
                  <a:cubicBezTo>
                    <a:pt x="2247106" y="840499"/>
                    <a:pt x="2010569" y="829199"/>
                    <a:pt x="1774031" y="811494"/>
                  </a:cubicBezTo>
                  <a:cubicBezTo>
                    <a:pt x="1537494" y="793790"/>
                    <a:pt x="1300956" y="496788"/>
                    <a:pt x="1064419" y="496788"/>
                  </a:cubicBezTo>
                  <a:cubicBezTo>
                    <a:pt x="827881" y="496788"/>
                    <a:pt x="591344" y="521943"/>
                    <a:pt x="354806" y="521943"/>
                  </a:cubicBezTo>
                  <a:cubicBezTo>
                    <a:pt x="236538" y="521943"/>
                    <a:pt x="118269" y="521943"/>
                    <a:pt x="0" y="521943"/>
                  </a:cubicBezTo>
                  <a:close/>
                </a:path>
              </a:pathLst>
            </a:custGeom>
            <a:solidFill>
              <a:srgbClr val="009E73">
                <a:alpha val="3704"/>
              </a:srgbClr>
            </a:solidFill>
            <a:ln w="0">
              <a:noFill/>
            </a:ln>
          </p:spPr>
        </p:sp>
        <p:sp>
          <p:nvSpPr>
            <p:cNvPr id="2791" name="smooth-map-feature-3-shade-23">
              <a:extLst>
                <a:ext uri="{FF2B5EF4-FFF2-40B4-BE49-F238E27FC236}">
                  <a16:creationId xmlns:a16="http://schemas.microsoft.com/office/drawing/2014/main" id="{70FD1C96-F676-41E5-AE5C-7F9EC3588239}"/>
                </a:ext>
              </a:extLst>
            </p:cNvPr>
            <p:cNvSpPr>
              <a:spLocks noGrp="1"/>
            </p:cNvSpPr>
            <p:nvPr/>
          </p:nvSpPr>
          <p:spPr>
            <a:xfrm>
              <a:off x="21240750" y="6019800"/>
              <a:ext cx="2838450" cy="1143000"/>
            </a:xfrm>
            <a:custGeom>
              <a:pathLst>
                <a:path w="2838450" h="1143000">
                  <a:moveTo>
                    <a:pt x="0" y="333215"/>
                  </a:moveTo>
                  <a:cubicBezTo>
                    <a:pt x="118269" y="333215"/>
                    <a:pt x="236538" y="333215"/>
                    <a:pt x="354806" y="333215"/>
                  </a:cubicBezTo>
                  <a:cubicBezTo>
                    <a:pt x="591344" y="333215"/>
                    <a:pt x="827881" y="304758"/>
                    <a:pt x="1064419" y="304758"/>
                  </a:cubicBezTo>
                  <a:cubicBezTo>
                    <a:pt x="1300956" y="304758"/>
                    <a:pt x="1537494" y="615103"/>
                    <a:pt x="1774031" y="615103"/>
                  </a:cubicBezTo>
                  <a:cubicBezTo>
                    <a:pt x="2010569" y="615103"/>
                    <a:pt x="2247106" y="614747"/>
                    <a:pt x="2483644" y="614747"/>
                  </a:cubicBezTo>
                  <a:cubicBezTo>
                    <a:pt x="2601912" y="614747"/>
                    <a:pt x="2720181" y="614747"/>
                    <a:pt x="2838450" y="614747"/>
                  </a:cubicBezTo>
                  <a:lnTo>
                    <a:pt x="2838450" y="837198"/>
                  </a:lnTo>
                  <a:cubicBezTo>
                    <a:pt x="2720181" y="837198"/>
                    <a:pt x="2601912" y="837198"/>
                    <a:pt x="2483644" y="837198"/>
                  </a:cubicBezTo>
                  <a:cubicBezTo>
                    <a:pt x="2247106" y="837198"/>
                    <a:pt x="2010569" y="826086"/>
                    <a:pt x="1774031" y="808622"/>
                  </a:cubicBezTo>
                  <a:cubicBezTo>
                    <a:pt x="1537494" y="791158"/>
                    <a:pt x="1300956" y="493979"/>
                    <a:pt x="1064419" y="493979"/>
                  </a:cubicBezTo>
                  <a:cubicBezTo>
                    <a:pt x="827881" y="493979"/>
                    <a:pt x="591344" y="519183"/>
                    <a:pt x="354806" y="519183"/>
                  </a:cubicBezTo>
                  <a:cubicBezTo>
                    <a:pt x="236538" y="519183"/>
                    <a:pt x="118269" y="519183"/>
                    <a:pt x="0" y="519183"/>
                  </a:cubicBezTo>
                  <a:close/>
                </a:path>
              </a:pathLst>
            </a:custGeom>
            <a:solidFill>
              <a:srgbClr val="009E73">
                <a:alpha val="3846"/>
              </a:srgbClr>
            </a:solidFill>
            <a:ln w="0">
              <a:noFill/>
            </a:ln>
          </p:spPr>
        </p:sp>
        <p:sp>
          <p:nvSpPr>
            <p:cNvPr id="2792" name="smooth-map-feature-3-shade-24">
              <a:extLst>
                <a:ext uri="{FF2B5EF4-FFF2-40B4-BE49-F238E27FC236}">
                  <a16:creationId xmlns:a16="http://schemas.microsoft.com/office/drawing/2014/main" id="{077421C1-8B6D-4BF5-8A89-30DD704048C5}"/>
                </a:ext>
              </a:extLst>
            </p:cNvPr>
            <p:cNvSpPr>
              <a:spLocks noGrp="1"/>
            </p:cNvSpPr>
            <p:nvPr/>
          </p:nvSpPr>
          <p:spPr>
            <a:xfrm>
              <a:off x="21240750" y="6019800"/>
              <a:ext cx="2838450" cy="1143000"/>
            </a:xfrm>
            <a:custGeom>
              <a:pathLst>
                <a:path w="2838450" h="1143000">
                  <a:moveTo>
                    <a:pt x="0" y="335938"/>
                  </a:moveTo>
                  <a:cubicBezTo>
                    <a:pt x="118269" y="335938"/>
                    <a:pt x="236538" y="335938"/>
                    <a:pt x="354806" y="335938"/>
                  </a:cubicBezTo>
                  <a:cubicBezTo>
                    <a:pt x="591344" y="335938"/>
                    <a:pt x="827881" y="307529"/>
                    <a:pt x="1064419" y="307529"/>
                  </a:cubicBezTo>
                  <a:cubicBezTo>
                    <a:pt x="1300956" y="307529"/>
                    <a:pt x="1537494" y="617891"/>
                    <a:pt x="1774031" y="617936"/>
                  </a:cubicBezTo>
                  <a:cubicBezTo>
                    <a:pt x="2010569" y="617982"/>
                    <a:pt x="2247106" y="618004"/>
                    <a:pt x="2483644" y="618004"/>
                  </a:cubicBezTo>
                  <a:cubicBezTo>
                    <a:pt x="2601912" y="618004"/>
                    <a:pt x="2720181" y="618004"/>
                    <a:pt x="2838450" y="618004"/>
                  </a:cubicBezTo>
                  <a:lnTo>
                    <a:pt x="2838450" y="833940"/>
                  </a:lnTo>
                  <a:cubicBezTo>
                    <a:pt x="2720181" y="833940"/>
                    <a:pt x="2601912" y="833940"/>
                    <a:pt x="2483644" y="833940"/>
                  </a:cubicBezTo>
                  <a:cubicBezTo>
                    <a:pt x="2247106" y="833940"/>
                    <a:pt x="2010569" y="823015"/>
                    <a:pt x="1774031" y="805789"/>
                  </a:cubicBezTo>
                  <a:cubicBezTo>
                    <a:pt x="1537494" y="788562"/>
                    <a:pt x="1300956" y="491209"/>
                    <a:pt x="1064419" y="491209"/>
                  </a:cubicBezTo>
                  <a:cubicBezTo>
                    <a:pt x="827881" y="491209"/>
                    <a:pt x="591344" y="516460"/>
                    <a:pt x="354806" y="516460"/>
                  </a:cubicBezTo>
                  <a:cubicBezTo>
                    <a:pt x="236538" y="516460"/>
                    <a:pt x="118269" y="516460"/>
                    <a:pt x="0" y="516460"/>
                  </a:cubicBezTo>
                  <a:close/>
                </a:path>
              </a:pathLst>
            </a:custGeom>
            <a:solidFill>
              <a:srgbClr val="009E73">
                <a:alpha val="4000"/>
              </a:srgbClr>
            </a:solidFill>
            <a:ln w="0">
              <a:noFill/>
            </a:ln>
          </p:spPr>
        </p:sp>
        <p:sp>
          <p:nvSpPr>
            <p:cNvPr id="2793" name="smooth-map-feature-3-shade-25">
              <a:extLst>
                <a:ext uri="{FF2B5EF4-FFF2-40B4-BE49-F238E27FC236}">
                  <a16:creationId xmlns:a16="http://schemas.microsoft.com/office/drawing/2014/main" id="{533A700D-CF01-4907-889A-E77C87603198}"/>
                </a:ext>
              </a:extLst>
            </p:cNvPr>
            <p:cNvSpPr>
              <a:spLocks noGrp="1"/>
            </p:cNvSpPr>
            <p:nvPr/>
          </p:nvSpPr>
          <p:spPr>
            <a:xfrm>
              <a:off x="21240750" y="6019800"/>
              <a:ext cx="2838450" cy="1143000"/>
            </a:xfrm>
            <a:custGeom>
              <a:pathLst>
                <a:path w="2838450" h="1143000">
                  <a:moveTo>
                    <a:pt x="0" y="338630"/>
                  </a:moveTo>
                  <a:cubicBezTo>
                    <a:pt x="118269" y="338630"/>
                    <a:pt x="236538" y="338630"/>
                    <a:pt x="354806" y="338630"/>
                  </a:cubicBezTo>
                  <a:cubicBezTo>
                    <a:pt x="591344" y="338630"/>
                    <a:pt x="827881" y="310268"/>
                    <a:pt x="1064419" y="310268"/>
                  </a:cubicBezTo>
                  <a:cubicBezTo>
                    <a:pt x="1300956" y="310268"/>
                    <a:pt x="1537494" y="620414"/>
                    <a:pt x="1774031" y="620738"/>
                  </a:cubicBezTo>
                  <a:cubicBezTo>
                    <a:pt x="2010569" y="621062"/>
                    <a:pt x="2247106" y="621225"/>
                    <a:pt x="2483644" y="621225"/>
                  </a:cubicBezTo>
                  <a:cubicBezTo>
                    <a:pt x="2601912" y="621225"/>
                    <a:pt x="2720181" y="621225"/>
                    <a:pt x="2838450" y="621225"/>
                  </a:cubicBezTo>
                  <a:lnTo>
                    <a:pt x="2838450" y="830720"/>
                  </a:lnTo>
                  <a:cubicBezTo>
                    <a:pt x="2720181" y="830720"/>
                    <a:pt x="2601912" y="830720"/>
                    <a:pt x="2483644" y="830720"/>
                  </a:cubicBezTo>
                  <a:cubicBezTo>
                    <a:pt x="2247106" y="830720"/>
                    <a:pt x="2010569" y="819978"/>
                    <a:pt x="1774031" y="802987"/>
                  </a:cubicBezTo>
                  <a:cubicBezTo>
                    <a:pt x="1537494" y="785997"/>
                    <a:pt x="1300956" y="488469"/>
                    <a:pt x="1064419" y="488469"/>
                  </a:cubicBezTo>
                  <a:cubicBezTo>
                    <a:pt x="827881" y="488469"/>
                    <a:pt x="591344" y="513768"/>
                    <a:pt x="354806" y="513768"/>
                  </a:cubicBezTo>
                  <a:cubicBezTo>
                    <a:pt x="236538" y="513768"/>
                    <a:pt x="118269" y="513768"/>
                    <a:pt x="0" y="513768"/>
                  </a:cubicBezTo>
                  <a:close/>
                </a:path>
              </a:pathLst>
            </a:custGeom>
            <a:solidFill>
              <a:srgbClr val="009E73">
                <a:alpha val="4167"/>
              </a:srgbClr>
            </a:solidFill>
            <a:ln w="0">
              <a:noFill/>
            </a:ln>
          </p:spPr>
        </p:sp>
        <p:sp>
          <p:nvSpPr>
            <p:cNvPr id="2794" name="smooth-map-feature-3-shade-26">
              <a:extLst>
                <a:ext uri="{FF2B5EF4-FFF2-40B4-BE49-F238E27FC236}">
                  <a16:creationId xmlns:a16="http://schemas.microsoft.com/office/drawing/2014/main" id="{34A3A09D-4352-412C-8AD3-807C3776D1F6}"/>
                </a:ext>
              </a:extLst>
            </p:cNvPr>
            <p:cNvSpPr>
              <a:spLocks noGrp="1"/>
            </p:cNvSpPr>
            <p:nvPr/>
          </p:nvSpPr>
          <p:spPr>
            <a:xfrm>
              <a:off x="21240750" y="6019800"/>
              <a:ext cx="2838450" cy="1143000"/>
            </a:xfrm>
            <a:custGeom>
              <a:pathLst>
                <a:path w="2838450" h="1143000">
                  <a:moveTo>
                    <a:pt x="0" y="341298"/>
                  </a:moveTo>
                  <a:cubicBezTo>
                    <a:pt x="118269" y="341298"/>
                    <a:pt x="236538" y="341298"/>
                    <a:pt x="354806" y="341298"/>
                  </a:cubicBezTo>
                  <a:cubicBezTo>
                    <a:pt x="591344" y="341298"/>
                    <a:pt x="827881" y="312983"/>
                    <a:pt x="1064419" y="312983"/>
                  </a:cubicBezTo>
                  <a:cubicBezTo>
                    <a:pt x="1300956" y="312983"/>
                    <a:pt x="1537494" y="622914"/>
                    <a:pt x="1774031" y="623514"/>
                  </a:cubicBezTo>
                  <a:cubicBezTo>
                    <a:pt x="2010569" y="624113"/>
                    <a:pt x="2247106" y="624416"/>
                    <a:pt x="2483644" y="624416"/>
                  </a:cubicBezTo>
                  <a:cubicBezTo>
                    <a:pt x="2601912" y="624416"/>
                    <a:pt x="2720181" y="624416"/>
                    <a:pt x="2838450" y="624416"/>
                  </a:cubicBezTo>
                  <a:lnTo>
                    <a:pt x="2838450" y="827529"/>
                  </a:lnTo>
                  <a:cubicBezTo>
                    <a:pt x="2720181" y="827529"/>
                    <a:pt x="2601912" y="827529"/>
                    <a:pt x="2483644" y="827529"/>
                  </a:cubicBezTo>
                  <a:cubicBezTo>
                    <a:pt x="2247106" y="827529"/>
                    <a:pt x="2010569" y="816967"/>
                    <a:pt x="1774031" y="800211"/>
                  </a:cubicBezTo>
                  <a:cubicBezTo>
                    <a:pt x="1537494" y="783455"/>
                    <a:pt x="1300956" y="485755"/>
                    <a:pt x="1064419" y="485755"/>
                  </a:cubicBezTo>
                  <a:cubicBezTo>
                    <a:pt x="827881" y="485755"/>
                    <a:pt x="591344" y="511100"/>
                    <a:pt x="354806" y="511100"/>
                  </a:cubicBezTo>
                  <a:cubicBezTo>
                    <a:pt x="236538" y="511100"/>
                    <a:pt x="118269" y="511100"/>
                    <a:pt x="0" y="511100"/>
                  </a:cubicBezTo>
                  <a:close/>
                </a:path>
              </a:pathLst>
            </a:custGeom>
            <a:solidFill>
              <a:srgbClr val="009E73">
                <a:alpha val="4348"/>
              </a:srgbClr>
            </a:solidFill>
            <a:ln w="0">
              <a:noFill/>
            </a:ln>
          </p:spPr>
        </p:sp>
        <p:sp>
          <p:nvSpPr>
            <p:cNvPr id="2795" name="smooth-map-feature-3-shade-27">
              <a:extLst>
                <a:ext uri="{FF2B5EF4-FFF2-40B4-BE49-F238E27FC236}">
                  <a16:creationId xmlns:a16="http://schemas.microsoft.com/office/drawing/2014/main" id="{50374C7F-FEEC-4D1A-86FC-5CB796A65A17}"/>
                </a:ext>
              </a:extLst>
            </p:cNvPr>
            <p:cNvSpPr>
              <a:spLocks noGrp="1"/>
            </p:cNvSpPr>
            <p:nvPr/>
          </p:nvSpPr>
          <p:spPr>
            <a:xfrm>
              <a:off x="21240750" y="6019800"/>
              <a:ext cx="2838450" cy="1143000"/>
            </a:xfrm>
            <a:custGeom>
              <a:pathLst>
                <a:path w="2838450" h="1143000">
                  <a:moveTo>
                    <a:pt x="0" y="343947"/>
                  </a:moveTo>
                  <a:cubicBezTo>
                    <a:pt x="118269" y="343947"/>
                    <a:pt x="236538" y="343947"/>
                    <a:pt x="354806" y="343947"/>
                  </a:cubicBezTo>
                  <a:cubicBezTo>
                    <a:pt x="591344" y="343947"/>
                    <a:pt x="827881" y="315679"/>
                    <a:pt x="1064419" y="315679"/>
                  </a:cubicBezTo>
                  <a:cubicBezTo>
                    <a:pt x="1300956" y="315679"/>
                    <a:pt x="1537494" y="625399"/>
                    <a:pt x="1774031" y="626271"/>
                  </a:cubicBezTo>
                  <a:cubicBezTo>
                    <a:pt x="2010569" y="627144"/>
                    <a:pt x="2247106" y="627585"/>
                    <a:pt x="2483644" y="627585"/>
                  </a:cubicBezTo>
                  <a:cubicBezTo>
                    <a:pt x="2601912" y="627585"/>
                    <a:pt x="2720181" y="627585"/>
                    <a:pt x="2838450" y="627585"/>
                  </a:cubicBezTo>
                  <a:lnTo>
                    <a:pt x="2838450" y="824359"/>
                  </a:lnTo>
                  <a:cubicBezTo>
                    <a:pt x="2720181" y="824359"/>
                    <a:pt x="2601912" y="824359"/>
                    <a:pt x="2483644" y="824359"/>
                  </a:cubicBezTo>
                  <a:cubicBezTo>
                    <a:pt x="2247106" y="824359"/>
                    <a:pt x="2010569" y="813977"/>
                    <a:pt x="1774031" y="797454"/>
                  </a:cubicBezTo>
                  <a:cubicBezTo>
                    <a:pt x="1537494" y="780931"/>
                    <a:pt x="1300956" y="483059"/>
                    <a:pt x="1064419" y="483059"/>
                  </a:cubicBezTo>
                  <a:cubicBezTo>
                    <a:pt x="827881" y="483059"/>
                    <a:pt x="591344" y="508450"/>
                    <a:pt x="354806" y="508450"/>
                  </a:cubicBezTo>
                  <a:cubicBezTo>
                    <a:pt x="236538" y="508450"/>
                    <a:pt x="118269" y="508450"/>
                    <a:pt x="0" y="508450"/>
                  </a:cubicBezTo>
                  <a:close/>
                </a:path>
              </a:pathLst>
            </a:custGeom>
            <a:solidFill>
              <a:srgbClr val="009E73">
                <a:alpha val="4545"/>
              </a:srgbClr>
            </a:solidFill>
            <a:ln w="0">
              <a:noFill/>
            </a:ln>
          </p:spPr>
        </p:sp>
        <p:sp>
          <p:nvSpPr>
            <p:cNvPr id="2796" name="smooth-map-feature-3-shade-28">
              <a:extLst>
                <a:ext uri="{FF2B5EF4-FFF2-40B4-BE49-F238E27FC236}">
                  <a16:creationId xmlns:a16="http://schemas.microsoft.com/office/drawing/2014/main" id="{D578FCFB-B1FD-4DF1-9270-82A9596D67F4}"/>
                </a:ext>
              </a:extLst>
            </p:cNvPr>
            <p:cNvSpPr>
              <a:spLocks noGrp="1"/>
            </p:cNvSpPr>
            <p:nvPr/>
          </p:nvSpPr>
          <p:spPr>
            <a:xfrm>
              <a:off x="21240750" y="6019800"/>
              <a:ext cx="2838450" cy="1143000"/>
            </a:xfrm>
            <a:custGeom>
              <a:pathLst>
                <a:path w="2838450" h="1143000">
                  <a:moveTo>
                    <a:pt x="0" y="346585"/>
                  </a:moveTo>
                  <a:cubicBezTo>
                    <a:pt x="118269" y="346585"/>
                    <a:pt x="236538" y="346585"/>
                    <a:pt x="354806" y="346585"/>
                  </a:cubicBezTo>
                  <a:cubicBezTo>
                    <a:pt x="591344" y="346585"/>
                    <a:pt x="827881" y="318362"/>
                    <a:pt x="1064419" y="318362"/>
                  </a:cubicBezTo>
                  <a:cubicBezTo>
                    <a:pt x="1300956" y="318362"/>
                    <a:pt x="1537494" y="627872"/>
                    <a:pt x="1774031" y="629016"/>
                  </a:cubicBezTo>
                  <a:cubicBezTo>
                    <a:pt x="2010569" y="630159"/>
                    <a:pt x="2247106" y="630740"/>
                    <a:pt x="2483644" y="630740"/>
                  </a:cubicBezTo>
                  <a:cubicBezTo>
                    <a:pt x="2601912" y="630740"/>
                    <a:pt x="2720181" y="630740"/>
                    <a:pt x="2838450" y="630740"/>
                  </a:cubicBezTo>
                  <a:lnTo>
                    <a:pt x="2838450" y="821205"/>
                  </a:lnTo>
                  <a:cubicBezTo>
                    <a:pt x="2720181" y="821205"/>
                    <a:pt x="2601912" y="821205"/>
                    <a:pt x="2483644" y="821205"/>
                  </a:cubicBezTo>
                  <a:cubicBezTo>
                    <a:pt x="2247106" y="821205"/>
                    <a:pt x="2010569" y="811000"/>
                    <a:pt x="1774031" y="794709"/>
                  </a:cubicBezTo>
                  <a:cubicBezTo>
                    <a:pt x="1537494" y="778419"/>
                    <a:pt x="1300956" y="480375"/>
                    <a:pt x="1064419" y="480375"/>
                  </a:cubicBezTo>
                  <a:cubicBezTo>
                    <a:pt x="827881" y="480375"/>
                    <a:pt x="591344" y="505813"/>
                    <a:pt x="354806" y="505813"/>
                  </a:cubicBezTo>
                  <a:cubicBezTo>
                    <a:pt x="236538" y="505813"/>
                    <a:pt x="118269" y="505813"/>
                    <a:pt x="0" y="505813"/>
                  </a:cubicBezTo>
                  <a:close/>
                </a:path>
              </a:pathLst>
            </a:custGeom>
            <a:solidFill>
              <a:srgbClr val="009E73">
                <a:alpha val="4762"/>
              </a:srgbClr>
            </a:solidFill>
            <a:ln w="0">
              <a:noFill/>
            </a:ln>
          </p:spPr>
        </p:sp>
        <p:sp>
          <p:nvSpPr>
            <p:cNvPr id="2797" name="smooth-map-feature-3-shade-29">
              <a:extLst>
                <a:ext uri="{FF2B5EF4-FFF2-40B4-BE49-F238E27FC236}">
                  <a16:creationId xmlns:a16="http://schemas.microsoft.com/office/drawing/2014/main" id="{3F2BE555-A13A-48B2-9C45-574BE16F833A}"/>
                </a:ext>
              </a:extLst>
            </p:cNvPr>
            <p:cNvSpPr>
              <a:spLocks noGrp="1"/>
            </p:cNvSpPr>
            <p:nvPr/>
          </p:nvSpPr>
          <p:spPr>
            <a:xfrm>
              <a:off x="21240750" y="6019800"/>
              <a:ext cx="2838450" cy="1143000"/>
            </a:xfrm>
            <a:custGeom>
              <a:pathLst>
                <a:path w="2838450" h="1143000">
                  <a:moveTo>
                    <a:pt x="0" y="349216"/>
                  </a:moveTo>
                  <a:cubicBezTo>
                    <a:pt x="118269" y="349216"/>
                    <a:pt x="236538" y="349216"/>
                    <a:pt x="354806" y="349216"/>
                  </a:cubicBezTo>
                  <a:cubicBezTo>
                    <a:pt x="591344" y="349216"/>
                    <a:pt x="827881" y="321039"/>
                    <a:pt x="1064419" y="321039"/>
                  </a:cubicBezTo>
                  <a:cubicBezTo>
                    <a:pt x="1300956" y="321039"/>
                    <a:pt x="1537494" y="630341"/>
                    <a:pt x="1774031" y="631754"/>
                  </a:cubicBezTo>
                  <a:cubicBezTo>
                    <a:pt x="2010569" y="633166"/>
                    <a:pt x="2247106" y="633887"/>
                    <a:pt x="2483644" y="633887"/>
                  </a:cubicBezTo>
                  <a:cubicBezTo>
                    <a:pt x="2601912" y="633887"/>
                    <a:pt x="2720181" y="633887"/>
                    <a:pt x="2838450" y="633887"/>
                  </a:cubicBezTo>
                  <a:lnTo>
                    <a:pt x="2838450" y="818057"/>
                  </a:lnTo>
                  <a:cubicBezTo>
                    <a:pt x="2720181" y="818057"/>
                    <a:pt x="2601912" y="818057"/>
                    <a:pt x="2483644" y="818057"/>
                  </a:cubicBezTo>
                  <a:cubicBezTo>
                    <a:pt x="2247106" y="818057"/>
                    <a:pt x="2010569" y="808029"/>
                    <a:pt x="1774031" y="791971"/>
                  </a:cubicBezTo>
                  <a:cubicBezTo>
                    <a:pt x="1537494" y="775913"/>
                    <a:pt x="1300956" y="477698"/>
                    <a:pt x="1064419" y="477698"/>
                  </a:cubicBezTo>
                  <a:cubicBezTo>
                    <a:pt x="827881" y="477698"/>
                    <a:pt x="591344" y="503182"/>
                    <a:pt x="354806" y="503182"/>
                  </a:cubicBezTo>
                  <a:cubicBezTo>
                    <a:pt x="236538" y="503182"/>
                    <a:pt x="118269" y="503182"/>
                    <a:pt x="0" y="503182"/>
                  </a:cubicBezTo>
                  <a:close/>
                </a:path>
              </a:pathLst>
            </a:custGeom>
            <a:solidFill>
              <a:srgbClr val="009E73">
                <a:alpha val="5000"/>
              </a:srgbClr>
            </a:solidFill>
            <a:ln w="0">
              <a:noFill/>
            </a:ln>
          </p:spPr>
        </p:sp>
        <p:sp>
          <p:nvSpPr>
            <p:cNvPr id="2798" name="smooth-map-feature-3-shade-30">
              <a:extLst>
                <a:ext uri="{FF2B5EF4-FFF2-40B4-BE49-F238E27FC236}">
                  <a16:creationId xmlns:a16="http://schemas.microsoft.com/office/drawing/2014/main" id="{1BF67CCA-9AED-4AFA-84C3-18A11BA49B31}"/>
                </a:ext>
              </a:extLst>
            </p:cNvPr>
            <p:cNvSpPr>
              <a:spLocks noGrp="1"/>
            </p:cNvSpPr>
            <p:nvPr/>
          </p:nvSpPr>
          <p:spPr>
            <a:xfrm>
              <a:off x="21240750" y="6019800"/>
              <a:ext cx="2838450" cy="1143000"/>
            </a:xfrm>
            <a:custGeom>
              <a:pathLst>
                <a:path w="2838450" h="1143000">
                  <a:moveTo>
                    <a:pt x="0" y="351847"/>
                  </a:moveTo>
                  <a:cubicBezTo>
                    <a:pt x="118269" y="351847"/>
                    <a:pt x="236538" y="351847"/>
                    <a:pt x="354806" y="351847"/>
                  </a:cubicBezTo>
                  <a:cubicBezTo>
                    <a:pt x="591344" y="351847"/>
                    <a:pt x="827881" y="323716"/>
                    <a:pt x="1064419" y="323716"/>
                  </a:cubicBezTo>
                  <a:cubicBezTo>
                    <a:pt x="1300956" y="323716"/>
                    <a:pt x="1537494" y="632810"/>
                    <a:pt x="1774031" y="634492"/>
                  </a:cubicBezTo>
                  <a:cubicBezTo>
                    <a:pt x="2010569" y="636173"/>
                    <a:pt x="2247106" y="637035"/>
                    <a:pt x="2483644" y="637035"/>
                  </a:cubicBezTo>
                  <a:cubicBezTo>
                    <a:pt x="2601912" y="637035"/>
                    <a:pt x="2720181" y="637035"/>
                    <a:pt x="2838450" y="637035"/>
                  </a:cubicBezTo>
                  <a:lnTo>
                    <a:pt x="2838450" y="814910"/>
                  </a:lnTo>
                  <a:cubicBezTo>
                    <a:pt x="2720181" y="814910"/>
                    <a:pt x="2601912" y="814910"/>
                    <a:pt x="2483644" y="814910"/>
                  </a:cubicBezTo>
                  <a:cubicBezTo>
                    <a:pt x="2247106" y="814910"/>
                    <a:pt x="2010569" y="805058"/>
                    <a:pt x="1774031" y="789233"/>
                  </a:cubicBezTo>
                  <a:cubicBezTo>
                    <a:pt x="1537494" y="773409"/>
                    <a:pt x="1300956" y="475021"/>
                    <a:pt x="1064419" y="475021"/>
                  </a:cubicBezTo>
                  <a:cubicBezTo>
                    <a:pt x="827881" y="475021"/>
                    <a:pt x="591344" y="500551"/>
                    <a:pt x="354806" y="500551"/>
                  </a:cubicBezTo>
                  <a:cubicBezTo>
                    <a:pt x="236538" y="500551"/>
                    <a:pt x="118269" y="500551"/>
                    <a:pt x="0" y="500551"/>
                  </a:cubicBezTo>
                  <a:close/>
                </a:path>
              </a:pathLst>
            </a:custGeom>
            <a:solidFill>
              <a:srgbClr val="009E73">
                <a:alpha val="5263"/>
              </a:srgbClr>
            </a:solidFill>
            <a:ln w="0">
              <a:noFill/>
            </a:ln>
          </p:spPr>
        </p:sp>
        <p:sp>
          <p:nvSpPr>
            <p:cNvPr id="2799" name="smooth-map-feature-3-shade-31">
              <a:extLst>
                <a:ext uri="{FF2B5EF4-FFF2-40B4-BE49-F238E27FC236}">
                  <a16:creationId xmlns:a16="http://schemas.microsoft.com/office/drawing/2014/main" id="{BC3DF90C-5DF4-4DF2-938D-645F0F9110A7}"/>
                </a:ext>
              </a:extLst>
            </p:cNvPr>
            <p:cNvSpPr>
              <a:spLocks noGrp="1"/>
            </p:cNvSpPr>
            <p:nvPr/>
          </p:nvSpPr>
          <p:spPr>
            <a:xfrm>
              <a:off x="21240750" y="6019800"/>
              <a:ext cx="2838450" cy="1143000"/>
            </a:xfrm>
            <a:custGeom>
              <a:pathLst>
                <a:path w="2838450" h="1143000">
                  <a:moveTo>
                    <a:pt x="0" y="354484"/>
                  </a:moveTo>
                  <a:cubicBezTo>
                    <a:pt x="118269" y="354484"/>
                    <a:pt x="236538" y="354484"/>
                    <a:pt x="354806" y="354484"/>
                  </a:cubicBezTo>
                  <a:cubicBezTo>
                    <a:pt x="591344" y="354484"/>
                    <a:pt x="827881" y="326400"/>
                    <a:pt x="1064419" y="326400"/>
                  </a:cubicBezTo>
                  <a:cubicBezTo>
                    <a:pt x="1300956" y="326400"/>
                    <a:pt x="1537494" y="635285"/>
                    <a:pt x="1774031" y="637236"/>
                  </a:cubicBezTo>
                  <a:cubicBezTo>
                    <a:pt x="2010569" y="639186"/>
                    <a:pt x="2247106" y="640189"/>
                    <a:pt x="2483644" y="640189"/>
                  </a:cubicBezTo>
                  <a:cubicBezTo>
                    <a:pt x="2601912" y="640189"/>
                    <a:pt x="2720181" y="640189"/>
                    <a:pt x="2838450" y="640189"/>
                  </a:cubicBezTo>
                  <a:lnTo>
                    <a:pt x="2838450" y="811756"/>
                  </a:lnTo>
                  <a:cubicBezTo>
                    <a:pt x="2720181" y="811756"/>
                    <a:pt x="2601912" y="811756"/>
                    <a:pt x="2483644" y="811756"/>
                  </a:cubicBezTo>
                  <a:cubicBezTo>
                    <a:pt x="2247106" y="811756"/>
                    <a:pt x="2010569" y="802080"/>
                    <a:pt x="1774031" y="786489"/>
                  </a:cubicBezTo>
                  <a:cubicBezTo>
                    <a:pt x="1537494" y="770899"/>
                    <a:pt x="1300956" y="472338"/>
                    <a:pt x="1064419" y="472338"/>
                  </a:cubicBezTo>
                  <a:cubicBezTo>
                    <a:pt x="827881" y="472338"/>
                    <a:pt x="591344" y="497914"/>
                    <a:pt x="354806" y="497914"/>
                  </a:cubicBezTo>
                  <a:cubicBezTo>
                    <a:pt x="236538" y="497914"/>
                    <a:pt x="118269" y="497914"/>
                    <a:pt x="0" y="497914"/>
                  </a:cubicBezTo>
                  <a:close/>
                </a:path>
              </a:pathLst>
            </a:custGeom>
            <a:solidFill>
              <a:srgbClr val="009E73">
                <a:alpha val="5556"/>
              </a:srgbClr>
            </a:solidFill>
            <a:ln w="0">
              <a:noFill/>
            </a:ln>
          </p:spPr>
        </p:sp>
        <p:sp>
          <p:nvSpPr>
            <p:cNvPr id="2800" name="smooth-map-feature-3-shade-32">
              <a:extLst>
                <a:ext uri="{FF2B5EF4-FFF2-40B4-BE49-F238E27FC236}">
                  <a16:creationId xmlns:a16="http://schemas.microsoft.com/office/drawing/2014/main" id="{6EE86610-0CB9-4028-9B18-1F397D459A18}"/>
                </a:ext>
              </a:extLst>
            </p:cNvPr>
            <p:cNvSpPr>
              <a:spLocks noGrp="1"/>
            </p:cNvSpPr>
            <p:nvPr/>
          </p:nvSpPr>
          <p:spPr>
            <a:xfrm>
              <a:off x="21240750" y="6019800"/>
              <a:ext cx="2838450" cy="1143000"/>
            </a:xfrm>
            <a:custGeom>
              <a:pathLst>
                <a:path w="2838450" h="1143000">
                  <a:moveTo>
                    <a:pt x="0" y="357134"/>
                  </a:moveTo>
                  <a:cubicBezTo>
                    <a:pt x="118269" y="357134"/>
                    <a:pt x="236538" y="357134"/>
                    <a:pt x="354806" y="357134"/>
                  </a:cubicBezTo>
                  <a:cubicBezTo>
                    <a:pt x="591344" y="357134"/>
                    <a:pt x="827881" y="329096"/>
                    <a:pt x="1064419" y="329096"/>
                  </a:cubicBezTo>
                  <a:cubicBezTo>
                    <a:pt x="1300956" y="329096"/>
                    <a:pt x="1537494" y="637773"/>
                    <a:pt x="1774031" y="639993"/>
                  </a:cubicBezTo>
                  <a:cubicBezTo>
                    <a:pt x="2010569" y="642213"/>
                    <a:pt x="2247106" y="643359"/>
                    <a:pt x="2483644" y="643359"/>
                  </a:cubicBezTo>
                  <a:cubicBezTo>
                    <a:pt x="2601912" y="643359"/>
                    <a:pt x="2720181" y="643359"/>
                    <a:pt x="2838450" y="643359"/>
                  </a:cubicBezTo>
                  <a:lnTo>
                    <a:pt x="2838450" y="808586"/>
                  </a:lnTo>
                  <a:cubicBezTo>
                    <a:pt x="2720181" y="808586"/>
                    <a:pt x="2601912" y="808586"/>
                    <a:pt x="2483644" y="808586"/>
                  </a:cubicBezTo>
                  <a:cubicBezTo>
                    <a:pt x="2247106" y="808586"/>
                    <a:pt x="2010569" y="799086"/>
                    <a:pt x="1774031" y="783732"/>
                  </a:cubicBezTo>
                  <a:cubicBezTo>
                    <a:pt x="1537494" y="768377"/>
                    <a:pt x="1300956" y="469642"/>
                    <a:pt x="1064419" y="469642"/>
                  </a:cubicBezTo>
                  <a:cubicBezTo>
                    <a:pt x="827881" y="469642"/>
                    <a:pt x="591344" y="495264"/>
                    <a:pt x="354806" y="495264"/>
                  </a:cubicBezTo>
                  <a:cubicBezTo>
                    <a:pt x="236538" y="495264"/>
                    <a:pt x="118269" y="495264"/>
                    <a:pt x="0" y="495264"/>
                  </a:cubicBezTo>
                  <a:close/>
                </a:path>
              </a:pathLst>
            </a:custGeom>
            <a:solidFill>
              <a:srgbClr val="009E73">
                <a:alpha val="5882"/>
              </a:srgbClr>
            </a:solidFill>
            <a:ln w="0">
              <a:noFill/>
            </a:ln>
          </p:spPr>
        </p:sp>
        <p:sp>
          <p:nvSpPr>
            <p:cNvPr id="2801" name="smooth-map-feature-3-shade-33">
              <a:extLst>
                <a:ext uri="{FF2B5EF4-FFF2-40B4-BE49-F238E27FC236}">
                  <a16:creationId xmlns:a16="http://schemas.microsoft.com/office/drawing/2014/main" id="{FB6904FC-BCC6-49A3-9F27-42574E9369F9}"/>
                </a:ext>
              </a:extLst>
            </p:cNvPr>
            <p:cNvSpPr>
              <a:spLocks noGrp="1"/>
            </p:cNvSpPr>
            <p:nvPr/>
          </p:nvSpPr>
          <p:spPr>
            <a:xfrm>
              <a:off x="21240750" y="6019800"/>
              <a:ext cx="2838450" cy="1143000"/>
            </a:xfrm>
            <a:custGeom>
              <a:pathLst>
                <a:path w="2838450" h="1143000">
                  <a:moveTo>
                    <a:pt x="0" y="359803"/>
                  </a:moveTo>
                  <a:cubicBezTo>
                    <a:pt x="118269" y="359803"/>
                    <a:pt x="236538" y="359803"/>
                    <a:pt x="354806" y="359803"/>
                  </a:cubicBezTo>
                  <a:cubicBezTo>
                    <a:pt x="591344" y="359803"/>
                    <a:pt x="827881" y="331812"/>
                    <a:pt x="1064419" y="331812"/>
                  </a:cubicBezTo>
                  <a:cubicBezTo>
                    <a:pt x="1300956" y="331812"/>
                    <a:pt x="1537494" y="640281"/>
                    <a:pt x="1774031" y="642771"/>
                  </a:cubicBezTo>
                  <a:cubicBezTo>
                    <a:pt x="2010569" y="645261"/>
                    <a:pt x="2247106" y="646552"/>
                    <a:pt x="2483644" y="646552"/>
                  </a:cubicBezTo>
                  <a:cubicBezTo>
                    <a:pt x="2601912" y="646552"/>
                    <a:pt x="2720181" y="646552"/>
                    <a:pt x="2838450" y="646552"/>
                  </a:cubicBezTo>
                  <a:lnTo>
                    <a:pt x="2838450" y="805393"/>
                  </a:lnTo>
                  <a:cubicBezTo>
                    <a:pt x="2720181" y="805393"/>
                    <a:pt x="2601912" y="805393"/>
                    <a:pt x="2483644" y="805393"/>
                  </a:cubicBezTo>
                  <a:cubicBezTo>
                    <a:pt x="2247106" y="805393"/>
                    <a:pt x="2010569" y="796070"/>
                    <a:pt x="1774031" y="780954"/>
                  </a:cubicBezTo>
                  <a:cubicBezTo>
                    <a:pt x="1537494" y="765837"/>
                    <a:pt x="1300956" y="466925"/>
                    <a:pt x="1064419" y="466925"/>
                  </a:cubicBezTo>
                  <a:cubicBezTo>
                    <a:pt x="827881" y="466925"/>
                    <a:pt x="591344" y="492594"/>
                    <a:pt x="354806" y="492594"/>
                  </a:cubicBezTo>
                  <a:cubicBezTo>
                    <a:pt x="236538" y="492594"/>
                    <a:pt x="118269" y="492594"/>
                    <a:pt x="0" y="492594"/>
                  </a:cubicBezTo>
                  <a:close/>
                </a:path>
              </a:pathLst>
            </a:custGeom>
            <a:solidFill>
              <a:srgbClr val="009E73">
                <a:alpha val="6250"/>
              </a:srgbClr>
            </a:solidFill>
            <a:ln w="0">
              <a:noFill/>
            </a:ln>
          </p:spPr>
        </p:sp>
        <p:sp>
          <p:nvSpPr>
            <p:cNvPr id="2802" name="smooth-map-feature-3-shade-34">
              <a:extLst>
                <a:ext uri="{FF2B5EF4-FFF2-40B4-BE49-F238E27FC236}">
                  <a16:creationId xmlns:a16="http://schemas.microsoft.com/office/drawing/2014/main" id="{61408532-8881-4FC2-9B3C-9919C3C70F1D}"/>
                </a:ext>
              </a:extLst>
            </p:cNvPr>
            <p:cNvSpPr>
              <a:spLocks noGrp="1"/>
            </p:cNvSpPr>
            <p:nvPr/>
          </p:nvSpPr>
          <p:spPr>
            <a:xfrm>
              <a:off x="21240750" y="6019800"/>
              <a:ext cx="2838450" cy="1143000"/>
            </a:xfrm>
            <a:custGeom>
              <a:pathLst>
                <a:path w="2838450" h="1143000">
                  <a:moveTo>
                    <a:pt x="0" y="362501"/>
                  </a:moveTo>
                  <a:cubicBezTo>
                    <a:pt x="118269" y="362501"/>
                    <a:pt x="236538" y="362501"/>
                    <a:pt x="354806" y="362501"/>
                  </a:cubicBezTo>
                  <a:cubicBezTo>
                    <a:pt x="591344" y="362501"/>
                    <a:pt x="827881" y="334556"/>
                    <a:pt x="1064419" y="334556"/>
                  </a:cubicBezTo>
                  <a:cubicBezTo>
                    <a:pt x="1300956" y="334556"/>
                    <a:pt x="1537494" y="642815"/>
                    <a:pt x="1774031" y="645578"/>
                  </a:cubicBezTo>
                  <a:cubicBezTo>
                    <a:pt x="2010569" y="648341"/>
                    <a:pt x="2247106" y="649778"/>
                    <a:pt x="2483644" y="649778"/>
                  </a:cubicBezTo>
                  <a:cubicBezTo>
                    <a:pt x="2601912" y="649778"/>
                    <a:pt x="2720181" y="649778"/>
                    <a:pt x="2838450" y="649778"/>
                  </a:cubicBezTo>
                  <a:lnTo>
                    <a:pt x="2838450" y="802166"/>
                  </a:lnTo>
                  <a:cubicBezTo>
                    <a:pt x="2720181" y="802166"/>
                    <a:pt x="2601912" y="802166"/>
                    <a:pt x="2483644" y="802166"/>
                  </a:cubicBezTo>
                  <a:cubicBezTo>
                    <a:pt x="2247106" y="802166"/>
                    <a:pt x="2010569" y="793022"/>
                    <a:pt x="1774031" y="778147"/>
                  </a:cubicBezTo>
                  <a:cubicBezTo>
                    <a:pt x="1537494" y="763272"/>
                    <a:pt x="1300956" y="464181"/>
                    <a:pt x="1064419" y="464181"/>
                  </a:cubicBezTo>
                  <a:cubicBezTo>
                    <a:pt x="827881" y="464181"/>
                    <a:pt x="591344" y="489897"/>
                    <a:pt x="354806" y="489897"/>
                  </a:cubicBezTo>
                  <a:cubicBezTo>
                    <a:pt x="236538" y="489897"/>
                    <a:pt x="118269" y="489897"/>
                    <a:pt x="0" y="489897"/>
                  </a:cubicBezTo>
                  <a:close/>
                </a:path>
              </a:pathLst>
            </a:custGeom>
            <a:solidFill>
              <a:srgbClr val="009E73">
                <a:alpha val="6667"/>
              </a:srgbClr>
            </a:solidFill>
            <a:ln w="0">
              <a:noFill/>
            </a:ln>
          </p:spPr>
        </p:sp>
        <p:sp>
          <p:nvSpPr>
            <p:cNvPr id="2803" name="smooth-map-feature-3-shade-35">
              <a:extLst>
                <a:ext uri="{FF2B5EF4-FFF2-40B4-BE49-F238E27FC236}">
                  <a16:creationId xmlns:a16="http://schemas.microsoft.com/office/drawing/2014/main" id="{A88A8623-62A8-466A-89F6-970326B01249}"/>
                </a:ext>
              </a:extLst>
            </p:cNvPr>
            <p:cNvSpPr>
              <a:spLocks noGrp="1"/>
            </p:cNvSpPr>
            <p:nvPr/>
          </p:nvSpPr>
          <p:spPr>
            <a:xfrm>
              <a:off x="21240750" y="6019800"/>
              <a:ext cx="2838450" cy="1143000"/>
            </a:xfrm>
            <a:custGeom>
              <a:pathLst>
                <a:path w="2838450" h="1143000">
                  <a:moveTo>
                    <a:pt x="0" y="365234"/>
                  </a:moveTo>
                  <a:cubicBezTo>
                    <a:pt x="118269" y="365234"/>
                    <a:pt x="236538" y="365234"/>
                    <a:pt x="354806" y="365234"/>
                  </a:cubicBezTo>
                  <a:cubicBezTo>
                    <a:pt x="591344" y="365234"/>
                    <a:pt x="827881" y="337338"/>
                    <a:pt x="1064419" y="337338"/>
                  </a:cubicBezTo>
                  <a:cubicBezTo>
                    <a:pt x="1300956" y="337338"/>
                    <a:pt x="1537494" y="645384"/>
                    <a:pt x="1774031" y="648423"/>
                  </a:cubicBezTo>
                  <a:cubicBezTo>
                    <a:pt x="2010569" y="651461"/>
                    <a:pt x="2247106" y="653048"/>
                    <a:pt x="2483644" y="653048"/>
                  </a:cubicBezTo>
                  <a:cubicBezTo>
                    <a:pt x="2601912" y="653048"/>
                    <a:pt x="2720181" y="653048"/>
                    <a:pt x="2838450" y="653048"/>
                  </a:cubicBezTo>
                  <a:lnTo>
                    <a:pt x="2838450" y="798896"/>
                  </a:lnTo>
                  <a:cubicBezTo>
                    <a:pt x="2720181" y="798896"/>
                    <a:pt x="2601912" y="798896"/>
                    <a:pt x="2483644" y="798896"/>
                  </a:cubicBezTo>
                  <a:cubicBezTo>
                    <a:pt x="2247106" y="798896"/>
                    <a:pt x="2010569" y="789932"/>
                    <a:pt x="1774031" y="775302"/>
                  </a:cubicBezTo>
                  <a:cubicBezTo>
                    <a:pt x="1537494" y="760673"/>
                    <a:pt x="1300956" y="461399"/>
                    <a:pt x="1064419" y="461399"/>
                  </a:cubicBezTo>
                  <a:cubicBezTo>
                    <a:pt x="827881" y="461399"/>
                    <a:pt x="591344" y="487163"/>
                    <a:pt x="354806" y="487163"/>
                  </a:cubicBezTo>
                  <a:cubicBezTo>
                    <a:pt x="236538" y="487163"/>
                    <a:pt x="118269" y="487163"/>
                    <a:pt x="0" y="487163"/>
                  </a:cubicBezTo>
                  <a:close/>
                </a:path>
              </a:pathLst>
            </a:custGeom>
            <a:solidFill>
              <a:srgbClr val="009E73">
                <a:alpha val="7143"/>
              </a:srgbClr>
            </a:solidFill>
            <a:ln w="0">
              <a:noFill/>
            </a:ln>
          </p:spPr>
        </p:sp>
        <p:sp>
          <p:nvSpPr>
            <p:cNvPr id="2804" name="smooth-map-feature-3-shade-36">
              <a:extLst>
                <a:ext uri="{FF2B5EF4-FFF2-40B4-BE49-F238E27FC236}">
                  <a16:creationId xmlns:a16="http://schemas.microsoft.com/office/drawing/2014/main" id="{AA74F66F-C6DE-4951-9C88-38932FB7373A}"/>
                </a:ext>
              </a:extLst>
            </p:cNvPr>
            <p:cNvSpPr>
              <a:spLocks noGrp="1"/>
            </p:cNvSpPr>
            <p:nvPr/>
          </p:nvSpPr>
          <p:spPr>
            <a:xfrm>
              <a:off x="21240750" y="6019800"/>
              <a:ext cx="2838450" cy="1143000"/>
            </a:xfrm>
            <a:custGeom>
              <a:pathLst>
                <a:path w="2838450" h="1143000">
                  <a:moveTo>
                    <a:pt x="0" y="368014"/>
                  </a:moveTo>
                  <a:cubicBezTo>
                    <a:pt x="118269" y="368014"/>
                    <a:pt x="236538" y="368014"/>
                    <a:pt x="354806" y="368014"/>
                  </a:cubicBezTo>
                  <a:cubicBezTo>
                    <a:pt x="591344" y="368014"/>
                    <a:pt x="827881" y="340167"/>
                    <a:pt x="1064419" y="340167"/>
                  </a:cubicBezTo>
                  <a:cubicBezTo>
                    <a:pt x="1300956" y="340167"/>
                    <a:pt x="1537494" y="647997"/>
                    <a:pt x="1774031" y="651315"/>
                  </a:cubicBezTo>
                  <a:cubicBezTo>
                    <a:pt x="2010569" y="654634"/>
                    <a:pt x="2247106" y="656374"/>
                    <a:pt x="2483644" y="656374"/>
                  </a:cubicBezTo>
                  <a:cubicBezTo>
                    <a:pt x="2601912" y="656374"/>
                    <a:pt x="2720181" y="656374"/>
                    <a:pt x="2838450" y="656374"/>
                  </a:cubicBezTo>
                  <a:lnTo>
                    <a:pt x="2838450" y="795571"/>
                  </a:lnTo>
                  <a:cubicBezTo>
                    <a:pt x="2720181" y="795571"/>
                    <a:pt x="2601912" y="795571"/>
                    <a:pt x="2483644" y="795571"/>
                  </a:cubicBezTo>
                  <a:cubicBezTo>
                    <a:pt x="2247106" y="795571"/>
                    <a:pt x="2010569" y="786789"/>
                    <a:pt x="1774031" y="772409"/>
                  </a:cubicBezTo>
                  <a:cubicBezTo>
                    <a:pt x="1537494" y="758030"/>
                    <a:pt x="1300956" y="458571"/>
                    <a:pt x="1064419" y="458571"/>
                  </a:cubicBezTo>
                  <a:cubicBezTo>
                    <a:pt x="827881" y="458571"/>
                    <a:pt x="591344" y="484383"/>
                    <a:pt x="354806" y="484383"/>
                  </a:cubicBezTo>
                  <a:cubicBezTo>
                    <a:pt x="236538" y="484383"/>
                    <a:pt x="118269" y="484383"/>
                    <a:pt x="0" y="484383"/>
                  </a:cubicBezTo>
                  <a:close/>
                </a:path>
              </a:pathLst>
            </a:custGeom>
            <a:solidFill>
              <a:srgbClr val="009E73">
                <a:alpha val="7692"/>
              </a:srgbClr>
            </a:solidFill>
            <a:ln w="0">
              <a:noFill/>
            </a:ln>
          </p:spPr>
        </p:sp>
        <p:sp>
          <p:nvSpPr>
            <p:cNvPr id="2805" name="smooth-map-feature-3-shade-37">
              <a:extLst>
                <a:ext uri="{FF2B5EF4-FFF2-40B4-BE49-F238E27FC236}">
                  <a16:creationId xmlns:a16="http://schemas.microsoft.com/office/drawing/2014/main" id="{035C5BB1-7F36-41D3-B2EC-FBC9754139FA}"/>
                </a:ext>
              </a:extLst>
            </p:cNvPr>
            <p:cNvSpPr>
              <a:spLocks noGrp="1"/>
            </p:cNvSpPr>
            <p:nvPr/>
          </p:nvSpPr>
          <p:spPr>
            <a:xfrm>
              <a:off x="21240750" y="6019800"/>
              <a:ext cx="2838450" cy="1143000"/>
            </a:xfrm>
            <a:custGeom>
              <a:pathLst>
                <a:path w="2838450" h="1143000">
                  <a:moveTo>
                    <a:pt x="0" y="370853"/>
                  </a:moveTo>
                  <a:cubicBezTo>
                    <a:pt x="118269" y="370853"/>
                    <a:pt x="236538" y="370853"/>
                    <a:pt x="354806" y="370853"/>
                  </a:cubicBezTo>
                  <a:cubicBezTo>
                    <a:pt x="591344" y="370853"/>
                    <a:pt x="827881" y="343054"/>
                    <a:pt x="1064419" y="343054"/>
                  </a:cubicBezTo>
                  <a:cubicBezTo>
                    <a:pt x="1300956" y="343054"/>
                    <a:pt x="1537494" y="650666"/>
                    <a:pt x="1774031" y="654269"/>
                  </a:cubicBezTo>
                  <a:cubicBezTo>
                    <a:pt x="2010569" y="657872"/>
                    <a:pt x="2247106" y="659769"/>
                    <a:pt x="2483644" y="659769"/>
                  </a:cubicBezTo>
                  <a:cubicBezTo>
                    <a:pt x="2601912" y="659769"/>
                    <a:pt x="2720181" y="659769"/>
                    <a:pt x="2838450" y="659769"/>
                  </a:cubicBezTo>
                  <a:lnTo>
                    <a:pt x="2838450" y="792176"/>
                  </a:lnTo>
                  <a:cubicBezTo>
                    <a:pt x="2720181" y="792176"/>
                    <a:pt x="2601912" y="792176"/>
                    <a:pt x="2483644" y="792176"/>
                  </a:cubicBezTo>
                  <a:cubicBezTo>
                    <a:pt x="2247106" y="792176"/>
                    <a:pt x="2010569" y="783580"/>
                    <a:pt x="1774031" y="769456"/>
                  </a:cubicBezTo>
                  <a:cubicBezTo>
                    <a:pt x="1537494" y="755332"/>
                    <a:pt x="1300956" y="455683"/>
                    <a:pt x="1064419" y="455683"/>
                  </a:cubicBezTo>
                  <a:cubicBezTo>
                    <a:pt x="827881" y="455683"/>
                    <a:pt x="591344" y="481545"/>
                    <a:pt x="354806" y="481545"/>
                  </a:cubicBezTo>
                  <a:cubicBezTo>
                    <a:pt x="236538" y="481545"/>
                    <a:pt x="118269" y="481545"/>
                    <a:pt x="0" y="481545"/>
                  </a:cubicBezTo>
                  <a:close/>
                </a:path>
              </a:pathLst>
            </a:custGeom>
            <a:solidFill>
              <a:srgbClr val="009E73">
                <a:alpha val="8333"/>
              </a:srgbClr>
            </a:solidFill>
            <a:ln w="0">
              <a:noFill/>
            </a:ln>
          </p:spPr>
        </p:sp>
        <p:sp>
          <p:nvSpPr>
            <p:cNvPr id="2806" name="smooth-map-feature-3-shade-38">
              <a:extLst>
                <a:ext uri="{FF2B5EF4-FFF2-40B4-BE49-F238E27FC236}">
                  <a16:creationId xmlns:a16="http://schemas.microsoft.com/office/drawing/2014/main" id="{4459AB52-2ACC-41B4-8761-24C4B22E2480}"/>
                </a:ext>
              </a:extLst>
            </p:cNvPr>
            <p:cNvSpPr>
              <a:spLocks noGrp="1"/>
            </p:cNvSpPr>
            <p:nvPr/>
          </p:nvSpPr>
          <p:spPr>
            <a:xfrm>
              <a:off x="21240750" y="6019800"/>
              <a:ext cx="2838450" cy="1143000"/>
            </a:xfrm>
            <a:custGeom>
              <a:pathLst>
                <a:path w="2838450" h="1143000">
                  <a:moveTo>
                    <a:pt x="0" y="373763"/>
                  </a:moveTo>
                  <a:cubicBezTo>
                    <a:pt x="118269" y="373763"/>
                    <a:pt x="236538" y="373763"/>
                    <a:pt x="354806" y="373763"/>
                  </a:cubicBezTo>
                  <a:cubicBezTo>
                    <a:pt x="591344" y="373763"/>
                    <a:pt x="827881" y="346015"/>
                    <a:pt x="1064419" y="346015"/>
                  </a:cubicBezTo>
                  <a:cubicBezTo>
                    <a:pt x="1300956" y="346015"/>
                    <a:pt x="1537494" y="653403"/>
                    <a:pt x="1774031" y="657297"/>
                  </a:cubicBezTo>
                  <a:cubicBezTo>
                    <a:pt x="2010569" y="661191"/>
                    <a:pt x="2247106" y="663250"/>
                    <a:pt x="2483644" y="663250"/>
                  </a:cubicBezTo>
                  <a:cubicBezTo>
                    <a:pt x="2601912" y="663250"/>
                    <a:pt x="2720181" y="663250"/>
                    <a:pt x="2838450" y="663250"/>
                  </a:cubicBezTo>
                  <a:lnTo>
                    <a:pt x="2838450" y="788695"/>
                  </a:lnTo>
                  <a:cubicBezTo>
                    <a:pt x="2720181" y="788695"/>
                    <a:pt x="2601912" y="788695"/>
                    <a:pt x="2483644" y="788695"/>
                  </a:cubicBezTo>
                  <a:cubicBezTo>
                    <a:pt x="2247106" y="788695"/>
                    <a:pt x="2010569" y="780289"/>
                    <a:pt x="1774031" y="766428"/>
                  </a:cubicBezTo>
                  <a:cubicBezTo>
                    <a:pt x="1537494" y="752567"/>
                    <a:pt x="1300956" y="452722"/>
                    <a:pt x="1064419" y="452722"/>
                  </a:cubicBezTo>
                  <a:cubicBezTo>
                    <a:pt x="827881" y="452722"/>
                    <a:pt x="591344" y="478635"/>
                    <a:pt x="354806" y="478635"/>
                  </a:cubicBezTo>
                  <a:cubicBezTo>
                    <a:pt x="236538" y="478635"/>
                    <a:pt x="118269" y="478635"/>
                    <a:pt x="0" y="478635"/>
                  </a:cubicBezTo>
                  <a:close/>
                </a:path>
              </a:pathLst>
            </a:custGeom>
            <a:solidFill>
              <a:srgbClr val="009E73">
                <a:alpha val="9091"/>
              </a:srgbClr>
            </a:solidFill>
            <a:ln w="0">
              <a:noFill/>
            </a:ln>
          </p:spPr>
        </p:sp>
        <p:sp>
          <p:nvSpPr>
            <p:cNvPr id="2807" name="smooth-map-feature-3-shade-39">
              <a:extLst>
                <a:ext uri="{FF2B5EF4-FFF2-40B4-BE49-F238E27FC236}">
                  <a16:creationId xmlns:a16="http://schemas.microsoft.com/office/drawing/2014/main" id="{B9C1EB17-B0D2-4192-BCCE-FC9C62A6790B}"/>
                </a:ext>
              </a:extLst>
            </p:cNvPr>
            <p:cNvSpPr>
              <a:spLocks noGrp="1"/>
            </p:cNvSpPr>
            <p:nvPr/>
          </p:nvSpPr>
          <p:spPr>
            <a:xfrm>
              <a:off x="21240750" y="6019800"/>
              <a:ext cx="2838450" cy="1143000"/>
            </a:xfrm>
            <a:custGeom>
              <a:pathLst>
                <a:path w="2838450" h="1143000">
                  <a:moveTo>
                    <a:pt x="0" y="376762"/>
                  </a:moveTo>
                  <a:cubicBezTo>
                    <a:pt x="118269" y="376762"/>
                    <a:pt x="236538" y="376762"/>
                    <a:pt x="354806" y="376762"/>
                  </a:cubicBezTo>
                  <a:cubicBezTo>
                    <a:pt x="591344" y="376762"/>
                    <a:pt x="827881" y="349067"/>
                    <a:pt x="1064419" y="349067"/>
                  </a:cubicBezTo>
                  <a:cubicBezTo>
                    <a:pt x="1300956" y="349067"/>
                    <a:pt x="1537494" y="656226"/>
                    <a:pt x="1774031" y="660418"/>
                  </a:cubicBezTo>
                  <a:cubicBezTo>
                    <a:pt x="2010569" y="664611"/>
                    <a:pt x="2247106" y="666838"/>
                    <a:pt x="2483644" y="666838"/>
                  </a:cubicBezTo>
                  <a:cubicBezTo>
                    <a:pt x="2601912" y="666838"/>
                    <a:pt x="2720181" y="666838"/>
                    <a:pt x="2838450" y="666838"/>
                  </a:cubicBezTo>
                  <a:lnTo>
                    <a:pt x="2838450" y="785107"/>
                  </a:lnTo>
                  <a:cubicBezTo>
                    <a:pt x="2720181" y="785107"/>
                    <a:pt x="2601912" y="785107"/>
                    <a:pt x="2483644" y="785107"/>
                  </a:cubicBezTo>
                  <a:cubicBezTo>
                    <a:pt x="2247106" y="785107"/>
                    <a:pt x="2010569" y="776896"/>
                    <a:pt x="1774031" y="763306"/>
                  </a:cubicBezTo>
                  <a:cubicBezTo>
                    <a:pt x="1537494" y="749717"/>
                    <a:pt x="1300956" y="449670"/>
                    <a:pt x="1064419" y="449670"/>
                  </a:cubicBezTo>
                  <a:cubicBezTo>
                    <a:pt x="827881" y="449670"/>
                    <a:pt x="591344" y="475635"/>
                    <a:pt x="354806" y="475635"/>
                  </a:cubicBezTo>
                  <a:cubicBezTo>
                    <a:pt x="236538" y="475635"/>
                    <a:pt x="118269" y="475635"/>
                    <a:pt x="0" y="475635"/>
                  </a:cubicBezTo>
                  <a:close/>
                </a:path>
              </a:pathLst>
            </a:custGeom>
            <a:solidFill>
              <a:srgbClr val="009E73">
                <a:alpha val="10000"/>
              </a:srgbClr>
            </a:solidFill>
            <a:ln w="0">
              <a:noFill/>
            </a:ln>
          </p:spPr>
        </p:sp>
        <p:sp>
          <p:nvSpPr>
            <p:cNvPr id="2808" name="smooth-map-feature-3-shade-40">
              <a:extLst>
                <a:ext uri="{FF2B5EF4-FFF2-40B4-BE49-F238E27FC236}">
                  <a16:creationId xmlns:a16="http://schemas.microsoft.com/office/drawing/2014/main" id="{2BA637BD-9C73-4319-81DE-DEAFCB0E53AB}"/>
                </a:ext>
              </a:extLst>
            </p:cNvPr>
            <p:cNvSpPr>
              <a:spLocks noGrp="1"/>
            </p:cNvSpPr>
            <p:nvPr/>
          </p:nvSpPr>
          <p:spPr>
            <a:xfrm>
              <a:off x="21240750" y="6019800"/>
              <a:ext cx="2838450" cy="1143000"/>
            </a:xfrm>
            <a:custGeom>
              <a:pathLst>
                <a:path w="2838450" h="1143000">
                  <a:moveTo>
                    <a:pt x="0" y="379873"/>
                  </a:moveTo>
                  <a:cubicBezTo>
                    <a:pt x="118269" y="379873"/>
                    <a:pt x="236538" y="379873"/>
                    <a:pt x="354806" y="379873"/>
                  </a:cubicBezTo>
                  <a:cubicBezTo>
                    <a:pt x="591344" y="379873"/>
                    <a:pt x="827881" y="352232"/>
                    <a:pt x="1064419" y="352232"/>
                  </a:cubicBezTo>
                  <a:cubicBezTo>
                    <a:pt x="1300956" y="352232"/>
                    <a:pt x="1537494" y="659153"/>
                    <a:pt x="1774031" y="663655"/>
                  </a:cubicBezTo>
                  <a:cubicBezTo>
                    <a:pt x="2010569" y="668157"/>
                    <a:pt x="2247106" y="670558"/>
                    <a:pt x="2483644" y="670558"/>
                  </a:cubicBezTo>
                  <a:cubicBezTo>
                    <a:pt x="2601912" y="670558"/>
                    <a:pt x="2720181" y="670558"/>
                    <a:pt x="2838450" y="670558"/>
                  </a:cubicBezTo>
                  <a:lnTo>
                    <a:pt x="2838450" y="781387"/>
                  </a:lnTo>
                  <a:cubicBezTo>
                    <a:pt x="2720181" y="781387"/>
                    <a:pt x="2601912" y="781387"/>
                    <a:pt x="2483644" y="781387"/>
                  </a:cubicBezTo>
                  <a:cubicBezTo>
                    <a:pt x="2247106" y="781387"/>
                    <a:pt x="2010569" y="773376"/>
                    <a:pt x="1774031" y="760070"/>
                  </a:cubicBezTo>
                  <a:cubicBezTo>
                    <a:pt x="1537494" y="746763"/>
                    <a:pt x="1300956" y="446505"/>
                    <a:pt x="1064419" y="446505"/>
                  </a:cubicBezTo>
                  <a:cubicBezTo>
                    <a:pt x="827881" y="446505"/>
                    <a:pt x="591344" y="472525"/>
                    <a:pt x="354806" y="472525"/>
                  </a:cubicBezTo>
                  <a:cubicBezTo>
                    <a:pt x="236538" y="472525"/>
                    <a:pt x="118269" y="472525"/>
                    <a:pt x="0" y="472525"/>
                  </a:cubicBezTo>
                  <a:close/>
                </a:path>
              </a:pathLst>
            </a:custGeom>
            <a:solidFill>
              <a:srgbClr val="009E73">
                <a:alpha val="11111"/>
              </a:srgbClr>
            </a:solidFill>
            <a:ln w="0">
              <a:noFill/>
            </a:ln>
          </p:spPr>
        </p:sp>
        <p:sp>
          <p:nvSpPr>
            <p:cNvPr id="2809" name="smooth-map-feature-3-shade-41">
              <a:extLst>
                <a:ext uri="{FF2B5EF4-FFF2-40B4-BE49-F238E27FC236}">
                  <a16:creationId xmlns:a16="http://schemas.microsoft.com/office/drawing/2014/main" id="{B3F1E687-4280-4460-BFB6-778D07A98466}"/>
                </a:ext>
              </a:extLst>
            </p:cNvPr>
            <p:cNvSpPr>
              <a:spLocks noGrp="1"/>
            </p:cNvSpPr>
            <p:nvPr/>
          </p:nvSpPr>
          <p:spPr>
            <a:xfrm>
              <a:off x="21240750" y="6019800"/>
              <a:ext cx="2838450" cy="1143000"/>
            </a:xfrm>
            <a:custGeom>
              <a:pathLst>
                <a:path w="2838450" h="1143000">
                  <a:moveTo>
                    <a:pt x="0" y="383123"/>
                  </a:moveTo>
                  <a:cubicBezTo>
                    <a:pt x="118269" y="383123"/>
                    <a:pt x="236538" y="383123"/>
                    <a:pt x="354806" y="383123"/>
                  </a:cubicBezTo>
                  <a:cubicBezTo>
                    <a:pt x="591344" y="383123"/>
                    <a:pt x="827881" y="355539"/>
                    <a:pt x="1064419" y="355539"/>
                  </a:cubicBezTo>
                  <a:cubicBezTo>
                    <a:pt x="1300956" y="355539"/>
                    <a:pt x="1537494" y="662213"/>
                    <a:pt x="1774031" y="667037"/>
                  </a:cubicBezTo>
                  <a:cubicBezTo>
                    <a:pt x="2010569" y="671861"/>
                    <a:pt x="2247106" y="674446"/>
                    <a:pt x="2483644" y="674446"/>
                  </a:cubicBezTo>
                  <a:cubicBezTo>
                    <a:pt x="2601912" y="674446"/>
                    <a:pt x="2720181" y="674446"/>
                    <a:pt x="2838450" y="674446"/>
                  </a:cubicBezTo>
                  <a:lnTo>
                    <a:pt x="2838450" y="777499"/>
                  </a:lnTo>
                  <a:cubicBezTo>
                    <a:pt x="2720181" y="777499"/>
                    <a:pt x="2601912" y="777499"/>
                    <a:pt x="2483644" y="777499"/>
                  </a:cubicBezTo>
                  <a:cubicBezTo>
                    <a:pt x="2247106" y="777499"/>
                    <a:pt x="2010569" y="769698"/>
                    <a:pt x="1774031" y="756688"/>
                  </a:cubicBezTo>
                  <a:cubicBezTo>
                    <a:pt x="1537494" y="743677"/>
                    <a:pt x="1300956" y="443198"/>
                    <a:pt x="1064419" y="443198"/>
                  </a:cubicBezTo>
                  <a:cubicBezTo>
                    <a:pt x="827881" y="443198"/>
                    <a:pt x="591344" y="469275"/>
                    <a:pt x="354806" y="469275"/>
                  </a:cubicBezTo>
                  <a:cubicBezTo>
                    <a:pt x="236538" y="469275"/>
                    <a:pt x="118269" y="469275"/>
                    <a:pt x="0" y="469275"/>
                  </a:cubicBezTo>
                  <a:close/>
                </a:path>
              </a:pathLst>
            </a:custGeom>
            <a:solidFill>
              <a:srgbClr val="009E73">
                <a:alpha val="12500"/>
              </a:srgbClr>
            </a:solidFill>
            <a:ln w="0">
              <a:noFill/>
            </a:ln>
          </p:spPr>
        </p:sp>
        <p:sp>
          <p:nvSpPr>
            <p:cNvPr id="2810" name="smooth-map-feature-3-shade-42">
              <a:extLst>
                <a:ext uri="{FF2B5EF4-FFF2-40B4-BE49-F238E27FC236}">
                  <a16:creationId xmlns:a16="http://schemas.microsoft.com/office/drawing/2014/main" id="{965DC00B-62CC-4BAD-88E3-FAB1EDCA17A9}"/>
                </a:ext>
              </a:extLst>
            </p:cNvPr>
            <p:cNvSpPr>
              <a:spLocks noGrp="1"/>
            </p:cNvSpPr>
            <p:nvPr/>
          </p:nvSpPr>
          <p:spPr>
            <a:xfrm>
              <a:off x="21240750" y="6019800"/>
              <a:ext cx="2838450" cy="1143000"/>
            </a:xfrm>
            <a:custGeom>
              <a:pathLst>
                <a:path w="2838450" h="1143000">
                  <a:moveTo>
                    <a:pt x="0" y="386551"/>
                  </a:moveTo>
                  <a:cubicBezTo>
                    <a:pt x="118269" y="386551"/>
                    <a:pt x="236538" y="386551"/>
                    <a:pt x="354806" y="386551"/>
                  </a:cubicBezTo>
                  <a:cubicBezTo>
                    <a:pt x="591344" y="386551"/>
                    <a:pt x="827881" y="359027"/>
                    <a:pt x="1064419" y="359027"/>
                  </a:cubicBezTo>
                  <a:cubicBezTo>
                    <a:pt x="1300956" y="359027"/>
                    <a:pt x="1537494" y="665441"/>
                    <a:pt x="1774031" y="670604"/>
                  </a:cubicBezTo>
                  <a:cubicBezTo>
                    <a:pt x="2010569" y="675767"/>
                    <a:pt x="2247106" y="678546"/>
                    <a:pt x="2483644" y="678546"/>
                  </a:cubicBezTo>
                  <a:cubicBezTo>
                    <a:pt x="2601912" y="678546"/>
                    <a:pt x="2720181" y="678546"/>
                    <a:pt x="2838450" y="678546"/>
                  </a:cubicBezTo>
                  <a:lnTo>
                    <a:pt x="2838450" y="773399"/>
                  </a:lnTo>
                  <a:cubicBezTo>
                    <a:pt x="2720181" y="773399"/>
                    <a:pt x="2601912" y="773399"/>
                    <a:pt x="2483644" y="773399"/>
                  </a:cubicBezTo>
                  <a:cubicBezTo>
                    <a:pt x="2247106" y="773399"/>
                    <a:pt x="2010569" y="765818"/>
                    <a:pt x="1774031" y="753121"/>
                  </a:cubicBezTo>
                  <a:cubicBezTo>
                    <a:pt x="1537494" y="740423"/>
                    <a:pt x="1300956" y="439710"/>
                    <a:pt x="1064419" y="439710"/>
                  </a:cubicBezTo>
                  <a:cubicBezTo>
                    <a:pt x="827881" y="439710"/>
                    <a:pt x="591344" y="465847"/>
                    <a:pt x="354806" y="465847"/>
                  </a:cubicBezTo>
                  <a:cubicBezTo>
                    <a:pt x="236538" y="465847"/>
                    <a:pt x="118269" y="465847"/>
                    <a:pt x="0" y="465847"/>
                  </a:cubicBezTo>
                  <a:close/>
                </a:path>
              </a:pathLst>
            </a:custGeom>
            <a:solidFill>
              <a:srgbClr val="009E73">
                <a:alpha val="14286"/>
              </a:srgbClr>
            </a:solidFill>
            <a:ln w="0">
              <a:noFill/>
            </a:ln>
          </p:spPr>
        </p:sp>
        <p:sp>
          <p:nvSpPr>
            <p:cNvPr id="2811" name="smooth-map-feature-3-shade-43">
              <a:extLst>
                <a:ext uri="{FF2B5EF4-FFF2-40B4-BE49-F238E27FC236}">
                  <a16:creationId xmlns:a16="http://schemas.microsoft.com/office/drawing/2014/main" id="{DFF5D212-444E-4D7D-B985-243CEDF12747}"/>
                </a:ext>
              </a:extLst>
            </p:cNvPr>
            <p:cNvSpPr>
              <a:spLocks noGrp="1"/>
            </p:cNvSpPr>
            <p:nvPr/>
          </p:nvSpPr>
          <p:spPr>
            <a:xfrm>
              <a:off x="21240750" y="6019800"/>
              <a:ext cx="2838450" cy="1143000"/>
            </a:xfrm>
            <a:custGeom>
              <a:pathLst>
                <a:path w="2838450" h="1143000">
                  <a:moveTo>
                    <a:pt x="0" y="390212"/>
                  </a:moveTo>
                  <a:cubicBezTo>
                    <a:pt x="118269" y="390212"/>
                    <a:pt x="236538" y="390212"/>
                    <a:pt x="354806" y="390212"/>
                  </a:cubicBezTo>
                  <a:cubicBezTo>
                    <a:pt x="591344" y="390212"/>
                    <a:pt x="827881" y="362753"/>
                    <a:pt x="1064419" y="362753"/>
                  </a:cubicBezTo>
                  <a:cubicBezTo>
                    <a:pt x="1300956" y="362753"/>
                    <a:pt x="1537494" y="668891"/>
                    <a:pt x="1774031" y="674415"/>
                  </a:cubicBezTo>
                  <a:cubicBezTo>
                    <a:pt x="2010569" y="679938"/>
                    <a:pt x="2247106" y="682926"/>
                    <a:pt x="2483644" y="682926"/>
                  </a:cubicBezTo>
                  <a:cubicBezTo>
                    <a:pt x="2601912" y="682926"/>
                    <a:pt x="2720181" y="682926"/>
                    <a:pt x="2838450" y="682926"/>
                  </a:cubicBezTo>
                  <a:lnTo>
                    <a:pt x="2838450" y="769019"/>
                  </a:lnTo>
                  <a:cubicBezTo>
                    <a:pt x="2720181" y="769019"/>
                    <a:pt x="2601912" y="769019"/>
                    <a:pt x="2483644" y="769019"/>
                  </a:cubicBezTo>
                  <a:cubicBezTo>
                    <a:pt x="2247106" y="769019"/>
                    <a:pt x="2010569" y="761672"/>
                    <a:pt x="1774031" y="749310"/>
                  </a:cubicBezTo>
                  <a:cubicBezTo>
                    <a:pt x="1537494" y="736949"/>
                    <a:pt x="1300956" y="435985"/>
                    <a:pt x="1064419" y="435985"/>
                  </a:cubicBezTo>
                  <a:cubicBezTo>
                    <a:pt x="827881" y="435985"/>
                    <a:pt x="591344" y="462186"/>
                    <a:pt x="354806" y="462186"/>
                  </a:cubicBezTo>
                  <a:cubicBezTo>
                    <a:pt x="236538" y="462186"/>
                    <a:pt x="118269" y="462186"/>
                    <a:pt x="0" y="462186"/>
                  </a:cubicBezTo>
                  <a:close/>
                </a:path>
              </a:pathLst>
            </a:custGeom>
            <a:solidFill>
              <a:srgbClr val="009E73">
                <a:alpha val="16667"/>
              </a:srgbClr>
            </a:solidFill>
            <a:ln w="0">
              <a:noFill/>
            </a:ln>
          </p:spPr>
        </p:sp>
        <p:sp>
          <p:nvSpPr>
            <p:cNvPr id="2812" name="smooth-map-feature-3-shade-44">
              <a:extLst>
                <a:ext uri="{FF2B5EF4-FFF2-40B4-BE49-F238E27FC236}">
                  <a16:creationId xmlns:a16="http://schemas.microsoft.com/office/drawing/2014/main" id="{A287B9E6-8DBE-409C-9A4C-C8BD2C527C9F}"/>
                </a:ext>
              </a:extLst>
            </p:cNvPr>
            <p:cNvSpPr>
              <a:spLocks noGrp="1"/>
            </p:cNvSpPr>
            <p:nvPr/>
          </p:nvSpPr>
          <p:spPr>
            <a:xfrm>
              <a:off x="21240750" y="6019800"/>
              <a:ext cx="2838450" cy="1143000"/>
            </a:xfrm>
            <a:custGeom>
              <a:pathLst>
                <a:path w="2838450" h="1143000">
                  <a:moveTo>
                    <a:pt x="0" y="394192"/>
                  </a:moveTo>
                  <a:cubicBezTo>
                    <a:pt x="118269" y="394192"/>
                    <a:pt x="236538" y="394192"/>
                    <a:pt x="354806" y="394192"/>
                  </a:cubicBezTo>
                  <a:cubicBezTo>
                    <a:pt x="591344" y="394192"/>
                    <a:pt x="827881" y="366802"/>
                    <a:pt x="1064419" y="366802"/>
                  </a:cubicBezTo>
                  <a:cubicBezTo>
                    <a:pt x="1300956" y="366802"/>
                    <a:pt x="1537494" y="672642"/>
                    <a:pt x="1774031" y="678556"/>
                  </a:cubicBezTo>
                  <a:cubicBezTo>
                    <a:pt x="2010569" y="684470"/>
                    <a:pt x="2247106" y="687687"/>
                    <a:pt x="2483644" y="687687"/>
                  </a:cubicBezTo>
                  <a:cubicBezTo>
                    <a:pt x="2601912" y="687687"/>
                    <a:pt x="2720181" y="687687"/>
                    <a:pt x="2838450" y="687687"/>
                  </a:cubicBezTo>
                  <a:lnTo>
                    <a:pt x="2838450" y="764258"/>
                  </a:lnTo>
                  <a:cubicBezTo>
                    <a:pt x="2720181" y="764258"/>
                    <a:pt x="2601912" y="764258"/>
                    <a:pt x="2483644" y="764258"/>
                  </a:cubicBezTo>
                  <a:cubicBezTo>
                    <a:pt x="2247106" y="764258"/>
                    <a:pt x="2010569" y="757164"/>
                    <a:pt x="1774031" y="745169"/>
                  </a:cubicBezTo>
                  <a:cubicBezTo>
                    <a:pt x="1537494" y="733174"/>
                    <a:pt x="1300956" y="431935"/>
                    <a:pt x="1064419" y="431935"/>
                  </a:cubicBezTo>
                  <a:cubicBezTo>
                    <a:pt x="827881" y="431935"/>
                    <a:pt x="591344" y="458206"/>
                    <a:pt x="354806" y="458206"/>
                  </a:cubicBezTo>
                  <a:cubicBezTo>
                    <a:pt x="236538" y="458206"/>
                    <a:pt x="118269" y="458206"/>
                    <a:pt x="0" y="458206"/>
                  </a:cubicBezTo>
                  <a:close/>
                </a:path>
              </a:pathLst>
            </a:custGeom>
            <a:solidFill>
              <a:srgbClr val="009E73">
                <a:alpha val="20000"/>
              </a:srgbClr>
            </a:solidFill>
            <a:ln w="0">
              <a:noFill/>
            </a:ln>
          </p:spPr>
        </p:sp>
        <p:sp>
          <p:nvSpPr>
            <p:cNvPr id="2813" name="smooth-map-feature-3-shade-45">
              <a:extLst>
                <a:ext uri="{FF2B5EF4-FFF2-40B4-BE49-F238E27FC236}">
                  <a16:creationId xmlns:a16="http://schemas.microsoft.com/office/drawing/2014/main" id="{A9021845-0E25-4F23-822F-0ED4C060F2F6}"/>
                </a:ext>
              </a:extLst>
            </p:cNvPr>
            <p:cNvSpPr>
              <a:spLocks noGrp="1"/>
            </p:cNvSpPr>
            <p:nvPr/>
          </p:nvSpPr>
          <p:spPr>
            <a:xfrm>
              <a:off x="21240750" y="6019800"/>
              <a:ext cx="2838450" cy="1143000"/>
            </a:xfrm>
            <a:custGeom>
              <a:pathLst>
                <a:path w="2838450" h="1143000">
                  <a:moveTo>
                    <a:pt x="0" y="398633"/>
                  </a:moveTo>
                  <a:cubicBezTo>
                    <a:pt x="118269" y="398633"/>
                    <a:pt x="236538" y="398633"/>
                    <a:pt x="354806" y="398633"/>
                  </a:cubicBezTo>
                  <a:cubicBezTo>
                    <a:pt x="591344" y="398633"/>
                    <a:pt x="827881" y="371320"/>
                    <a:pt x="1064419" y="371320"/>
                  </a:cubicBezTo>
                  <a:cubicBezTo>
                    <a:pt x="1300956" y="371320"/>
                    <a:pt x="1537494" y="676829"/>
                    <a:pt x="1774031" y="683177"/>
                  </a:cubicBezTo>
                  <a:cubicBezTo>
                    <a:pt x="2010569" y="689525"/>
                    <a:pt x="2247106" y="692998"/>
                    <a:pt x="2483644" y="692998"/>
                  </a:cubicBezTo>
                  <a:cubicBezTo>
                    <a:pt x="2601912" y="692998"/>
                    <a:pt x="2720181" y="692998"/>
                    <a:pt x="2838450" y="692998"/>
                  </a:cubicBezTo>
                  <a:lnTo>
                    <a:pt x="2838450" y="758946"/>
                  </a:lnTo>
                  <a:cubicBezTo>
                    <a:pt x="2720181" y="758946"/>
                    <a:pt x="2601912" y="758946"/>
                    <a:pt x="2483644" y="758946"/>
                  </a:cubicBezTo>
                  <a:cubicBezTo>
                    <a:pt x="2247106" y="758946"/>
                    <a:pt x="2010569" y="752133"/>
                    <a:pt x="1774031" y="740548"/>
                  </a:cubicBezTo>
                  <a:cubicBezTo>
                    <a:pt x="1537494" y="728963"/>
                    <a:pt x="1300956" y="427417"/>
                    <a:pt x="1064419" y="427417"/>
                  </a:cubicBezTo>
                  <a:cubicBezTo>
                    <a:pt x="827881" y="427417"/>
                    <a:pt x="591344" y="453765"/>
                    <a:pt x="354806" y="453765"/>
                  </a:cubicBezTo>
                  <a:cubicBezTo>
                    <a:pt x="236538" y="453765"/>
                    <a:pt x="118269" y="453765"/>
                    <a:pt x="0" y="453765"/>
                  </a:cubicBezTo>
                  <a:close/>
                </a:path>
              </a:pathLst>
            </a:custGeom>
            <a:solidFill>
              <a:srgbClr val="009E73">
                <a:alpha val="25000"/>
              </a:srgbClr>
            </a:solidFill>
            <a:ln w="0">
              <a:noFill/>
            </a:ln>
          </p:spPr>
        </p:sp>
        <p:sp>
          <p:nvSpPr>
            <p:cNvPr id="2814" name="smooth-map-feature-3-shade-46">
              <a:extLst>
                <a:ext uri="{FF2B5EF4-FFF2-40B4-BE49-F238E27FC236}">
                  <a16:creationId xmlns:a16="http://schemas.microsoft.com/office/drawing/2014/main" id="{4EB26233-61F8-473B-B34A-DBF9ACB18736}"/>
                </a:ext>
              </a:extLst>
            </p:cNvPr>
            <p:cNvSpPr>
              <a:spLocks noGrp="1"/>
            </p:cNvSpPr>
            <p:nvPr/>
          </p:nvSpPr>
          <p:spPr>
            <a:xfrm>
              <a:off x="21240750" y="6019800"/>
              <a:ext cx="2838450" cy="1143000"/>
            </a:xfrm>
            <a:custGeom>
              <a:pathLst>
                <a:path w="2838450" h="1143000">
                  <a:moveTo>
                    <a:pt x="0" y="403813"/>
                  </a:moveTo>
                  <a:cubicBezTo>
                    <a:pt x="118269" y="403813"/>
                    <a:pt x="236538" y="403813"/>
                    <a:pt x="354806" y="403813"/>
                  </a:cubicBezTo>
                  <a:cubicBezTo>
                    <a:pt x="591344" y="403813"/>
                    <a:pt x="827881" y="376591"/>
                    <a:pt x="1064419" y="376591"/>
                  </a:cubicBezTo>
                  <a:cubicBezTo>
                    <a:pt x="1300956" y="376591"/>
                    <a:pt x="1537494" y="681716"/>
                    <a:pt x="1774031" y="688568"/>
                  </a:cubicBezTo>
                  <a:cubicBezTo>
                    <a:pt x="2010569" y="695419"/>
                    <a:pt x="2247106" y="699195"/>
                    <a:pt x="2483644" y="699195"/>
                  </a:cubicBezTo>
                  <a:cubicBezTo>
                    <a:pt x="2601912" y="699195"/>
                    <a:pt x="2720181" y="699195"/>
                    <a:pt x="2838450" y="699195"/>
                  </a:cubicBezTo>
                  <a:lnTo>
                    <a:pt x="2838450" y="752750"/>
                  </a:lnTo>
                  <a:cubicBezTo>
                    <a:pt x="2720181" y="752750"/>
                    <a:pt x="2601912" y="752750"/>
                    <a:pt x="2483644" y="752750"/>
                  </a:cubicBezTo>
                  <a:cubicBezTo>
                    <a:pt x="2247106" y="752750"/>
                    <a:pt x="2010569" y="746262"/>
                    <a:pt x="1774031" y="735157"/>
                  </a:cubicBezTo>
                  <a:cubicBezTo>
                    <a:pt x="1537494" y="724053"/>
                    <a:pt x="1300956" y="422146"/>
                    <a:pt x="1064419" y="422146"/>
                  </a:cubicBezTo>
                  <a:cubicBezTo>
                    <a:pt x="827881" y="422146"/>
                    <a:pt x="591344" y="448585"/>
                    <a:pt x="354806" y="448585"/>
                  </a:cubicBezTo>
                  <a:cubicBezTo>
                    <a:pt x="236538" y="448585"/>
                    <a:pt x="118269" y="448585"/>
                    <a:pt x="0" y="448585"/>
                  </a:cubicBezTo>
                  <a:close/>
                </a:path>
              </a:pathLst>
            </a:custGeom>
            <a:solidFill>
              <a:srgbClr val="009E73">
                <a:alpha val="33333"/>
              </a:srgbClr>
            </a:solidFill>
            <a:ln w="0">
              <a:noFill/>
            </a:ln>
          </p:spPr>
        </p:sp>
        <p:sp>
          <p:nvSpPr>
            <p:cNvPr id="2815" name="smooth-map-feature-3-shade-47">
              <a:extLst>
                <a:ext uri="{FF2B5EF4-FFF2-40B4-BE49-F238E27FC236}">
                  <a16:creationId xmlns:a16="http://schemas.microsoft.com/office/drawing/2014/main" id="{13CA50F7-33AF-4CA0-9741-29F8B97A52A1}"/>
                </a:ext>
              </a:extLst>
            </p:cNvPr>
            <p:cNvSpPr>
              <a:spLocks noGrp="1"/>
            </p:cNvSpPr>
            <p:nvPr/>
          </p:nvSpPr>
          <p:spPr>
            <a:xfrm>
              <a:off x="21240750" y="6019800"/>
              <a:ext cx="2838450" cy="1143000"/>
            </a:xfrm>
            <a:custGeom>
              <a:pathLst>
                <a:path w="2838450" h="1143000">
                  <a:moveTo>
                    <a:pt x="0" y="410454"/>
                  </a:moveTo>
                  <a:cubicBezTo>
                    <a:pt x="118269" y="410454"/>
                    <a:pt x="236538" y="410454"/>
                    <a:pt x="354806" y="410454"/>
                  </a:cubicBezTo>
                  <a:cubicBezTo>
                    <a:pt x="591344" y="410454"/>
                    <a:pt x="827881" y="383348"/>
                    <a:pt x="1064419" y="383348"/>
                  </a:cubicBezTo>
                  <a:cubicBezTo>
                    <a:pt x="1300956" y="383348"/>
                    <a:pt x="1537494" y="687984"/>
                    <a:pt x="1774031" y="695478"/>
                  </a:cubicBezTo>
                  <a:cubicBezTo>
                    <a:pt x="2010569" y="702972"/>
                    <a:pt x="2247106" y="707138"/>
                    <a:pt x="2483644" y="707138"/>
                  </a:cubicBezTo>
                  <a:cubicBezTo>
                    <a:pt x="2601912" y="707138"/>
                    <a:pt x="2720181" y="707138"/>
                    <a:pt x="2838450" y="707138"/>
                  </a:cubicBezTo>
                  <a:lnTo>
                    <a:pt x="2838450" y="744806"/>
                  </a:lnTo>
                  <a:cubicBezTo>
                    <a:pt x="2720181" y="744806"/>
                    <a:pt x="2601912" y="744806"/>
                    <a:pt x="2483644" y="744806"/>
                  </a:cubicBezTo>
                  <a:cubicBezTo>
                    <a:pt x="2247106" y="744806"/>
                    <a:pt x="2010569" y="738732"/>
                    <a:pt x="1774031" y="728247"/>
                  </a:cubicBezTo>
                  <a:cubicBezTo>
                    <a:pt x="1537494" y="717762"/>
                    <a:pt x="1300956" y="415389"/>
                    <a:pt x="1064419" y="415389"/>
                  </a:cubicBezTo>
                  <a:cubicBezTo>
                    <a:pt x="827881" y="415389"/>
                    <a:pt x="591344" y="441944"/>
                    <a:pt x="354806" y="441944"/>
                  </a:cubicBezTo>
                  <a:cubicBezTo>
                    <a:pt x="236538" y="441944"/>
                    <a:pt x="118269" y="441944"/>
                    <a:pt x="0" y="441944"/>
                  </a:cubicBezTo>
                  <a:close/>
                </a:path>
              </a:pathLst>
            </a:custGeom>
            <a:solidFill>
              <a:srgbClr val="009E73">
                <a:alpha val="50000"/>
              </a:srgbClr>
            </a:solidFill>
            <a:ln w="0">
              <a:noFill/>
            </a:ln>
          </p:spPr>
        </p:sp>
        <p:sp>
          <p:nvSpPr>
            <p:cNvPr id="2816" name="smooth-map-feature-3-shade-48">
              <a:extLst>
                <a:ext uri="{FF2B5EF4-FFF2-40B4-BE49-F238E27FC236}">
                  <a16:creationId xmlns:a16="http://schemas.microsoft.com/office/drawing/2014/main" id="{EF4E64F7-C30C-4361-8148-3757BEE28B3F}"/>
                </a:ext>
              </a:extLst>
            </p:cNvPr>
            <p:cNvSpPr>
              <a:spLocks noGrp="1"/>
            </p:cNvSpPr>
            <p:nvPr/>
          </p:nvSpPr>
          <p:spPr>
            <a:xfrm>
              <a:off x="21240750" y="6019800"/>
              <a:ext cx="2838450" cy="1143000"/>
            </a:xfrm>
            <a:custGeom>
              <a:pathLst>
                <a:path w="2838450" h="1143000">
                  <a:moveTo>
                    <a:pt x="0" y="426199"/>
                  </a:moveTo>
                  <a:cubicBezTo>
                    <a:pt x="118269" y="426199"/>
                    <a:pt x="236538" y="426199"/>
                    <a:pt x="354806" y="426199"/>
                  </a:cubicBezTo>
                  <a:cubicBezTo>
                    <a:pt x="591344" y="426199"/>
                    <a:pt x="827881" y="399369"/>
                    <a:pt x="1064419" y="399369"/>
                  </a:cubicBezTo>
                  <a:cubicBezTo>
                    <a:pt x="1300956" y="399369"/>
                    <a:pt x="1537494" y="702862"/>
                    <a:pt x="1774031" y="711862"/>
                  </a:cubicBezTo>
                  <a:cubicBezTo>
                    <a:pt x="2010569" y="720863"/>
                    <a:pt x="2247106" y="725972"/>
                    <a:pt x="2483644" y="725972"/>
                  </a:cubicBezTo>
                  <a:cubicBezTo>
                    <a:pt x="2601912" y="725972"/>
                    <a:pt x="2720181" y="725972"/>
                    <a:pt x="2838450" y="725972"/>
                  </a:cubicBezTo>
                  <a:lnTo>
                    <a:pt x="2838450" y="725972"/>
                  </a:lnTo>
                  <a:cubicBezTo>
                    <a:pt x="2720181" y="725972"/>
                    <a:pt x="2601912" y="725972"/>
                    <a:pt x="2483644" y="725972"/>
                  </a:cubicBezTo>
                  <a:cubicBezTo>
                    <a:pt x="2247106" y="725972"/>
                    <a:pt x="2010569" y="720863"/>
                    <a:pt x="1774031" y="711862"/>
                  </a:cubicBezTo>
                  <a:cubicBezTo>
                    <a:pt x="1537494" y="702862"/>
                    <a:pt x="1300956" y="399369"/>
                    <a:pt x="1064419" y="399369"/>
                  </a:cubicBezTo>
                  <a:cubicBezTo>
                    <a:pt x="827881" y="399369"/>
                    <a:pt x="591344" y="426199"/>
                    <a:pt x="354806" y="426199"/>
                  </a:cubicBezTo>
                  <a:cubicBezTo>
                    <a:pt x="236538" y="426199"/>
                    <a:pt x="118269" y="426199"/>
                    <a:pt x="0" y="426199"/>
                  </a:cubicBezTo>
                  <a:close/>
                </a:path>
              </a:pathLst>
            </a:custGeom>
            <a:solidFill>
              <a:srgbClr val="009E73">
                <a:alpha val="100000"/>
              </a:srgbClr>
            </a:solidFill>
            <a:ln w="0">
              <a:noFill/>
            </a:ln>
          </p:spPr>
        </p:sp>
        <p:sp>
          <p:nvSpPr>
            <p:cNvPr id="2817" name="smooth-map-feature-4-shade-1">
              <a:extLst>
                <a:ext uri="{FF2B5EF4-FFF2-40B4-BE49-F238E27FC236}">
                  <a16:creationId xmlns:a16="http://schemas.microsoft.com/office/drawing/2014/main" id="{059FE131-D291-4E3D-88E2-85AB55E069D6}"/>
                </a:ext>
              </a:extLst>
            </p:cNvPr>
            <p:cNvSpPr>
              <a:spLocks noGrp="1"/>
            </p:cNvSpPr>
            <p:nvPr/>
          </p:nvSpPr>
          <p:spPr>
            <a:xfrm>
              <a:off x="21240750" y="6019800"/>
              <a:ext cx="2838450" cy="1143000"/>
            </a:xfrm>
            <a:custGeom>
              <a:pathLst>
                <a:path w="2838450" h="1143000">
                  <a:moveTo>
                    <a:pt x="0" y="0"/>
                  </a:moveTo>
                  <a:cubicBezTo>
                    <a:pt x="118269" y="0"/>
                    <a:pt x="236538" y="0"/>
                    <a:pt x="354806" y="0"/>
                  </a:cubicBezTo>
                  <a:cubicBezTo>
                    <a:pt x="591344" y="0"/>
                    <a:pt x="827881" y="6213"/>
                    <a:pt x="1064419" y="6213"/>
                  </a:cubicBezTo>
                  <a:cubicBezTo>
                    <a:pt x="1300956" y="6213"/>
                    <a:pt x="1537494" y="0"/>
                    <a:pt x="1774031" y="0"/>
                  </a:cubicBezTo>
                  <a:cubicBezTo>
                    <a:pt x="2010569" y="0"/>
                    <a:pt x="2247106" y="0"/>
                    <a:pt x="2483644" y="0"/>
                  </a:cubicBezTo>
                  <a:cubicBezTo>
                    <a:pt x="2601912" y="0"/>
                    <a:pt x="2720181" y="0"/>
                    <a:pt x="2838450" y="0"/>
                  </a:cubicBezTo>
                  <a:lnTo>
                    <a:pt x="2838450" y="314652"/>
                  </a:lnTo>
                  <a:cubicBezTo>
                    <a:pt x="2720181" y="314652"/>
                    <a:pt x="2601912" y="314652"/>
                    <a:pt x="2483644" y="314652"/>
                  </a:cubicBezTo>
                  <a:cubicBezTo>
                    <a:pt x="2247106" y="314652"/>
                    <a:pt x="2010569" y="145814"/>
                    <a:pt x="1774031" y="145814"/>
                  </a:cubicBezTo>
                  <a:cubicBezTo>
                    <a:pt x="1537494" y="145814"/>
                    <a:pt x="1300956" y="161362"/>
                    <a:pt x="1064419" y="171959"/>
                  </a:cubicBezTo>
                  <a:cubicBezTo>
                    <a:pt x="827881" y="182557"/>
                    <a:pt x="591344" y="212512"/>
                    <a:pt x="354806" y="212512"/>
                  </a:cubicBezTo>
                  <a:cubicBezTo>
                    <a:pt x="236538" y="212512"/>
                    <a:pt x="118269" y="212512"/>
                    <a:pt x="0" y="212512"/>
                  </a:cubicBezTo>
                  <a:close/>
                </a:path>
              </a:pathLst>
            </a:custGeom>
            <a:solidFill>
              <a:srgbClr val="CC79A7">
                <a:alpha val="2500"/>
              </a:srgbClr>
            </a:solidFill>
            <a:ln w="0">
              <a:noFill/>
            </a:ln>
          </p:spPr>
        </p:sp>
        <p:sp>
          <p:nvSpPr>
            <p:cNvPr id="2818" name="smooth-map-feature-4-shade-2">
              <a:extLst>
                <a:ext uri="{FF2B5EF4-FFF2-40B4-BE49-F238E27FC236}">
                  <a16:creationId xmlns:a16="http://schemas.microsoft.com/office/drawing/2014/main" id="{57ADD3E7-ACB4-4448-94E4-5C41E6DF4FB1}"/>
                </a:ext>
              </a:extLst>
            </p:cNvPr>
            <p:cNvSpPr>
              <a:spLocks noGrp="1"/>
            </p:cNvSpPr>
            <p:nvPr/>
          </p:nvSpPr>
          <p:spPr>
            <a:xfrm>
              <a:off x="21240750" y="6019800"/>
              <a:ext cx="2838450" cy="1143000"/>
            </a:xfrm>
            <a:custGeom>
              <a:pathLst>
                <a:path w="2838450" h="1143000">
                  <a:moveTo>
                    <a:pt x="0" y="0"/>
                  </a:moveTo>
                  <a:cubicBezTo>
                    <a:pt x="118269" y="0"/>
                    <a:pt x="236538" y="0"/>
                    <a:pt x="354806" y="0"/>
                  </a:cubicBezTo>
                  <a:cubicBezTo>
                    <a:pt x="591344" y="0"/>
                    <a:pt x="827881" y="13303"/>
                    <a:pt x="1064419" y="13303"/>
                  </a:cubicBezTo>
                  <a:cubicBezTo>
                    <a:pt x="1300956" y="13303"/>
                    <a:pt x="1537494" y="0"/>
                    <a:pt x="1774031" y="0"/>
                  </a:cubicBezTo>
                  <a:cubicBezTo>
                    <a:pt x="2010569" y="0"/>
                    <a:pt x="2247106" y="0"/>
                    <a:pt x="2483644" y="0"/>
                  </a:cubicBezTo>
                  <a:cubicBezTo>
                    <a:pt x="2601912" y="0"/>
                    <a:pt x="2720181" y="0"/>
                    <a:pt x="2838450" y="0"/>
                  </a:cubicBezTo>
                  <a:lnTo>
                    <a:pt x="2838450" y="295697"/>
                  </a:lnTo>
                  <a:cubicBezTo>
                    <a:pt x="2720181" y="295697"/>
                    <a:pt x="2601912" y="295697"/>
                    <a:pt x="2483644" y="295697"/>
                  </a:cubicBezTo>
                  <a:cubicBezTo>
                    <a:pt x="2247106" y="295697"/>
                    <a:pt x="2010569" y="138311"/>
                    <a:pt x="1774031" y="138311"/>
                  </a:cubicBezTo>
                  <a:cubicBezTo>
                    <a:pt x="1537494" y="138311"/>
                    <a:pt x="1300956" y="154488"/>
                    <a:pt x="1064419" y="164869"/>
                  </a:cubicBezTo>
                  <a:cubicBezTo>
                    <a:pt x="827881" y="175250"/>
                    <a:pt x="591344" y="202513"/>
                    <a:pt x="354806" y="202513"/>
                  </a:cubicBezTo>
                  <a:cubicBezTo>
                    <a:pt x="236538" y="202513"/>
                    <a:pt x="118269" y="202513"/>
                    <a:pt x="0" y="202513"/>
                  </a:cubicBezTo>
                  <a:close/>
                </a:path>
              </a:pathLst>
            </a:custGeom>
            <a:solidFill>
              <a:srgbClr val="CC79A7">
                <a:alpha val="2128"/>
              </a:srgbClr>
            </a:solidFill>
            <a:ln w="0">
              <a:noFill/>
            </a:ln>
          </p:spPr>
        </p:sp>
        <p:sp>
          <p:nvSpPr>
            <p:cNvPr id="2819" name="smooth-map-feature-4-shade-3">
              <a:extLst>
                <a:ext uri="{FF2B5EF4-FFF2-40B4-BE49-F238E27FC236}">
                  <a16:creationId xmlns:a16="http://schemas.microsoft.com/office/drawing/2014/main" id="{A6B2FDCE-9E5D-4A83-B5F6-A4AF5E60652E}"/>
                </a:ext>
              </a:extLst>
            </p:cNvPr>
            <p:cNvSpPr>
              <a:spLocks noGrp="1"/>
            </p:cNvSpPr>
            <p:nvPr/>
          </p:nvSpPr>
          <p:spPr>
            <a:xfrm>
              <a:off x="21240750" y="6019800"/>
              <a:ext cx="2838450" cy="1143000"/>
            </a:xfrm>
            <a:custGeom>
              <a:pathLst>
                <a:path w="2838450" h="1143000">
                  <a:moveTo>
                    <a:pt x="0" y="0"/>
                  </a:moveTo>
                  <a:cubicBezTo>
                    <a:pt x="118269" y="0"/>
                    <a:pt x="236538" y="0"/>
                    <a:pt x="354806" y="0"/>
                  </a:cubicBezTo>
                  <a:cubicBezTo>
                    <a:pt x="591344" y="0"/>
                    <a:pt x="827881" y="18045"/>
                    <a:pt x="1064419" y="18045"/>
                  </a:cubicBezTo>
                  <a:cubicBezTo>
                    <a:pt x="1300956" y="18045"/>
                    <a:pt x="1537494" y="0"/>
                    <a:pt x="1774031" y="0"/>
                  </a:cubicBezTo>
                  <a:cubicBezTo>
                    <a:pt x="2010569" y="0"/>
                    <a:pt x="2247106" y="0"/>
                    <a:pt x="2483644" y="0"/>
                  </a:cubicBezTo>
                  <a:cubicBezTo>
                    <a:pt x="2601912" y="0"/>
                    <a:pt x="2720181" y="0"/>
                    <a:pt x="2838450" y="0"/>
                  </a:cubicBezTo>
                  <a:lnTo>
                    <a:pt x="2838450" y="283020"/>
                  </a:lnTo>
                  <a:cubicBezTo>
                    <a:pt x="2720181" y="283020"/>
                    <a:pt x="2601912" y="283020"/>
                    <a:pt x="2483644" y="283020"/>
                  </a:cubicBezTo>
                  <a:cubicBezTo>
                    <a:pt x="2247106" y="283020"/>
                    <a:pt x="2010569" y="133293"/>
                    <a:pt x="1774031" y="133293"/>
                  </a:cubicBezTo>
                  <a:cubicBezTo>
                    <a:pt x="1537494" y="133293"/>
                    <a:pt x="1300956" y="149914"/>
                    <a:pt x="1064419" y="160127"/>
                  </a:cubicBezTo>
                  <a:cubicBezTo>
                    <a:pt x="827881" y="170340"/>
                    <a:pt x="591344" y="195825"/>
                    <a:pt x="354806" y="195825"/>
                  </a:cubicBezTo>
                  <a:cubicBezTo>
                    <a:pt x="236538" y="195825"/>
                    <a:pt x="118269" y="195825"/>
                    <a:pt x="0" y="195825"/>
                  </a:cubicBezTo>
                  <a:close/>
                </a:path>
              </a:pathLst>
            </a:custGeom>
            <a:solidFill>
              <a:srgbClr val="CC79A7">
                <a:alpha val="2174"/>
              </a:srgbClr>
            </a:solidFill>
            <a:ln w="0">
              <a:noFill/>
            </a:ln>
          </p:spPr>
        </p:sp>
        <p:sp>
          <p:nvSpPr>
            <p:cNvPr id="2820" name="smooth-map-feature-4-shade-4">
              <a:extLst>
                <a:ext uri="{FF2B5EF4-FFF2-40B4-BE49-F238E27FC236}">
                  <a16:creationId xmlns:a16="http://schemas.microsoft.com/office/drawing/2014/main" id="{379D3BC9-C4F9-4ED1-9C54-A63CA621F7C0}"/>
                </a:ext>
              </a:extLst>
            </p:cNvPr>
            <p:cNvSpPr>
              <a:spLocks noGrp="1"/>
            </p:cNvSpPr>
            <p:nvPr/>
          </p:nvSpPr>
          <p:spPr>
            <a:xfrm>
              <a:off x="21240750" y="6019800"/>
              <a:ext cx="2838450" cy="1143000"/>
            </a:xfrm>
            <a:custGeom>
              <a:pathLst>
                <a:path w="2838450" h="1143000">
                  <a:moveTo>
                    <a:pt x="0" y="595"/>
                  </a:moveTo>
                  <a:cubicBezTo>
                    <a:pt x="118269" y="595"/>
                    <a:pt x="236538" y="595"/>
                    <a:pt x="354806" y="595"/>
                  </a:cubicBezTo>
                  <a:cubicBezTo>
                    <a:pt x="591344" y="595"/>
                    <a:pt x="827881" y="21697"/>
                    <a:pt x="1064419" y="21697"/>
                  </a:cubicBezTo>
                  <a:cubicBezTo>
                    <a:pt x="1300956" y="21697"/>
                    <a:pt x="1537494" y="0"/>
                    <a:pt x="1774031" y="0"/>
                  </a:cubicBezTo>
                  <a:cubicBezTo>
                    <a:pt x="2010569" y="0"/>
                    <a:pt x="2247106" y="0"/>
                    <a:pt x="2483644" y="0"/>
                  </a:cubicBezTo>
                  <a:cubicBezTo>
                    <a:pt x="2601912" y="0"/>
                    <a:pt x="2720181" y="0"/>
                    <a:pt x="2838450" y="0"/>
                  </a:cubicBezTo>
                  <a:lnTo>
                    <a:pt x="2838450" y="273256"/>
                  </a:lnTo>
                  <a:cubicBezTo>
                    <a:pt x="2720181" y="273256"/>
                    <a:pt x="2601912" y="273256"/>
                    <a:pt x="2483644" y="273256"/>
                  </a:cubicBezTo>
                  <a:cubicBezTo>
                    <a:pt x="2247106" y="273256"/>
                    <a:pt x="2010569" y="129428"/>
                    <a:pt x="1774031" y="129428"/>
                  </a:cubicBezTo>
                  <a:cubicBezTo>
                    <a:pt x="1537494" y="129428"/>
                    <a:pt x="1300956" y="146406"/>
                    <a:pt x="1064419" y="156475"/>
                  </a:cubicBezTo>
                  <a:cubicBezTo>
                    <a:pt x="827881" y="166543"/>
                    <a:pt x="591344" y="190674"/>
                    <a:pt x="354806" y="190674"/>
                  </a:cubicBezTo>
                  <a:cubicBezTo>
                    <a:pt x="236538" y="190674"/>
                    <a:pt x="118269" y="190674"/>
                    <a:pt x="0" y="190674"/>
                  </a:cubicBezTo>
                  <a:close/>
                </a:path>
              </a:pathLst>
            </a:custGeom>
            <a:solidFill>
              <a:srgbClr val="CC79A7">
                <a:alpha val="2222"/>
              </a:srgbClr>
            </a:solidFill>
            <a:ln w="0">
              <a:noFill/>
            </a:ln>
          </p:spPr>
        </p:sp>
        <p:sp>
          <p:nvSpPr>
            <p:cNvPr id="2821" name="smooth-map-feature-4-shade-5">
              <a:extLst>
                <a:ext uri="{FF2B5EF4-FFF2-40B4-BE49-F238E27FC236}">
                  <a16:creationId xmlns:a16="http://schemas.microsoft.com/office/drawing/2014/main" id="{3E1D0143-50E1-47C8-9706-F7DA1D0E82B6}"/>
                </a:ext>
              </a:extLst>
            </p:cNvPr>
            <p:cNvSpPr>
              <a:spLocks noGrp="1"/>
            </p:cNvSpPr>
            <p:nvPr/>
          </p:nvSpPr>
          <p:spPr>
            <a:xfrm>
              <a:off x="21240750" y="6019800"/>
              <a:ext cx="2838450" cy="1143000"/>
            </a:xfrm>
            <a:custGeom>
              <a:pathLst>
                <a:path w="2838450" h="1143000">
                  <a:moveTo>
                    <a:pt x="0" y="4847"/>
                  </a:moveTo>
                  <a:cubicBezTo>
                    <a:pt x="118269" y="4847"/>
                    <a:pt x="236538" y="4847"/>
                    <a:pt x="354806" y="4847"/>
                  </a:cubicBezTo>
                  <a:cubicBezTo>
                    <a:pt x="591344" y="4847"/>
                    <a:pt x="827881" y="24712"/>
                    <a:pt x="1064419" y="24712"/>
                  </a:cubicBezTo>
                  <a:cubicBezTo>
                    <a:pt x="1300956" y="24712"/>
                    <a:pt x="1537494" y="0"/>
                    <a:pt x="1774031" y="0"/>
                  </a:cubicBezTo>
                  <a:cubicBezTo>
                    <a:pt x="2010569" y="0"/>
                    <a:pt x="2247106" y="0"/>
                    <a:pt x="2483644" y="0"/>
                  </a:cubicBezTo>
                  <a:cubicBezTo>
                    <a:pt x="2601912" y="0"/>
                    <a:pt x="2720181" y="0"/>
                    <a:pt x="2838450" y="0"/>
                  </a:cubicBezTo>
                  <a:lnTo>
                    <a:pt x="2838450" y="265197"/>
                  </a:lnTo>
                  <a:cubicBezTo>
                    <a:pt x="2720181" y="265197"/>
                    <a:pt x="2601912" y="265197"/>
                    <a:pt x="2483644" y="265197"/>
                  </a:cubicBezTo>
                  <a:cubicBezTo>
                    <a:pt x="2247106" y="265197"/>
                    <a:pt x="2010569" y="126238"/>
                    <a:pt x="1774031" y="126238"/>
                  </a:cubicBezTo>
                  <a:cubicBezTo>
                    <a:pt x="1537494" y="126238"/>
                    <a:pt x="1300956" y="143521"/>
                    <a:pt x="1064419" y="153460"/>
                  </a:cubicBezTo>
                  <a:cubicBezTo>
                    <a:pt x="827881" y="163400"/>
                    <a:pt x="591344" y="186423"/>
                    <a:pt x="354806" y="186423"/>
                  </a:cubicBezTo>
                  <a:cubicBezTo>
                    <a:pt x="236538" y="186423"/>
                    <a:pt x="118269" y="186423"/>
                    <a:pt x="0" y="186423"/>
                  </a:cubicBezTo>
                  <a:close/>
                </a:path>
              </a:pathLst>
            </a:custGeom>
            <a:solidFill>
              <a:srgbClr val="CC79A7">
                <a:alpha val="2273"/>
              </a:srgbClr>
            </a:solidFill>
            <a:ln w="0">
              <a:noFill/>
            </a:ln>
          </p:spPr>
        </p:sp>
        <p:sp>
          <p:nvSpPr>
            <p:cNvPr id="2822" name="smooth-map-feature-4-shade-6">
              <a:extLst>
                <a:ext uri="{FF2B5EF4-FFF2-40B4-BE49-F238E27FC236}">
                  <a16:creationId xmlns:a16="http://schemas.microsoft.com/office/drawing/2014/main" id="{E6138E21-EFBD-4CB2-9121-089022F57FED}"/>
                </a:ext>
              </a:extLst>
            </p:cNvPr>
            <p:cNvSpPr>
              <a:spLocks noGrp="1"/>
            </p:cNvSpPr>
            <p:nvPr/>
          </p:nvSpPr>
          <p:spPr>
            <a:xfrm>
              <a:off x="21240750" y="6019800"/>
              <a:ext cx="2838450" cy="1143000"/>
            </a:xfrm>
            <a:custGeom>
              <a:pathLst>
                <a:path w="2838450" h="1143000">
                  <a:moveTo>
                    <a:pt x="0" y="8504"/>
                  </a:moveTo>
                  <a:cubicBezTo>
                    <a:pt x="118269" y="8504"/>
                    <a:pt x="236538" y="8504"/>
                    <a:pt x="354806" y="8504"/>
                  </a:cubicBezTo>
                  <a:cubicBezTo>
                    <a:pt x="591344" y="8504"/>
                    <a:pt x="827881" y="27305"/>
                    <a:pt x="1064419" y="27305"/>
                  </a:cubicBezTo>
                  <a:cubicBezTo>
                    <a:pt x="1300956" y="27305"/>
                    <a:pt x="1537494" y="0"/>
                    <a:pt x="1774031" y="0"/>
                  </a:cubicBezTo>
                  <a:cubicBezTo>
                    <a:pt x="2010569" y="0"/>
                    <a:pt x="2247106" y="0"/>
                    <a:pt x="2483644" y="0"/>
                  </a:cubicBezTo>
                  <a:cubicBezTo>
                    <a:pt x="2601912" y="0"/>
                    <a:pt x="2720181" y="0"/>
                    <a:pt x="2838450" y="0"/>
                  </a:cubicBezTo>
                  <a:lnTo>
                    <a:pt x="2838450" y="258264"/>
                  </a:lnTo>
                  <a:cubicBezTo>
                    <a:pt x="2720181" y="258264"/>
                    <a:pt x="2601912" y="258264"/>
                    <a:pt x="2483644" y="258264"/>
                  </a:cubicBezTo>
                  <a:cubicBezTo>
                    <a:pt x="2247106" y="258264"/>
                    <a:pt x="2010569" y="123494"/>
                    <a:pt x="1774031" y="123494"/>
                  </a:cubicBezTo>
                  <a:cubicBezTo>
                    <a:pt x="1537494" y="123494"/>
                    <a:pt x="1300956" y="141046"/>
                    <a:pt x="1064419" y="150867"/>
                  </a:cubicBezTo>
                  <a:cubicBezTo>
                    <a:pt x="827881" y="160688"/>
                    <a:pt x="591344" y="182765"/>
                    <a:pt x="354806" y="182765"/>
                  </a:cubicBezTo>
                  <a:cubicBezTo>
                    <a:pt x="236538" y="182765"/>
                    <a:pt x="118269" y="182765"/>
                    <a:pt x="0" y="182765"/>
                  </a:cubicBezTo>
                  <a:close/>
                </a:path>
              </a:pathLst>
            </a:custGeom>
            <a:solidFill>
              <a:srgbClr val="CC79A7">
                <a:alpha val="2326"/>
              </a:srgbClr>
            </a:solidFill>
            <a:ln w="0">
              <a:noFill/>
            </a:ln>
          </p:spPr>
        </p:sp>
        <p:sp>
          <p:nvSpPr>
            <p:cNvPr id="2823" name="smooth-map-feature-4-shade-7">
              <a:extLst>
                <a:ext uri="{FF2B5EF4-FFF2-40B4-BE49-F238E27FC236}">
                  <a16:creationId xmlns:a16="http://schemas.microsoft.com/office/drawing/2014/main" id="{2AD43857-3724-4A0B-9036-A7DF97FCBB3B}"/>
                </a:ext>
              </a:extLst>
            </p:cNvPr>
            <p:cNvSpPr>
              <a:spLocks noGrp="1"/>
            </p:cNvSpPr>
            <p:nvPr/>
          </p:nvSpPr>
          <p:spPr>
            <a:xfrm>
              <a:off x="21240750" y="6019800"/>
              <a:ext cx="2838450" cy="1143000"/>
            </a:xfrm>
            <a:custGeom>
              <a:pathLst>
                <a:path w="2838450" h="1143000">
                  <a:moveTo>
                    <a:pt x="0" y="11739"/>
                  </a:moveTo>
                  <a:cubicBezTo>
                    <a:pt x="118269" y="11739"/>
                    <a:pt x="236538" y="11739"/>
                    <a:pt x="354806" y="11739"/>
                  </a:cubicBezTo>
                  <a:cubicBezTo>
                    <a:pt x="591344" y="11739"/>
                    <a:pt x="827881" y="29599"/>
                    <a:pt x="1064419" y="29599"/>
                  </a:cubicBezTo>
                  <a:cubicBezTo>
                    <a:pt x="1300956" y="29599"/>
                    <a:pt x="1537494" y="0"/>
                    <a:pt x="1774031" y="0"/>
                  </a:cubicBezTo>
                  <a:cubicBezTo>
                    <a:pt x="2010569" y="0"/>
                    <a:pt x="2247106" y="0"/>
                    <a:pt x="2483644" y="0"/>
                  </a:cubicBezTo>
                  <a:cubicBezTo>
                    <a:pt x="2601912" y="0"/>
                    <a:pt x="2720181" y="0"/>
                    <a:pt x="2838450" y="0"/>
                  </a:cubicBezTo>
                  <a:lnTo>
                    <a:pt x="2838450" y="252131"/>
                  </a:lnTo>
                  <a:cubicBezTo>
                    <a:pt x="2720181" y="252131"/>
                    <a:pt x="2601912" y="252131"/>
                    <a:pt x="2483644" y="252131"/>
                  </a:cubicBezTo>
                  <a:cubicBezTo>
                    <a:pt x="2247106" y="252131"/>
                    <a:pt x="2010569" y="121066"/>
                    <a:pt x="1774031" y="121066"/>
                  </a:cubicBezTo>
                  <a:cubicBezTo>
                    <a:pt x="1537494" y="121066"/>
                    <a:pt x="1300956" y="138863"/>
                    <a:pt x="1064419" y="148573"/>
                  </a:cubicBezTo>
                  <a:cubicBezTo>
                    <a:pt x="827881" y="158283"/>
                    <a:pt x="591344" y="179530"/>
                    <a:pt x="354806" y="179530"/>
                  </a:cubicBezTo>
                  <a:cubicBezTo>
                    <a:pt x="236538" y="179530"/>
                    <a:pt x="118269" y="179530"/>
                    <a:pt x="0" y="179530"/>
                  </a:cubicBezTo>
                  <a:close/>
                </a:path>
              </a:pathLst>
            </a:custGeom>
            <a:solidFill>
              <a:srgbClr val="CC79A7">
                <a:alpha val="2381"/>
              </a:srgbClr>
            </a:solidFill>
            <a:ln w="0">
              <a:noFill/>
            </a:ln>
          </p:spPr>
        </p:sp>
        <p:sp>
          <p:nvSpPr>
            <p:cNvPr id="2824" name="smooth-map-feature-4-shade-8">
              <a:extLst>
                <a:ext uri="{FF2B5EF4-FFF2-40B4-BE49-F238E27FC236}">
                  <a16:creationId xmlns:a16="http://schemas.microsoft.com/office/drawing/2014/main" id="{507F8370-5503-4AA9-805D-8CBDFD2630C4}"/>
                </a:ext>
              </a:extLst>
            </p:cNvPr>
            <p:cNvSpPr>
              <a:spLocks noGrp="1"/>
            </p:cNvSpPr>
            <p:nvPr/>
          </p:nvSpPr>
          <p:spPr>
            <a:xfrm>
              <a:off x="21240750" y="6019800"/>
              <a:ext cx="2838450" cy="1143000"/>
            </a:xfrm>
            <a:custGeom>
              <a:pathLst>
                <a:path w="2838450" h="1143000">
                  <a:moveTo>
                    <a:pt x="0" y="14658"/>
                  </a:moveTo>
                  <a:cubicBezTo>
                    <a:pt x="118269" y="14658"/>
                    <a:pt x="236538" y="14658"/>
                    <a:pt x="354806" y="14658"/>
                  </a:cubicBezTo>
                  <a:cubicBezTo>
                    <a:pt x="591344" y="14658"/>
                    <a:pt x="827881" y="31669"/>
                    <a:pt x="1064419" y="31669"/>
                  </a:cubicBezTo>
                  <a:cubicBezTo>
                    <a:pt x="1300956" y="31669"/>
                    <a:pt x="1537494" y="0"/>
                    <a:pt x="1774031" y="0"/>
                  </a:cubicBezTo>
                  <a:cubicBezTo>
                    <a:pt x="2010569" y="0"/>
                    <a:pt x="2247106" y="0"/>
                    <a:pt x="2483644" y="0"/>
                  </a:cubicBezTo>
                  <a:cubicBezTo>
                    <a:pt x="2601912" y="0"/>
                    <a:pt x="2720181" y="0"/>
                    <a:pt x="2838450" y="0"/>
                  </a:cubicBezTo>
                  <a:lnTo>
                    <a:pt x="2838450" y="246597"/>
                  </a:lnTo>
                  <a:cubicBezTo>
                    <a:pt x="2720181" y="246597"/>
                    <a:pt x="2601912" y="246597"/>
                    <a:pt x="2483644" y="246597"/>
                  </a:cubicBezTo>
                  <a:cubicBezTo>
                    <a:pt x="2247106" y="246597"/>
                    <a:pt x="2010569" y="118876"/>
                    <a:pt x="1774031" y="118876"/>
                  </a:cubicBezTo>
                  <a:cubicBezTo>
                    <a:pt x="1537494" y="118876"/>
                    <a:pt x="1300956" y="136898"/>
                    <a:pt x="1064419" y="146503"/>
                  </a:cubicBezTo>
                  <a:cubicBezTo>
                    <a:pt x="827881" y="156108"/>
                    <a:pt x="591344" y="176611"/>
                    <a:pt x="354806" y="176611"/>
                  </a:cubicBezTo>
                  <a:cubicBezTo>
                    <a:pt x="236538" y="176611"/>
                    <a:pt x="118269" y="176611"/>
                    <a:pt x="0" y="176611"/>
                  </a:cubicBezTo>
                  <a:close/>
                </a:path>
              </a:pathLst>
            </a:custGeom>
            <a:solidFill>
              <a:srgbClr val="CC79A7">
                <a:alpha val="2439"/>
              </a:srgbClr>
            </a:solidFill>
            <a:ln w="0">
              <a:noFill/>
            </a:ln>
          </p:spPr>
        </p:sp>
        <p:sp>
          <p:nvSpPr>
            <p:cNvPr id="2825" name="smooth-map-feature-4-shade-9">
              <a:extLst>
                <a:ext uri="{FF2B5EF4-FFF2-40B4-BE49-F238E27FC236}">
                  <a16:creationId xmlns:a16="http://schemas.microsoft.com/office/drawing/2014/main" id="{548FF908-87F7-438A-91D5-2E1F4003E473}"/>
                </a:ext>
              </a:extLst>
            </p:cNvPr>
            <p:cNvSpPr>
              <a:spLocks noGrp="1"/>
            </p:cNvSpPr>
            <p:nvPr/>
          </p:nvSpPr>
          <p:spPr>
            <a:xfrm>
              <a:off x="21240750" y="6019800"/>
              <a:ext cx="2838450" cy="1143000"/>
            </a:xfrm>
            <a:custGeom>
              <a:pathLst>
                <a:path w="2838450" h="1143000">
                  <a:moveTo>
                    <a:pt x="0" y="17332"/>
                  </a:moveTo>
                  <a:cubicBezTo>
                    <a:pt x="118269" y="17332"/>
                    <a:pt x="236538" y="17332"/>
                    <a:pt x="354806" y="17332"/>
                  </a:cubicBezTo>
                  <a:cubicBezTo>
                    <a:pt x="591344" y="17332"/>
                    <a:pt x="827881" y="33565"/>
                    <a:pt x="1064419" y="33565"/>
                  </a:cubicBezTo>
                  <a:cubicBezTo>
                    <a:pt x="1300956" y="33565"/>
                    <a:pt x="1537494" y="0"/>
                    <a:pt x="1774031" y="0"/>
                  </a:cubicBezTo>
                  <a:cubicBezTo>
                    <a:pt x="2010569" y="0"/>
                    <a:pt x="2247106" y="0"/>
                    <a:pt x="2483644" y="0"/>
                  </a:cubicBezTo>
                  <a:cubicBezTo>
                    <a:pt x="2601912" y="0"/>
                    <a:pt x="2720181" y="0"/>
                    <a:pt x="2838450" y="0"/>
                  </a:cubicBezTo>
                  <a:lnTo>
                    <a:pt x="2838450" y="241529"/>
                  </a:lnTo>
                  <a:cubicBezTo>
                    <a:pt x="2720181" y="241529"/>
                    <a:pt x="2601912" y="241529"/>
                    <a:pt x="2483644" y="241529"/>
                  </a:cubicBezTo>
                  <a:cubicBezTo>
                    <a:pt x="2247106" y="241529"/>
                    <a:pt x="2010569" y="116870"/>
                    <a:pt x="1774031" y="116870"/>
                  </a:cubicBezTo>
                  <a:cubicBezTo>
                    <a:pt x="1537494" y="116870"/>
                    <a:pt x="1300956" y="135103"/>
                    <a:pt x="1064419" y="144607"/>
                  </a:cubicBezTo>
                  <a:cubicBezTo>
                    <a:pt x="827881" y="154111"/>
                    <a:pt x="591344" y="173937"/>
                    <a:pt x="354806" y="173937"/>
                  </a:cubicBezTo>
                  <a:cubicBezTo>
                    <a:pt x="236538" y="173937"/>
                    <a:pt x="118269" y="173937"/>
                    <a:pt x="0" y="173937"/>
                  </a:cubicBezTo>
                  <a:close/>
                </a:path>
              </a:pathLst>
            </a:custGeom>
            <a:solidFill>
              <a:srgbClr val="CC79A7">
                <a:alpha val="2500"/>
              </a:srgbClr>
            </a:solidFill>
            <a:ln w="0">
              <a:noFill/>
            </a:ln>
          </p:spPr>
        </p:sp>
        <p:sp>
          <p:nvSpPr>
            <p:cNvPr id="2826" name="smooth-map-feature-4-shade-10">
              <a:extLst>
                <a:ext uri="{FF2B5EF4-FFF2-40B4-BE49-F238E27FC236}">
                  <a16:creationId xmlns:a16="http://schemas.microsoft.com/office/drawing/2014/main" id="{376D653A-B077-4110-9031-87D0BD6D86B0}"/>
                </a:ext>
              </a:extLst>
            </p:cNvPr>
            <p:cNvSpPr>
              <a:spLocks noGrp="1"/>
            </p:cNvSpPr>
            <p:nvPr/>
          </p:nvSpPr>
          <p:spPr>
            <a:xfrm>
              <a:off x="21240750" y="6019800"/>
              <a:ext cx="2838450" cy="1143000"/>
            </a:xfrm>
            <a:custGeom>
              <a:pathLst>
                <a:path w="2838450" h="1143000">
                  <a:moveTo>
                    <a:pt x="0" y="19810"/>
                  </a:moveTo>
                  <a:cubicBezTo>
                    <a:pt x="118269" y="19810"/>
                    <a:pt x="236538" y="19810"/>
                    <a:pt x="354806" y="19810"/>
                  </a:cubicBezTo>
                  <a:cubicBezTo>
                    <a:pt x="591344" y="19810"/>
                    <a:pt x="827881" y="35322"/>
                    <a:pt x="1064419" y="35322"/>
                  </a:cubicBezTo>
                  <a:cubicBezTo>
                    <a:pt x="1300956" y="35322"/>
                    <a:pt x="1537494" y="2011"/>
                    <a:pt x="1774031" y="1223"/>
                  </a:cubicBezTo>
                  <a:cubicBezTo>
                    <a:pt x="2010569" y="436"/>
                    <a:pt x="2247106" y="0"/>
                    <a:pt x="2483644" y="0"/>
                  </a:cubicBezTo>
                  <a:cubicBezTo>
                    <a:pt x="2601912" y="0"/>
                    <a:pt x="2720181" y="0"/>
                    <a:pt x="2838450" y="0"/>
                  </a:cubicBezTo>
                  <a:lnTo>
                    <a:pt x="2838450" y="236832"/>
                  </a:lnTo>
                  <a:cubicBezTo>
                    <a:pt x="2720181" y="236832"/>
                    <a:pt x="2601912" y="236832"/>
                    <a:pt x="2483644" y="236832"/>
                  </a:cubicBezTo>
                  <a:cubicBezTo>
                    <a:pt x="2247106" y="236832"/>
                    <a:pt x="2010569" y="115010"/>
                    <a:pt x="1774031" y="115010"/>
                  </a:cubicBezTo>
                  <a:cubicBezTo>
                    <a:pt x="1537494" y="115010"/>
                    <a:pt x="1300956" y="133444"/>
                    <a:pt x="1064419" y="142850"/>
                  </a:cubicBezTo>
                  <a:cubicBezTo>
                    <a:pt x="827881" y="152257"/>
                    <a:pt x="591344" y="171459"/>
                    <a:pt x="354806" y="171459"/>
                  </a:cubicBezTo>
                  <a:cubicBezTo>
                    <a:pt x="236538" y="171459"/>
                    <a:pt x="118269" y="171459"/>
                    <a:pt x="0" y="171459"/>
                  </a:cubicBezTo>
                  <a:close/>
                </a:path>
              </a:pathLst>
            </a:custGeom>
            <a:solidFill>
              <a:srgbClr val="CC79A7">
                <a:alpha val="2564"/>
              </a:srgbClr>
            </a:solidFill>
            <a:ln w="0">
              <a:noFill/>
            </a:ln>
          </p:spPr>
        </p:sp>
        <p:sp>
          <p:nvSpPr>
            <p:cNvPr id="2827" name="smooth-map-feature-4-shade-11">
              <a:extLst>
                <a:ext uri="{FF2B5EF4-FFF2-40B4-BE49-F238E27FC236}">
                  <a16:creationId xmlns:a16="http://schemas.microsoft.com/office/drawing/2014/main" id="{13A60E87-4461-4580-966F-A2160C6AA258}"/>
                </a:ext>
              </a:extLst>
            </p:cNvPr>
            <p:cNvSpPr>
              <a:spLocks noGrp="1"/>
            </p:cNvSpPr>
            <p:nvPr/>
          </p:nvSpPr>
          <p:spPr>
            <a:xfrm>
              <a:off x="21240750" y="6019800"/>
              <a:ext cx="2838450" cy="1143000"/>
            </a:xfrm>
            <a:custGeom>
              <a:pathLst>
                <a:path w="2838450" h="1143000">
                  <a:moveTo>
                    <a:pt x="0" y="22128"/>
                  </a:moveTo>
                  <a:cubicBezTo>
                    <a:pt x="118269" y="22128"/>
                    <a:pt x="236538" y="22128"/>
                    <a:pt x="354806" y="22128"/>
                  </a:cubicBezTo>
                  <a:cubicBezTo>
                    <a:pt x="591344" y="22128"/>
                    <a:pt x="827881" y="36966"/>
                    <a:pt x="1064419" y="36966"/>
                  </a:cubicBezTo>
                  <a:cubicBezTo>
                    <a:pt x="1300956" y="36966"/>
                    <a:pt x="1537494" y="4780"/>
                    <a:pt x="1774031" y="2963"/>
                  </a:cubicBezTo>
                  <a:cubicBezTo>
                    <a:pt x="2010569" y="1146"/>
                    <a:pt x="2247106" y="0"/>
                    <a:pt x="2483644" y="0"/>
                  </a:cubicBezTo>
                  <a:cubicBezTo>
                    <a:pt x="2601912" y="0"/>
                    <a:pt x="2720181" y="0"/>
                    <a:pt x="2838450" y="0"/>
                  </a:cubicBezTo>
                  <a:lnTo>
                    <a:pt x="2838450" y="232438"/>
                  </a:lnTo>
                  <a:cubicBezTo>
                    <a:pt x="2720181" y="232438"/>
                    <a:pt x="2601912" y="232438"/>
                    <a:pt x="2483644" y="232438"/>
                  </a:cubicBezTo>
                  <a:cubicBezTo>
                    <a:pt x="2247106" y="232438"/>
                    <a:pt x="2010569" y="113271"/>
                    <a:pt x="1774031" y="113271"/>
                  </a:cubicBezTo>
                  <a:cubicBezTo>
                    <a:pt x="1537494" y="113271"/>
                    <a:pt x="1300956" y="131895"/>
                    <a:pt x="1064419" y="141207"/>
                  </a:cubicBezTo>
                  <a:cubicBezTo>
                    <a:pt x="827881" y="150518"/>
                    <a:pt x="591344" y="169141"/>
                    <a:pt x="354806" y="169141"/>
                  </a:cubicBezTo>
                  <a:cubicBezTo>
                    <a:pt x="236538" y="169141"/>
                    <a:pt x="118269" y="169141"/>
                    <a:pt x="0" y="169141"/>
                  </a:cubicBezTo>
                  <a:close/>
                </a:path>
              </a:pathLst>
            </a:custGeom>
            <a:solidFill>
              <a:srgbClr val="CC79A7">
                <a:alpha val="2632"/>
              </a:srgbClr>
            </a:solidFill>
            <a:ln w="0">
              <a:noFill/>
            </a:ln>
          </p:spPr>
        </p:sp>
        <p:sp>
          <p:nvSpPr>
            <p:cNvPr id="2828" name="smooth-map-feature-4-shade-12">
              <a:extLst>
                <a:ext uri="{FF2B5EF4-FFF2-40B4-BE49-F238E27FC236}">
                  <a16:creationId xmlns:a16="http://schemas.microsoft.com/office/drawing/2014/main" id="{81DB6D48-3807-4F88-8E54-94614807BA9A}"/>
                </a:ext>
              </a:extLst>
            </p:cNvPr>
            <p:cNvSpPr>
              <a:spLocks noGrp="1"/>
            </p:cNvSpPr>
            <p:nvPr/>
          </p:nvSpPr>
          <p:spPr>
            <a:xfrm>
              <a:off x="21240750" y="6019800"/>
              <a:ext cx="2838450" cy="1143000"/>
            </a:xfrm>
            <a:custGeom>
              <a:pathLst>
                <a:path w="2838450" h="1143000">
                  <a:moveTo>
                    <a:pt x="0" y="24314"/>
                  </a:moveTo>
                  <a:cubicBezTo>
                    <a:pt x="118269" y="24314"/>
                    <a:pt x="236538" y="24314"/>
                    <a:pt x="354806" y="24314"/>
                  </a:cubicBezTo>
                  <a:cubicBezTo>
                    <a:pt x="591344" y="24314"/>
                    <a:pt x="827881" y="38515"/>
                    <a:pt x="1064419" y="38515"/>
                  </a:cubicBezTo>
                  <a:cubicBezTo>
                    <a:pt x="1300956" y="38515"/>
                    <a:pt x="1537494" y="7305"/>
                    <a:pt x="1774031" y="4603"/>
                  </a:cubicBezTo>
                  <a:cubicBezTo>
                    <a:pt x="2010569" y="1901"/>
                    <a:pt x="2247106" y="0"/>
                    <a:pt x="2483644" y="0"/>
                  </a:cubicBezTo>
                  <a:cubicBezTo>
                    <a:pt x="2601912" y="0"/>
                    <a:pt x="2720181" y="0"/>
                    <a:pt x="2838450" y="0"/>
                  </a:cubicBezTo>
                  <a:lnTo>
                    <a:pt x="2838450" y="228294"/>
                  </a:lnTo>
                  <a:cubicBezTo>
                    <a:pt x="2720181" y="228294"/>
                    <a:pt x="2601912" y="228294"/>
                    <a:pt x="2483644" y="228294"/>
                  </a:cubicBezTo>
                  <a:cubicBezTo>
                    <a:pt x="2247106" y="228294"/>
                    <a:pt x="2010569" y="111631"/>
                    <a:pt x="1774031" y="111631"/>
                  </a:cubicBezTo>
                  <a:cubicBezTo>
                    <a:pt x="1537494" y="111631"/>
                    <a:pt x="1300956" y="130438"/>
                    <a:pt x="1064419" y="139657"/>
                  </a:cubicBezTo>
                  <a:cubicBezTo>
                    <a:pt x="827881" y="148876"/>
                    <a:pt x="591344" y="166955"/>
                    <a:pt x="354806" y="166955"/>
                  </a:cubicBezTo>
                  <a:cubicBezTo>
                    <a:pt x="236538" y="166955"/>
                    <a:pt x="118269" y="166955"/>
                    <a:pt x="0" y="166955"/>
                  </a:cubicBezTo>
                  <a:close/>
                </a:path>
              </a:pathLst>
            </a:custGeom>
            <a:solidFill>
              <a:srgbClr val="CC79A7">
                <a:alpha val="2703"/>
              </a:srgbClr>
            </a:solidFill>
            <a:ln w="0">
              <a:noFill/>
            </a:ln>
          </p:spPr>
        </p:sp>
        <p:sp>
          <p:nvSpPr>
            <p:cNvPr id="2829" name="smooth-map-feature-4-shade-13">
              <a:extLst>
                <a:ext uri="{FF2B5EF4-FFF2-40B4-BE49-F238E27FC236}">
                  <a16:creationId xmlns:a16="http://schemas.microsoft.com/office/drawing/2014/main" id="{22E1D8E8-14EB-46D9-B30E-CCEB11C88C10}"/>
                </a:ext>
              </a:extLst>
            </p:cNvPr>
            <p:cNvSpPr>
              <a:spLocks noGrp="1"/>
            </p:cNvSpPr>
            <p:nvPr/>
          </p:nvSpPr>
          <p:spPr>
            <a:xfrm>
              <a:off x="21240750" y="6019800"/>
              <a:ext cx="2838450" cy="1143000"/>
            </a:xfrm>
            <a:custGeom>
              <a:pathLst>
                <a:path w="2838450" h="1143000">
                  <a:moveTo>
                    <a:pt x="0" y="26389"/>
                  </a:moveTo>
                  <a:cubicBezTo>
                    <a:pt x="118269" y="26389"/>
                    <a:pt x="236538" y="26389"/>
                    <a:pt x="354806" y="26389"/>
                  </a:cubicBezTo>
                  <a:cubicBezTo>
                    <a:pt x="591344" y="26389"/>
                    <a:pt x="827881" y="39986"/>
                    <a:pt x="1064419" y="39986"/>
                  </a:cubicBezTo>
                  <a:cubicBezTo>
                    <a:pt x="1300956" y="39986"/>
                    <a:pt x="1537494" y="9633"/>
                    <a:pt x="1774031" y="6159"/>
                  </a:cubicBezTo>
                  <a:cubicBezTo>
                    <a:pt x="2010569" y="2686"/>
                    <a:pt x="2247106" y="0"/>
                    <a:pt x="2483644" y="0"/>
                  </a:cubicBezTo>
                  <a:cubicBezTo>
                    <a:pt x="2601912" y="0"/>
                    <a:pt x="2720181" y="0"/>
                    <a:pt x="2838450" y="0"/>
                  </a:cubicBezTo>
                  <a:lnTo>
                    <a:pt x="2838450" y="224362"/>
                  </a:lnTo>
                  <a:cubicBezTo>
                    <a:pt x="2720181" y="224362"/>
                    <a:pt x="2601912" y="224362"/>
                    <a:pt x="2483644" y="224362"/>
                  </a:cubicBezTo>
                  <a:cubicBezTo>
                    <a:pt x="2247106" y="224362"/>
                    <a:pt x="2010569" y="110074"/>
                    <a:pt x="1774031" y="110074"/>
                  </a:cubicBezTo>
                  <a:cubicBezTo>
                    <a:pt x="1537494" y="110074"/>
                    <a:pt x="1300956" y="129057"/>
                    <a:pt x="1064419" y="138186"/>
                  </a:cubicBezTo>
                  <a:cubicBezTo>
                    <a:pt x="827881" y="147314"/>
                    <a:pt x="591344" y="164881"/>
                    <a:pt x="354806" y="164881"/>
                  </a:cubicBezTo>
                  <a:cubicBezTo>
                    <a:pt x="236538" y="164881"/>
                    <a:pt x="118269" y="164881"/>
                    <a:pt x="0" y="164881"/>
                  </a:cubicBezTo>
                  <a:close/>
                </a:path>
              </a:pathLst>
            </a:custGeom>
            <a:solidFill>
              <a:srgbClr val="CC79A7">
                <a:alpha val="2778"/>
              </a:srgbClr>
            </a:solidFill>
            <a:ln w="0">
              <a:noFill/>
            </a:ln>
          </p:spPr>
        </p:sp>
        <p:sp>
          <p:nvSpPr>
            <p:cNvPr id="2830" name="smooth-map-feature-4-shade-14">
              <a:extLst>
                <a:ext uri="{FF2B5EF4-FFF2-40B4-BE49-F238E27FC236}">
                  <a16:creationId xmlns:a16="http://schemas.microsoft.com/office/drawing/2014/main" id="{89F7CCB8-94E4-40EA-966F-5BDDC5CC5807}"/>
                </a:ext>
              </a:extLst>
            </p:cNvPr>
            <p:cNvSpPr>
              <a:spLocks noGrp="1"/>
            </p:cNvSpPr>
            <p:nvPr/>
          </p:nvSpPr>
          <p:spPr>
            <a:xfrm>
              <a:off x="21240750" y="6019800"/>
              <a:ext cx="2838450" cy="1143000"/>
            </a:xfrm>
            <a:custGeom>
              <a:pathLst>
                <a:path w="2838450" h="1143000">
                  <a:moveTo>
                    <a:pt x="0" y="28369"/>
                  </a:moveTo>
                  <a:cubicBezTo>
                    <a:pt x="118269" y="28369"/>
                    <a:pt x="236538" y="28369"/>
                    <a:pt x="354806" y="28369"/>
                  </a:cubicBezTo>
                  <a:cubicBezTo>
                    <a:pt x="591344" y="28369"/>
                    <a:pt x="827881" y="41390"/>
                    <a:pt x="1064419" y="41390"/>
                  </a:cubicBezTo>
                  <a:cubicBezTo>
                    <a:pt x="1300956" y="41390"/>
                    <a:pt x="1537494" y="11801"/>
                    <a:pt x="1774031" y="7645"/>
                  </a:cubicBezTo>
                  <a:cubicBezTo>
                    <a:pt x="2010569" y="3490"/>
                    <a:pt x="2247106" y="0"/>
                    <a:pt x="2483644" y="0"/>
                  </a:cubicBezTo>
                  <a:cubicBezTo>
                    <a:pt x="2601912" y="0"/>
                    <a:pt x="2720181" y="0"/>
                    <a:pt x="2838450" y="0"/>
                  </a:cubicBezTo>
                  <a:lnTo>
                    <a:pt x="2838450" y="220608"/>
                  </a:lnTo>
                  <a:cubicBezTo>
                    <a:pt x="2720181" y="220608"/>
                    <a:pt x="2601912" y="220608"/>
                    <a:pt x="2483644" y="220608"/>
                  </a:cubicBezTo>
                  <a:cubicBezTo>
                    <a:pt x="2247106" y="220608"/>
                    <a:pt x="2010569" y="108589"/>
                    <a:pt x="1774031" y="108589"/>
                  </a:cubicBezTo>
                  <a:cubicBezTo>
                    <a:pt x="1537494" y="108589"/>
                    <a:pt x="1300956" y="127743"/>
                    <a:pt x="1064419" y="136782"/>
                  </a:cubicBezTo>
                  <a:cubicBezTo>
                    <a:pt x="827881" y="145820"/>
                    <a:pt x="591344" y="162900"/>
                    <a:pt x="354806" y="162900"/>
                  </a:cubicBezTo>
                  <a:cubicBezTo>
                    <a:pt x="236538" y="162900"/>
                    <a:pt x="118269" y="162900"/>
                    <a:pt x="0" y="162900"/>
                  </a:cubicBezTo>
                  <a:close/>
                </a:path>
              </a:pathLst>
            </a:custGeom>
            <a:solidFill>
              <a:srgbClr val="CC79A7">
                <a:alpha val="2857"/>
              </a:srgbClr>
            </a:solidFill>
            <a:ln w="0">
              <a:noFill/>
            </a:ln>
          </p:spPr>
        </p:sp>
        <p:sp>
          <p:nvSpPr>
            <p:cNvPr id="2831" name="smooth-map-feature-4-shade-15">
              <a:extLst>
                <a:ext uri="{FF2B5EF4-FFF2-40B4-BE49-F238E27FC236}">
                  <a16:creationId xmlns:a16="http://schemas.microsoft.com/office/drawing/2014/main" id="{E9DEC369-3060-4AAF-B5F6-9BBE60918789}"/>
                </a:ext>
              </a:extLst>
            </p:cNvPr>
            <p:cNvSpPr>
              <a:spLocks noGrp="1"/>
            </p:cNvSpPr>
            <p:nvPr/>
          </p:nvSpPr>
          <p:spPr>
            <a:xfrm>
              <a:off x="21240750" y="6019800"/>
              <a:ext cx="2838450" cy="1143000"/>
            </a:xfrm>
            <a:custGeom>
              <a:pathLst>
                <a:path w="2838450" h="1143000">
                  <a:moveTo>
                    <a:pt x="0" y="30268"/>
                  </a:moveTo>
                  <a:cubicBezTo>
                    <a:pt x="118269" y="30268"/>
                    <a:pt x="236538" y="30268"/>
                    <a:pt x="354806" y="30268"/>
                  </a:cubicBezTo>
                  <a:cubicBezTo>
                    <a:pt x="591344" y="30268"/>
                    <a:pt x="827881" y="42737"/>
                    <a:pt x="1064419" y="42737"/>
                  </a:cubicBezTo>
                  <a:cubicBezTo>
                    <a:pt x="1300956" y="42737"/>
                    <a:pt x="1537494" y="13834"/>
                    <a:pt x="1774031" y="9070"/>
                  </a:cubicBezTo>
                  <a:cubicBezTo>
                    <a:pt x="2010569" y="4307"/>
                    <a:pt x="2247106" y="0"/>
                    <a:pt x="2483644" y="0"/>
                  </a:cubicBezTo>
                  <a:cubicBezTo>
                    <a:pt x="2601912" y="0"/>
                    <a:pt x="2720181" y="0"/>
                    <a:pt x="2838450" y="0"/>
                  </a:cubicBezTo>
                  <a:lnTo>
                    <a:pt x="2838450" y="217008"/>
                  </a:lnTo>
                  <a:cubicBezTo>
                    <a:pt x="2720181" y="217008"/>
                    <a:pt x="2601912" y="217008"/>
                    <a:pt x="2483644" y="217008"/>
                  </a:cubicBezTo>
                  <a:cubicBezTo>
                    <a:pt x="2247106" y="217008"/>
                    <a:pt x="2010569" y="107163"/>
                    <a:pt x="1774031" y="107163"/>
                  </a:cubicBezTo>
                  <a:cubicBezTo>
                    <a:pt x="1537494" y="107163"/>
                    <a:pt x="1300956" y="126485"/>
                    <a:pt x="1064419" y="135435"/>
                  </a:cubicBezTo>
                  <a:cubicBezTo>
                    <a:pt x="827881" y="144385"/>
                    <a:pt x="591344" y="161001"/>
                    <a:pt x="354806" y="161001"/>
                  </a:cubicBezTo>
                  <a:cubicBezTo>
                    <a:pt x="236538" y="161001"/>
                    <a:pt x="118269" y="161001"/>
                    <a:pt x="0" y="161001"/>
                  </a:cubicBezTo>
                  <a:close/>
                </a:path>
              </a:pathLst>
            </a:custGeom>
            <a:solidFill>
              <a:srgbClr val="CC79A7">
                <a:alpha val="2941"/>
              </a:srgbClr>
            </a:solidFill>
            <a:ln w="0">
              <a:noFill/>
            </a:ln>
          </p:spPr>
        </p:sp>
        <p:sp>
          <p:nvSpPr>
            <p:cNvPr id="2832" name="smooth-map-feature-4-shade-16">
              <a:extLst>
                <a:ext uri="{FF2B5EF4-FFF2-40B4-BE49-F238E27FC236}">
                  <a16:creationId xmlns:a16="http://schemas.microsoft.com/office/drawing/2014/main" id="{D7E4CF20-8BCF-425F-8C26-A5B166551406}"/>
                </a:ext>
              </a:extLst>
            </p:cNvPr>
            <p:cNvSpPr>
              <a:spLocks noGrp="1"/>
            </p:cNvSpPr>
            <p:nvPr/>
          </p:nvSpPr>
          <p:spPr>
            <a:xfrm>
              <a:off x="21240750" y="6019800"/>
              <a:ext cx="2838450" cy="1143000"/>
            </a:xfrm>
            <a:custGeom>
              <a:pathLst>
                <a:path w="2838450" h="1143000">
                  <a:moveTo>
                    <a:pt x="0" y="32098"/>
                  </a:moveTo>
                  <a:cubicBezTo>
                    <a:pt x="118269" y="32098"/>
                    <a:pt x="236538" y="32098"/>
                    <a:pt x="354806" y="32098"/>
                  </a:cubicBezTo>
                  <a:cubicBezTo>
                    <a:pt x="591344" y="32098"/>
                    <a:pt x="827881" y="44035"/>
                    <a:pt x="1064419" y="44035"/>
                  </a:cubicBezTo>
                  <a:cubicBezTo>
                    <a:pt x="1300956" y="44035"/>
                    <a:pt x="1537494" y="15754"/>
                    <a:pt x="1774031" y="10443"/>
                  </a:cubicBezTo>
                  <a:cubicBezTo>
                    <a:pt x="2010569" y="5132"/>
                    <a:pt x="2247106" y="0"/>
                    <a:pt x="2483644" y="0"/>
                  </a:cubicBezTo>
                  <a:cubicBezTo>
                    <a:pt x="2601912" y="0"/>
                    <a:pt x="2720181" y="0"/>
                    <a:pt x="2838450" y="0"/>
                  </a:cubicBezTo>
                  <a:lnTo>
                    <a:pt x="2838450" y="213539"/>
                  </a:lnTo>
                  <a:cubicBezTo>
                    <a:pt x="2720181" y="213539"/>
                    <a:pt x="2601912" y="213539"/>
                    <a:pt x="2483644" y="213539"/>
                  </a:cubicBezTo>
                  <a:cubicBezTo>
                    <a:pt x="2247106" y="213539"/>
                    <a:pt x="2010569" y="105790"/>
                    <a:pt x="1774031" y="105790"/>
                  </a:cubicBezTo>
                  <a:cubicBezTo>
                    <a:pt x="1537494" y="105790"/>
                    <a:pt x="1300956" y="125275"/>
                    <a:pt x="1064419" y="134137"/>
                  </a:cubicBezTo>
                  <a:cubicBezTo>
                    <a:pt x="827881" y="143000"/>
                    <a:pt x="591344" y="159171"/>
                    <a:pt x="354806" y="159171"/>
                  </a:cubicBezTo>
                  <a:cubicBezTo>
                    <a:pt x="236538" y="159171"/>
                    <a:pt x="118269" y="159171"/>
                    <a:pt x="0" y="159171"/>
                  </a:cubicBezTo>
                  <a:close/>
                </a:path>
              </a:pathLst>
            </a:custGeom>
            <a:solidFill>
              <a:srgbClr val="CC79A7">
                <a:alpha val="3030"/>
              </a:srgbClr>
            </a:solidFill>
            <a:ln w="0">
              <a:noFill/>
            </a:ln>
          </p:spPr>
        </p:sp>
        <p:sp>
          <p:nvSpPr>
            <p:cNvPr id="2833" name="smooth-map-feature-4-shade-17">
              <a:extLst>
                <a:ext uri="{FF2B5EF4-FFF2-40B4-BE49-F238E27FC236}">
                  <a16:creationId xmlns:a16="http://schemas.microsoft.com/office/drawing/2014/main" id="{FFAEAA4D-9E10-45FF-8AB4-A5E88135A7D4}"/>
                </a:ext>
              </a:extLst>
            </p:cNvPr>
            <p:cNvSpPr>
              <a:spLocks noGrp="1"/>
            </p:cNvSpPr>
            <p:nvPr/>
          </p:nvSpPr>
          <p:spPr>
            <a:xfrm>
              <a:off x="21240750" y="6019800"/>
              <a:ext cx="2838450" cy="1143000"/>
            </a:xfrm>
            <a:custGeom>
              <a:pathLst>
                <a:path w="2838450" h="1143000">
                  <a:moveTo>
                    <a:pt x="0" y="33868"/>
                  </a:moveTo>
                  <a:cubicBezTo>
                    <a:pt x="118269" y="33868"/>
                    <a:pt x="236538" y="33868"/>
                    <a:pt x="354806" y="33868"/>
                  </a:cubicBezTo>
                  <a:cubicBezTo>
                    <a:pt x="591344" y="33868"/>
                    <a:pt x="827881" y="45290"/>
                    <a:pt x="1064419" y="45290"/>
                  </a:cubicBezTo>
                  <a:cubicBezTo>
                    <a:pt x="1300956" y="45290"/>
                    <a:pt x="1537494" y="17579"/>
                    <a:pt x="1774031" y="11771"/>
                  </a:cubicBezTo>
                  <a:cubicBezTo>
                    <a:pt x="2010569" y="5963"/>
                    <a:pt x="2247106" y="0"/>
                    <a:pt x="2483644" y="0"/>
                  </a:cubicBezTo>
                  <a:cubicBezTo>
                    <a:pt x="2601912" y="0"/>
                    <a:pt x="2720181" y="0"/>
                    <a:pt x="2838450" y="0"/>
                  </a:cubicBezTo>
                  <a:lnTo>
                    <a:pt x="2838450" y="210185"/>
                  </a:lnTo>
                  <a:cubicBezTo>
                    <a:pt x="2720181" y="210185"/>
                    <a:pt x="2601912" y="210185"/>
                    <a:pt x="2483644" y="210185"/>
                  </a:cubicBezTo>
                  <a:cubicBezTo>
                    <a:pt x="2247106" y="210185"/>
                    <a:pt x="2010569" y="104463"/>
                    <a:pt x="1774031" y="104463"/>
                  </a:cubicBezTo>
                  <a:cubicBezTo>
                    <a:pt x="1537494" y="104463"/>
                    <a:pt x="1300956" y="124107"/>
                    <a:pt x="1064419" y="132883"/>
                  </a:cubicBezTo>
                  <a:cubicBezTo>
                    <a:pt x="827881" y="141658"/>
                    <a:pt x="591344" y="157402"/>
                    <a:pt x="354806" y="157402"/>
                  </a:cubicBezTo>
                  <a:cubicBezTo>
                    <a:pt x="236538" y="157402"/>
                    <a:pt x="118269" y="157402"/>
                    <a:pt x="0" y="157402"/>
                  </a:cubicBezTo>
                  <a:close/>
                </a:path>
              </a:pathLst>
            </a:custGeom>
            <a:solidFill>
              <a:srgbClr val="CC79A7">
                <a:alpha val="3125"/>
              </a:srgbClr>
            </a:solidFill>
            <a:ln w="0">
              <a:noFill/>
            </a:ln>
          </p:spPr>
        </p:sp>
        <p:sp>
          <p:nvSpPr>
            <p:cNvPr id="2834" name="smooth-map-feature-4-shade-18">
              <a:extLst>
                <a:ext uri="{FF2B5EF4-FFF2-40B4-BE49-F238E27FC236}">
                  <a16:creationId xmlns:a16="http://schemas.microsoft.com/office/drawing/2014/main" id="{4705202A-5914-4484-AD40-F02D95ED4A45}"/>
                </a:ext>
              </a:extLst>
            </p:cNvPr>
            <p:cNvSpPr>
              <a:spLocks noGrp="1"/>
            </p:cNvSpPr>
            <p:nvPr/>
          </p:nvSpPr>
          <p:spPr>
            <a:xfrm>
              <a:off x="21240750" y="6019800"/>
              <a:ext cx="2838450" cy="1143000"/>
            </a:xfrm>
            <a:custGeom>
              <a:pathLst>
                <a:path w="2838450" h="1143000">
                  <a:moveTo>
                    <a:pt x="0" y="35585"/>
                  </a:moveTo>
                  <a:cubicBezTo>
                    <a:pt x="118269" y="35585"/>
                    <a:pt x="236538" y="35585"/>
                    <a:pt x="354806" y="35585"/>
                  </a:cubicBezTo>
                  <a:cubicBezTo>
                    <a:pt x="591344" y="35585"/>
                    <a:pt x="827881" y="46507"/>
                    <a:pt x="1064419" y="46507"/>
                  </a:cubicBezTo>
                  <a:cubicBezTo>
                    <a:pt x="1300956" y="46507"/>
                    <a:pt x="1537494" y="19321"/>
                    <a:pt x="1774031" y="13060"/>
                  </a:cubicBezTo>
                  <a:cubicBezTo>
                    <a:pt x="2010569" y="6798"/>
                    <a:pt x="2247106" y="0"/>
                    <a:pt x="2483644" y="0"/>
                  </a:cubicBezTo>
                  <a:cubicBezTo>
                    <a:pt x="2601912" y="0"/>
                    <a:pt x="2720181" y="0"/>
                    <a:pt x="2838450" y="0"/>
                  </a:cubicBezTo>
                  <a:lnTo>
                    <a:pt x="2838450" y="206929"/>
                  </a:lnTo>
                  <a:cubicBezTo>
                    <a:pt x="2720181" y="206929"/>
                    <a:pt x="2601912" y="206929"/>
                    <a:pt x="2483644" y="206929"/>
                  </a:cubicBezTo>
                  <a:cubicBezTo>
                    <a:pt x="2247106" y="206929"/>
                    <a:pt x="2010569" y="103174"/>
                    <a:pt x="1774031" y="103174"/>
                  </a:cubicBezTo>
                  <a:cubicBezTo>
                    <a:pt x="1537494" y="103174"/>
                    <a:pt x="1300956" y="122977"/>
                    <a:pt x="1064419" y="131665"/>
                  </a:cubicBezTo>
                  <a:cubicBezTo>
                    <a:pt x="827881" y="140353"/>
                    <a:pt x="591344" y="155684"/>
                    <a:pt x="354806" y="155684"/>
                  </a:cubicBezTo>
                  <a:cubicBezTo>
                    <a:pt x="236538" y="155684"/>
                    <a:pt x="118269" y="155684"/>
                    <a:pt x="0" y="155684"/>
                  </a:cubicBezTo>
                  <a:close/>
                </a:path>
              </a:pathLst>
            </a:custGeom>
            <a:solidFill>
              <a:srgbClr val="CC79A7">
                <a:alpha val="3226"/>
              </a:srgbClr>
            </a:solidFill>
            <a:ln w="0">
              <a:noFill/>
            </a:ln>
          </p:spPr>
        </p:sp>
        <p:sp>
          <p:nvSpPr>
            <p:cNvPr id="2835" name="smooth-map-feature-4-shade-19">
              <a:extLst>
                <a:ext uri="{FF2B5EF4-FFF2-40B4-BE49-F238E27FC236}">
                  <a16:creationId xmlns:a16="http://schemas.microsoft.com/office/drawing/2014/main" id="{CF8884C1-6A23-43D3-8932-7B4699F529F4}"/>
                </a:ext>
              </a:extLst>
            </p:cNvPr>
            <p:cNvSpPr>
              <a:spLocks noGrp="1"/>
            </p:cNvSpPr>
            <p:nvPr/>
          </p:nvSpPr>
          <p:spPr>
            <a:xfrm>
              <a:off x="21240750" y="6019800"/>
              <a:ext cx="2838450" cy="1143000"/>
            </a:xfrm>
            <a:custGeom>
              <a:pathLst>
                <a:path w="2838450" h="1143000">
                  <a:moveTo>
                    <a:pt x="0" y="37257"/>
                  </a:moveTo>
                  <a:cubicBezTo>
                    <a:pt x="118269" y="37257"/>
                    <a:pt x="236538" y="37257"/>
                    <a:pt x="354806" y="37257"/>
                  </a:cubicBezTo>
                  <a:cubicBezTo>
                    <a:pt x="591344" y="37257"/>
                    <a:pt x="827881" y="47693"/>
                    <a:pt x="1064419" y="47693"/>
                  </a:cubicBezTo>
                  <a:cubicBezTo>
                    <a:pt x="1300956" y="47693"/>
                    <a:pt x="1537494" y="20993"/>
                    <a:pt x="1774031" y="14314"/>
                  </a:cubicBezTo>
                  <a:cubicBezTo>
                    <a:pt x="2010569" y="7636"/>
                    <a:pt x="2247106" y="0"/>
                    <a:pt x="2483644" y="0"/>
                  </a:cubicBezTo>
                  <a:cubicBezTo>
                    <a:pt x="2601912" y="0"/>
                    <a:pt x="2720181" y="0"/>
                    <a:pt x="2838450" y="0"/>
                  </a:cubicBezTo>
                  <a:lnTo>
                    <a:pt x="2838450" y="203760"/>
                  </a:lnTo>
                  <a:cubicBezTo>
                    <a:pt x="2720181" y="203760"/>
                    <a:pt x="2601912" y="203760"/>
                    <a:pt x="2483644" y="203760"/>
                  </a:cubicBezTo>
                  <a:cubicBezTo>
                    <a:pt x="2247106" y="203760"/>
                    <a:pt x="2010569" y="101919"/>
                    <a:pt x="1774031" y="101919"/>
                  </a:cubicBezTo>
                  <a:cubicBezTo>
                    <a:pt x="1537494" y="101919"/>
                    <a:pt x="1300956" y="121878"/>
                    <a:pt x="1064419" y="130479"/>
                  </a:cubicBezTo>
                  <a:cubicBezTo>
                    <a:pt x="827881" y="139081"/>
                    <a:pt x="591344" y="154012"/>
                    <a:pt x="354806" y="154012"/>
                  </a:cubicBezTo>
                  <a:cubicBezTo>
                    <a:pt x="236538" y="154012"/>
                    <a:pt x="118269" y="154012"/>
                    <a:pt x="0" y="154012"/>
                  </a:cubicBezTo>
                  <a:close/>
                </a:path>
              </a:pathLst>
            </a:custGeom>
            <a:solidFill>
              <a:srgbClr val="CC79A7">
                <a:alpha val="3333"/>
              </a:srgbClr>
            </a:solidFill>
            <a:ln w="0">
              <a:noFill/>
            </a:ln>
          </p:spPr>
        </p:sp>
        <p:sp>
          <p:nvSpPr>
            <p:cNvPr id="2836" name="smooth-map-feature-4-shade-20">
              <a:extLst>
                <a:ext uri="{FF2B5EF4-FFF2-40B4-BE49-F238E27FC236}">
                  <a16:creationId xmlns:a16="http://schemas.microsoft.com/office/drawing/2014/main" id="{F16C7B54-C18E-4037-A707-E838B6C3B3D6}"/>
                </a:ext>
              </a:extLst>
            </p:cNvPr>
            <p:cNvSpPr>
              <a:spLocks noGrp="1"/>
            </p:cNvSpPr>
            <p:nvPr/>
          </p:nvSpPr>
          <p:spPr>
            <a:xfrm>
              <a:off x="21240750" y="6019800"/>
              <a:ext cx="2838450" cy="1143000"/>
            </a:xfrm>
            <a:custGeom>
              <a:pathLst>
                <a:path w="2838450" h="1143000">
                  <a:moveTo>
                    <a:pt x="0" y="38890"/>
                  </a:moveTo>
                  <a:cubicBezTo>
                    <a:pt x="118269" y="38890"/>
                    <a:pt x="236538" y="38890"/>
                    <a:pt x="354806" y="38890"/>
                  </a:cubicBezTo>
                  <a:cubicBezTo>
                    <a:pt x="591344" y="38890"/>
                    <a:pt x="827881" y="48851"/>
                    <a:pt x="1064419" y="48851"/>
                  </a:cubicBezTo>
                  <a:cubicBezTo>
                    <a:pt x="1300956" y="48851"/>
                    <a:pt x="1537494" y="22604"/>
                    <a:pt x="1774031" y="15540"/>
                  </a:cubicBezTo>
                  <a:cubicBezTo>
                    <a:pt x="2010569" y="8475"/>
                    <a:pt x="2247106" y="0"/>
                    <a:pt x="2483644" y="0"/>
                  </a:cubicBezTo>
                  <a:cubicBezTo>
                    <a:pt x="2601912" y="0"/>
                    <a:pt x="2720181" y="0"/>
                    <a:pt x="2838450" y="0"/>
                  </a:cubicBezTo>
                  <a:lnTo>
                    <a:pt x="2838450" y="200664"/>
                  </a:lnTo>
                  <a:cubicBezTo>
                    <a:pt x="2720181" y="200664"/>
                    <a:pt x="2601912" y="200664"/>
                    <a:pt x="2483644" y="200664"/>
                  </a:cubicBezTo>
                  <a:cubicBezTo>
                    <a:pt x="2247106" y="200664"/>
                    <a:pt x="2010569" y="100694"/>
                    <a:pt x="1774031" y="100694"/>
                  </a:cubicBezTo>
                  <a:cubicBezTo>
                    <a:pt x="1537494" y="100694"/>
                    <a:pt x="1300956" y="120807"/>
                    <a:pt x="1064419" y="129322"/>
                  </a:cubicBezTo>
                  <a:cubicBezTo>
                    <a:pt x="827881" y="137836"/>
                    <a:pt x="591344" y="152379"/>
                    <a:pt x="354806" y="152379"/>
                  </a:cubicBezTo>
                  <a:cubicBezTo>
                    <a:pt x="236538" y="152379"/>
                    <a:pt x="118269" y="152379"/>
                    <a:pt x="0" y="152379"/>
                  </a:cubicBezTo>
                  <a:close/>
                </a:path>
              </a:pathLst>
            </a:custGeom>
            <a:solidFill>
              <a:srgbClr val="CC79A7">
                <a:alpha val="3448"/>
              </a:srgbClr>
            </a:solidFill>
            <a:ln w="0">
              <a:noFill/>
            </a:ln>
          </p:spPr>
        </p:sp>
        <p:sp>
          <p:nvSpPr>
            <p:cNvPr id="2837" name="smooth-map-feature-4-shade-21">
              <a:extLst>
                <a:ext uri="{FF2B5EF4-FFF2-40B4-BE49-F238E27FC236}">
                  <a16:creationId xmlns:a16="http://schemas.microsoft.com/office/drawing/2014/main" id="{EFF841CD-CAD9-42C0-9650-D934045A9E25}"/>
                </a:ext>
              </a:extLst>
            </p:cNvPr>
            <p:cNvSpPr>
              <a:spLocks noGrp="1"/>
            </p:cNvSpPr>
            <p:nvPr/>
          </p:nvSpPr>
          <p:spPr>
            <a:xfrm>
              <a:off x="21240750" y="6019800"/>
              <a:ext cx="2838450" cy="1143000"/>
            </a:xfrm>
            <a:custGeom>
              <a:pathLst>
                <a:path w="2838450" h="1143000">
                  <a:moveTo>
                    <a:pt x="0" y="40489"/>
                  </a:moveTo>
                  <a:cubicBezTo>
                    <a:pt x="118269" y="40489"/>
                    <a:pt x="236538" y="40489"/>
                    <a:pt x="354806" y="40489"/>
                  </a:cubicBezTo>
                  <a:cubicBezTo>
                    <a:pt x="591344" y="40489"/>
                    <a:pt x="827881" y="49984"/>
                    <a:pt x="1064419" y="49984"/>
                  </a:cubicBezTo>
                  <a:cubicBezTo>
                    <a:pt x="1300956" y="49984"/>
                    <a:pt x="1537494" y="24161"/>
                    <a:pt x="1774031" y="16739"/>
                  </a:cubicBezTo>
                  <a:cubicBezTo>
                    <a:pt x="2010569" y="9317"/>
                    <a:pt x="2247106" y="0"/>
                    <a:pt x="2483644" y="0"/>
                  </a:cubicBezTo>
                  <a:cubicBezTo>
                    <a:pt x="2601912" y="0"/>
                    <a:pt x="2720181" y="0"/>
                    <a:pt x="2838450" y="0"/>
                  </a:cubicBezTo>
                  <a:lnTo>
                    <a:pt x="2838450" y="197634"/>
                  </a:lnTo>
                  <a:cubicBezTo>
                    <a:pt x="2720181" y="197634"/>
                    <a:pt x="2601912" y="197634"/>
                    <a:pt x="2483644" y="197634"/>
                  </a:cubicBezTo>
                  <a:cubicBezTo>
                    <a:pt x="2247106" y="197634"/>
                    <a:pt x="2010569" y="99495"/>
                    <a:pt x="1774031" y="99495"/>
                  </a:cubicBezTo>
                  <a:cubicBezTo>
                    <a:pt x="1537494" y="99495"/>
                    <a:pt x="1300956" y="119761"/>
                    <a:pt x="1064419" y="128188"/>
                  </a:cubicBezTo>
                  <a:cubicBezTo>
                    <a:pt x="827881" y="136615"/>
                    <a:pt x="591344" y="150781"/>
                    <a:pt x="354806" y="150781"/>
                  </a:cubicBezTo>
                  <a:cubicBezTo>
                    <a:pt x="236538" y="150781"/>
                    <a:pt x="118269" y="150781"/>
                    <a:pt x="0" y="150781"/>
                  </a:cubicBezTo>
                  <a:close/>
                </a:path>
              </a:pathLst>
            </a:custGeom>
            <a:solidFill>
              <a:srgbClr val="CC79A7">
                <a:alpha val="3571"/>
              </a:srgbClr>
            </a:solidFill>
            <a:ln w="0">
              <a:noFill/>
            </a:ln>
          </p:spPr>
        </p:sp>
        <p:sp>
          <p:nvSpPr>
            <p:cNvPr id="2838" name="smooth-map-feature-4-shade-22">
              <a:extLst>
                <a:ext uri="{FF2B5EF4-FFF2-40B4-BE49-F238E27FC236}">
                  <a16:creationId xmlns:a16="http://schemas.microsoft.com/office/drawing/2014/main" id="{6A8148A7-C048-4BC5-8C2C-EA8D623870FB}"/>
                </a:ext>
              </a:extLst>
            </p:cNvPr>
            <p:cNvSpPr>
              <a:spLocks noGrp="1"/>
            </p:cNvSpPr>
            <p:nvPr/>
          </p:nvSpPr>
          <p:spPr>
            <a:xfrm>
              <a:off x="21240750" y="6019800"/>
              <a:ext cx="2838450" cy="1143000"/>
            </a:xfrm>
            <a:custGeom>
              <a:pathLst>
                <a:path w="2838450" h="1143000">
                  <a:moveTo>
                    <a:pt x="0" y="42058"/>
                  </a:moveTo>
                  <a:cubicBezTo>
                    <a:pt x="118269" y="42058"/>
                    <a:pt x="236538" y="42058"/>
                    <a:pt x="354806" y="42058"/>
                  </a:cubicBezTo>
                  <a:cubicBezTo>
                    <a:pt x="591344" y="42058"/>
                    <a:pt x="827881" y="51097"/>
                    <a:pt x="1064419" y="51097"/>
                  </a:cubicBezTo>
                  <a:cubicBezTo>
                    <a:pt x="1300956" y="51097"/>
                    <a:pt x="1537494" y="25673"/>
                    <a:pt x="1774031" y="17917"/>
                  </a:cubicBezTo>
                  <a:cubicBezTo>
                    <a:pt x="2010569" y="10160"/>
                    <a:pt x="2247106" y="0"/>
                    <a:pt x="2483644" y="0"/>
                  </a:cubicBezTo>
                  <a:cubicBezTo>
                    <a:pt x="2601912" y="0"/>
                    <a:pt x="2720181" y="0"/>
                    <a:pt x="2838450" y="0"/>
                  </a:cubicBezTo>
                  <a:lnTo>
                    <a:pt x="2838450" y="194659"/>
                  </a:lnTo>
                  <a:cubicBezTo>
                    <a:pt x="2720181" y="194659"/>
                    <a:pt x="2601912" y="194659"/>
                    <a:pt x="2483644" y="194659"/>
                  </a:cubicBezTo>
                  <a:cubicBezTo>
                    <a:pt x="2247106" y="194659"/>
                    <a:pt x="2010569" y="98317"/>
                    <a:pt x="1774031" y="98317"/>
                  </a:cubicBezTo>
                  <a:cubicBezTo>
                    <a:pt x="1537494" y="98317"/>
                    <a:pt x="1300956" y="118736"/>
                    <a:pt x="1064419" y="127075"/>
                  </a:cubicBezTo>
                  <a:cubicBezTo>
                    <a:pt x="827881" y="135414"/>
                    <a:pt x="591344" y="149211"/>
                    <a:pt x="354806" y="149211"/>
                  </a:cubicBezTo>
                  <a:cubicBezTo>
                    <a:pt x="236538" y="149211"/>
                    <a:pt x="118269" y="149211"/>
                    <a:pt x="0" y="149211"/>
                  </a:cubicBezTo>
                  <a:close/>
                </a:path>
              </a:pathLst>
            </a:custGeom>
            <a:solidFill>
              <a:srgbClr val="CC79A7">
                <a:alpha val="3704"/>
              </a:srgbClr>
            </a:solidFill>
            <a:ln w="0">
              <a:noFill/>
            </a:ln>
          </p:spPr>
        </p:sp>
        <p:sp>
          <p:nvSpPr>
            <p:cNvPr id="2839" name="smooth-map-feature-4-shade-23">
              <a:extLst>
                <a:ext uri="{FF2B5EF4-FFF2-40B4-BE49-F238E27FC236}">
                  <a16:creationId xmlns:a16="http://schemas.microsoft.com/office/drawing/2014/main" id="{C07DB8A6-7908-4BEB-B227-21D85CF77C3B}"/>
                </a:ext>
              </a:extLst>
            </p:cNvPr>
            <p:cNvSpPr>
              <a:spLocks noGrp="1"/>
            </p:cNvSpPr>
            <p:nvPr/>
          </p:nvSpPr>
          <p:spPr>
            <a:xfrm>
              <a:off x="21240750" y="6019800"/>
              <a:ext cx="2838450" cy="1143000"/>
            </a:xfrm>
            <a:custGeom>
              <a:pathLst>
                <a:path w="2838450" h="1143000">
                  <a:moveTo>
                    <a:pt x="0" y="43603"/>
                  </a:moveTo>
                  <a:cubicBezTo>
                    <a:pt x="118269" y="43603"/>
                    <a:pt x="236538" y="43603"/>
                    <a:pt x="354806" y="43603"/>
                  </a:cubicBezTo>
                  <a:cubicBezTo>
                    <a:pt x="591344" y="43603"/>
                    <a:pt x="827881" y="52192"/>
                    <a:pt x="1064419" y="52192"/>
                  </a:cubicBezTo>
                  <a:cubicBezTo>
                    <a:pt x="1300956" y="52192"/>
                    <a:pt x="1537494" y="27145"/>
                    <a:pt x="1774031" y="19076"/>
                  </a:cubicBezTo>
                  <a:cubicBezTo>
                    <a:pt x="2010569" y="11007"/>
                    <a:pt x="2247106" y="0"/>
                    <a:pt x="2483644" y="0"/>
                  </a:cubicBezTo>
                  <a:cubicBezTo>
                    <a:pt x="2601912" y="0"/>
                    <a:pt x="2720181" y="0"/>
                    <a:pt x="2838450" y="0"/>
                  </a:cubicBezTo>
                  <a:lnTo>
                    <a:pt x="2838450" y="191731"/>
                  </a:lnTo>
                  <a:cubicBezTo>
                    <a:pt x="2720181" y="191731"/>
                    <a:pt x="2601912" y="191731"/>
                    <a:pt x="2483644" y="191731"/>
                  </a:cubicBezTo>
                  <a:cubicBezTo>
                    <a:pt x="2247106" y="191731"/>
                    <a:pt x="2010569" y="97158"/>
                    <a:pt x="1774031" y="97158"/>
                  </a:cubicBezTo>
                  <a:cubicBezTo>
                    <a:pt x="1537494" y="97158"/>
                    <a:pt x="1300956" y="117730"/>
                    <a:pt x="1064419" y="125980"/>
                  </a:cubicBezTo>
                  <a:cubicBezTo>
                    <a:pt x="827881" y="134230"/>
                    <a:pt x="591344" y="147666"/>
                    <a:pt x="354806" y="147666"/>
                  </a:cubicBezTo>
                  <a:cubicBezTo>
                    <a:pt x="236538" y="147666"/>
                    <a:pt x="118269" y="147666"/>
                    <a:pt x="0" y="147666"/>
                  </a:cubicBezTo>
                  <a:close/>
                </a:path>
              </a:pathLst>
            </a:custGeom>
            <a:solidFill>
              <a:srgbClr val="CC79A7">
                <a:alpha val="3846"/>
              </a:srgbClr>
            </a:solidFill>
            <a:ln w="0">
              <a:noFill/>
            </a:ln>
          </p:spPr>
        </p:sp>
        <p:sp>
          <p:nvSpPr>
            <p:cNvPr id="2840" name="smooth-map-feature-4-shade-24">
              <a:extLst>
                <a:ext uri="{FF2B5EF4-FFF2-40B4-BE49-F238E27FC236}">
                  <a16:creationId xmlns:a16="http://schemas.microsoft.com/office/drawing/2014/main" id="{0F178530-DB58-41A1-B26C-8DD6CD0AF7D3}"/>
                </a:ext>
              </a:extLst>
            </p:cNvPr>
            <p:cNvSpPr>
              <a:spLocks noGrp="1"/>
            </p:cNvSpPr>
            <p:nvPr/>
          </p:nvSpPr>
          <p:spPr>
            <a:xfrm>
              <a:off x="21240750" y="6019800"/>
              <a:ext cx="2838450" cy="1143000"/>
            </a:xfrm>
            <a:custGeom>
              <a:pathLst>
                <a:path w="2838450" h="1143000">
                  <a:moveTo>
                    <a:pt x="0" y="45126"/>
                  </a:moveTo>
                  <a:cubicBezTo>
                    <a:pt x="118269" y="45126"/>
                    <a:pt x="236538" y="45126"/>
                    <a:pt x="354806" y="45126"/>
                  </a:cubicBezTo>
                  <a:cubicBezTo>
                    <a:pt x="591344" y="45126"/>
                    <a:pt x="827881" y="53273"/>
                    <a:pt x="1064419" y="53273"/>
                  </a:cubicBezTo>
                  <a:cubicBezTo>
                    <a:pt x="1300956" y="53273"/>
                    <a:pt x="1537494" y="28582"/>
                    <a:pt x="1774031" y="20219"/>
                  </a:cubicBezTo>
                  <a:cubicBezTo>
                    <a:pt x="2010569" y="11856"/>
                    <a:pt x="2247106" y="0"/>
                    <a:pt x="2483644" y="0"/>
                  </a:cubicBezTo>
                  <a:cubicBezTo>
                    <a:pt x="2601912" y="0"/>
                    <a:pt x="2720181" y="0"/>
                    <a:pt x="2838450" y="0"/>
                  </a:cubicBezTo>
                  <a:lnTo>
                    <a:pt x="2838450" y="188842"/>
                  </a:lnTo>
                  <a:cubicBezTo>
                    <a:pt x="2720181" y="188842"/>
                    <a:pt x="2601912" y="188842"/>
                    <a:pt x="2483644" y="188842"/>
                  </a:cubicBezTo>
                  <a:cubicBezTo>
                    <a:pt x="2247106" y="188842"/>
                    <a:pt x="2010569" y="96015"/>
                    <a:pt x="1774031" y="96015"/>
                  </a:cubicBezTo>
                  <a:cubicBezTo>
                    <a:pt x="1537494" y="96015"/>
                    <a:pt x="1300956" y="116739"/>
                    <a:pt x="1064419" y="124899"/>
                  </a:cubicBezTo>
                  <a:cubicBezTo>
                    <a:pt x="827881" y="133060"/>
                    <a:pt x="591344" y="146143"/>
                    <a:pt x="354806" y="146143"/>
                  </a:cubicBezTo>
                  <a:cubicBezTo>
                    <a:pt x="236538" y="146143"/>
                    <a:pt x="118269" y="146143"/>
                    <a:pt x="0" y="146143"/>
                  </a:cubicBezTo>
                  <a:close/>
                </a:path>
              </a:pathLst>
            </a:custGeom>
            <a:solidFill>
              <a:srgbClr val="CC79A7">
                <a:alpha val="4000"/>
              </a:srgbClr>
            </a:solidFill>
            <a:ln w="0">
              <a:noFill/>
            </a:ln>
          </p:spPr>
        </p:sp>
        <p:sp>
          <p:nvSpPr>
            <p:cNvPr id="2841" name="smooth-map-feature-4-shade-25">
              <a:extLst>
                <a:ext uri="{FF2B5EF4-FFF2-40B4-BE49-F238E27FC236}">
                  <a16:creationId xmlns:a16="http://schemas.microsoft.com/office/drawing/2014/main" id="{E8033740-961A-4FE8-97DD-26F048C38915}"/>
                </a:ext>
              </a:extLst>
            </p:cNvPr>
            <p:cNvSpPr>
              <a:spLocks noGrp="1"/>
            </p:cNvSpPr>
            <p:nvPr/>
          </p:nvSpPr>
          <p:spPr>
            <a:xfrm>
              <a:off x="21240750" y="6019800"/>
              <a:ext cx="2838450" cy="1143000"/>
            </a:xfrm>
            <a:custGeom>
              <a:pathLst>
                <a:path w="2838450" h="1143000">
                  <a:moveTo>
                    <a:pt x="0" y="46633"/>
                  </a:moveTo>
                  <a:cubicBezTo>
                    <a:pt x="118269" y="46633"/>
                    <a:pt x="236538" y="46633"/>
                    <a:pt x="354806" y="46633"/>
                  </a:cubicBezTo>
                  <a:cubicBezTo>
                    <a:pt x="591344" y="46633"/>
                    <a:pt x="827881" y="54341"/>
                    <a:pt x="1064419" y="54341"/>
                  </a:cubicBezTo>
                  <a:cubicBezTo>
                    <a:pt x="1300956" y="54341"/>
                    <a:pt x="1537494" y="29938"/>
                    <a:pt x="1774031" y="21349"/>
                  </a:cubicBezTo>
                  <a:cubicBezTo>
                    <a:pt x="2010569" y="12760"/>
                    <a:pt x="2247106" y="212"/>
                    <a:pt x="2483644" y="212"/>
                  </a:cubicBezTo>
                  <a:cubicBezTo>
                    <a:pt x="2601912" y="212"/>
                    <a:pt x="2720181" y="212"/>
                    <a:pt x="2838450" y="212"/>
                  </a:cubicBezTo>
                  <a:lnTo>
                    <a:pt x="2838450" y="185987"/>
                  </a:lnTo>
                  <a:cubicBezTo>
                    <a:pt x="2720181" y="185987"/>
                    <a:pt x="2601912" y="185987"/>
                    <a:pt x="2483644" y="185987"/>
                  </a:cubicBezTo>
                  <a:cubicBezTo>
                    <a:pt x="2247106" y="185987"/>
                    <a:pt x="2010569" y="94884"/>
                    <a:pt x="1774031" y="94884"/>
                  </a:cubicBezTo>
                  <a:cubicBezTo>
                    <a:pt x="1537494" y="94884"/>
                    <a:pt x="1300956" y="115761"/>
                    <a:pt x="1064419" y="123831"/>
                  </a:cubicBezTo>
                  <a:cubicBezTo>
                    <a:pt x="827881" y="131901"/>
                    <a:pt x="591344" y="144636"/>
                    <a:pt x="354806" y="144636"/>
                  </a:cubicBezTo>
                  <a:cubicBezTo>
                    <a:pt x="236538" y="144636"/>
                    <a:pt x="118269" y="144636"/>
                    <a:pt x="0" y="144636"/>
                  </a:cubicBezTo>
                  <a:close/>
                </a:path>
              </a:pathLst>
            </a:custGeom>
            <a:solidFill>
              <a:srgbClr val="CC79A7">
                <a:alpha val="4167"/>
              </a:srgbClr>
            </a:solidFill>
            <a:ln w="0">
              <a:noFill/>
            </a:ln>
          </p:spPr>
        </p:sp>
        <p:sp>
          <p:nvSpPr>
            <p:cNvPr id="2842" name="smooth-map-feature-4-shade-26">
              <a:extLst>
                <a:ext uri="{FF2B5EF4-FFF2-40B4-BE49-F238E27FC236}">
                  <a16:creationId xmlns:a16="http://schemas.microsoft.com/office/drawing/2014/main" id="{90C934F5-EC2F-47E8-B6BE-DF098F7D15AC}"/>
                </a:ext>
              </a:extLst>
            </p:cNvPr>
            <p:cNvSpPr>
              <a:spLocks noGrp="1"/>
            </p:cNvSpPr>
            <p:nvPr/>
          </p:nvSpPr>
          <p:spPr>
            <a:xfrm>
              <a:off x="21240750" y="6019800"/>
              <a:ext cx="2838450" cy="1143000"/>
            </a:xfrm>
            <a:custGeom>
              <a:pathLst>
                <a:path w="2838450" h="1143000">
                  <a:moveTo>
                    <a:pt x="0" y="48126"/>
                  </a:moveTo>
                  <a:cubicBezTo>
                    <a:pt x="118269" y="48126"/>
                    <a:pt x="236538" y="48126"/>
                    <a:pt x="354806" y="48126"/>
                  </a:cubicBezTo>
                  <a:cubicBezTo>
                    <a:pt x="591344" y="48126"/>
                    <a:pt x="827881" y="55399"/>
                    <a:pt x="1064419" y="55399"/>
                  </a:cubicBezTo>
                  <a:cubicBezTo>
                    <a:pt x="1300956" y="55399"/>
                    <a:pt x="1537494" y="30616"/>
                    <a:pt x="1774031" y="22470"/>
                  </a:cubicBezTo>
                  <a:cubicBezTo>
                    <a:pt x="2010569" y="14324"/>
                    <a:pt x="2247106" y="3042"/>
                    <a:pt x="2483644" y="3042"/>
                  </a:cubicBezTo>
                  <a:cubicBezTo>
                    <a:pt x="2601912" y="3042"/>
                    <a:pt x="2720181" y="3042"/>
                    <a:pt x="2838450" y="3042"/>
                  </a:cubicBezTo>
                  <a:lnTo>
                    <a:pt x="2838450" y="183157"/>
                  </a:lnTo>
                  <a:cubicBezTo>
                    <a:pt x="2720181" y="183157"/>
                    <a:pt x="2601912" y="183157"/>
                    <a:pt x="2483644" y="183157"/>
                  </a:cubicBezTo>
                  <a:cubicBezTo>
                    <a:pt x="2247106" y="183157"/>
                    <a:pt x="2010569" y="93764"/>
                    <a:pt x="1774031" y="93764"/>
                  </a:cubicBezTo>
                  <a:cubicBezTo>
                    <a:pt x="1537494" y="93764"/>
                    <a:pt x="1300956" y="114795"/>
                    <a:pt x="1064419" y="122773"/>
                  </a:cubicBezTo>
                  <a:cubicBezTo>
                    <a:pt x="827881" y="130751"/>
                    <a:pt x="591344" y="143143"/>
                    <a:pt x="354806" y="143143"/>
                  </a:cubicBezTo>
                  <a:cubicBezTo>
                    <a:pt x="236538" y="143143"/>
                    <a:pt x="118269" y="143143"/>
                    <a:pt x="0" y="143143"/>
                  </a:cubicBezTo>
                  <a:close/>
                </a:path>
              </a:pathLst>
            </a:custGeom>
            <a:solidFill>
              <a:srgbClr val="CC79A7">
                <a:alpha val="4348"/>
              </a:srgbClr>
            </a:solidFill>
            <a:ln w="0">
              <a:noFill/>
            </a:ln>
          </p:spPr>
        </p:sp>
        <p:sp>
          <p:nvSpPr>
            <p:cNvPr id="2843" name="smooth-map-feature-4-shade-27">
              <a:extLst>
                <a:ext uri="{FF2B5EF4-FFF2-40B4-BE49-F238E27FC236}">
                  <a16:creationId xmlns:a16="http://schemas.microsoft.com/office/drawing/2014/main" id="{EFAB47C1-68A9-4420-9F99-E5B109A2D135}"/>
                </a:ext>
              </a:extLst>
            </p:cNvPr>
            <p:cNvSpPr>
              <a:spLocks noGrp="1"/>
            </p:cNvSpPr>
            <p:nvPr/>
          </p:nvSpPr>
          <p:spPr>
            <a:xfrm>
              <a:off x="21240750" y="6019800"/>
              <a:ext cx="2838450" cy="1143000"/>
            </a:xfrm>
            <a:custGeom>
              <a:pathLst>
                <a:path w="2838450" h="1143000">
                  <a:moveTo>
                    <a:pt x="0" y="49608"/>
                  </a:moveTo>
                  <a:cubicBezTo>
                    <a:pt x="118269" y="49608"/>
                    <a:pt x="236538" y="49608"/>
                    <a:pt x="354806" y="49608"/>
                  </a:cubicBezTo>
                  <a:cubicBezTo>
                    <a:pt x="591344" y="49608"/>
                    <a:pt x="827881" y="56451"/>
                    <a:pt x="1064419" y="56451"/>
                  </a:cubicBezTo>
                  <a:cubicBezTo>
                    <a:pt x="1300956" y="56451"/>
                    <a:pt x="1537494" y="31260"/>
                    <a:pt x="1774031" y="23582"/>
                  </a:cubicBezTo>
                  <a:cubicBezTo>
                    <a:pt x="2010569" y="15904"/>
                    <a:pt x="2247106" y="5852"/>
                    <a:pt x="2483644" y="5852"/>
                  </a:cubicBezTo>
                  <a:cubicBezTo>
                    <a:pt x="2601912" y="5852"/>
                    <a:pt x="2720181" y="5852"/>
                    <a:pt x="2838450" y="5852"/>
                  </a:cubicBezTo>
                  <a:lnTo>
                    <a:pt x="2838450" y="180346"/>
                  </a:lnTo>
                  <a:cubicBezTo>
                    <a:pt x="2720181" y="180346"/>
                    <a:pt x="2601912" y="180346"/>
                    <a:pt x="2483644" y="180346"/>
                  </a:cubicBezTo>
                  <a:cubicBezTo>
                    <a:pt x="2247106" y="180346"/>
                    <a:pt x="2010569" y="92652"/>
                    <a:pt x="1774031" y="92652"/>
                  </a:cubicBezTo>
                  <a:cubicBezTo>
                    <a:pt x="1537494" y="92652"/>
                    <a:pt x="1300956" y="113837"/>
                    <a:pt x="1064419" y="121721"/>
                  </a:cubicBezTo>
                  <a:cubicBezTo>
                    <a:pt x="827881" y="129606"/>
                    <a:pt x="591344" y="141661"/>
                    <a:pt x="354806" y="141661"/>
                  </a:cubicBezTo>
                  <a:cubicBezTo>
                    <a:pt x="236538" y="141661"/>
                    <a:pt x="118269" y="141661"/>
                    <a:pt x="0" y="141661"/>
                  </a:cubicBezTo>
                  <a:close/>
                </a:path>
              </a:pathLst>
            </a:custGeom>
            <a:solidFill>
              <a:srgbClr val="CC79A7">
                <a:alpha val="4545"/>
              </a:srgbClr>
            </a:solidFill>
            <a:ln w="0">
              <a:noFill/>
            </a:ln>
          </p:spPr>
        </p:sp>
        <p:sp>
          <p:nvSpPr>
            <p:cNvPr id="2844" name="smooth-map-feature-4-shade-28">
              <a:extLst>
                <a:ext uri="{FF2B5EF4-FFF2-40B4-BE49-F238E27FC236}">
                  <a16:creationId xmlns:a16="http://schemas.microsoft.com/office/drawing/2014/main" id="{6112E2FB-33A2-48C2-A2BC-AF47B154C4F7}"/>
                </a:ext>
              </a:extLst>
            </p:cNvPr>
            <p:cNvSpPr>
              <a:spLocks noGrp="1"/>
            </p:cNvSpPr>
            <p:nvPr/>
          </p:nvSpPr>
          <p:spPr>
            <a:xfrm>
              <a:off x="21240750" y="6019800"/>
              <a:ext cx="2838450" cy="1143000"/>
            </a:xfrm>
            <a:custGeom>
              <a:pathLst>
                <a:path w="2838450" h="1143000">
                  <a:moveTo>
                    <a:pt x="0" y="51084"/>
                  </a:moveTo>
                  <a:cubicBezTo>
                    <a:pt x="118269" y="51084"/>
                    <a:pt x="236538" y="51084"/>
                    <a:pt x="354806" y="51084"/>
                  </a:cubicBezTo>
                  <a:cubicBezTo>
                    <a:pt x="591344" y="51084"/>
                    <a:pt x="827881" y="57497"/>
                    <a:pt x="1064419" y="57497"/>
                  </a:cubicBezTo>
                  <a:cubicBezTo>
                    <a:pt x="1300956" y="57497"/>
                    <a:pt x="1537494" y="31871"/>
                    <a:pt x="1774031" y="24689"/>
                  </a:cubicBezTo>
                  <a:cubicBezTo>
                    <a:pt x="2010569" y="17508"/>
                    <a:pt x="2247106" y="8650"/>
                    <a:pt x="2483644" y="8650"/>
                  </a:cubicBezTo>
                  <a:cubicBezTo>
                    <a:pt x="2601912" y="8650"/>
                    <a:pt x="2720181" y="8650"/>
                    <a:pt x="2838450" y="8650"/>
                  </a:cubicBezTo>
                  <a:lnTo>
                    <a:pt x="2838450" y="177549"/>
                  </a:lnTo>
                  <a:cubicBezTo>
                    <a:pt x="2720181" y="177549"/>
                    <a:pt x="2601912" y="177549"/>
                    <a:pt x="2483644" y="177549"/>
                  </a:cubicBezTo>
                  <a:cubicBezTo>
                    <a:pt x="2247106" y="177549"/>
                    <a:pt x="2010569" y="91544"/>
                    <a:pt x="1774031" y="91544"/>
                  </a:cubicBezTo>
                  <a:cubicBezTo>
                    <a:pt x="1537494" y="91544"/>
                    <a:pt x="1300956" y="112885"/>
                    <a:pt x="1064419" y="120675"/>
                  </a:cubicBezTo>
                  <a:cubicBezTo>
                    <a:pt x="827881" y="128465"/>
                    <a:pt x="591344" y="140185"/>
                    <a:pt x="354806" y="140185"/>
                  </a:cubicBezTo>
                  <a:cubicBezTo>
                    <a:pt x="236538" y="140185"/>
                    <a:pt x="118269" y="140185"/>
                    <a:pt x="0" y="140185"/>
                  </a:cubicBezTo>
                  <a:close/>
                </a:path>
              </a:pathLst>
            </a:custGeom>
            <a:solidFill>
              <a:srgbClr val="CC79A7">
                <a:alpha val="4762"/>
              </a:srgbClr>
            </a:solidFill>
            <a:ln w="0">
              <a:noFill/>
            </a:ln>
          </p:spPr>
        </p:sp>
        <p:sp>
          <p:nvSpPr>
            <p:cNvPr id="2845" name="smooth-map-feature-4-shade-29">
              <a:extLst>
                <a:ext uri="{FF2B5EF4-FFF2-40B4-BE49-F238E27FC236}">
                  <a16:creationId xmlns:a16="http://schemas.microsoft.com/office/drawing/2014/main" id="{8553E353-6EB2-4F00-88DD-DF27F752CAB8}"/>
                </a:ext>
              </a:extLst>
            </p:cNvPr>
            <p:cNvSpPr>
              <a:spLocks noGrp="1"/>
            </p:cNvSpPr>
            <p:nvPr/>
          </p:nvSpPr>
          <p:spPr>
            <a:xfrm>
              <a:off x="21240750" y="6019800"/>
              <a:ext cx="2838450" cy="1143000"/>
            </a:xfrm>
            <a:custGeom>
              <a:pathLst>
                <a:path w="2838450" h="1143000">
                  <a:moveTo>
                    <a:pt x="0" y="52557"/>
                  </a:moveTo>
                  <a:cubicBezTo>
                    <a:pt x="118269" y="52557"/>
                    <a:pt x="236538" y="52557"/>
                    <a:pt x="354806" y="52557"/>
                  </a:cubicBezTo>
                  <a:cubicBezTo>
                    <a:pt x="591344" y="52557"/>
                    <a:pt x="827881" y="58541"/>
                    <a:pt x="1064419" y="58541"/>
                  </a:cubicBezTo>
                  <a:cubicBezTo>
                    <a:pt x="1300956" y="58541"/>
                    <a:pt x="1537494" y="32447"/>
                    <a:pt x="1774031" y="25794"/>
                  </a:cubicBezTo>
                  <a:cubicBezTo>
                    <a:pt x="2010569" y="19141"/>
                    <a:pt x="2247106" y="11441"/>
                    <a:pt x="2483644" y="11441"/>
                  </a:cubicBezTo>
                  <a:cubicBezTo>
                    <a:pt x="2601912" y="11441"/>
                    <a:pt x="2720181" y="11441"/>
                    <a:pt x="2838450" y="11441"/>
                  </a:cubicBezTo>
                  <a:lnTo>
                    <a:pt x="2838450" y="174758"/>
                  </a:lnTo>
                  <a:cubicBezTo>
                    <a:pt x="2720181" y="174758"/>
                    <a:pt x="2601912" y="174758"/>
                    <a:pt x="2483644" y="174758"/>
                  </a:cubicBezTo>
                  <a:cubicBezTo>
                    <a:pt x="2247106" y="174758"/>
                    <a:pt x="2010569" y="90440"/>
                    <a:pt x="1774031" y="90440"/>
                  </a:cubicBezTo>
                  <a:cubicBezTo>
                    <a:pt x="1537494" y="90440"/>
                    <a:pt x="1300956" y="111938"/>
                    <a:pt x="1064419" y="119631"/>
                  </a:cubicBezTo>
                  <a:cubicBezTo>
                    <a:pt x="827881" y="127324"/>
                    <a:pt x="591344" y="138712"/>
                    <a:pt x="354806" y="138712"/>
                  </a:cubicBezTo>
                  <a:cubicBezTo>
                    <a:pt x="236538" y="138712"/>
                    <a:pt x="118269" y="138712"/>
                    <a:pt x="0" y="138712"/>
                  </a:cubicBezTo>
                  <a:close/>
                </a:path>
              </a:pathLst>
            </a:custGeom>
            <a:solidFill>
              <a:srgbClr val="CC79A7">
                <a:alpha val="5000"/>
              </a:srgbClr>
            </a:solidFill>
            <a:ln w="0">
              <a:noFill/>
            </a:ln>
          </p:spPr>
        </p:sp>
        <p:sp>
          <p:nvSpPr>
            <p:cNvPr id="2846" name="smooth-map-feature-4-shade-30">
              <a:extLst>
                <a:ext uri="{FF2B5EF4-FFF2-40B4-BE49-F238E27FC236}">
                  <a16:creationId xmlns:a16="http://schemas.microsoft.com/office/drawing/2014/main" id="{654D43E4-D410-46AD-8952-8D40E4470469}"/>
                </a:ext>
              </a:extLst>
            </p:cNvPr>
            <p:cNvSpPr>
              <a:spLocks noGrp="1"/>
            </p:cNvSpPr>
            <p:nvPr/>
          </p:nvSpPr>
          <p:spPr>
            <a:xfrm>
              <a:off x="21240750" y="6019800"/>
              <a:ext cx="2838450" cy="1143000"/>
            </a:xfrm>
            <a:custGeom>
              <a:pathLst>
                <a:path w="2838450" h="1143000">
                  <a:moveTo>
                    <a:pt x="0" y="54029"/>
                  </a:moveTo>
                  <a:cubicBezTo>
                    <a:pt x="118269" y="54029"/>
                    <a:pt x="236538" y="54029"/>
                    <a:pt x="354806" y="54029"/>
                  </a:cubicBezTo>
                  <a:cubicBezTo>
                    <a:pt x="591344" y="54029"/>
                    <a:pt x="827881" y="59585"/>
                    <a:pt x="1064419" y="59585"/>
                  </a:cubicBezTo>
                  <a:cubicBezTo>
                    <a:pt x="1300956" y="59585"/>
                    <a:pt x="1537494" y="32985"/>
                    <a:pt x="1774031" y="26899"/>
                  </a:cubicBezTo>
                  <a:cubicBezTo>
                    <a:pt x="2010569" y="20813"/>
                    <a:pt x="2247106" y="14231"/>
                    <a:pt x="2483644" y="14231"/>
                  </a:cubicBezTo>
                  <a:cubicBezTo>
                    <a:pt x="2601912" y="14231"/>
                    <a:pt x="2720181" y="14231"/>
                    <a:pt x="2838450" y="14231"/>
                  </a:cubicBezTo>
                  <a:lnTo>
                    <a:pt x="2838450" y="171967"/>
                  </a:lnTo>
                  <a:cubicBezTo>
                    <a:pt x="2720181" y="171967"/>
                    <a:pt x="2601912" y="171967"/>
                    <a:pt x="2483644" y="171967"/>
                  </a:cubicBezTo>
                  <a:cubicBezTo>
                    <a:pt x="2247106" y="171967"/>
                    <a:pt x="2010569" y="89335"/>
                    <a:pt x="1774031" y="89335"/>
                  </a:cubicBezTo>
                  <a:cubicBezTo>
                    <a:pt x="1537494" y="89335"/>
                    <a:pt x="1300956" y="110994"/>
                    <a:pt x="1064419" y="118587"/>
                  </a:cubicBezTo>
                  <a:cubicBezTo>
                    <a:pt x="827881" y="126180"/>
                    <a:pt x="591344" y="137240"/>
                    <a:pt x="354806" y="137240"/>
                  </a:cubicBezTo>
                  <a:cubicBezTo>
                    <a:pt x="236538" y="137240"/>
                    <a:pt x="118269" y="137240"/>
                    <a:pt x="0" y="137240"/>
                  </a:cubicBezTo>
                  <a:close/>
                </a:path>
              </a:pathLst>
            </a:custGeom>
            <a:solidFill>
              <a:srgbClr val="CC79A7">
                <a:alpha val="5263"/>
              </a:srgbClr>
            </a:solidFill>
            <a:ln w="0">
              <a:noFill/>
            </a:ln>
          </p:spPr>
        </p:sp>
        <p:sp>
          <p:nvSpPr>
            <p:cNvPr id="2847" name="smooth-map-feature-4-shade-31">
              <a:extLst>
                <a:ext uri="{FF2B5EF4-FFF2-40B4-BE49-F238E27FC236}">
                  <a16:creationId xmlns:a16="http://schemas.microsoft.com/office/drawing/2014/main" id="{7E546F17-3617-47F1-982D-3C47841FC958}"/>
                </a:ext>
              </a:extLst>
            </p:cNvPr>
            <p:cNvSpPr>
              <a:spLocks noGrp="1"/>
            </p:cNvSpPr>
            <p:nvPr/>
          </p:nvSpPr>
          <p:spPr>
            <a:xfrm>
              <a:off x="21240750" y="6019800"/>
              <a:ext cx="2838450" cy="1143000"/>
            </a:xfrm>
            <a:custGeom>
              <a:pathLst>
                <a:path w="2838450" h="1143000">
                  <a:moveTo>
                    <a:pt x="0" y="55504"/>
                  </a:moveTo>
                  <a:cubicBezTo>
                    <a:pt x="118269" y="55504"/>
                    <a:pt x="236538" y="55504"/>
                    <a:pt x="354806" y="55504"/>
                  </a:cubicBezTo>
                  <a:cubicBezTo>
                    <a:pt x="591344" y="55504"/>
                    <a:pt x="827881" y="60631"/>
                    <a:pt x="1064419" y="60631"/>
                  </a:cubicBezTo>
                  <a:cubicBezTo>
                    <a:pt x="1300956" y="60631"/>
                    <a:pt x="1537494" y="33482"/>
                    <a:pt x="1774031" y="28006"/>
                  </a:cubicBezTo>
                  <a:cubicBezTo>
                    <a:pt x="2010569" y="22530"/>
                    <a:pt x="2247106" y="17029"/>
                    <a:pt x="2483644" y="17029"/>
                  </a:cubicBezTo>
                  <a:cubicBezTo>
                    <a:pt x="2601912" y="17029"/>
                    <a:pt x="2720181" y="17029"/>
                    <a:pt x="2838450" y="17029"/>
                  </a:cubicBezTo>
                  <a:lnTo>
                    <a:pt x="2838450" y="169170"/>
                  </a:lnTo>
                  <a:cubicBezTo>
                    <a:pt x="2720181" y="169170"/>
                    <a:pt x="2601912" y="169170"/>
                    <a:pt x="2483644" y="169170"/>
                  </a:cubicBezTo>
                  <a:cubicBezTo>
                    <a:pt x="2247106" y="169170"/>
                    <a:pt x="2010569" y="88228"/>
                    <a:pt x="1774031" y="88228"/>
                  </a:cubicBezTo>
                  <a:cubicBezTo>
                    <a:pt x="1537494" y="88228"/>
                    <a:pt x="1300956" y="110049"/>
                    <a:pt x="1064419" y="117541"/>
                  </a:cubicBezTo>
                  <a:cubicBezTo>
                    <a:pt x="827881" y="125032"/>
                    <a:pt x="591344" y="135765"/>
                    <a:pt x="354806" y="135765"/>
                  </a:cubicBezTo>
                  <a:cubicBezTo>
                    <a:pt x="236538" y="135765"/>
                    <a:pt x="118269" y="135765"/>
                    <a:pt x="0" y="135765"/>
                  </a:cubicBezTo>
                  <a:close/>
                </a:path>
              </a:pathLst>
            </a:custGeom>
            <a:solidFill>
              <a:srgbClr val="CC79A7">
                <a:alpha val="5556"/>
              </a:srgbClr>
            </a:solidFill>
            <a:ln w="0">
              <a:noFill/>
            </a:ln>
          </p:spPr>
        </p:sp>
        <p:sp>
          <p:nvSpPr>
            <p:cNvPr id="2848" name="smooth-map-feature-4-shade-32">
              <a:extLst>
                <a:ext uri="{FF2B5EF4-FFF2-40B4-BE49-F238E27FC236}">
                  <a16:creationId xmlns:a16="http://schemas.microsoft.com/office/drawing/2014/main" id="{83DD9B0A-3BF7-438B-8166-C78515BE4A27}"/>
                </a:ext>
              </a:extLst>
            </p:cNvPr>
            <p:cNvSpPr>
              <a:spLocks noGrp="1"/>
            </p:cNvSpPr>
            <p:nvPr/>
          </p:nvSpPr>
          <p:spPr>
            <a:xfrm>
              <a:off x="21240750" y="6019800"/>
              <a:ext cx="2838450" cy="1143000"/>
            </a:xfrm>
            <a:custGeom>
              <a:pathLst>
                <a:path w="2838450" h="1143000">
                  <a:moveTo>
                    <a:pt x="0" y="56987"/>
                  </a:moveTo>
                  <a:cubicBezTo>
                    <a:pt x="118269" y="56987"/>
                    <a:pt x="236538" y="56987"/>
                    <a:pt x="354806" y="56987"/>
                  </a:cubicBezTo>
                  <a:cubicBezTo>
                    <a:pt x="591344" y="56987"/>
                    <a:pt x="827881" y="61683"/>
                    <a:pt x="1064419" y="61683"/>
                  </a:cubicBezTo>
                  <a:cubicBezTo>
                    <a:pt x="1300956" y="61683"/>
                    <a:pt x="1537494" y="33933"/>
                    <a:pt x="1774031" y="29119"/>
                  </a:cubicBezTo>
                  <a:cubicBezTo>
                    <a:pt x="2010569" y="24304"/>
                    <a:pt x="2247106" y="19839"/>
                    <a:pt x="2483644" y="19839"/>
                  </a:cubicBezTo>
                  <a:cubicBezTo>
                    <a:pt x="2601912" y="19839"/>
                    <a:pt x="2720181" y="19839"/>
                    <a:pt x="2838450" y="19839"/>
                  </a:cubicBezTo>
                  <a:lnTo>
                    <a:pt x="2838450" y="166359"/>
                  </a:lnTo>
                  <a:cubicBezTo>
                    <a:pt x="2720181" y="166359"/>
                    <a:pt x="2601912" y="166359"/>
                    <a:pt x="2483644" y="166359"/>
                  </a:cubicBezTo>
                  <a:cubicBezTo>
                    <a:pt x="2247106" y="166359"/>
                    <a:pt x="2010569" y="87115"/>
                    <a:pt x="1774031" y="87115"/>
                  </a:cubicBezTo>
                  <a:cubicBezTo>
                    <a:pt x="1537494" y="87115"/>
                    <a:pt x="1300956" y="109102"/>
                    <a:pt x="1064419" y="116489"/>
                  </a:cubicBezTo>
                  <a:cubicBezTo>
                    <a:pt x="827881" y="123876"/>
                    <a:pt x="591344" y="134282"/>
                    <a:pt x="354806" y="134282"/>
                  </a:cubicBezTo>
                  <a:cubicBezTo>
                    <a:pt x="236538" y="134282"/>
                    <a:pt x="118269" y="134282"/>
                    <a:pt x="0" y="134282"/>
                  </a:cubicBezTo>
                  <a:close/>
                </a:path>
              </a:pathLst>
            </a:custGeom>
            <a:solidFill>
              <a:srgbClr val="CC79A7">
                <a:alpha val="5882"/>
              </a:srgbClr>
            </a:solidFill>
            <a:ln w="0">
              <a:noFill/>
            </a:ln>
          </p:spPr>
        </p:sp>
        <p:sp>
          <p:nvSpPr>
            <p:cNvPr id="2849" name="smooth-map-feature-4-shade-33">
              <a:extLst>
                <a:ext uri="{FF2B5EF4-FFF2-40B4-BE49-F238E27FC236}">
                  <a16:creationId xmlns:a16="http://schemas.microsoft.com/office/drawing/2014/main" id="{3E8C194A-8154-4FCE-9B40-61D342588DA7}"/>
                </a:ext>
              </a:extLst>
            </p:cNvPr>
            <p:cNvSpPr>
              <a:spLocks noGrp="1"/>
            </p:cNvSpPr>
            <p:nvPr/>
          </p:nvSpPr>
          <p:spPr>
            <a:xfrm>
              <a:off x="21240750" y="6019800"/>
              <a:ext cx="2838450" cy="1143000"/>
            </a:xfrm>
            <a:custGeom>
              <a:pathLst>
                <a:path w="2838450" h="1143000">
                  <a:moveTo>
                    <a:pt x="0" y="58481"/>
                  </a:moveTo>
                  <a:cubicBezTo>
                    <a:pt x="118269" y="58481"/>
                    <a:pt x="236538" y="58481"/>
                    <a:pt x="354806" y="58481"/>
                  </a:cubicBezTo>
                  <a:cubicBezTo>
                    <a:pt x="591344" y="58481"/>
                    <a:pt x="827881" y="62742"/>
                    <a:pt x="1064419" y="62742"/>
                  </a:cubicBezTo>
                  <a:cubicBezTo>
                    <a:pt x="1300956" y="62742"/>
                    <a:pt x="1537494" y="34332"/>
                    <a:pt x="1774031" y="30239"/>
                  </a:cubicBezTo>
                  <a:cubicBezTo>
                    <a:pt x="2010569" y="26147"/>
                    <a:pt x="2247106" y="22671"/>
                    <a:pt x="2483644" y="22671"/>
                  </a:cubicBezTo>
                  <a:cubicBezTo>
                    <a:pt x="2601912" y="22671"/>
                    <a:pt x="2720181" y="22671"/>
                    <a:pt x="2838450" y="22671"/>
                  </a:cubicBezTo>
                  <a:lnTo>
                    <a:pt x="2838450" y="163527"/>
                  </a:lnTo>
                  <a:cubicBezTo>
                    <a:pt x="2720181" y="163527"/>
                    <a:pt x="2601912" y="163527"/>
                    <a:pt x="2483644" y="163527"/>
                  </a:cubicBezTo>
                  <a:cubicBezTo>
                    <a:pt x="2247106" y="163527"/>
                    <a:pt x="2010569" y="85994"/>
                    <a:pt x="1774031" y="85994"/>
                  </a:cubicBezTo>
                  <a:cubicBezTo>
                    <a:pt x="1537494" y="85994"/>
                    <a:pt x="1300956" y="108151"/>
                    <a:pt x="1064419" y="115430"/>
                  </a:cubicBezTo>
                  <a:cubicBezTo>
                    <a:pt x="827881" y="122709"/>
                    <a:pt x="591344" y="132788"/>
                    <a:pt x="354806" y="132788"/>
                  </a:cubicBezTo>
                  <a:cubicBezTo>
                    <a:pt x="236538" y="132788"/>
                    <a:pt x="118269" y="132788"/>
                    <a:pt x="0" y="132788"/>
                  </a:cubicBezTo>
                  <a:close/>
                </a:path>
              </a:pathLst>
            </a:custGeom>
            <a:solidFill>
              <a:srgbClr val="CC79A7">
                <a:alpha val="6250"/>
              </a:srgbClr>
            </a:solidFill>
            <a:ln w="0">
              <a:noFill/>
            </a:ln>
          </p:spPr>
        </p:sp>
        <p:sp>
          <p:nvSpPr>
            <p:cNvPr id="2850" name="smooth-map-feature-4-shade-34">
              <a:extLst>
                <a:ext uri="{FF2B5EF4-FFF2-40B4-BE49-F238E27FC236}">
                  <a16:creationId xmlns:a16="http://schemas.microsoft.com/office/drawing/2014/main" id="{32357E0E-7D6F-45F6-8343-72DBB18196A8}"/>
                </a:ext>
              </a:extLst>
            </p:cNvPr>
            <p:cNvSpPr>
              <a:spLocks noGrp="1"/>
            </p:cNvSpPr>
            <p:nvPr/>
          </p:nvSpPr>
          <p:spPr>
            <a:xfrm>
              <a:off x="21240750" y="6019800"/>
              <a:ext cx="2838450" cy="1143000"/>
            </a:xfrm>
            <a:custGeom>
              <a:pathLst>
                <a:path w="2838450" h="1143000">
                  <a:moveTo>
                    <a:pt x="0" y="59990"/>
                  </a:moveTo>
                  <a:cubicBezTo>
                    <a:pt x="118269" y="59990"/>
                    <a:pt x="236538" y="59990"/>
                    <a:pt x="354806" y="59990"/>
                  </a:cubicBezTo>
                  <a:cubicBezTo>
                    <a:pt x="591344" y="59990"/>
                    <a:pt x="827881" y="63812"/>
                    <a:pt x="1064419" y="63812"/>
                  </a:cubicBezTo>
                  <a:cubicBezTo>
                    <a:pt x="1300956" y="63812"/>
                    <a:pt x="1537494" y="34671"/>
                    <a:pt x="1774031" y="31372"/>
                  </a:cubicBezTo>
                  <a:cubicBezTo>
                    <a:pt x="2010569" y="28073"/>
                    <a:pt x="2247106" y="25532"/>
                    <a:pt x="2483644" y="25532"/>
                  </a:cubicBezTo>
                  <a:cubicBezTo>
                    <a:pt x="2601912" y="25532"/>
                    <a:pt x="2720181" y="25532"/>
                    <a:pt x="2838450" y="25532"/>
                  </a:cubicBezTo>
                  <a:lnTo>
                    <a:pt x="2838450" y="160666"/>
                  </a:lnTo>
                  <a:cubicBezTo>
                    <a:pt x="2720181" y="160666"/>
                    <a:pt x="2601912" y="160666"/>
                    <a:pt x="2483644" y="160666"/>
                  </a:cubicBezTo>
                  <a:cubicBezTo>
                    <a:pt x="2247106" y="160666"/>
                    <a:pt x="2010569" y="84862"/>
                    <a:pt x="1774031" y="84862"/>
                  </a:cubicBezTo>
                  <a:cubicBezTo>
                    <a:pt x="1537494" y="84862"/>
                    <a:pt x="1300956" y="107192"/>
                    <a:pt x="1064419" y="114360"/>
                  </a:cubicBezTo>
                  <a:cubicBezTo>
                    <a:pt x="827881" y="121528"/>
                    <a:pt x="591344" y="131279"/>
                    <a:pt x="354806" y="131279"/>
                  </a:cubicBezTo>
                  <a:cubicBezTo>
                    <a:pt x="236538" y="131279"/>
                    <a:pt x="118269" y="131279"/>
                    <a:pt x="0" y="131279"/>
                  </a:cubicBezTo>
                  <a:close/>
                </a:path>
              </a:pathLst>
            </a:custGeom>
            <a:solidFill>
              <a:srgbClr val="CC79A7">
                <a:alpha val="6667"/>
              </a:srgbClr>
            </a:solidFill>
            <a:ln w="0">
              <a:noFill/>
            </a:ln>
          </p:spPr>
        </p:sp>
        <p:sp>
          <p:nvSpPr>
            <p:cNvPr id="2851" name="smooth-map-feature-4-shade-35">
              <a:extLst>
                <a:ext uri="{FF2B5EF4-FFF2-40B4-BE49-F238E27FC236}">
                  <a16:creationId xmlns:a16="http://schemas.microsoft.com/office/drawing/2014/main" id="{9A35E85F-5A6F-4444-8EF1-8BE479814017}"/>
                </a:ext>
              </a:extLst>
            </p:cNvPr>
            <p:cNvSpPr>
              <a:spLocks noGrp="1"/>
            </p:cNvSpPr>
            <p:nvPr/>
          </p:nvSpPr>
          <p:spPr>
            <a:xfrm>
              <a:off x="21240750" y="6019800"/>
              <a:ext cx="2838450" cy="1143000"/>
            </a:xfrm>
            <a:custGeom>
              <a:pathLst>
                <a:path w="2838450" h="1143000">
                  <a:moveTo>
                    <a:pt x="0" y="61520"/>
                  </a:moveTo>
                  <a:cubicBezTo>
                    <a:pt x="118269" y="61520"/>
                    <a:pt x="236538" y="61520"/>
                    <a:pt x="354806" y="61520"/>
                  </a:cubicBezTo>
                  <a:cubicBezTo>
                    <a:pt x="591344" y="61520"/>
                    <a:pt x="827881" y="64897"/>
                    <a:pt x="1064419" y="64897"/>
                  </a:cubicBezTo>
                  <a:cubicBezTo>
                    <a:pt x="1300956" y="64897"/>
                    <a:pt x="1537494" y="34939"/>
                    <a:pt x="1774031" y="32520"/>
                  </a:cubicBezTo>
                  <a:cubicBezTo>
                    <a:pt x="2010569" y="30100"/>
                    <a:pt x="2247106" y="28432"/>
                    <a:pt x="2483644" y="28432"/>
                  </a:cubicBezTo>
                  <a:cubicBezTo>
                    <a:pt x="2601912" y="28432"/>
                    <a:pt x="2720181" y="28432"/>
                    <a:pt x="2838450" y="28432"/>
                  </a:cubicBezTo>
                  <a:lnTo>
                    <a:pt x="2838450" y="157766"/>
                  </a:lnTo>
                  <a:cubicBezTo>
                    <a:pt x="2720181" y="157766"/>
                    <a:pt x="2601912" y="157766"/>
                    <a:pt x="2483644" y="157766"/>
                  </a:cubicBezTo>
                  <a:cubicBezTo>
                    <a:pt x="2247106" y="157766"/>
                    <a:pt x="2010569" y="83714"/>
                    <a:pt x="1774031" y="83714"/>
                  </a:cubicBezTo>
                  <a:cubicBezTo>
                    <a:pt x="1537494" y="83714"/>
                    <a:pt x="1300956" y="106223"/>
                    <a:pt x="1064419" y="113275"/>
                  </a:cubicBezTo>
                  <a:cubicBezTo>
                    <a:pt x="827881" y="120328"/>
                    <a:pt x="591344" y="129749"/>
                    <a:pt x="354806" y="129749"/>
                  </a:cubicBezTo>
                  <a:cubicBezTo>
                    <a:pt x="236538" y="129749"/>
                    <a:pt x="118269" y="129749"/>
                    <a:pt x="0" y="129749"/>
                  </a:cubicBezTo>
                  <a:close/>
                </a:path>
              </a:pathLst>
            </a:custGeom>
            <a:solidFill>
              <a:srgbClr val="CC79A7">
                <a:alpha val="7143"/>
              </a:srgbClr>
            </a:solidFill>
            <a:ln w="0">
              <a:noFill/>
            </a:ln>
          </p:spPr>
        </p:sp>
        <p:sp>
          <p:nvSpPr>
            <p:cNvPr id="2852" name="smooth-map-feature-4-shade-36">
              <a:extLst>
                <a:ext uri="{FF2B5EF4-FFF2-40B4-BE49-F238E27FC236}">
                  <a16:creationId xmlns:a16="http://schemas.microsoft.com/office/drawing/2014/main" id="{1BA2BDA3-377E-4DD6-B82A-91D343E48259}"/>
                </a:ext>
              </a:extLst>
            </p:cNvPr>
            <p:cNvSpPr>
              <a:spLocks noGrp="1"/>
            </p:cNvSpPr>
            <p:nvPr/>
          </p:nvSpPr>
          <p:spPr>
            <a:xfrm>
              <a:off x="21240750" y="6019800"/>
              <a:ext cx="2838450" cy="1143000"/>
            </a:xfrm>
            <a:custGeom>
              <a:pathLst>
                <a:path w="2838450" h="1143000">
                  <a:moveTo>
                    <a:pt x="0" y="63076"/>
                  </a:moveTo>
                  <a:cubicBezTo>
                    <a:pt x="118269" y="63076"/>
                    <a:pt x="236538" y="63076"/>
                    <a:pt x="354806" y="63076"/>
                  </a:cubicBezTo>
                  <a:cubicBezTo>
                    <a:pt x="591344" y="63076"/>
                    <a:pt x="827881" y="66000"/>
                    <a:pt x="1064419" y="66000"/>
                  </a:cubicBezTo>
                  <a:cubicBezTo>
                    <a:pt x="1300956" y="66000"/>
                    <a:pt x="1537494" y="35122"/>
                    <a:pt x="1774031" y="33687"/>
                  </a:cubicBezTo>
                  <a:cubicBezTo>
                    <a:pt x="2010569" y="32252"/>
                    <a:pt x="2247106" y="31381"/>
                    <a:pt x="2483644" y="31381"/>
                  </a:cubicBezTo>
                  <a:cubicBezTo>
                    <a:pt x="2601912" y="31381"/>
                    <a:pt x="2720181" y="31381"/>
                    <a:pt x="2838450" y="31381"/>
                  </a:cubicBezTo>
                  <a:lnTo>
                    <a:pt x="2838450" y="154817"/>
                  </a:lnTo>
                  <a:cubicBezTo>
                    <a:pt x="2720181" y="154817"/>
                    <a:pt x="2601912" y="154817"/>
                    <a:pt x="2483644" y="154817"/>
                  </a:cubicBezTo>
                  <a:cubicBezTo>
                    <a:pt x="2247106" y="154817"/>
                    <a:pt x="2010569" y="82547"/>
                    <a:pt x="1774031" y="82547"/>
                  </a:cubicBezTo>
                  <a:cubicBezTo>
                    <a:pt x="1537494" y="82547"/>
                    <a:pt x="1300956" y="105240"/>
                    <a:pt x="1064419" y="112172"/>
                  </a:cubicBezTo>
                  <a:cubicBezTo>
                    <a:pt x="827881" y="119104"/>
                    <a:pt x="591344" y="128193"/>
                    <a:pt x="354806" y="128193"/>
                  </a:cubicBezTo>
                  <a:cubicBezTo>
                    <a:pt x="236538" y="128193"/>
                    <a:pt x="118269" y="128193"/>
                    <a:pt x="0" y="128193"/>
                  </a:cubicBezTo>
                  <a:close/>
                </a:path>
              </a:pathLst>
            </a:custGeom>
            <a:solidFill>
              <a:srgbClr val="CC79A7">
                <a:alpha val="7692"/>
              </a:srgbClr>
            </a:solidFill>
            <a:ln w="0">
              <a:noFill/>
            </a:ln>
          </p:spPr>
        </p:sp>
        <p:sp>
          <p:nvSpPr>
            <p:cNvPr id="2853" name="smooth-map-feature-4-shade-37">
              <a:extLst>
                <a:ext uri="{FF2B5EF4-FFF2-40B4-BE49-F238E27FC236}">
                  <a16:creationId xmlns:a16="http://schemas.microsoft.com/office/drawing/2014/main" id="{5F3E1356-8DB0-4B6B-9209-8576A6F11C58}"/>
                </a:ext>
              </a:extLst>
            </p:cNvPr>
            <p:cNvSpPr>
              <a:spLocks noGrp="1"/>
            </p:cNvSpPr>
            <p:nvPr/>
          </p:nvSpPr>
          <p:spPr>
            <a:xfrm>
              <a:off x="21240750" y="6019800"/>
              <a:ext cx="2838450" cy="1143000"/>
            </a:xfrm>
            <a:custGeom>
              <a:pathLst>
                <a:path w="2838450" h="1143000">
                  <a:moveTo>
                    <a:pt x="0" y="64664"/>
                  </a:moveTo>
                  <a:cubicBezTo>
                    <a:pt x="118269" y="64664"/>
                    <a:pt x="236538" y="64664"/>
                    <a:pt x="354806" y="64664"/>
                  </a:cubicBezTo>
                  <a:cubicBezTo>
                    <a:pt x="591344" y="64664"/>
                    <a:pt x="827881" y="67126"/>
                    <a:pt x="1064419" y="67126"/>
                  </a:cubicBezTo>
                  <a:cubicBezTo>
                    <a:pt x="1300956" y="67126"/>
                    <a:pt x="1537494" y="35199"/>
                    <a:pt x="1774031" y="34879"/>
                  </a:cubicBezTo>
                  <a:cubicBezTo>
                    <a:pt x="2010569" y="34559"/>
                    <a:pt x="2247106" y="34391"/>
                    <a:pt x="2483644" y="34391"/>
                  </a:cubicBezTo>
                  <a:cubicBezTo>
                    <a:pt x="2601912" y="34391"/>
                    <a:pt x="2720181" y="34391"/>
                    <a:pt x="2838450" y="34391"/>
                  </a:cubicBezTo>
                  <a:lnTo>
                    <a:pt x="2838450" y="151807"/>
                  </a:lnTo>
                  <a:cubicBezTo>
                    <a:pt x="2720181" y="151807"/>
                    <a:pt x="2601912" y="151807"/>
                    <a:pt x="2483644" y="151807"/>
                  </a:cubicBezTo>
                  <a:cubicBezTo>
                    <a:pt x="2247106" y="151807"/>
                    <a:pt x="2010569" y="81355"/>
                    <a:pt x="1774031" y="81355"/>
                  </a:cubicBezTo>
                  <a:cubicBezTo>
                    <a:pt x="1537494" y="81355"/>
                    <a:pt x="1300956" y="104240"/>
                    <a:pt x="1064419" y="111046"/>
                  </a:cubicBezTo>
                  <a:cubicBezTo>
                    <a:pt x="827881" y="117852"/>
                    <a:pt x="591344" y="126605"/>
                    <a:pt x="354806" y="126605"/>
                  </a:cubicBezTo>
                  <a:cubicBezTo>
                    <a:pt x="236538" y="126605"/>
                    <a:pt x="118269" y="126605"/>
                    <a:pt x="0" y="126605"/>
                  </a:cubicBezTo>
                  <a:close/>
                </a:path>
              </a:pathLst>
            </a:custGeom>
            <a:solidFill>
              <a:srgbClr val="CC79A7">
                <a:alpha val="8333"/>
              </a:srgbClr>
            </a:solidFill>
            <a:ln w="0">
              <a:noFill/>
            </a:ln>
          </p:spPr>
        </p:sp>
        <p:sp>
          <p:nvSpPr>
            <p:cNvPr id="2854" name="smooth-map-feature-4-shade-38">
              <a:extLst>
                <a:ext uri="{FF2B5EF4-FFF2-40B4-BE49-F238E27FC236}">
                  <a16:creationId xmlns:a16="http://schemas.microsoft.com/office/drawing/2014/main" id="{F9921722-ADC5-49B0-BD3C-3A52110445EE}"/>
                </a:ext>
              </a:extLst>
            </p:cNvPr>
            <p:cNvSpPr>
              <a:spLocks noGrp="1"/>
            </p:cNvSpPr>
            <p:nvPr/>
          </p:nvSpPr>
          <p:spPr>
            <a:xfrm>
              <a:off x="21240750" y="6019800"/>
              <a:ext cx="2838450" cy="1143000"/>
            </a:xfrm>
            <a:custGeom>
              <a:pathLst>
                <a:path w="2838450" h="1143000">
                  <a:moveTo>
                    <a:pt x="0" y="66292"/>
                  </a:moveTo>
                  <a:cubicBezTo>
                    <a:pt x="118269" y="66292"/>
                    <a:pt x="236538" y="66292"/>
                    <a:pt x="354806" y="66292"/>
                  </a:cubicBezTo>
                  <a:cubicBezTo>
                    <a:pt x="591344" y="66292"/>
                    <a:pt x="827881" y="68281"/>
                    <a:pt x="1064419" y="68281"/>
                  </a:cubicBezTo>
                  <a:cubicBezTo>
                    <a:pt x="1300956" y="68281"/>
                    <a:pt x="1537494" y="36101"/>
                    <a:pt x="1774031" y="36101"/>
                  </a:cubicBezTo>
                  <a:cubicBezTo>
                    <a:pt x="2010569" y="36101"/>
                    <a:pt x="2247106" y="37478"/>
                    <a:pt x="2483644" y="37478"/>
                  </a:cubicBezTo>
                  <a:cubicBezTo>
                    <a:pt x="2601912" y="37478"/>
                    <a:pt x="2720181" y="37478"/>
                    <a:pt x="2838450" y="37478"/>
                  </a:cubicBezTo>
                  <a:lnTo>
                    <a:pt x="2838450" y="148720"/>
                  </a:lnTo>
                  <a:cubicBezTo>
                    <a:pt x="2720181" y="148720"/>
                    <a:pt x="2601912" y="148720"/>
                    <a:pt x="2483644" y="148720"/>
                  </a:cubicBezTo>
                  <a:cubicBezTo>
                    <a:pt x="2247106" y="148720"/>
                    <a:pt x="2010569" y="80133"/>
                    <a:pt x="1774031" y="80133"/>
                  </a:cubicBezTo>
                  <a:cubicBezTo>
                    <a:pt x="1537494" y="80133"/>
                    <a:pt x="1300956" y="103218"/>
                    <a:pt x="1064419" y="109891"/>
                  </a:cubicBezTo>
                  <a:cubicBezTo>
                    <a:pt x="827881" y="116565"/>
                    <a:pt x="591344" y="124977"/>
                    <a:pt x="354806" y="124977"/>
                  </a:cubicBezTo>
                  <a:cubicBezTo>
                    <a:pt x="236538" y="124977"/>
                    <a:pt x="118269" y="124977"/>
                    <a:pt x="0" y="124977"/>
                  </a:cubicBezTo>
                  <a:close/>
                </a:path>
              </a:pathLst>
            </a:custGeom>
            <a:solidFill>
              <a:srgbClr val="CC79A7">
                <a:alpha val="9091"/>
              </a:srgbClr>
            </a:solidFill>
            <a:ln w="0">
              <a:noFill/>
            </a:ln>
          </p:spPr>
        </p:sp>
        <p:sp>
          <p:nvSpPr>
            <p:cNvPr id="2855" name="smooth-map-feature-4-shade-39">
              <a:extLst>
                <a:ext uri="{FF2B5EF4-FFF2-40B4-BE49-F238E27FC236}">
                  <a16:creationId xmlns:a16="http://schemas.microsoft.com/office/drawing/2014/main" id="{0D4E46CF-EE49-43B7-B8B2-F75F369DE969}"/>
                </a:ext>
              </a:extLst>
            </p:cNvPr>
            <p:cNvSpPr>
              <a:spLocks noGrp="1"/>
            </p:cNvSpPr>
            <p:nvPr/>
          </p:nvSpPr>
          <p:spPr>
            <a:xfrm>
              <a:off x="21240750" y="6019800"/>
              <a:ext cx="2838450" cy="1143000"/>
            </a:xfrm>
            <a:custGeom>
              <a:pathLst>
                <a:path w="2838450" h="1143000">
                  <a:moveTo>
                    <a:pt x="0" y="67971"/>
                  </a:moveTo>
                  <a:cubicBezTo>
                    <a:pt x="118269" y="67971"/>
                    <a:pt x="236538" y="67971"/>
                    <a:pt x="354806" y="67971"/>
                  </a:cubicBezTo>
                  <a:cubicBezTo>
                    <a:pt x="591344" y="67971"/>
                    <a:pt x="827881" y="69471"/>
                    <a:pt x="1064419" y="69471"/>
                  </a:cubicBezTo>
                  <a:cubicBezTo>
                    <a:pt x="1300956" y="69471"/>
                    <a:pt x="1537494" y="37360"/>
                    <a:pt x="1774031" y="37360"/>
                  </a:cubicBezTo>
                  <a:cubicBezTo>
                    <a:pt x="2010569" y="37360"/>
                    <a:pt x="2247106" y="40660"/>
                    <a:pt x="2483644" y="40660"/>
                  </a:cubicBezTo>
                  <a:cubicBezTo>
                    <a:pt x="2601912" y="40660"/>
                    <a:pt x="2720181" y="40660"/>
                    <a:pt x="2838450" y="40660"/>
                  </a:cubicBezTo>
                  <a:lnTo>
                    <a:pt x="2838450" y="145538"/>
                  </a:lnTo>
                  <a:cubicBezTo>
                    <a:pt x="2720181" y="145538"/>
                    <a:pt x="2601912" y="145538"/>
                    <a:pt x="2483644" y="145538"/>
                  </a:cubicBezTo>
                  <a:cubicBezTo>
                    <a:pt x="2247106" y="145538"/>
                    <a:pt x="2010569" y="78874"/>
                    <a:pt x="1774031" y="78874"/>
                  </a:cubicBezTo>
                  <a:cubicBezTo>
                    <a:pt x="1537494" y="78874"/>
                    <a:pt x="1300956" y="102168"/>
                    <a:pt x="1064419" y="108701"/>
                  </a:cubicBezTo>
                  <a:cubicBezTo>
                    <a:pt x="827881" y="115235"/>
                    <a:pt x="591344" y="123298"/>
                    <a:pt x="354806" y="123298"/>
                  </a:cubicBezTo>
                  <a:cubicBezTo>
                    <a:pt x="236538" y="123298"/>
                    <a:pt x="118269" y="123298"/>
                    <a:pt x="0" y="123298"/>
                  </a:cubicBezTo>
                  <a:close/>
                </a:path>
              </a:pathLst>
            </a:custGeom>
            <a:solidFill>
              <a:srgbClr val="CC79A7">
                <a:alpha val="10000"/>
              </a:srgbClr>
            </a:solidFill>
            <a:ln w="0">
              <a:noFill/>
            </a:ln>
          </p:spPr>
        </p:sp>
        <p:sp>
          <p:nvSpPr>
            <p:cNvPr id="2856" name="smooth-map-feature-4-shade-40">
              <a:extLst>
                <a:ext uri="{FF2B5EF4-FFF2-40B4-BE49-F238E27FC236}">
                  <a16:creationId xmlns:a16="http://schemas.microsoft.com/office/drawing/2014/main" id="{F89121A3-F2A1-4E50-8879-2054939C6400}"/>
                </a:ext>
              </a:extLst>
            </p:cNvPr>
            <p:cNvSpPr>
              <a:spLocks noGrp="1"/>
            </p:cNvSpPr>
            <p:nvPr/>
          </p:nvSpPr>
          <p:spPr>
            <a:xfrm>
              <a:off x="21240750" y="6019800"/>
              <a:ext cx="2838450" cy="1143000"/>
            </a:xfrm>
            <a:custGeom>
              <a:pathLst>
                <a:path w="2838450" h="1143000">
                  <a:moveTo>
                    <a:pt x="0" y="69711"/>
                  </a:moveTo>
                  <a:cubicBezTo>
                    <a:pt x="118269" y="69711"/>
                    <a:pt x="236538" y="69711"/>
                    <a:pt x="354806" y="69711"/>
                  </a:cubicBezTo>
                  <a:cubicBezTo>
                    <a:pt x="591344" y="69711"/>
                    <a:pt x="827881" y="70705"/>
                    <a:pt x="1064419" y="70705"/>
                  </a:cubicBezTo>
                  <a:cubicBezTo>
                    <a:pt x="1300956" y="70705"/>
                    <a:pt x="1537494" y="38666"/>
                    <a:pt x="1774031" y="38666"/>
                  </a:cubicBezTo>
                  <a:cubicBezTo>
                    <a:pt x="2010569" y="38666"/>
                    <a:pt x="2247106" y="43959"/>
                    <a:pt x="2483644" y="43959"/>
                  </a:cubicBezTo>
                  <a:cubicBezTo>
                    <a:pt x="2601912" y="43959"/>
                    <a:pt x="2720181" y="43959"/>
                    <a:pt x="2838450" y="43959"/>
                  </a:cubicBezTo>
                  <a:lnTo>
                    <a:pt x="2838450" y="142239"/>
                  </a:lnTo>
                  <a:cubicBezTo>
                    <a:pt x="2720181" y="142239"/>
                    <a:pt x="2601912" y="142239"/>
                    <a:pt x="2483644" y="142239"/>
                  </a:cubicBezTo>
                  <a:cubicBezTo>
                    <a:pt x="2247106" y="142239"/>
                    <a:pt x="2010569" y="77568"/>
                    <a:pt x="1774031" y="77568"/>
                  </a:cubicBezTo>
                  <a:cubicBezTo>
                    <a:pt x="1537494" y="77568"/>
                    <a:pt x="1300956" y="101082"/>
                    <a:pt x="1064419" y="107467"/>
                  </a:cubicBezTo>
                  <a:cubicBezTo>
                    <a:pt x="827881" y="113852"/>
                    <a:pt x="591344" y="121558"/>
                    <a:pt x="354806" y="121558"/>
                  </a:cubicBezTo>
                  <a:cubicBezTo>
                    <a:pt x="236538" y="121558"/>
                    <a:pt x="118269" y="121558"/>
                    <a:pt x="0" y="121558"/>
                  </a:cubicBezTo>
                  <a:close/>
                </a:path>
              </a:pathLst>
            </a:custGeom>
            <a:solidFill>
              <a:srgbClr val="CC79A7">
                <a:alpha val="11111"/>
              </a:srgbClr>
            </a:solidFill>
            <a:ln w="0">
              <a:noFill/>
            </a:ln>
          </p:spPr>
        </p:sp>
        <p:sp>
          <p:nvSpPr>
            <p:cNvPr id="2857" name="smooth-map-feature-4-shade-41">
              <a:extLst>
                <a:ext uri="{FF2B5EF4-FFF2-40B4-BE49-F238E27FC236}">
                  <a16:creationId xmlns:a16="http://schemas.microsoft.com/office/drawing/2014/main" id="{594C6369-A42C-4AAB-B269-4875088BAD72}"/>
                </a:ext>
              </a:extLst>
            </p:cNvPr>
            <p:cNvSpPr>
              <a:spLocks noGrp="1"/>
            </p:cNvSpPr>
            <p:nvPr/>
          </p:nvSpPr>
          <p:spPr>
            <a:xfrm>
              <a:off x="21240750" y="6019800"/>
              <a:ext cx="2838450" cy="1143000"/>
            </a:xfrm>
            <a:custGeom>
              <a:pathLst>
                <a:path w="2838450" h="1143000">
                  <a:moveTo>
                    <a:pt x="0" y="71530"/>
                  </a:moveTo>
                  <a:cubicBezTo>
                    <a:pt x="118269" y="71530"/>
                    <a:pt x="236538" y="71530"/>
                    <a:pt x="354806" y="71530"/>
                  </a:cubicBezTo>
                  <a:cubicBezTo>
                    <a:pt x="591344" y="71530"/>
                    <a:pt x="827881" y="71994"/>
                    <a:pt x="1064419" y="71994"/>
                  </a:cubicBezTo>
                  <a:cubicBezTo>
                    <a:pt x="1300956" y="71994"/>
                    <a:pt x="1537494" y="40030"/>
                    <a:pt x="1774031" y="40030"/>
                  </a:cubicBezTo>
                  <a:cubicBezTo>
                    <a:pt x="2010569" y="40030"/>
                    <a:pt x="2247106" y="47407"/>
                    <a:pt x="2483644" y="47407"/>
                  </a:cubicBezTo>
                  <a:cubicBezTo>
                    <a:pt x="2601912" y="47407"/>
                    <a:pt x="2720181" y="47407"/>
                    <a:pt x="2838450" y="47407"/>
                  </a:cubicBezTo>
                  <a:lnTo>
                    <a:pt x="2838450" y="138792"/>
                  </a:lnTo>
                  <a:cubicBezTo>
                    <a:pt x="2720181" y="138792"/>
                    <a:pt x="2601912" y="138792"/>
                    <a:pt x="2483644" y="138792"/>
                  </a:cubicBezTo>
                  <a:cubicBezTo>
                    <a:pt x="2247106" y="138792"/>
                    <a:pt x="2010569" y="76203"/>
                    <a:pt x="1774031" y="76203"/>
                  </a:cubicBezTo>
                  <a:cubicBezTo>
                    <a:pt x="1537494" y="76203"/>
                    <a:pt x="1300956" y="99953"/>
                    <a:pt x="1064419" y="106178"/>
                  </a:cubicBezTo>
                  <a:cubicBezTo>
                    <a:pt x="827881" y="112402"/>
                    <a:pt x="591344" y="119739"/>
                    <a:pt x="354806" y="119739"/>
                  </a:cubicBezTo>
                  <a:cubicBezTo>
                    <a:pt x="236538" y="119739"/>
                    <a:pt x="118269" y="119739"/>
                    <a:pt x="0" y="119739"/>
                  </a:cubicBezTo>
                  <a:close/>
                </a:path>
              </a:pathLst>
            </a:custGeom>
            <a:solidFill>
              <a:srgbClr val="CC79A7">
                <a:alpha val="12500"/>
              </a:srgbClr>
            </a:solidFill>
            <a:ln w="0">
              <a:noFill/>
            </a:ln>
          </p:spPr>
        </p:sp>
        <p:sp>
          <p:nvSpPr>
            <p:cNvPr id="2858" name="smooth-map-feature-4-shade-42">
              <a:extLst>
                <a:ext uri="{FF2B5EF4-FFF2-40B4-BE49-F238E27FC236}">
                  <a16:creationId xmlns:a16="http://schemas.microsoft.com/office/drawing/2014/main" id="{10B5711D-349D-4FE7-A0FD-4F645B16E65A}"/>
                </a:ext>
              </a:extLst>
            </p:cNvPr>
            <p:cNvSpPr>
              <a:spLocks noGrp="1"/>
            </p:cNvSpPr>
            <p:nvPr/>
          </p:nvSpPr>
          <p:spPr>
            <a:xfrm>
              <a:off x="21240750" y="6019800"/>
              <a:ext cx="2838450" cy="1143000"/>
            </a:xfrm>
            <a:custGeom>
              <a:pathLst>
                <a:path w="2838450" h="1143000">
                  <a:moveTo>
                    <a:pt x="0" y="73448"/>
                  </a:moveTo>
                  <a:cubicBezTo>
                    <a:pt x="118269" y="73448"/>
                    <a:pt x="236538" y="73448"/>
                    <a:pt x="354806" y="73448"/>
                  </a:cubicBezTo>
                  <a:cubicBezTo>
                    <a:pt x="591344" y="73448"/>
                    <a:pt x="827881" y="73417"/>
                    <a:pt x="1064419" y="73355"/>
                  </a:cubicBezTo>
                  <a:cubicBezTo>
                    <a:pt x="1300956" y="73292"/>
                    <a:pt x="1537494" y="41470"/>
                    <a:pt x="1774031" y="41470"/>
                  </a:cubicBezTo>
                  <a:cubicBezTo>
                    <a:pt x="2010569" y="41470"/>
                    <a:pt x="2247106" y="51043"/>
                    <a:pt x="2483644" y="51043"/>
                  </a:cubicBezTo>
                  <a:cubicBezTo>
                    <a:pt x="2601912" y="51043"/>
                    <a:pt x="2720181" y="51043"/>
                    <a:pt x="2838450" y="51043"/>
                  </a:cubicBezTo>
                  <a:lnTo>
                    <a:pt x="2838450" y="135156"/>
                  </a:lnTo>
                  <a:cubicBezTo>
                    <a:pt x="2720181" y="135156"/>
                    <a:pt x="2601912" y="135156"/>
                    <a:pt x="2483644" y="135156"/>
                  </a:cubicBezTo>
                  <a:cubicBezTo>
                    <a:pt x="2247106" y="135156"/>
                    <a:pt x="2010569" y="74764"/>
                    <a:pt x="1774031" y="74764"/>
                  </a:cubicBezTo>
                  <a:cubicBezTo>
                    <a:pt x="1537494" y="74764"/>
                    <a:pt x="1300956" y="98767"/>
                    <a:pt x="1064419" y="104818"/>
                  </a:cubicBezTo>
                  <a:cubicBezTo>
                    <a:pt x="827881" y="110868"/>
                    <a:pt x="591344" y="117821"/>
                    <a:pt x="354806" y="117821"/>
                  </a:cubicBezTo>
                  <a:cubicBezTo>
                    <a:pt x="236538" y="117821"/>
                    <a:pt x="118269" y="117821"/>
                    <a:pt x="0" y="117821"/>
                  </a:cubicBezTo>
                  <a:close/>
                </a:path>
              </a:pathLst>
            </a:custGeom>
            <a:solidFill>
              <a:srgbClr val="CC79A7">
                <a:alpha val="14286"/>
              </a:srgbClr>
            </a:solidFill>
            <a:ln w="0">
              <a:noFill/>
            </a:ln>
          </p:spPr>
        </p:sp>
        <p:sp>
          <p:nvSpPr>
            <p:cNvPr id="2859" name="smooth-map-feature-4-shade-43">
              <a:extLst>
                <a:ext uri="{FF2B5EF4-FFF2-40B4-BE49-F238E27FC236}">
                  <a16:creationId xmlns:a16="http://schemas.microsoft.com/office/drawing/2014/main" id="{911A2B1E-264E-4BC8-9D73-F5D229071FB0}"/>
                </a:ext>
              </a:extLst>
            </p:cNvPr>
            <p:cNvSpPr>
              <a:spLocks noGrp="1"/>
            </p:cNvSpPr>
            <p:nvPr/>
          </p:nvSpPr>
          <p:spPr>
            <a:xfrm>
              <a:off x="21240750" y="6019800"/>
              <a:ext cx="2838450" cy="1143000"/>
            </a:xfrm>
            <a:custGeom>
              <a:pathLst>
                <a:path w="2838450" h="1143000">
                  <a:moveTo>
                    <a:pt x="0" y="75497"/>
                  </a:moveTo>
                  <a:cubicBezTo>
                    <a:pt x="118269" y="75497"/>
                    <a:pt x="236538" y="75497"/>
                    <a:pt x="354806" y="75497"/>
                  </a:cubicBezTo>
                  <a:cubicBezTo>
                    <a:pt x="591344" y="75497"/>
                    <a:pt x="827881" y="75258"/>
                    <a:pt x="1064419" y="74807"/>
                  </a:cubicBezTo>
                  <a:cubicBezTo>
                    <a:pt x="1300956" y="74357"/>
                    <a:pt x="1537494" y="43007"/>
                    <a:pt x="1774031" y="43007"/>
                  </a:cubicBezTo>
                  <a:cubicBezTo>
                    <a:pt x="2010569" y="43007"/>
                    <a:pt x="2247106" y="54927"/>
                    <a:pt x="2483644" y="54927"/>
                  </a:cubicBezTo>
                  <a:cubicBezTo>
                    <a:pt x="2601912" y="54927"/>
                    <a:pt x="2720181" y="54927"/>
                    <a:pt x="2838450" y="54927"/>
                  </a:cubicBezTo>
                  <a:lnTo>
                    <a:pt x="2838450" y="131272"/>
                  </a:lnTo>
                  <a:cubicBezTo>
                    <a:pt x="2720181" y="131272"/>
                    <a:pt x="2601912" y="131272"/>
                    <a:pt x="2483644" y="131272"/>
                  </a:cubicBezTo>
                  <a:cubicBezTo>
                    <a:pt x="2247106" y="131272"/>
                    <a:pt x="2010569" y="73227"/>
                    <a:pt x="1774031" y="73227"/>
                  </a:cubicBezTo>
                  <a:cubicBezTo>
                    <a:pt x="1537494" y="73227"/>
                    <a:pt x="1300956" y="97505"/>
                    <a:pt x="1064419" y="103365"/>
                  </a:cubicBezTo>
                  <a:cubicBezTo>
                    <a:pt x="827881" y="109224"/>
                    <a:pt x="591344" y="115772"/>
                    <a:pt x="354806" y="115772"/>
                  </a:cubicBezTo>
                  <a:cubicBezTo>
                    <a:pt x="236538" y="115772"/>
                    <a:pt x="118269" y="115772"/>
                    <a:pt x="0" y="115772"/>
                  </a:cubicBezTo>
                  <a:close/>
                </a:path>
              </a:pathLst>
            </a:custGeom>
            <a:solidFill>
              <a:srgbClr val="CC79A7">
                <a:alpha val="16667"/>
              </a:srgbClr>
            </a:solidFill>
            <a:ln w="0">
              <a:noFill/>
            </a:ln>
          </p:spPr>
        </p:sp>
        <p:sp>
          <p:nvSpPr>
            <p:cNvPr id="2860" name="smooth-map-feature-4-shade-44">
              <a:extLst>
                <a:ext uri="{FF2B5EF4-FFF2-40B4-BE49-F238E27FC236}">
                  <a16:creationId xmlns:a16="http://schemas.microsoft.com/office/drawing/2014/main" id="{CE683916-827C-411C-9369-C60E8FC2393B}"/>
                </a:ext>
              </a:extLst>
            </p:cNvPr>
            <p:cNvSpPr>
              <a:spLocks noGrp="1"/>
            </p:cNvSpPr>
            <p:nvPr/>
          </p:nvSpPr>
          <p:spPr>
            <a:xfrm>
              <a:off x="21240750" y="6019800"/>
              <a:ext cx="2838450" cy="1143000"/>
            </a:xfrm>
            <a:custGeom>
              <a:pathLst>
                <a:path w="2838450" h="1143000">
                  <a:moveTo>
                    <a:pt x="0" y="77724"/>
                  </a:moveTo>
                  <a:cubicBezTo>
                    <a:pt x="118269" y="77724"/>
                    <a:pt x="236538" y="77724"/>
                    <a:pt x="354806" y="77724"/>
                  </a:cubicBezTo>
                  <a:cubicBezTo>
                    <a:pt x="591344" y="77724"/>
                    <a:pt x="827881" y="77242"/>
                    <a:pt x="1064419" y="76387"/>
                  </a:cubicBezTo>
                  <a:cubicBezTo>
                    <a:pt x="1300956" y="75531"/>
                    <a:pt x="1537494" y="44678"/>
                    <a:pt x="1774031" y="44678"/>
                  </a:cubicBezTo>
                  <a:cubicBezTo>
                    <a:pt x="2010569" y="44678"/>
                    <a:pt x="2247106" y="59148"/>
                    <a:pt x="2483644" y="59148"/>
                  </a:cubicBezTo>
                  <a:cubicBezTo>
                    <a:pt x="2601912" y="59148"/>
                    <a:pt x="2720181" y="59148"/>
                    <a:pt x="2838450" y="59148"/>
                  </a:cubicBezTo>
                  <a:lnTo>
                    <a:pt x="2838450" y="127050"/>
                  </a:lnTo>
                  <a:cubicBezTo>
                    <a:pt x="2720181" y="127050"/>
                    <a:pt x="2601912" y="127050"/>
                    <a:pt x="2483644" y="127050"/>
                  </a:cubicBezTo>
                  <a:cubicBezTo>
                    <a:pt x="2247106" y="127050"/>
                    <a:pt x="2010569" y="71556"/>
                    <a:pt x="1774031" y="71556"/>
                  </a:cubicBezTo>
                  <a:cubicBezTo>
                    <a:pt x="1537494" y="71556"/>
                    <a:pt x="1300956" y="96142"/>
                    <a:pt x="1064419" y="101786"/>
                  </a:cubicBezTo>
                  <a:cubicBezTo>
                    <a:pt x="827881" y="107430"/>
                    <a:pt x="591344" y="113545"/>
                    <a:pt x="354806" y="113545"/>
                  </a:cubicBezTo>
                  <a:cubicBezTo>
                    <a:pt x="236538" y="113545"/>
                    <a:pt x="118269" y="113545"/>
                    <a:pt x="0" y="113545"/>
                  </a:cubicBezTo>
                  <a:close/>
                </a:path>
              </a:pathLst>
            </a:custGeom>
            <a:solidFill>
              <a:srgbClr val="CC79A7">
                <a:alpha val="20000"/>
              </a:srgbClr>
            </a:solidFill>
            <a:ln w="0">
              <a:noFill/>
            </a:ln>
          </p:spPr>
        </p:sp>
        <p:sp>
          <p:nvSpPr>
            <p:cNvPr id="2861" name="smooth-map-feature-4-shade-45">
              <a:extLst>
                <a:ext uri="{FF2B5EF4-FFF2-40B4-BE49-F238E27FC236}">
                  <a16:creationId xmlns:a16="http://schemas.microsoft.com/office/drawing/2014/main" id="{72AD451A-506E-4EA7-95D5-188B559648DA}"/>
                </a:ext>
              </a:extLst>
            </p:cNvPr>
            <p:cNvSpPr>
              <a:spLocks noGrp="1"/>
            </p:cNvSpPr>
            <p:nvPr/>
          </p:nvSpPr>
          <p:spPr>
            <a:xfrm>
              <a:off x="21240750" y="6019800"/>
              <a:ext cx="2838450" cy="1143000"/>
            </a:xfrm>
            <a:custGeom>
              <a:pathLst>
                <a:path w="2838450" h="1143000">
                  <a:moveTo>
                    <a:pt x="0" y="80209"/>
                  </a:moveTo>
                  <a:cubicBezTo>
                    <a:pt x="118269" y="80209"/>
                    <a:pt x="236538" y="80209"/>
                    <a:pt x="354806" y="80209"/>
                  </a:cubicBezTo>
                  <a:cubicBezTo>
                    <a:pt x="591344" y="80209"/>
                    <a:pt x="827881" y="79438"/>
                    <a:pt x="1064419" y="78149"/>
                  </a:cubicBezTo>
                  <a:cubicBezTo>
                    <a:pt x="1300956" y="76859"/>
                    <a:pt x="1537494" y="46543"/>
                    <a:pt x="1774031" y="46543"/>
                  </a:cubicBezTo>
                  <a:cubicBezTo>
                    <a:pt x="2010569" y="46543"/>
                    <a:pt x="2247106" y="63859"/>
                    <a:pt x="2483644" y="63859"/>
                  </a:cubicBezTo>
                  <a:cubicBezTo>
                    <a:pt x="2601912" y="63859"/>
                    <a:pt x="2720181" y="63859"/>
                    <a:pt x="2838450" y="63859"/>
                  </a:cubicBezTo>
                  <a:lnTo>
                    <a:pt x="2838450" y="122340"/>
                  </a:lnTo>
                  <a:cubicBezTo>
                    <a:pt x="2720181" y="122340"/>
                    <a:pt x="2601912" y="122340"/>
                    <a:pt x="2483644" y="122340"/>
                  </a:cubicBezTo>
                  <a:cubicBezTo>
                    <a:pt x="2247106" y="122340"/>
                    <a:pt x="2010569" y="69691"/>
                    <a:pt x="1774031" y="69691"/>
                  </a:cubicBezTo>
                  <a:cubicBezTo>
                    <a:pt x="1537494" y="69691"/>
                    <a:pt x="1300956" y="94629"/>
                    <a:pt x="1064419" y="100024"/>
                  </a:cubicBezTo>
                  <a:cubicBezTo>
                    <a:pt x="827881" y="105418"/>
                    <a:pt x="591344" y="111060"/>
                    <a:pt x="354806" y="111060"/>
                  </a:cubicBezTo>
                  <a:cubicBezTo>
                    <a:pt x="236538" y="111060"/>
                    <a:pt x="118269" y="111060"/>
                    <a:pt x="0" y="111060"/>
                  </a:cubicBezTo>
                  <a:close/>
                </a:path>
              </a:pathLst>
            </a:custGeom>
            <a:solidFill>
              <a:srgbClr val="CC79A7">
                <a:alpha val="25000"/>
              </a:srgbClr>
            </a:solidFill>
            <a:ln w="0">
              <a:noFill/>
            </a:ln>
          </p:spPr>
        </p:sp>
        <p:sp>
          <p:nvSpPr>
            <p:cNvPr id="2862" name="smooth-map-feature-4-shade-46">
              <a:extLst>
                <a:ext uri="{FF2B5EF4-FFF2-40B4-BE49-F238E27FC236}">
                  <a16:creationId xmlns:a16="http://schemas.microsoft.com/office/drawing/2014/main" id="{BC9F7711-363E-43F2-B314-DFB1B1FE7283}"/>
                </a:ext>
              </a:extLst>
            </p:cNvPr>
            <p:cNvSpPr>
              <a:spLocks noGrp="1"/>
            </p:cNvSpPr>
            <p:nvPr/>
          </p:nvSpPr>
          <p:spPr>
            <a:xfrm>
              <a:off x="21240750" y="6019800"/>
              <a:ext cx="2838450" cy="1143000"/>
            </a:xfrm>
            <a:custGeom>
              <a:pathLst>
                <a:path w="2838450" h="1143000">
                  <a:moveTo>
                    <a:pt x="0" y="83108"/>
                  </a:moveTo>
                  <a:cubicBezTo>
                    <a:pt x="118269" y="83108"/>
                    <a:pt x="236538" y="83108"/>
                    <a:pt x="354806" y="83108"/>
                  </a:cubicBezTo>
                  <a:cubicBezTo>
                    <a:pt x="591344" y="83108"/>
                    <a:pt x="827881" y="81976"/>
                    <a:pt x="1064419" y="80204"/>
                  </a:cubicBezTo>
                  <a:cubicBezTo>
                    <a:pt x="1300956" y="78431"/>
                    <a:pt x="1537494" y="48718"/>
                    <a:pt x="1774031" y="48718"/>
                  </a:cubicBezTo>
                  <a:cubicBezTo>
                    <a:pt x="2010569" y="48718"/>
                    <a:pt x="2247106" y="69354"/>
                    <a:pt x="2483644" y="69354"/>
                  </a:cubicBezTo>
                  <a:cubicBezTo>
                    <a:pt x="2601912" y="69354"/>
                    <a:pt x="2720181" y="69354"/>
                    <a:pt x="2838450" y="69354"/>
                  </a:cubicBezTo>
                  <a:lnTo>
                    <a:pt x="2838450" y="116845"/>
                  </a:lnTo>
                  <a:cubicBezTo>
                    <a:pt x="2720181" y="116845"/>
                    <a:pt x="2601912" y="116845"/>
                    <a:pt x="2483644" y="116845"/>
                  </a:cubicBezTo>
                  <a:cubicBezTo>
                    <a:pt x="2247106" y="116845"/>
                    <a:pt x="2010569" y="67516"/>
                    <a:pt x="1774031" y="67516"/>
                  </a:cubicBezTo>
                  <a:cubicBezTo>
                    <a:pt x="1537494" y="67516"/>
                    <a:pt x="1300956" y="92877"/>
                    <a:pt x="1064419" y="97968"/>
                  </a:cubicBezTo>
                  <a:cubicBezTo>
                    <a:pt x="827881" y="103059"/>
                    <a:pt x="591344" y="108161"/>
                    <a:pt x="354806" y="108161"/>
                  </a:cubicBezTo>
                  <a:cubicBezTo>
                    <a:pt x="236538" y="108161"/>
                    <a:pt x="118269" y="108161"/>
                    <a:pt x="0" y="108161"/>
                  </a:cubicBezTo>
                  <a:close/>
                </a:path>
              </a:pathLst>
            </a:custGeom>
            <a:solidFill>
              <a:srgbClr val="CC79A7">
                <a:alpha val="33333"/>
              </a:srgbClr>
            </a:solidFill>
            <a:ln w="0">
              <a:noFill/>
            </a:ln>
          </p:spPr>
        </p:sp>
        <p:sp>
          <p:nvSpPr>
            <p:cNvPr id="2863" name="smooth-map-feature-4-shade-47">
              <a:extLst>
                <a:ext uri="{FF2B5EF4-FFF2-40B4-BE49-F238E27FC236}">
                  <a16:creationId xmlns:a16="http://schemas.microsoft.com/office/drawing/2014/main" id="{D827173D-2D60-408B-85F0-5CF63B197498}"/>
                </a:ext>
              </a:extLst>
            </p:cNvPr>
            <p:cNvSpPr>
              <a:spLocks noGrp="1"/>
            </p:cNvSpPr>
            <p:nvPr/>
          </p:nvSpPr>
          <p:spPr>
            <a:xfrm>
              <a:off x="21240750" y="6019800"/>
              <a:ext cx="2838450" cy="1143000"/>
            </a:xfrm>
            <a:custGeom>
              <a:pathLst>
                <a:path w="2838450" h="1143000">
                  <a:moveTo>
                    <a:pt x="0" y="86824"/>
                  </a:moveTo>
                  <a:cubicBezTo>
                    <a:pt x="118269" y="86824"/>
                    <a:pt x="236538" y="86824"/>
                    <a:pt x="354806" y="86824"/>
                  </a:cubicBezTo>
                  <a:cubicBezTo>
                    <a:pt x="591344" y="86824"/>
                    <a:pt x="827881" y="85196"/>
                    <a:pt x="1064419" y="82839"/>
                  </a:cubicBezTo>
                  <a:cubicBezTo>
                    <a:pt x="1300956" y="80482"/>
                    <a:pt x="1537494" y="51506"/>
                    <a:pt x="1774031" y="51506"/>
                  </a:cubicBezTo>
                  <a:cubicBezTo>
                    <a:pt x="2010569" y="51506"/>
                    <a:pt x="2247106" y="76398"/>
                    <a:pt x="2483644" y="76398"/>
                  </a:cubicBezTo>
                  <a:cubicBezTo>
                    <a:pt x="2601912" y="76398"/>
                    <a:pt x="2720181" y="76398"/>
                    <a:pt x="2838450" y="76398"/>
                  </a:cubicBezTo>
                  <a:lnTo>
                    <a:pt x="2838450" y="109801"/>
                  </a:lnTo>
                  <a:cubicBezTo>
                    <a:pt x="2720181" y="109801"/>
                    <a:pt x="2601912" y="109801"/>
                    <a:pt x="2483644" y="109801"/>
                  </a:cubicBezTo>
                  <a:cubicBezTo>
                    <a:pt x="2247106" y="109801"/>
                    <a:pt x="2010569" y="64728"/>
                    <a:pt x="1774031" y="64728"/>
                  </a:cubicBezTo>
                  <a:cubicBezTo>
                    <a:pt x="1537494" y="64728"/>
                    <a:pt x="1300956" y="90652"/>
                    <a:pt x="1064419" y="95333"/>
                  </a:cubicBezTo>
                  <a:cubicBezTo>
                    <a:pt x="827881" y="100014"/>
                    <a:pt x="591344" y="104445"/>
                    <a:pt x="354806" y="104445"/>
                  </a:cubicBezTo>
                  <a:cubicBezTo>
                    <a:pt x="236538" y="104445"/>
                    <a:pt x="118269" y="104445"/>
                    <a:pt x="0" y="104445"/>
                  </a:cubicBezTo>
                  <a:close/>
                </a:path>
              </a:pathLst>
            </a:custGeom>
            <a:solidFill>
              <a:srgbClr val="CC79A7">
                <a:alpha val="50000"/>
              </a:srgbClr>
            </a:solidFill>
            <a:ln w="0">
              <a:noFill/>
            </a:ln>
          </p:spPr>
        </p:sp>
        <p:sp>
          <p:nvSpPr>
            <p:cNvPr id="2864" name="smooth-map-feature-4-shade-48">
              <a:extLst>
                <a:ext uri="{FF2B5EF4-FFF2-40B4-BE49-F238E27FC236}">
                  <a16:creationId xmlns:a16="http://schemas.microsoft.com/office/drawing/2014/main" id="{4880597A-58EE-4A20-9195-093A4150A5C7}"/>
                </a:ext>
              </a:extLst>
            </p:cNvPr>
            <p:cNvSpPr>
              <a:spLocks noGrp="1"/>
            </p:cNvSpPr>
            <p:nvPr/>
          </p:nvSpPr>
          <p:spPr>
            <a:xfrm>
              <a:off x="21240750" y="6019800"/>
              <a:ext cx="2838450" cy="1143000"/>
            </a:xfrm>
            <a:custGeom>
              <a:pathLst>
                <a:path w="2838450" h="1143000">
                  <a:moveTo>
                    <a:pt x="0" y="95635"/>
                  </a:moveTo>
                  <a:cubicBezTo>
                    <a:pt x="118269" y="95635"/>
                    <a:pt x="236538" y="95635"/>
                    <a:pt x="354806" y="95635"/>
                  </a:cubicBezTo>
                  <a:cubicBezTo>
                    <a:pt x="591344" y="95635"/>
                    <a:pt x="827881" y="92690"/>
                    <a:pt x="1064419" y="89086"/>
                  </a:cubicBezTo>
                  <a:cubicBezTo>
                    <a:pt x="1300956" y="85482"/>
                    <a:pt x="1537494" y="58117"/>
                    <a:pt x="1774031" y="58117"/>
                  </a:cubicBezTo>
                  <a:cubicBezTo>
                    <a:pt x="2010569" y="58117"/>
                    <a:pt x="2247106" y="93099"/>
                    <a:pt x="2483644" y="93099"/>
                  </a:cubicBezTo>
                  <a:cubicBezTo>
                    <a:pt x="2601912" y="93099"/>
                    <a:pt x="2720181" y="93099"/>
                    <a:pt x="2838450" y="93099"/>
                  </a:cubicBezTo>
                  <a:lnTo>
                    <a:pt x="2838450" y="93099"/>
                  </a:lnTo>
                  <a:cubicBezTo>
                    <a:pt x="2720181" y="93099"/>
                    <a:pt x="2601912" y="93099"/>
                    <a:pt x="2483644" y="93099"/>
                  </a:cubicBezTo>
                  <a:cubicBezTo>
                    <a:pt x="2247106" y="93099"/>
                    <a:pt x="2010569" y="58117"/>
                    <a:pt x="1774031" y="58117"/>
                  </a:cubicBezTo>
                  <a:cubicBezTo>
                    <a:pt x="1537494" y="58117"/>
                    <a:pt x="1300956" y="85482"/>
                    <a:pt x="1064419" y="89086"/>
                  </a:cubicBezTo>
                  <a:cubicBezTo>
                    <a:pt x="827881" y="92690"/>
                    <a:pt x="591344" y="95635"/>
                    <a:pt x="354806" y="95635"/>
                  </a:cubicBezTo>
                  <a:cubicBezTo>
                    <a:pt x="236538" y="95635"/>
                    <a:pt x="118269" y="95635"/>
                    <a:pt x="0" y="95635"/>
                  </a:cubicBezTo>
                  <a:close/>
                </a:path>
              </a:pathLst>
            </a:custGeom>
            <a:solidFill>
              <a:srgbClr val="CC79A7">
                <a:alpha val="100000"/>
              </a:srgbClr>
            </a:solidFill>
            <a:ln w="0">
              <a:noFill/>
            </a:ln>
          </p:spPr>
        </p:sp>
        <p:sp>
          <p:nvSpPr>
            <p:cNvPr id="2865" name="four:temporal-output:textbox:2394"/>
            <p:cNvSpPr>
              <a:spLocks noGrp="1"/>
            </p:cNvSpPr>
            <p:nvPr/>
          </p:nvSpPr>
          <p:spPr>
            <a:xfrm>
              <a:off x="21240750"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tₐ</a:t>
              </a:r>
              <a:endParaRPr sz="1650" b="0">
                <a:solidFill>
                  <a:srgbClr val="263238"/>
                </a:solidFill>
                <a:latin typeface="Arial" panose="020B0604020202090204"/>
                <a:ea typeface="Arial" panose="020B0604020202090204"/>
                <a:cs typeface="Arial" panose="020B0604020202090204"/>
              </a:endParaRPr>
            </a:p>
          </p:txBody>
        </p:sp>
        <p:sp>
          <p:nvSpPr>
            <p:cNvPr id="2866" name="four:temporal-output:textbox:2587"/>
            <p:cNvSpPr>
              <a:spLocks noGrp="1"/>
            </p:cNvSpPr>
            <p:nvPr/>
          </p:nvSpPr>
          <p:spPr>
            <a:xfrm>
              <a:off x="21950363"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tᵦ</a:t>
              </a:r>
              <a:endParaRPr sz="1650" b="0">
                <a:solidFill>
                  <a:srgbClr val="263238"/>
                </a:solidFill>
                <a:latin typeface="Arial" panose="020B0604020202090204"/>
                <a:ea typeface="Arial" panose="020B0604020202090204"/>
                <a:cs typeface="Arial" panose="020B0604020202090204"/>
              </a:endParaRPr>
            </a:p>
          </p:txBody>
        </p:sp>
        <p:sp>
          <p:nvSpPr>
            <p:cNvPr id="2867" name="four:temporal-output:textbox:2780"/>
            <p:cNvSpPr>
              <a:spLocks noGrp="1"/>
            </p:cNvSpPr>
            <p:nvPr/>
          </p:nvSpPr>
          <p:spPr>
            <a:xfrm>
              <a:off x="22659975"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tᵢ</a:t>
              </a:r>
              <a:endParaRPr sz="1650" b="0">
                <a:solidFill>
                  <a:srgbClr val="263238"/>
                </a:solidFill>
                <a:latin typeface="Arial" panose="020B0604020202090204"/>
                <a:ea typeface="Arial" panose="020B0604020202090204"/>
                <a:cs typeface="Arial" panose="020B0604020202090204"/>
              </a:endParaRPr>
            </a:p>
          </p:txBody>
        </p:sp>
        <p:sp>
          <p:nvSpPr>
            <p:cNvPr id="2868" name="four:temporal-output:textbox:2973"/>
            <p:cNvSpPr>
              <a:spLocks noGrp="1"/>
            </p:cNvSpPr>
            <p:nvPr/>
          </p:nvSpPr>
          <p:spPr>
            <a:xfrm>
              <a:off x="23369588" y="5743575"/>
              <a:ext cx="709613" cy="342900"/>
            </a:xfrm>
            <a:prstGeom prst="rect">
              <a:avLst/>
            </a:prstGeom>
            <a:noFill/>
            <a:ln w="0">
              <a:noFill/>
              <a:prstDash val="solid"/>
            </a:ln>
          </p:spPr>
          <p:txBody>
            <a:bodyPr wrap="none" lIns="0" tIns="0" rIns="0" bIns="0" anchor="ctr">
              <a:normAutofit/>
            </a:bodyPr>
            <a:lstStyle>
              <a:defPPr algn="ctr">
                <a:defRPr sz="1650" b="0">
                  <a:solidFill>
                    <a:srgbClr val="263238"/>
                  </a:solidFill>
                  <a:latin typeface="Arial" panose="020B0604020202090204"/>
                  <a:ea typeface="Arial" panose="020B0604020202090204"/>
                  <a:cs typeface="Arial" panose="020B0604020202090204"/>
                </a:defRPr>
              </a:defPPr>
            </a:lstStyle>
            <a:p>
              <a:pPr algn="ctr">
                <a:defRPr sz="1650" b="0">
                  <a:solidFill>
                    <a:srgbClr val="263238"/>
                  </a:solidFill>
                  <a:latin typeface="Arial" panose="020B0604020202090204"/>
                  <a:ea typeface="Arial" panose="020B0604020202090204"/>
                  <a:cs typeface="Arial" panose="020B0604020202090204"/>
                </a:defRPr>
              </a:pPr>
              <a:r>
                <a:rPr sz="1650" b="0">
                  <a:solidFill>
                    <a:srgbClr val="263238"/>
                  </a:solidFill>
                  <a:latin typeface="Arial" panose="020B0604020202090204"/>
                  <a:ea typeface="Arial" panose="020B0604020202090204"/>
                  <a:cs typeface="Arial" panose="020B0604020202090204"/>
                </a:rPr>
                <a:t>t</a:t>
              </a:r>
              <a:r>
                <a:rPr sz="1190" b="0" baseline="-25000">
                  <a:solidFill>
                    <a:srgbClr val="263238"/>
                  </a:solidFill>
                  <a:latin typeface="Arial" panose="020B0604020202090204"/>
                  <a:ea typeface="Arial" panose="020B0604020202090204"/>
                  <a:cs typeface="Arial" panose="020B0604020202090204"/>
                </a:rPr>
                <a:t>n</a:t>
              </a:r>
              <a:endParaRPr sz="1190" b="0" baseline="-25000">
                <a:solidFill>
                  <a:srgbClr val="263238"/>
                </a:solidFill>
                <a:latin typeface="Arial" panose="020B0604020202090204"/>
                <a:ea typeface="Arial" panose="020B0604020202090204"/>
                <a:cs typeface="Arial" panose="020B0604020202090204"/>
              </a:endParaRPr>
            </a:p>
          </p:txBody>
        </p:sp>
        <p:sp>
          <p:nvSpPr>
            <p:cNvPr id="2869" name="four:temporal-output:rect:3166"/>
            <p:cNvSpPr>
              <a:spLocks noGrp="1"/>
            </p:cNvSpPr>
            <p:nvPr/>
          </p:nvSpPr>
          <p:spPr>
            <a:xfrm>
              <a:off x="21240750" y="6019800"/>
              <a:ext cx="2838450" cy="1143000"/>
            </a:xfrm>
            <a:prstGeom prst="rect">
              <a:avLst/>
            </a:prstGeom>
            <a:noFill/>
            <a:ln w="9525">
              <a:solidFill>
                <a:srgbClr val="263238"/>
              </a:solidFill>
              <a:prstDash val="solid"/>
            </a:ln>
          </p:spPr>
        </p:sp>
        <p:sp>
          <p:nvSpPr>
            <p:cNvPr id="2870" name="four:temporal-output:line:3167"/>
            <p:cNvSpPr>
              <a:spLocks noGrp="1"/>
            </p:cNvSpPr>
            <p:nvPr/>
          </p:nvSpPr>
          <p:spPr>
            <a:xfrm>
              <a:off x="21078825" y="6019800"/>
              <a:ext cx="953" cy="1143000"/>
            </a:xfrm>
            <a:custGeom>
              <a:avLst/>
              <a:gdLst/>
              <a:ahLst/>
              <a:cxnLst/>
              <a:pathLst>
                <a:path w="953" h="1143000">
                  <a:moveTo>
                    <a:pt x="0" y="1143000"/>
                  </a:moveTo>
                  <a:lnTo>
                    <a:pt x="0" y="0"/>
                  </a:lnTo>
                </a:path>
              </a:pathLst>
            </a:custGeom>
            <a:noFill/>
            <a:ln w="12383">
              <a:solidFill>
                <a:srgbClr val="263238"/>
              </a:solidFill>
              <a:prstDash val="solid"/>
            </a:ln>
          </p:spPr>
        </p:sp>
        <p:sp>
          <p:nvSpPr>
            <p:cNvPr id="2871" name="four:temporal-output:polygon:3168"/>
            <p:cNvSpPr>
              <a:spLocks noGrp="1"/>
            </p:cNvSpPr>
            <p:nvPr/>
          </p:nvSpPr>
          <p:spPr>
            <a:xfrm>
              <a:off x="21046059" y="6019800"/>
              <a:ext cx="65532" cy="76200"/>
            </a:xfrm>
            <a:custGeom>
              <a:avLst/>
              <a:gdLst/>
              <a:ahLst/>
              <a:cxnLst/>
              <a:pathLst>
                <a:path w="65532" h="76200">
                  <a:moveTo>
                    <a:pt x="32766" y="0"/>
                  </a:moveTo>
                  <a:lnTo>
                    <a:pt x="0" y="76200"/>
                  </a:lnTo>
                  <a:lnTo>
                    <a:pt x="65532" y="76200"/>
                  </a:lnTo>
                  <a:close/>
                </a:path>
              </a:pathLst>
            </a:custGeom>
            <a:solidFill>
              <a:srgbClr val="263238"/>
            </a:solidFill>
            <a:ln w="0">
              <a:noFill/>
              <a:prstDash val="solid"/>
            </a:ln>
          </p:spPr>
        </p:sp>
        <p:sp>
          <p:nvSpPr>
            <p:cNvPr id="2872" name="four:temporal-output:textbox:3169"/>
            <p:cNvSpPr>
              <a:spLocks noGrp="1"/>
            </p:cNvSpPr>
            <p:nvPr/>
          </p:nvSpPr>
          <p:spPr>
            <a:xfrm>
              <a:off x="20840700" y="6419850"/>
              <a:ext cx="228600" cy="342900"/>
            </a:xfrm>
            <a:prstGeom prst="rect">
              <a:avLst/>
            </a:prstGeom>
            <a:noFill/>
            <a:ln w="0">
              <a:noFill/>
              <a:prstDash val="solid"/>
            </a:ln>
          </p:spPr>
          <p:txBody>
            <a:bodyPr wrap="none" lIns="0" tIns="0" rIns="0" bIns="0" anchor="ctr">
              <a:normAutofit/>
            </a:bodyPr>
            <a:lstStyle>
              <a:defPPr algn="ctr">
                <a:defRPr sz="1875" b="0">
                  <a:solidFill>
                    <a:srgbClr val="263238"/>
                  </a:solidFill>
                  <a:latin typeface="Arial" panose="020B0604020202090204"/>
                  <a:ea typeface="Arial" panose="020B0604020202090204"/>
                  <a:cs typeface="Arial" panose="020B0604020202090204"/>
                </a:defRPr>
              </a:defPPr>
            </a:lstStyle>
            <a:p>
              <a:pPr algn="ctr">
                <a:defRPr sz="1875" b="0">
                  <a:solidFill>
                    <a:srgbClr val="263238"/>
                  </a:solidFill>
                  <a:latin typeface="Arial" panose="020B0604020202090204"/>
                  <a:ea typeface="Arial" panose="020B0604020202090204"/>
                  <a:cs typeface="Arial" panose="020B0604020202090204"/>
                </a:defRPr>
              </a:pPr>
              <a:r>
                <a:rPr sz="1875" b="0">
                  <a:solidFill>
                    <a:srgbClr val="263238"/>
                  </a:solidFill>
                  <a:latin typeface="Arial" panose="020B0604020202090204"/>
                  <a:ea typeface="Arial" panose="020B0604020202090204"/>
                  <a:cs typeface="Arial" panose="020B0604020202090204"/>
                </a:rPr>
                <a:t>d</a:t>
              </a:r>
              <a:endParaRPr sz="1875" b="0">
                <a:solidFill>
                  <a:srgbClr val="263238"/>
                </a:solidFill>
                <a:latin typeface="Arial" panose="020B0604020202090204"/>
                <a:ea typeface="Arial" panose="020B0604020202090204"/>
                <a:cs typeface="Arial" panose="020B0604020202090204"/>
              </a:endParaRPr>
            </a:p>
          </p:txBody>
        </p:sp>
        <p:sp>
          <p:nvSpPr>
            <p:cNvPr id="2873" name="four:temporal-output:line:3170"/>
            <p:cNvSpPr>
              <a:spLocks noGrp="1"/>
            </p:cNvSpPr>
            <p:nvPr/>
          </p:nvSpPr>
          <p:spPr>
            <a:xfrm>
              <a:off x="21240750" y="7372350"/>
              <a:ext cx="2838450" cy="953"/>
            </a:xfrm>
            <a:custGeom>
              <a:avLst/>
              <a:gdLst/>
              <a:ahLst/>
              <a:cxnLst/>
              <a:pathLst>
                <a:path w="2838450" h="953">
                  <a:moveTo>
                    <a:pt x="0" y="0"/>
                  </a:moveTo>
                  <a:lnTo>
                    <a:pt x="2838450" y="0"/>
                  </a:lnTo>
                </a:path>
              </a:pathLst>
            </a:custGeom>
            <a:noFill/>
            <a:ln w="12383">
              <a:solidFill>
                <a:srgbClr val="263238"/>
              </a:solidFill>
              <a:prstDash val="solid"/>
            </a:ln>
          </p:spPr>
        </p:sp>
        <p:sp>
          <p:nvSpPr>
            <p:cNvPr id="2874" name="four:temporal-output:polygon:3171"/>
            <p:cNvSpPr>
              <a:spLocks noGrp="1"/>
            </p:cNvSpPr>
            <p:nvPr/>
          </p:nvSpPr>
          <p:spPr>
            <a:xfrm>
              <a:off x="24003000" y="7339584"/>
              <a:ext cx="76200" cy="65532"/>
            </a:xfrm>
            <a:custGeom>
              <a:avLst/>
              <a:gdLst/>
              <a:ahLst/>
              <a:cxnLst/>
              <a:pathLst>
                <a:path w="76200" h="65532">
                  <a:moveTo>
                    <a:pt x="76200" y="32766"/>
                  </a:moveTo>
                  <a:lnTo>
                    <a:pt x="0" y="0"/>
                  </a:lnTo>
                  <a:lnTo>
                    <a:pt x="0" y="65532"/>
                  </a:lnTo>
                  <a:close/>
                </a:path>
              </a:pathLst>
            </a:custGeom>
            <a:solidFill>
              <a:srgbClr val="263238"/>
            </a:solidFill>
            <a:ln w="0">
              <a:noFill/>
              <a:prstDash val="solid"/>
            </a:ln>
          </p:spPr>
        </p:sp>
        <p:sp>
          <p:nvSpPr>
            <p:cNvPr id="2875" name="four:temporal-output:textbox:3172"/>
            <p:cNvSpPr>
              <a:spLocks noGrp="1"/>
            </p:cNvSpPr>
            <p:nvPr/>
          </p:nvSpPr>
          <p:spPr>
            <a:xfrm>
              <a:off x="24136350" y="7191375"/>
              <a:ext cx="219075" cy="342900"/>
            </a:xfrm>
            <a:prstGeom prst="rect">
              <a:avLst/>
            </a:prstGeom>
            <a:noFill/>
            <a:ln w="0">
              <a:noFill/>
              <a:prstDash val="solid"/>
            </a:ln>
          </p:spPr>
          <p:txBody>
            <a:bodyPr wrap="none" lIns="0" tIns="0" rIns="0" bIns="0" anchor="ctr">
              <a:normAutofit/>
            </a:bodyPr>
            <a:lstStyle>
              <a:defPPr algn="ctr">
                <a:defRPr sz="1950" b="0">
                  <a:solidFill>
                    <a:srgbClr val="263238"/>
                  </a:solidFill>
                  <a:latin typeface="Arial" panose="020B0604020202090204"/>
                  <a:ea typeface="Arial" panose="020B0604020202090204"/>
                  <a:cs typeface="Arial" panose="020B0604020202090204"/>
                </a:defRPr>
              </a:defPPr>
            </a:lstStyle>
            <a:p>
              <a:pPr algn="ctr">
                <a:defRPr sz="1950" b="0">
                  <a:solidFill>
                    <a:srgbClr val="263238"/>
                  </a:solidFill>
                  <a:latin typeface="Arial" panose="020B0604020202090204"/>
                  <a:ea typeface="Arial" panose="020B0604020202090204"/>
                  <a:cs typeface="Arial" panose="020B0604020202090204"/>
                </a:defRPr>
              </a:pPr>
              <a:r>
                <a:rPr sz="1950" b="0">
                  <a:solidFill>
                    <a:srgbClr val="263238"/>
                  </a:solidFill>
                  <a:latin typeface="Arial" panose="020B0604020202090204"/>
                  <a:ea typeface="Arial" panose="020B0604020202090204"/>
                  <a:cs typeface="Arial" panose="020B0604020202090204"/>
                </a:rPr>
                <a:t>t</a:t>
              </a:r>
              <a:endParaRPr sz="1950" b="0">
                <a:solidFill>
                  <a:srgbClr val="263238"/>
                </a:solidFill>
                <a:latin typeface="Arial" panose="020B0604020202090204"/>
                <a:ea typeface="Arial" panose="020B0604020202090204"/>
                <a:cs typeface="Arial" panose="020B0604020202090204"/>
              </a:endParaRPr>
            </a:p>
          </p:txBody>
        </p:sp>
      </p:grpSp>
      <p:grpSp>
        <p:nvGrpSpPr>
          <p:cNvPr id="2876" name="三维时变标量场（可编辑）"/>
          <p:cNvGrpSpPr/>
          <p:nvPr/>
        </p:nvGrpSpPr>
        <p:grpSpPr>
          <a:xfrm>
            <a:off x="0" y="0"/>
            <a:ext cx="24955500" cy="8572500"/>
            <a:chOff x="0" y="0"/>
            <a:chExt cx="24955500" cy="8572500"/>
          </a:xfrm>
        </p:grpSpPr>
        <p:sp>
          <p:nvSpPr>
            <p:cNvPr id="2877" name="addition:input:3190"/>
            <p:cNvSpPr>
              <a:spLocks noGrp="1"/>
            </p:cNvSpPr>
            <p:nvPr/>
          </p:nvSpPr>
          <p:spPr>
            <a:xfrm>
              <a:off x="374904" y="4957191"/>
              <a:ext cx="2359152" cy="2670048"/>
            </a:xfrm>
            <a:prstGeom prst="roundRect">
              <a:avLst/>
            </a:prstGeom>
            <a:solidFill>
              <a:srgbClr val="FFFFFF"/>
            </a:solidFill>
            <a:ln w="10795">
              <a:solidFill>
                <a:srgbClr val="B2D2E2"/>
              </a:solidFill>
            </a:ln>
          </p:spPr>
          <p:txBody>
            <a:bodyPr anchor="ctr"/>
            <a:lstStyle/>
            <a:p>
              <a:pPr algn="ctr">
                <a:buNone/>
              </a:pPr>
            </a:p>
          </p:txBody>
        </p:sp>
        <p:sp>
          <p:nvSpPr>
            <p:cNvPr id="2878" name="addition:input:3191"/>
            <p:cNvSpPr>
              <a:spLocks noGrp="1"/>
            </p:cNvSpPr>
            <p:nvPr/>
          </p:nvSpPr>
          <p:spPr>
            <a:xfrm>
              <a:off x="484632" y="5066919"/>
              <a:ext cx="2075688" cy="301752"/>
            </a:xfrm>
            <a:prstGeom prst="rect">
              <a:avLst/>
            </a:prstGeom>
            <a:noFill/>
          </p:spPr>
          <p:txBody>
            <a:bodyPr wrap="none" lIns="13716" tIns="0" rIns="9144" bIns="0">
              <a:spAutoFit/>
            </a:bodyPr>
            <a:lstStyle>
              <a:defPPr>
                <a:defRPr sz="1200"/>
              </a:defPPr>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a:defRPr sz="1200"/>
              </a:pPr>
              <a:r>
                <a:rPr sz="1200" b="1">
                  <a:solidFill>
                    <a:srgbClr val="263238"/>
                  </a:solidFill>
                  <a:latin typeface="Arial" panose="020B0604020202090204"/>
                  <a:ea typeface="Arial" panose="020B0604020202090204"/>
                  <a:cs typeface="Arial" panose="020B0604020202090204"/>
                </a:rPr>
                <a:t>3D time-varying scalar fields</a:t>
              </a:r>
              <a:endParaRPr sz="1200" b="1">
                <a:solidFill>
                  <a:srgbClr val="263238"/>
                </a:solidFill>
                <a:latin typeface="Arial" panose="020B0604020202090204"/>
                <a:ea typeface="Arial" panose="020B0604020202090204"/>
                <a:cs typeface="Arial" panose="020B0604020202090204"/>
              </a:endParaRPr>
            </a:p>
          </p:txBody>
        </p:sp>
        <p:sp>
          <p:nvSpPr>
            <p:cNvPr id="2879" name="addition:input:2"/>
            <p:cNvSpPr>
              <a:spLocks noGrp="1"/>
            </p:cNvSpPr>
            <p:nvPr/>
          </p:nvSpPr>
          <p:spPr>
            <a:xfrm>
              <a:off x="209550" y="5438775"/>
              <a:ext cx="2386584" cy="1690817"/>
            </a:xfrm>
            <a:custGeom>
              <a:avLst/>
              <a:gdLst/>
              <a:ahLst/>
              <a:cxnLst/>
              <a:rect l="l" t="t" r="r" b="b"/>
              <a:pathLst>
                <a:path w="1450" h="902">
                  <a:moveTo>
                    <a:pt x="0" y="0"/>
                  </a:moveTo>
                  <a:moveTo>
                    <a:pt x="109" y="817"/>
                  </a:moveTo>
                  <a:lnTo>
                    <a:pt x="969" y="902"/>
                  </a:lnTo>
                  <a:lnTo>
                    <a:pt x="1450" y="513"/>
                  </a:lnTo>
                  <a:lnTo>
                    <a:pt x="645" y="542"/>
                  </a:lnTo>
                  <a:close/>
                </a:path>
              </a:pathLst>
            </a:custGeom>
            <a:solidFill>
              <a:srgbClr val="D3EAFC">
                <a:alpha val="19000"/>
              </a:srgbClr>
            </a:solidFill>
            <a:ln>
              <a:noFill/>
            </a:ln>
          </p:spPr>
          <p:txBody>
            <a:bodyPr anchor="ctr"/>
            <a:lstStyle/>
            <a:p>
              <a:pPr algn="ctr">
                <a:buNone/>
              </a:pPr>
            </a:p>
          </p:txBody>
        </p:sp>
        <p:sp>
          <p:nvSpPr>
            <p:cNvPr id="2880" name="addition:input:3"/>
            <p:cNvSpPr>
              <a:spLocks noGrp="1"/>
            </p:cNvSpPr>
            <p:nvPr/>
          </p:nvSpPr>
          <p:spPr>
            <a:xfrm>
              <a:off x="209550" y="5438775"/>
              <a:ext cx="2386584" cy="603595"/>
            </a:xfrm>
            <a:custGeom>
              <a:avLst/>
              <a:gdLst/>
              <a:ahLst/>
              <a:cxnLst/>
              <a:rect l="l" t="t" r="r" b="b"/>
              <a:pathLst>
                <a:path w="1450" h="322">
                  <a:moveTo>
                    <a:pt x="0" y="0"/>
                  </a:moveTo>
                  <a:moveTo>
                    <a:pt x="109" y="322"/>
                  </a:moveTo>
                  <a:lnTo>
                    <a:pt x="967" y="322"/>
                  </a:lnTo>
                  <a:lnTo>
                    <a:pt x="1450" y="47"/>
                  </a:lnTo>
                  <a:lnTo>
                    <a:pt x="645" y="47"/>
                  </a:lnTo>
                  <a:close/>
                </a:path>
              </a:pathLst>
            </a:custGeom>
            <a:solidFill>
              <a:srgbClr val="D7ECFD">
                <a:alpha val="15000"/>
              </a:srgbClr>
            </a:solidFill>
            <a:ln>
              <a:noFill/>
            </a:ln>
          </p:spPr>
          <p:txBody>
            <a:bodyPr anchor="ctr"/>
            <a:lstStyle/>
            <a:p>
              <a:pPr algn="ctr">
                <a:buNone/>
              </a:pPr>
            </a:p>
          </p:txBody>
        </p:sp>
        <p:sp>
          <p:nvSpPr>
            <p:cNvPr id="2881" name="addition:input:4"/>
            <p:cNvSpPr>
              <a:spLocks noGrp="1"/>
            </p:cNvSpPr>
            <p:nvPr/>
          </p:nvSpPr>
          <p:spPr>
            <a:xfrm>
              <a:off x="209550" y="5438775"/>
              <a:ext cx="2386584" cy="1694566"/>
            </a:xfrm>
            <a:custGeom>
              <a:avLst/>
              <a:gdLst/>
              <a:ahLst/>
              <a:cxnLst/>
              <a:rect l="l" t="t" r="r" b="b"/>
              <a:pathLst>
                <a:path w="1450" h="904">
                  <a:moveTo>
                    <a:pt x="0" y="0"/>
                  </a:moveTo>
                  <a:moveTo>
                    <a:pt x="968" y="323"/>
                  </a:moveTo>
                  <a:lnTo>
                    <a:pt x="1450" y="47"/>
                  </a:lnTo>
                  <a:lnTo>
                    <a:pt x="1450" y="512"/>
                  </a:lnTo>
                  <a:lnTo>
                    <a:pt x="968" y="904"/>
                  </a:lnTo>
                  <a:close/>
                </a:path>
              </a:pathLst>
            </a:custGeom>
            <a:solidFill>
              <a:srgbClr val="DDEEFF">
                <a:alpha val="20000"/>
              </a:srgbClr>
            </a:solidFill>
            <a:ln>
              <a:noFill/>
            </a:ln>
          </p:spPr>
          <p:txBody>
            <a:bodyPr anchor="ctr"/>
            <a:lstStyle/>
            <a:p>
              <a:pPr algn="ctr">
                <a:buNone/>
              </a:pPr>
            </a:p>
          </p:txBody>
        </p:sp>
        <p:sp>
          <p:nvSpPr>
            <p:cNvPr id="2882" name="addition:input:5"/>
            <p:cNvSpPr>
              <a:spLocks noGrp="1"/>
            </p:cNvSpPr>
            <p:nvPr/>
          </p:nvSpPr>
          <p:spPr>
            <a:xfrm>
              <a:off x="209550" y="5438775"/>
              <a:ext cx="1099475" cy="882899"/>
            </a:xfrm>
            <a:custGeom>
              <a:avLst/>
              <a:gdLst/>
              <a:ahLst/>
              <a:cxnLst/>
              <a:rect l="l" t="t" r="r" b="b"/>
              <a:pathLst>
                <a:path w="668" h="471">
                  <a:moveTo>
                    <a:pt x="0" y="0"/>
                  </a:moveTo>
                  <a:moveTo>
                    <a:pt x="665" y="378"/>
                  </a:moveTo>
                  <a:lnTo>
                    <a:pt x="660" y="385"/>
                  </a:lnTo>
                  <a:lnTo>
                    <a:pt x="658" y="392"/>
                  </a:lnTo>
                  <a:lnTo>
                    <a:pt x="663" y="400"/>
                  </a:lnTo>
                  <a:lnTo>
                    <a:pt x="668" y="409"/>
                  </a:lnTo>
                  <a:lnTo>
                    <a:pt x="667" y="418"/>
                  </a:lnTo>
                  <a:lnTo>
                    <a:pt x="656" y="423"/>
                  </a:lnTo>
                  <a:lnTo>
                    <a:pt x="639" y="424"/>
                  </a:lnTo>
                  <a:lnTo>
                    <a:pt x="624" y="425"/>
                  </a:lnTo>
                  <a:lnTo>
                    <a:pt x="615" y="428"/>
                  </a:lnTo>
                  <a:lnTo>
                    <a:pt x="610" y="434"/>
                  </a:lnTo>
                  <a:lnTo>
                    <a:pt x="604" y="441"/>
                  </a:lnTo>
                  <a:lnTo>
                    <a:pt x="596" y="447"/>
                  </a:lnTo>
                  <a:lnTo>
                    <a:pt x="587" y="453"/>
                  </a:lnTo>
                  <a:lnTo>
                    <a:pt x="578" y="460"/>
                  </a:lnTo>
                  <a:lnTo>
                    <a:pt x="567" y="467"/>
                  </a:lnTo>
                  <a:lnTo>
                    <a:pt x="555" y="471"/>
                  </a:lnTo>
                  <a:lnTo>
                    <a:pt x="541" y="469"/>
                  </a:lnTo>
                  <a:lnTo>
                    <a:pt x="528" y="460"/>
                  </a:lnTo>
                  <a:lnTo>
                    <a:pt x="518" y="452"/>
                  </a:lnTo>
                  <a:lnTo>
                    <a:pt x="508" y="449"/>
                  </a:lnTo>
                  <a:lnTo>
                    <a:pt x="496" y="451"/>
                  </a:lnTo>
                  <a:lnTo>
                    <a:pt x="484" y="453"/>
                  </a:lnTo>
                  <a:lnTo>
                    <a:pt x="474" y="450"/>
                  </a:lnTo>
                  <a:lnTo>
                    <a:pt x="468" y="443"/>
                  </a:lnTo>
                  <a:lnTo>
                    <a:pt x="464" y="436"/>
                  </a:lnTo>
                  <a:lnTo>
                    <a:pt x="458" y="431"/>
                  </a:lnTo>
                  <a:lnTo>
                    <a:pt x="448" y="429"/>
                  </a:lnTo>
                  <a:lnTo>
                    <a:pt x="436" y="427"/>
                  </a:lnTo>
                  <a:lnTo>
                    <a:pt x="427" y="423"/>
                  </a:lnTo>
                  <a:lnTo>
                    <a:pt x="423" y="416"/>
                  </a:lnTo>
                  <a:lnTo>
                    <a:pt x="420" y="409"/>
                  </a:lnTo>
                  <a:lnTo>
                    <a:pt x="416" y="402"/>
                  </a:lnTo>
                  <a:lnTo>
                    <a:pt x="415" y="394"/>
                  </a:lnTo>
                  <a:lnTo>
                    <a:pt x="421" y="386"/>
                  </a:lnTo>
                  <a:lnTo>
                    <a:pt x="434" y="378"/>
                  </a:lnTo>
                  <a:lnTo>
                    <a:pt x="448" y="372"/>
                  </a:lnTo>
                  <a:lnTo>
                    <a:pt x="455" y="366"/>
                  </a:lnTo>
                  <a:lnTo>
                    <a:pt x="451" y="359"/>
                  </a:lnTo>
                  <a:lnTo>
                    <a:pt x="442" y="350"/>
                  </a:lnTo>
                  <a:lnTo>
                    <a:pt x="436" y="340"/>
                  </a:lnTo>
                  <a:lnTo>
                    <a:pt x="439" y="332"/>
                  </a:lnTo>
                  <a:lnTo>
                    <a:pt x="448" y="327"/>
                  </a:lnTo>
                  <a:lnTo>
                    <a:pt x="458" y="323"/>
                  </a:lnTo>
                  <a:lnTo>
                    <a:pt x="464" y="318"/>
                  </a:lnTo>
                  <a:lnTo>
                    <a:pt x="469" y="311"/>
                  </a:lnTo>
                  <a:lnTo>
                    <a:pt x="477" y="306"/>
                  </a:lnTo>
                  <a:lnTo>
                    <a:pt x="486" y="305"/>
                  </a:lnTo>
                  <a:lnTo>
                    <a:pt x="497" y="305"/>
                  </a:lnTo>
                  <a:lnTo>
                    <a:pt x="505" y="304"/>
                  </a:lnTo>
                  <a:lnTo>
                    <a:pt x="513" y="301"/>
                  </a:lnTo>
                  <a:lnTo>
                    <a:pt x="521" y="299"/>
                  </a:lnTo>
                  <a:lnTo>
                    <a:pt x="530" y="301"/>
                  </a:lnTo>
                  <a:lnTo>
                    <a:pt x="538" y="306"/>
                  </a:lnTo>
                  <a:lnTo>
                    <a:pt x="546" y="309"/>
                  </a:lnTo>
                  <a:lnTo>
                    <a:pt x="555" y="306"/>
                  </a:lnTo>
                  <a:lnTo>
                    <a:pt x="568" y="298"/>
                  </a:lnTo>
                  <a:lnTo>
                    <a:pt x="583" y="292"/>
                  </a:lnTo>
                  <a:lnTo>
                    <a:pt x="595" y="293"/>
                  </a:lnTo>
                  <a:lnTo>
                    <a:pt x="603" y="301"/>
                  </a:lnTo>
                  <a:lnTo>
                    <a:pt x="606" y="312"/>
                  </a:lnTo>
                  <a:lnTo>
                    <a:pt x="609" y="321"/>
                  </a:lnTo>
                  <a:lnTo>
                    <a:pt x="614" y="328"/>
                  </a:lnTo>
                  <a:lnTo>
                    <a:pt x="621" y="333"/>
                  </a:lnTo>
                  <a:lnTo>
                    <a:pt x="626" y="340"/>
                  </a:lnTo>
                  <a:lnTo>
                    <a:pt x="630" y="346"/>
                  </a:lnTo>
                  <a:lnTo>
                    <a:pt x="637" y="352"/>
                  </a:lnTo>
                  <a:lnTo>
                    <a:pt x="647" y="357"/>
                  </a:lnTo>
                  <a:lnTo>
                    <a:pt x="659" y="363"/>
                  </a:lnTo>
                  <a:lnTo>
                    <a:pt x="666" y="370"/>
                  </a:lnTo>
                  <a:close/>
                </a:path>
              </a:pathLst>
            </a:custGeom>
            <a:solidFill>
              <a:srgbClr val="A7CEE4">
                <a:alpha val="12900"/>
              </a:srgbClr>
            </a:solidFill>
            <a:ln>
              <a:noFill/>
            </a:ln>
          </p:spPr>
          <p:txBody>
            <a:bodyPr anchor="ctr"/>
            <a:lstStyle/>
            <a:p>
              <a:pPr algn="ctr">
                <a:buNone/>
              </a:pPr>
            </a:p>
          </p:txBody>
        </p:sp>
        <p:sp>
          <p:nvSpPr>
            <p:cNvPr id="2883" name="addition:input:6"/>
            <p:cNvSpPr>
              <a:spLocks noGrp="1"/>
            </p:cNvSpPr>
            <p:nvPr/>
          </p:nvSpPr>
          <p:spPr>
            <a:xfrm>
              <a:off x="209550" y="5438775"/>
              <a:ext cx="1050097" cy="862279"/>
            </a:xfrm>
            <a:custGeom>
              <a:avLst/>
              <a:gdLst/>
              <a:ahLst/>
              <a:cxnLst/>
              <a:rect l="l" t="t" r="r" b="b"/>
              <a:pathLst>
                <a:path w="638" h="460">
                  <a:moveTo>
                    <a:pt x="0" y="0"/>
                  </a:moveTo>
                  <a:moveTo>
                    <a:pt x="629" y="383"/>
                  </a:moveTo>
                  <a:lnTo>
                    <a:pt x="630" y="389"/>
                  </a:lnTo>
                  <a:lnTo>
                    <a:pt x="629" y="395"/>
                  </a:lnTo>
                  <a:lnTo>
                    <a:pt x="629" y="401"/>
                  </a:lnTo>
                  <a:lnTo>
                    <a:pt x="633" y="409"/>
                  </a:lnTo>
                  <a:lnTo>
                    <a:pt x="638" y="417"/>
                  </a:lnTo>
                  <a:lnTo>
                    <a:pt x="637" y="425"/>
                  </a:lnTo>
                  <a:lnTo>
                    <a:pt x="628" y="428"/>
                  </a:lnTo>
                  <a:lnTo>
                    <a:pt x="613" y="428"/>
                  </a:lnTo>
                  <a:lnTo>
                    <a:pt x="599" y="426"/>
                  </a:lnTo>
                  <a:lnTo>
                    <a:pt x="591" y="428"/>
                  </a:lnTo>
                  <a:lnTo>
                    <a:pt x="587" y="433"/>
                  </a:lnTo>
                  <a:lnTo>
                    <a:pt x="583" y="440"/>
                  </a:lnTo>
                  <a:lnTo>
                    <a:pt x="577" y="446"/>
                  </a:lnTo>
                  <a:lnTo>
                    <a:pt x="569" y="449"/>
                  </a:lnTo>
                  <a:lnTo>
                    <a:pt x="560" y="453"/>
                  </a:lnTo>
                  <a:lnTo>
                    <a:pt x="550" y="457"/>
                  </a:lnTo>
                  <a:lnTo>
                    <a:pt x="540" y="460"/>
                  </a:lnTo>
                  <a:lnTo>
                    <a:pt x="528" y="459"/>
                  </a:lnTo>
                  <a:lnTo>
                    <a:pt x="518" y="454"/>
                  </a:lnTo>
                  <a:lnTo>
                    <a:pt x="509" y="448"/>
                  </a:lnTo>
                  <a:lnTo>
                    <a:pt x="500" y="446"/>
                  </a:lnTo>
                  <a:lnTo>
                    <a:pt x="489" y="446"/>
                  </a:lnTo>
                  <a:lnTo>
                    <a:pt x="478" y="446"/>
                  </a:lnTo>
                  <a:lnTo>
                    <a:pt x="469" y="442"/>
                  </a:lnTo>
                  <a:lnTo>
                    <a:pt x="466" y="435"/>
                  </a:lnTo>
                  <a:lnTo>
                    <a:pt x="465" y="427"/>
                  </a:lnTo>
                  <a:lnTo>
                    <a:pt x="461" y="422"/>
                  </a:lnTo>
                  <a:lnTo>
                    <a:pt x="451" y="420"/>
                  </a:lnTo>
                  <a:lnTo>
                    <a:pt x="439" y="419"/>
                  </a:lnTo>
                  <a:lnTo>
                    <a:pt x="427" y="416"/>
                  </a:lnTo>
                  <a:lnTo>
                    <a:pt x="422" y="410"/>
                  </a:lnTo>
                  <a:lnTo>
                    <a:pt x="420" y="403"/>
                  </a:lnTo>
                  <a:lnTo>
                    <a:pt x="420" y="397"/>
                  </a:lnTo>
                  <a:lnTo>
                    <a:pt x="422" y="390"/>
                  </a:lnTo>
                  <a:lnTo>
                    <a:pt x="426" y="383"/>
                  </a:lnTo>
                  <a:lnTo>
                    <a:pt x="436" y="377"/>
                  </a:lnTo>
                  <a:lnTo>
                    <a:pt x="448" y="372"/>
                  </a:lnTo>
                  <a:lnTo>
                    <a:pt x="455" y="368"/>
                  </a:lnTo>
                  <a:lnTo>
                    <a:pt x="455" y="362"/>
                  </a:lnTo>
                  <a:lnTo>
                    <a:pt x="450" y="354"/>
                  </a:lnTo>
                  <a:lnTo>
                    <a:pt x="448" y="346"/>
                  </a:lnTo>
                  <a:lnTo>
                    <a:pt x="453" y="340"/>
                  </a:lnTo>
                  <a:lnTo>
                    <a:pt x="463" y="337"/>
                  </a:lnTo>
                  <a:lnTo>
                    <a:pt x="473" y="334"/>
                  </a:lnTo>
                  <a:lnTo>
                    <a:pt x="479" y="330"/>
                  </a:lnTo>
                  <a:lnTo>
                    <a:pt x="483" y="323"/>
                  </a:lnTo>
                  <a:lnTo>
                    <a:pt x="488" y="316"/>
                  </a:lnTo>
                  <a:lnTo>
                    <a:pt x="496" y="313"/>
                  </a:lnTo>
                  <a:lnTo>
                    <a:pt x="506" y="314"/>
                  </a:lnTo>
                  <a:lnTo>
                    <a:pt x="515" y="316"/>
                  </a:lnTo>
                  <a:lnTo>
                    <a:pt x="523" y="317"/>
                  </a:lnTo>
                  <a:lnTo>
                    <a:pt x="530" y="317"/>
                  </a:lnTo>
                  <a:lnTo>
                    <a:pt x="537" y="319"/>
                  </a:lnTo>
                  <a:lnTo>
                    <a:pt x="543" y="323"/>
                  </a:lnTo>
                  <a:lnTo>
                    <a:pt x="549" y="325"/>
                  </a:lnTo>
                  <a:lnTo>
                    <a:pt x="557" y="323"/>
                  </a:lnTo>
                  <a:lnTo>
                    <a:pt x="568" y="318"/>
                  </a:lnTo>
                  <a:lnTo>
                    <a:pt x="581" y="313"/>
                  </a:lnTo>
                  <a:lnTo>
                    <a:pt x="591" y="314"/>
                  </a:lnTo>
                  <a:lnTo>
                    <a:pt x="595" y="321"/>
                  </a:lnTo>
                  <a:lnTo>
                    <a:pt x="595" y="331"/>
                  </a:lnTo>
                  <a:lnTo>
                    <a:pt x="596" y="339"/>
                  </a:lnTo>
                  <a:lnTo>
                    <a:pt x="600" y="344"/>
                  </a:lnTo>
                  <a:lnTo>
                    <a:pt x="607" y="349"/>
                  </a:lnTo>
                  <a:lnTo>
                    <a:pt x="612" y="354"/>
                  </a:lnTo>
                  <a:lnTo>
                    <a:pt x="614" y="360"/>
                  </a:lnTo>
                  <a:lnTo>
                    <a:pt x="615" y="366"/>
                  </a:lnTo>
                  <a:lnTo>
                    <a:pt x="619" y="371"/>
                  </a:lnTo>
                  <a:lnTo>
                    <a:pt x="624" y="377"/>
                  </a:lnTo>
                  <a:close/>
                </a:path>
              </a:pathLst>
            </a:custGeom>
            <a:solidFill>
              <a:srgbClr val="59A3CD">
                <a:alpha val="12900"/>
              </a:srgbClr>
            </a:solidFill>
            <a:ln>
              <a:noFill/>
            </a:ln>
          </p:spPr>
          <p:txBody>
            <a:bodyPr anchor="ctr"/>
            <a:lstStyle/>
            <a:p>
              <a:pPr algn="ctr">
                <a:buNone/>
              </a:pPr>
            </a:p>
          </p:txBody>
        </p:sp>
        <p:sp>
          <p:nvSpPr>
            <p:cNvPr id="2884" name="addition:input:7"/>
            <p:cNvSpPr>
              <a:spLocks noGrp="1"/>
            </p:cNvSpPr>
            <p:nvPr/>
          </p:nvSpPr>
          <p:spPr>
            <a:xfrm>
              <a:off x="209550" y="5438775"/>
              <a:ext cx="1027054" cy="854781"/>
            </a:xfrm>
            <a:custGeom>
              <a:avLst/>
              <a:gdLst/>
              <a:ahLst/>
              <a:cxnLst/>
              <a:rect l="l" t="t" r="r" b="b"/>
              <a:pathLst>
                <a:path w="624" h="456">
                  <a:moveTo>
                    <a:pt x="0" y="0"/>
                  </a:moveTo>
                  <a:moveTo>
                    <a:pt x="610" y="388"/>
                  </a:moveTo>
                  <a:lnTo>
                    <a:pt x="609" y="393"/>
                  </a:lnTo>
                  <a:lnTo>
                    <a:pt x="614" y="399"/>
                  </a:lnTo>
                  <a:lnTo>
                    <a:pt x="621" y="406"/>
                  </a:lnTo>
                  <a:lnTo>
                    <a:pt x="624" y="412"/>
                  </a:lnTo>
                  <a:lnTo>
                    <a:pt x="620" y="418"/>
                  </a:lnTo>
                  <a:lnTo>
                    <a:pt x="609" y="420"/>
                  </a:lnTo>
                  <a:lnTo>
                    <a:pt x="598" y="422"/>
                  </a:lnTo>
                  <a:lnTo>
                    <a:pt x="590" y="424"/>
                  </a:lnTo>
                  <a:lnTo>
                    <a:pt x="585" y="427"/>
                  </a:lnTo>
                  <a:lnTo>
                    <a:pt x="579" y="430"/>
                  </a:lnTo>
                  <a:lnTo>
                    <a:pt x="573" y="433"/>
                  </a:lnTo>
                  <a:lnTo>
                    <a:pt x="567" y="436"/>
                  </a:lnTo>
                  <a:lnTo>
                    <a:pt x="562" y="442"/>
                  </a:lnTo>
                  <a:lnTo>
                    <a:pt x="556" y="450"/>
                  </a:lnTo>
                  <a:lnTo>
                    <a:pt x="548" y="456"/>
                  </a:lnTo>
                  <a:lnTo>
                    <a:pt x="538" y="456"/>
                  </a:lnTo>
                  <a:lnTo>
                    <a:pt x="528" y="452"/>
                  </a:lnTo>
                  <a:lnTo>
                    <a:pt x="519" y="447"/>
                  </a:lnTo>
                  <a:lnTo>
                    <a:pt x="510" y="444"/>
                  </a:lnTo>
                  <a:lnTo>
                    <a:pt x="502" y="445"/>
                  </a:lnTo>
                  <a:lnTo>
                    <a:pt x="492" y="447"/>
                  </a:lnTo>
                  <a:lnTo>
                    <a:pt x="484" y="445"/>
                  </a:lnTo>
                  <a:lnTo>
                    <a:pt x="478" y="440"/>
                  </a:lnTo>
                  <a:lnTo>
                    <a:pt x="475" y="434"/>
                  </a:lnTo>
                  <a:lnTo>
                    <a:pt x="470" y="430"/>
                  </a:lnTo>
                  <a:lnTo>
                    <a:pt x="464" y="428"/>
                  </a:lnTo>
                  <a:lnTo>
                    <a:pt x="456" y="426"/>
                  </a:lnTo>
                  <a:lnTo>
                    <a:pt x="449" y="423"/>
                  </a:lnTo>
                  <a:lnTo>
                    <a:pt x="444" y="420"/>
                  </a:lnTo>
                  <a:lnTo>
                    <a:pt x="439" y="416"/>
                  </a:lnTo>
                  <a:lnTo>
                    <a:pt x="433" y="411"/>
                  </a:lnTo>
                  <a:lnTo>
                    <a:pt x="427" y="407"/>
                  </a:lnTo>
                  <a:lnTo>
                    <a:pt x="428" y="400"/>
                  </a:lnTo>
                  <a:lnTo>
                    <a:pt x="436" y="394"/>
                  </a:lnTo>
                  <a:lnTo>
                    <a:pt x="449" y="388"/>
                  </a:lnTo>
                  <a:lnTo>
                    <a:pt x="457" y="384"/>
                  </a:lnTo>
                  <a:lnTo>
                    <a:pt x="458" y="379"/>
                  </a:lnTo>
                  <a:lnTo>
                    <a:pt x="454" y="373"/>
                  </a:lnTo>
                  <a:lnTo>
                    <a:pt x="450" y="367"/>
                  </a:lnTo>
                  <a:lnTo>
                    <a:pt x="451" y="361"/>
                  </a:lnTo>
                  <a:lnTo>
                    <a:pt x="457" y="357"/>
                  </a:lnTo>
                  <a:lnTo>
                    <a:pt x="462" y="353"/>
                  </a:lnTo>
                  <a:lnTo>
                    <a:pt x="465" y="348"/>
                  </a:lnTo>
                  <a:lnTo>
                    <a:pt x="468" y="342"/>
                  </a:lnTo>
                  <a:lnTo>
                    <a:pt x="473" y="338"/>
                  </a:lnTo>
                  <a:lnTo>
                    <a:pt x="481" y="335"/>
                  </a:lnTo>
                  <a:lnTo>
                    <a:pt x="488" y="334"/>
                  </a:lnTo>
                  <a:lnTo>
                    <a:pt x="494" y="332"/>
                  </a:lnTo>
                  <a:lnTo>
                    <a:pt x="500" y="329"/>
                  </a:lnTo>
                  <a:lnTo>
                    <a:pt x="506" y="328"/>
                  </a:lnTo>
                  <a:lnTo>
                    <a:pt x="514" y="330"/>
                  </a:lnTo>
                  <a:lnTo>
                    <a:pt x="520" y="335"/>
                  </a:lnTo>
                  <a:lnTo>
                    <a:pt x="526" y="339"/>
                  </a:lnTo>
                  <a:lnTo>
                    <a:pt x="531" y="338"/>
                  </a:lnTo>
                  <a:lnTo>
                    <a:pt x="539" y="333"/>
                  </a:lnTo>
                  <a:lnTo>
                    <a:pt x="548" y="326"/>
                  </a:lnTo>
                  <a:lnTo>
                    <a:pt x="558" y="324"/>
                  </a:lnTo>
                  <a:lnTo>
                    <a:pt x="565" y="327"/>
                  </a:lnTo>
                  <a:lnTo>
                    <a:pt x="570" y="333"/>
                  </a:lnTo>
                  <a:lnTo>
                    <a:pt x="574" y="339"/>
                  </a:lnTo>
                  <a:lnTo>
                    <a:pt x="579" y="344"/>
                  </a:lnTo>
                  <a:lnTo>
                    <a:pt x="583" y="349"/>
                  </a:lnTo>
                  <a:lnTo>
                    <a:pt x="586" y="354"/>
                  </a:lnTo>
                  <a:lnTo>
                    <a:pt x="587" y="360"/>
                  </a:lnTo>
                  <a:lnTo>
                    <a:pt x="590" y="365"/>
                  </a:lnTo>
                  <a:lnTo>
                    <a:pt x="597" y="368"/>
                  </a:lnTo>
                  <a:lnTo>
                    <a:pt x="606" y="372"/>
                  </a:lnTo>
                  <a:lnTo>
                    <a:pt x="612" y="377"/>
                  </a:lnTo>
                  <a:lnTo>
                    <a:pt x="612" y="383"/>
                  </a:lnTo>
                  <a:close/>
                </a:path>
              </a:pathLst>
            </a:custGeom>
            <a:solidFill>
              <a:srgbClr val="0675B4">
                <a:alpha val="10500"/>
              </a:srgbClr>
            </a:solidFill>
            <a:ln>
              <a:noFill/>
            </a:ln>
          </p:spPr>
          <p:txBody>
            <a:bodyPr anchor="ctr"/>
            <a:lstStyle/>
            <a:p>
              <a:pPr algn="ctr">
                <a:buNone/>
              </a:pPr>
            </a:p>
          </p:txBody>
        </p:sp>
        <p:sp>
          <p:nvSpPr>
            <p:cNvPr id="2885" name="addition:input:8"/>
            <p:cNvSpPr>
              <a:spLocks noGrp="1"/>
            </p:cNvSpPr>
            <p:nvPr/>
          </p:nvSpPr>
          <p:spPr>
            <a:xfrm>
              <a:off x="209550" y="5438775"/>
              <a:ext cx="867400" cy="744184"/>
            </a:xfrm>
            <a:custGeom>
              <a:avLst/>
              <a:gdLst/>
              <a:ahLst/>
              <a:cxnLst/>
              <a:rect l="l" t="t" r="r" b="b"/>
              <a:pathLst>
                <a:path w="527" h="397">
                  <a:moveTo>
                    <a:pt x="0" y="0"/>
                  </a:moveTo>
                  <a:moveTo>
                    <a:pt x="518" y="368"/>
                  </a:moveTo>
                  <a:lnTo>
                    <a:pt x="520" y="370"/>
                  </a:lnTo>
                  <a:lnTo>
                    <a:pt x="523" y="373"/>
                  </a:lnTo>
                  <a:lnTo>
                    <a:pt x="523" y="375"/>
                  </a:lnTo>
                  <a:lnTo>
                    <a:pt x="522" y="377"/>
                  </a:lnTo>
                  <a:lnTo>
                    <a:pt x="521" y="379"/>
                  </a:lnTo>
                  <a:lnTo>
                    <a:pt x="520" y="382"/>
                  </a:lnTo>
                  <a:lnTo>
                    <a:pt x="520" y="384"/>
                  </a:lnTo>
                  <a:lnTo>
                    <a:pt x="518" y="386"/>
                  </a:lnTo>
                  <a:lnTo>
                    <a:pt x="515" y="387"/>
                  </a:lnTo>
                  <a:lnTo>
                    <a:pt x="512" y="388"/>
                  </a:lnTo>
                  <a:lnTo>
                    <a:pt x="510" y="389"/>
                  </a:lnTo>
                  <a:lnTo>
                    <a:pt x="508" y="391"/>
                  </a:lnTo>
                  <a:lnTo>
                    <a:pt x="506" y="392"/>
                  </a:lnTo>
                  <a:lnTo>
                    <a:pt x="503" y="392"/>
                  </a:lnTo>
                  <a:lnTo>
                    <a:pt x="499" y="390"/>
                  </a:lnTo>
                  <a:lnTo>
                    <a:pt x="496" y="389"/>
                  </a:lnTo>
                  <a:lnTo>
                    <a:pt x="494" y="390"/>
                  </a:lnTo>
                  <a:lnTo>
                    <a:pt x="491" y="393"/>
                  </a:lnTo>
                  <a:lnTo>
                    <a:pt x="488" y="396"/>
                  </a:lnTo>
                  <a:lnTo>
                    <a:pt x="484" y="397"/>
                  </a:lnTo>
                  <a:lnTo>
                    <a:pt x="480" y="395"/>
                  </a:lnTo>
                  <a:lnTo>
                    <a:pt x="477" y="394"/>
                  </a:lnTo>
                  <a:lnTo>
                    <a:pt x="474" y="392"/>
                  </a:lnTo>
                  <a:lnTo>
                    <a:pt x="471" y="390"/>
                  </a:lnTo>
                  <a:lnTo>
                    <a:pt x="469" y="388"/>
                  </a:lnTo>
                  <a:lnTo>
                    <a:pt x="468" y="385"/>
                  </a:lnTo>
                  <a:lnTo>
                    <a:pt x="466" y="383"/>
                  </a:lnTo>
                  <a:lnTo>
                    <a:pt x="464" y="381"/>
                  </a:lnTo>
                  <a:lnTo>
                    <a:pt x="460" y="380"/>
                  </a:lnTo>
                  <a:lnTo>
                    <a:pt x="456" y="379"/>
                  </a:lnTo>
                  <a:lnTo>
                    <a:pt x="453" y="378"/>
                  </a:lnTo>
                  <a:lnTo>
                    <a:pt x="453" y="375"/>
                  </a:lnTo>
                  <a:lnTo>
                    <a:pt x="454" y="373"/>
                  </a:lnTo>
                  <a:lnTo>
                    <a:pt x="453" y="370"/>
                  </a:lnTo>
                  <a:lnTo>
                    <a:pt x="451" y="368"/>
                  </a:lnTo>
                  <a:lnTo>
                    <a:pt x="447" y="366"/>
                  </a:lnTo>
                  <a:lnTo>
                    <a:pt x="446" y="363"/>
                  </a:lnTo>
                  <a:lnTo>
                    <a:pt x="448" y="361"/>
                  </a:lnTo>
                  <a:lnTo>
                    <a:pt x="453" y="359"/>
                  </a:lnTo>
                  <a:lnTo>
                    <a:pt x="457" y="358"/>
                  </a:lnTo>
                  <a:lnTo>
                    <a:pt x="460" y="357"/>
                  </a:lnTo>
                  <a:lnTo>
                    <a:pt x="462" y="355"/>
                  </a:lnTo>
                  <a:lnTo>
                    <a:pt x="465" y="354"/>
                  </a:lnTo>
                  <a:lnTo>
                    <a:pt x="467" y="352"/>
                  </a:lnTo>
                  <a:lnTo>
                    <a:pt x="469" y="350"/>
                  </a:lnTo>
                  <a:lnTo>
                    <a:pt x="471" y="348"/>
                  </a:lnTo>
                  <a:lnTo>
                    <a:pt x="472" y="344"/>
                  </a:lnTo>
                  <a:lnTo>
                    <a:pt x="475" y="341"/>
                  </a:lnTo>
                  <a:lnTo>
                    <a:pt x="479" y="341"/>
                  </a:lnTo>
                  <a:lnTo>
                    <a:pt x="484" y="342"/>
                  </a:lnTo>
                  <a:lnTo>
                    <a:pt x="488" y="344"/>
                  </a:lnTo>
                  <a:lnTo>
                    <a:pt x="491" y="345"/>
                  </a:lnTo>
                  <a:lnTo>
                    <a:pt x="494" y="344"/>
                  </a:lnTo>
                  <a:lnTo>
                    <a:pt x="498" y="343"/>
                  </a:lnTo>
                  <a:lnTo>
                    <a:pt x="501" y="343"/>
                  </a:lnTo>
                  <a:lnTo>
                    <a:pt x="503" y="345"/>
                  </a:lnTo>
                  <a:lnTo>
                    <a:pt x="505" y="347"/>
                  </a:lnTo>
                  <a:lnTo>
                    <a:pt x="508" y="348"/>
                  </a:lnTo>
                  <a:lnTo>
                    <a:pt x="510" y="349"/>
                  </a:lnTo>
                  <a:lnTo>
                    <a:pt x="513" y="349"/>
                  </a:lnTo>
                  <a:lnTo>
                    <a:pt x="516" y="350"/>
                  </a:lnTo>
                  <a:lnTo>
                    <a:pt x="518" y="352"/>
                  </a:lnTo>
                  <a:lnTo>
                    <a:pt x="521" y="353"/>
                  </a:lnTo>
                  <a:lnTo>
                    <a:pt x="524" y="354"/>
                  </a:lnTo>
                  <a:lnTo>
                    <a:pt x="527" y="356"/>
                  </a:lnTo>
                  <a:lnTo>
                    <a:pt x="527" y="358"/>
                  </a:lnTo>
                  <a:lnTo>
                    <a:pt x="523" y="361"/>
                  </a:lnTo>
                  <a:lnTo>
                    <a:pt x="519" y="364"/>
                  </a:lnTo>
                  <a:lnTo>
                    <a:pt x="517" y="366"/>
                  </a:lnTo>
                  <a:close/>
                </a:path>
              </a:pathLst>
            </a:custGeom>
            <a:solidFill>
              <a:srgbClr val="59A3CD">
                <a:alpha val="9600"/>
              </a:srgbClr>
            </a:solidFill>
            <a:ln>
              <a:noFill/>
            </a:ln>
          </p:spPr>
          <p:txBody>
            <a:bodyPr anchor="ctr"/>
            <a:lstStyle/>
            <a:p>
              <a:pPr algn="ctr">
                <a:buNone/>
              </a:pPr>
            </a:p>
          </p:txBody>
        </p:sp>
        <p:sp>
          <p:nvSpPr>
            <p:cNvPr id="2886" name="addition:input:9"/>
            <p:cNvSpPr>
              <a:spLocks noGrp="1"/>
            </p:cNvSpPr>
            <p:nvPr/>
          </p:nvSpPr>
          <p:spPr>
            <a:xfrm>
              <a:off x="209550" y="5438775"/>
              <a:ext cx="913486" cy="704820"/>
            </a:xfrm>
            <a:custGeom>
              <a:avLst/>
              <a:gdLst/>
              <a:ahLst/>
              <a:cxnLst/>
              <a:rect l="l" t="t" r="r" b="b"/>
              <a:pathLst>
                <a:path w="555" h="376">
                  <a:moveTo>
                    <a:pt x="0" y="0"/>
                  </a:moveTo>
                  <a:moveTo>
                    <a:pt x="555" y="348"/>
                  </a:moveTo>
                  <a:lnTo>
                    <a:pt x="555" y="350"/>
                  </a:lnTo>
                  <a:lnTo>
                    <a:pt x="554" y="353"/>
                  </a:lnTo>
                  <a:lnTo>
                    <a:pt x="552" y="354"/>
                  </a:lnTo>
                  <a:lnTo>
                    <a:pt x="552" y="357"/>
                  </a:lnTo>
                  <a:lnTo>
                    <a:pt x="553" y="359"/>
                  </a:lnTo>
                  <a:lnTo>
                    <a:pt x="554" y="362"/>
                  </a:lnTo>
                  <a:lnTo>
                    <a:pt x="552" y="364"/>
                  </a:lnTo>
                  <a:lnTo>
                    <a:pt x="548" y="365"/>
                  </a:lnTo>
                  <a:lnTo>
                    <a:pt x="543" y="364"/>
                  </a:lnTo>
                  <a:lnTo>
                    <a:pt x="540" y="365"/>
                  </a:lnTo>
                  <a:lnTo>
                    <a:pt x="538" y="366"/>
                  </a:lnTo>
                  <a:lnTo>
                    <a:pt x="536" y="368"/>
                  </a:lnTo>
                  <a:lnTo>
                    <a:pt x="534" y="369"/>
                  </a:lnTo>
                  <a:lnTo>
                    <a:pt x="531" y="371"/>
                  </a:lnTo>
                  <a:lnTo>
                    <a:pt x="528" y="372"/>
                  </a:lnTo>
                  <a:lnTo>
                    <a:pt x="525" y="375"/>
                  </a:lnTo>
                  <a:lnTo>
                    <a:pt x="521" y="376"/>
                  </a:lnTo>
                  <a:lnTo>
                    <a:pt x="517" y="376"/>
                  </a:lnTo>
                  <a:lnTo>
                    <a:pt x="514" y="374"/>
                  </a:lnTo>
                  <a:lnTo>
                    <a:pt x="511" y="371"/>
                  </a:lnTo>
                  <a:lnTo>
                    <a:pt x="508" y="369"/>
                  </a:lnTo>
                  <a:lnTo>
                    <a:pt x="505" y="369"/>
                  </a:lnTo>
                  <a:lnTo>
                    <a:pt x="501" y="369"/>
                  </a:lnTo>
                  <a:lnTo>
                    <a:pt x="498" y="369"/>
                  </a:lnTo>
                  <a:lnTo>
                    <a:pt x="495" y="367"/>
                  </a:lnTo>
                  <a:lnTo>
                    <a:pt x="494" y="365"/>
                  </a:lnTo>
                  <a:lnTo>
                    <a:pt x="493" y="363"/>
                  </a:lnTo>
                  <a:lnTo>
                    <a:pt x="491" y="362"/>
                  </a:lnTo>
                  <a:lnTo>
                    <a:pt x="487" y="361"/>
                  </a:lnTo>
                  <a:lnTo>
                    <a:pt x="484" y="359"/>
                  </a:lnTo>
                  <a:lnTo>
                    <a:pt x="483" y="357"/>
                  </a:lnTo>
                  <a:lnTo>
                    <a:pt x="482" y="355"/>
                  </a:lnTo>
                  <a:lnTo>
                    <a:pt x="481" y="353"/>
                  </a:lnTo>
                  <a:lnTo>
                    <a:pt x="481" y="351"/>
                  </a:lnTo>
                  <a:lnTo>
                    <a:pt x="481" y="348"/>
                  </a:lnTo>
                  <a:lnTo>
                    <a:pt x="485" y="346"/>
                  </a:lnTo>
                  <a:lnTo>
                    <a:pt x="490" y="344"/>
                  </a:lnTo>
                  <a:lnTo>
                    <a:pt x="494" y="343"/>
                  </a:lnTo>
                  <a:lnTo>
                    <a:pt x="495" y="341"/>
                  </a:lnTo>
                  <a:lnTo>
                    <a:pt x="493" y="338"/>
                  </a:lnTo>
                  <a:lnTo>
                    <a:pt x="491" y="335"/>
                  </a:lnTo>
                  <a:lnTo>
                    <a:pt x="491" y="332"/>
                  </a:lnTo>
                  <a:lnTo>
                    <a:pt x="494" y="331"/>
                  </a:lnTo>
                  <a:lnTo>
                    <a:pt x="497" y="330"/>
                  </a:lnTo>
                  <a:lnTo>
                    <a:pt x="500" y="328"/>
                  </a:lnTo>
                  <a:lnTo>
                    <a:pt x="502" y="327"/>
                  </a:lnTo>
                  <a:lnTo>
                    <a:pt x="504" y="325"/>
                  </a:lnTo>
                  <a:lnTo>
                    <a:pt x="507" y="325"/>
                  </a:lnTo>
                  <a:lnTo>
                    <a:pt x="510" y="325"/>
                  </a:lnTo>
                  <a:lnTo>
                    <a:pt x="513" y="325"/>
                  </a:lnTo>
                  <a:lnTo>
                    <a:pt x="516" y="325"/>
                  </a:lnTo>
                  <a:lnTo>
                    <a:pt x="518" y="324"/>
                  </a:lnTo>
                  <a:lnTo>
                    <a:pt x="521" y="324"/>
                  </a:lnTo>
                  <a:lnTo>
                    <a:pt x="523" y="326"/>
                  </a:lnTo>
                  <a:lnTo>
                    <a:pt x="525" y="327"/>
                  </a:lnTo>
                  <a:lnTo>
                    <a:pt x="527" y="328"/>
                  </a:lnTo>
                  <a:lnTo>
                    <a:pt x="530" y="326"/>
                  </a:lnTo>
                  <a:lnTo>
                    <a:pt x="535" y="324"/>
                  </a:lnTo>
                  <a:lnTo>
                    <a:pt x="539" y="324"/>
                  </a:lnTo>
                  <a:lnTo>
                    <a:pt x="541" y="326"/>
                  </a:lnTo>
                  <a:lnTo>
                    <a:pt x="542" y="329"/>
                  </a:lnTo>
                  <a:lnTo>
                    <a:pt x="542" y="332"/>
                  </a:lnTo>
                  <a:lnTo>
                    <a:pt x="543" y="334"/>
                  </a:lnTo>
                  <a:lnTo>
                    <a:pt x="544" y="336"/>
                  </a:lnTo>
                  <a:lnTo>
                    <a:pt x="545" y="338"/>
                  </a:lnTo>
                  <a:lnTo>
                    <a:pt x="546" y="340"/>
                  </a:lnTo>
                  <a:lnTo>
                    <a:pt x="547" y="342"/>
                  </a:lnTo>
                  <a:lnTo>
                    <a:pt x="549" y="344"/>
                  </a:lnTo>
                  <a:lnTo>
                    <a:pt x="552" y="346"/>
                  </a:lnTo>
                  <a:close/>
                </a:path>
              </a:pathLst>
            </a:custGeom>
            <a:solidFill>
              <a:srgbClr val="59A3CD">
                <a:alpha val="9600"/>
              </a:srgbClr>
            </a:solidFill>
            <a:ln>
              <a:noFill/>
            </a:ln>
          </p:spPr>
          <p:txBody>
            <a:bodyPr anchor="ctr"/>
            <a:lstStyle/>
            <a:p>
              <a:pPr algn="ctr">
                <a:buNone/>
              </a:pPr>
            </a:p>
          </p:txBody>
        </p:sp>
        <p:sp>
          <p:nvSpPr>
            <p:cNvPr id="2887" name="addition:input:10"/>
            <p:cNvSpPr>
              <a:spLocks noGrp="1"/>
            </p:cNvSpPr>
            <p:nvPr/>
          </p:nvSpPr>
          <p:spPr>
            <a:xfrm>
              <a:off x="209550" y="5438775"/>
              <a:ext cx="976031" cy="721690"/>
            </a:xfrm>
            <a:custGeom>
              <a:avLst/>
              <a:gdLst/>
              <a:ahLst/>
              <a:cxnLst/>
              <a:rect l="l" t="t" r="r" b="b"/>
              <a:pathLst>
                <a:path w="593" h="385">
                  <a:moveTo>
                    <a:pt x="0" y="0"/>
                  </a:moveTo>
                  <a:moveTo>
                    <a:pt x="592" y="354"/>
                  </a:moveTo>
                  <a:lnTo>
                    <a:pt x="593" y="356"/>
                  </a:lnTo>
                  <a:lnTo>
                    <a:pt x="593" y="359"/>
                  </a:lnTo>
                  <a:lnTo>
                    <a:pt x="591" y="361"/>
                  </a:lnTo>
                  <a:lnTo>
                    <a:pt x="590" y="364"/>
                  </a:lnTo>
                  <a:lnTo>
                    <a:pt x="589" y="366"/>
                  </a:lnTo>
                  <a:lnTo>
                    <a:pt x="587" y="368"/>
                  </a:lnTo>
                  <a:lnTo>
                    <a:pt x="584" y="369"/>
                  </a:lnTo>
                  <a:lnTo>
                    <a:pt x="581" y="370"/>
                  </a:lnTo>
                  <a:lnTo>
                    <a:pt x="579" y="371"/>
                  </a:lnTo>
                  <a:lnTo>
                    <a:pt x="578" y="374"/>
                  </a:lnTo>
                  <a:lnTo>
                    <a:pt x="576" y="376"/>
                  </a:lnTo>
                  <a:lnTo>
                    <a:pt x="573" y="377"/>
                  </a:lnTo>
                  <a:lnTo>
                    <a:pt x="569" y="377"/>
                  </a:lnTo>
                  <a:lnTo>
                    <a:pt x="565" y="376"/>
                  </a:lnTo>
                  <a:lnTo>
                    <a:pt x="563" y="378"/>
                  </a:lnTo>
                  <a:lnTo>
                    <a:pt x="560" y="381"/>
                  </a:lnTo>
                  <a:lnTo>
                    <a:pt x="556" y="384"/>
                  </a:lnTo>
                  <a:lnTo>
                    <a:pt x="552" y="385"/>
                  </a:lnTo>
                  <a:lnTo>
                    <a:pt x="548" y="383"/>
                  </a:lnTo>
                  <a:lnTo>
                    <a:pt x="545" y="381"/>
                  </a:lnTo>
                  <a:lnTo>
                    <a:pt x="542" y="378"/>
                  </a:lnTo>
                  <a:lnTo>
                    <a:pt x="539" y="377"/>
                  </a:lnTo>
                  <a:lnTo>
                    <a:pt x="537" y="375"/>
                  </a:lnTo>
                  <a:lnTo>
                    <a:pt x="534" y="373"/>
                  </a:lnTo>
                  <a:lnTo>
                    <a:pt x="532" y="372"/>
                  </a:lnTo>
                  <a:lnTo>
                    <a:pt x="530" y="371"/>
                  </a:lnTo>
                  <a:lnTo>
                    <a:pt x="525" y="371"/>
                  </a:lnTo>
                  <a:lnTo>
                    <a:pt x="521" y="370"/>
                  </a:lnTo>
                  <a:lnTo>
                    <a:pt x="518" y="369"/>
                  </a:lnTo>
                  <a:lnTo>
                    <a:pt x="517" y="366"/>
                  </a:lnTo>
                  <a:lnTo>
                    <a:pt x="519" y="363"/>
                  </a:lnTo>
                  <a:lnTo>
                    <a:pt x="520" y="361"/>
                  </a:lnTo>
                  <a:lnTo>
                    <a:pt x="519" y="358"/>
                  </a:lnTo>
                  <a:lnTo>
                    <a:pt x="517" y="356"/>
                  </a:lnTo>
                  <a:lnTo>
                    <a:pt x="516" y="354"/>
                  </a:lnTo>
                  <a:lnTo>
                    <a:pt x="518" y="351"/>
                  </a:lnTo>
                  <a:lnTo>
                    <a:pt x="522" y="349"/>
                  </a:lnTo>
                  <a:lnTo>
                    <a:pt x="525" y="347"/>
                  </a:lnTo>
                  <a:lnTo>
                    <a:pt x="527" y="345"/>
                  </a:lnTo>
                  <a:lnTo>
                    <a:pt x="527" y="343"/>
                  </a:lnTo>
                  <a:lnTo>
                    <a:pt x="528" y="341"/>
                  </a:lnTo>
                  <a:lnTo>
                    <a:pt x="529" y="339"/>
                  </a:lnTo>
                  <a:lnTo>
                    <a:pt x="531" y="336"/>
                  </a:lnTo>
                  <a:lnTo>
                    <a:pt x="531" y="333"/>
                  </a:lnTo>
                  <a:lnTo>
                    <a:pt x="532" y="330"/>
                  </a:lnTo>
                  <a:lnTo>
                    <a:pt x="534" y="327"/>
                  </a:lnTo>
                  <a:lnTo>
                    <a:pt x="538" y="327"/>
                  </a:lnTo>
                  <a:lnTo>
                    <a:pt x="542" y="329"/>
                  </a:lnTo>
                  <a:lnTo>
                    <a:pt x="546" y="331"/>
                  </a:lnTo>
                  <a:lnTo>
                    <a:pt x="549" y="331"/>
                  </a:lnTo>
                  <a:lnTo>
                    <a:pt x="551" y="330"/>
                  </a:lnTo>
                  <a:lnTo>
                    <a:pt x="553" y="328"/>
                  </a:lnTo>
                  <a:lnTo>
                    <a:pt x="555" y="327"/>
                  </a:lnTo>
                  <a:lnTo>
                    <a:pt x="558" y="328"/>
                  </a:lnTo>
                  <a:lnTo>
                    <a:pt x="560" y="329"/>
                  </a:lnTo>
                  <a:lnTo>
                    <a:pt x="563" y="329"/>
                  </a:lnTo>
                  <a:lnTo>
                    <a:pt x="566" y="329"/>
                  </a:lnTo>
                  <a:lnTo>
                    <a:pt x="569" y="329"/>
                  </a:lnTo>
                  <a:lnTo>
                    <a:pt x="572" y="330"/>
                  </a:lnTo>
                  <a:lnTo>
                    <a:pt x="574" y="332"/>
                  </a:lnTo>
                  <a:lnTo>
                    <a:pt x="576" y="334"/>
                  </a:lnTo>
                  <a:lnTo>
                    <a:pt x="579" y="335"/>
                  </a:lnTo>
                  <a:lnTo>
                    <a:pt x="582" y="337"/>
                  </a:lnTo>
                  <a:lnTo>
                    <a:pt x="583" y="339"/>
                  </a:lnTo>
                  <a:lnTo>
                    <a:pt x="582" y="343"/>
                  </a:lnTo>
                  <a:lnTo>
                    <a:pt x="580" y="346"/>
                  </a:lnTo>
                  <a:lnTo>
                    <a:pt x="579" y="348"/>
                  </a:lnTo>
                  <a:lnTo>
                    <a:pt x="582" y="350"/>
                  </a:lnTo>
                  <a:lnTo>
                    <a:pt x="587" y="351"/>
                  </a:lnTo>
                  <a:close/>
                </a:path>
              </a:pathLst>
            </a:custGeom>
            <a:solidFill>
              <a:srgbClr val="59A3CD">
                <a:alpha val="9600"/>
              </a:srgbClr>
            </a:solidFill>
            <a:ln>
              <a:noFill/>
            </a:ln>
          </p:spPr>
          <p:txBody>
            <a:bodyPr anchor="ctr"/>
            <a:lstStyle/>
            <a:p>
              <a:pPr algn="ctr">
                <a:buNone/>
              </a:pPr>
            </a:p>
          </p:txBody>
        </p:sp>
        <p:sp>
          <p:nvSpPr>
            <p:cNvPr id="2888" name="addition:input:11"/>
            <p:cNvSpPr>
              <a:spLocks noGrp="1"/>
            </p:cNvSpPr>
            <p:nvPr/>
          </p:nvSpPr>
          <p:spPr>
            <a:xfrm>
              <a:off x="209550" y="5438775"/>
              <a:ext cx="1028700" cy="761055"/>
            </a:xfrm>
            <a:custGeom>
              <a:avLst/>
              <a:gdLst/>
              <a:ahLst/>
              <a:cxnLst/>
              <a:rect l="l" t="t" r="r" b="b"/>
              <a:pathLst>
                <a:path w="625" h="406">
                  <a:moveTo>
                    <a:pt x="0" y="0"/>
                  </a:moveTo>
                  <a:moveTo>
                    <a:pt x="625" y="376"/>
                  </a:moveTo>
                  <a:lnTo>
                    <a:pt x="625" y="379"/>
                  </a:lnTo>
                  <a:lnTo>
                    <a:pt x="624" y="382"/>
                  </a:lnTo>
                  <a:lnTo>
                    <a:pt x="623" y="384"/>
                  </a:lnTo>
                  <a:lnTo>
                    <a:pt x="622" y="387"/>
                  </a:lnTo>
                  <a:lnTo>
                    <a:pt x="618" y="389"/>
                  </a:lnTo>
                  <a:lnTo>
                    <a:pt x="613" y="390"/>
                  </a:lnTo>
                  <a:lnTo>
                    <a:pt x="608" y="390"/>
                  </a:lnTo>
                  <a:lnTo>
                    <a:pt x="605" y="391"/>
                  </a:lnTo>
                  <a:lnTo>
                    <a:pt x="605" y="394"/>
                  </a:lnTo>
                  <a:lnTo>
                    <a:pt x="605" y="399"/>
                  </a:lnTo>
                  <a:lnTo>
                    <a:pt x="604" y="402"/>
                  </a:lnTo>
                  <a:lnTo>
                    <a:pt x="600" y="404"/>
                  </a:lnTo>
                  <a:lnTo>
                    <a:pt x="596" y="404"/>
                  </a:lnTo>
                  <a:lnTo>
                    <a:pt x="591" y="404"/>
                  </a:lnTo>
                  <a:lnTo>
                    <a:pt x="587" y="405"/>
                  </a:lnTo>
                  <a:lnTo>
                    <a:pt x="584" y="406"/>
                  </a:lnTo>
                  <a:lnTo>
                    <a:pt x="580" y="406"/>
                  </a:lnTo>
                  <a:lnTo>
                    <a:pt x="576" y="405"/>
                  </a:lnTo>
                  <a:lnTo>
                    <a:pt x="573" y="403"/>
                  </a:lnTo>
                  <a:lnTo>
                    <a:pt x="570" y="403"/>
                  </a:lnTo>
                  <a:lnTo>
                    <a:pt x="567" y="402"/>
                  </a:lnTo>
                  <a:lnTo>
                    <a:pt x="564" y="402"/>
                  </a:lnTo>
                  <a:lnTo>
                    <a:pt x="562" y="400"/>
                  </a:lnTo>
                  <a:lnTo>
                    <a:pt x="560" y="398"/>
                  </a:lnTo>
                  <a:lnTo>
                    <a:pt x="558" y="396"/>
                  </a:lnTo>
                  <a:lnTo>
                    <a:pt x="555" y="396"/>
                  </a:lnTo>
                  <a:lnTo>
                    <a:pt x="550" y="396"/>
                  </a:lnTo>
                  <a:lnTo>
                    <a:pt x="545" y="396"/>
                  </a:lnTo>
                  <a:lnTo>
                    <a:pt x="543" y="394"/>
                  </a:lnTo>
                  <a:lnTo>
                    <a:pt x="544" y="390"/>
                  </a:lnTo>
                  <a:lnTo>
                    <a:pt x="547" y="386"/>
                  </a:lnTo>
                  <a:lnTo>
                    <a:pt x="549" y="383"/>
                  </a:lnTo>
                  <a:lnTo>
                    <a:pt x="549" y="381"/>
                  </a:lnTo>
                  <a:lnTo>
                    <a:pt x="549" y="378"/>
                  </a:lnTo>
                  <a:lnTo>
                    <a:pt x="549" y="376"/>
                  </a:lnTo>
                  <a:lnTo>
                    <a:pt x="550" y="374"/>
                  </a:lnTo>
                  <a:lnTo>
                    <a:pt x="549" y="371"/>
                  </a:lnTo>
                  <a:lnTo>
                    <a:pt x="548" y="368"/>
                  </a:lnTo>
                  <a:lnTo>
                    <a:pt x="546" y="365"/>
                  </a:lnTo>
                  <a:lnTo>
                    <a:pt x="546" y="363"/>
                  </a:lnTo>
                  <a:lnTo>
                    <a:pt x="549" y="361"/>
                  </a:lnTo>
                  <a:lnTo>
                    <a:pt x="552" y="359"/>
                  </a:lnTo>
                  <a:lnTo>
                    <a:pt x="554" y="357"/>
                  </a:lnTo>
                  <a:lnTo>
                    <a:pt x="555" y="355"/>
                  </a:lnTo>
                  <a:lnTo>
                    <a:pt x="555" y="351"/>
                  </a:lnTo>
                  <a:lnTo>
                    <a:pt x="557" y="349"/>
                  </a:lnTo>
                  <a:lnTo>
                    <a:pt x="561" y="350"/>
                  </a:lnTo>
                  <a:lnTo>
                    <a:pt x="566" y="351"/>
                  </a:lnTo>
                  <a:lnTo>
                    <a:pt x="569" y="353"/>
                  </a:lnTo>
                  <a:lnTo>
                    <a:pt x="572" y="352"/>
                  </a:lnTo>
                  <a:lnTo>
                    <a:pt x="574" y="351"/>
                  </a:lnTo>
                  <a:lnTo>
                    <a:pt x="577" y="349"/>
                  </a:lnTo>
                  <a:lnTo>
                    <a:pt x="580" y="347"/>
                  </a:lnTo>
                  <a:lnTo>
                    <a:pt x="583" y="347"/>
                  </a:lnTo>
                  <a:lnTo>
                    <a:pt x="587" y="346"/>
                  </a:lnTo>
                  <a:lnTo>
                    <a:pt x="592" y="345"/>
                  </a:lnTo>
                  <a:lnTo>
                    <a:pt x="596" y="346"/>
                  </a:lnTo>
                  <a:lnTo>
                    <a:pt x="599" y="348"/>
                  </a:lnTo>
                  <a:lnTo>
                    <a:pt x="600" y="352"/>
                  </a:lnTo>
                  <a:lnTo>
                    <a:pt x="601" y="356"/>
                  </a:lnTo>
                  <a:lnTo>
                    <a:pt x="603" y="358"/>
                  </a:lnTo>
                  <a:lnTo>
                    <a:pt x="607" y="358"/>
                  </a:lnTo>
                  <a:lnTo>
                    <a:pt x="612" y="359"/>
                  </a:lnTo>
                  <a:lnTo>
                    <a:pt x="615" y="361"/>
                  </a:lnTo>
                  <a:lnTo>
                    <a:pt x="615" y="364"/>
                  </a:lnTo>
                  <a:lnTo>
                    <a:pt x="616" y="367"/>
                  </a:lnTo>
                  <a:lnTo>
                    <a:pt x="617" y="369"/>
                  </a:lnTo>
                  <a:lnTo>
                    <a:pt x="620" y="371"/>
                  </a:lnTo>
                  <a:lnTo>
                    <a:pt x="624" y="373"/>
                  </a:lnTo>
                  <a:close/>
                </a:path>
              </a:pathLst>
            </a:custGeom>
            <a:solidFill>
              <a:srgbClr val="59A3CD">
                <a:alpha val="9600"/>
              </a:srgbClr>
            </a:solidFill>
            <a:ln>
              <a:noFill/>
            </a:ln>
          </p:spPr>
          <p:txBody>
            <a:bodyPr anchor="ctr"/>
            <a:lstStyle/>
            <a:p>
              <a:pPr algn="ctr">
                <a:buNone/>
              </a:pPr>
            </a:p>
          </p:txBody>
        </p:sp>
        <p:sp>
          <p:nvSpPr>
            <p:cNvPr id="2889" name="addition:input:12"/>
            <p:cNvSpPr>
              <a:spLocks noGrp="1"/>
            </p:cNvSpPr>
            <p:nvPr/>
          </p:nvSpPr>
          <p:spPr>
            <a:xfrm>
              <a:off x="209550" y="5438775"/>
              <a:ext cx="1000719" cy="806044"/>
            </a:xfrm>
            <a:custGeom>
              <a:avLst/>
              <a:gdLst/>
              <a:ahLst/>
              <a:cxnLst/>
              <a:rect l="l" t="t" r="r" b="b"/>
              <a:pathLst>
                <a:path w="608" h="430">
                  <a:moveTo>
                    <a:pt x="0" y="0"/>
                  </a:moveTo>
                  <a:moveTo>
                    <a:pt x="596" y="400"/>
                  </a:moveTo>
                  <a:lnTo>
                    <a:pt x="595" y="403"/>
                  </a:lnTo>
                  <a:lnTo>
                    <a:pt x="594" y="405"/>
                  </a:lnTo>
                  <a:lnTo>
                    <a:pt x="593" y="407"/>
                  </a:lnTo>
                  <a:lnTo>
                    <a:pt x="592" y="410"/>
                  </a:lnTo>
                  <a:lnTo>
                    <a:pt x="592" y="413"/>
                  </a:lnTo>
                  <a:lnTo>
                    <a:pt x="594" y="416"/>
                  </a:lnTo>
                  <a:lnTo>
                    <a:pt x="594" y="420"/>
                  </a:lnTo>
                  <a:lnTo>
                    <a:pt x="592" y="422"/>
                  </a:lnTo>
                  <a:lnTo>
                    <a:pt x="587" y="423"/>
                  </a:lnTo>
                  <a:lnTo>
                    <a:pt x="582" y="423"/>
                  </a:lnTo>
                  <a:lnTo>
                    <a:pt x="578" y="424"/>
                  </a:lnTo>
                  <a:lnTo>
                    <a:pt x="576" y="426"/>
                  </a:lnTo>
                  <a:lnTo>
                    <a:pt x="574" y="429"/>
                  </a:lnTo>
                  <a:lnTo>
                    <a:pt x="571" y="430"/>
                  </a:lnTo>
                  <a:lnTo>
                    <a:pt x="567" y="429"/>
                  </a:lnTo>
                  <a:lnTo>
                    <a:pt x="563" y="427"/>
                  </a:lnTo>
                  <a:lnTo>
                    <a:pt x="559" y="426"/>
                  </a:lnTo>
                  <a:lnTo>
                    <a:pt x="556" y="427"/>
                  </a:lnTo>
                  <a:lnTo>
                    <a:pt x="553" y="428"/>
                  </a:lnTo>
                  <a:lnTo>
                    <a:pt x="549" y="429"/>
                  </a:lnTo>
                  <a:lnTo>
                    <a:pt x="545" y="429"/>
                  </a:lnTo>
                  <a:lnTo>
                    <a:pt x="541" y="429"/>
                  </a:lnTo>
                  <a:lnTo>
                    <a:pt x="536" y="429"/>
                  </a:lnTo>
                  <a:lnTo>
                    <a:pt x="530" y="429"/>
                  </a:lnTo>
                  <a:lnTo>
                    <a:pt x="527" y="427"/>
                  </a:lnTo>
                  <a:lnTo>
                    <a:pt x="525" y="423"/>
                  </a:lnTo>
                  <a:lnTo>
                    <a:pt x="526" y="419"/>
                  </a:lnTo>
                  <a:lnTo>
                    <a:pt x="527" y="415"/>
                  </a:lnTo>
                  <a:lnTo>
                    <a:pt x="525" y="413"/>
                  </a:lnTo>
                  <a:lnTo>
                    <a:pt x="520" y="412"/>
                  </a:lnTo>
                  <a:lnTo>
                    <a:pt x="514" y="411"/>
                  </a:lnTo>
                  <a:lnTo>
                    <a:pt x="510" y="408"/>
                  </a:lnTo>
                  <a:lnTo>
                    <a:pt x="510" y="406"/>
                  </a:lnTo>
                  <a:lnTo>
                    <a:pt x="510" y="403"/>
                  </a:lnTo>
                  <a:lnTo>
                    <a:pt x="508" y="400"/>
                  </a:lnTo>
                  <a:lnTo>
                    <a:pt x="506" y="398"/>
                  </a:lnTo>
                  <a:lnTo>
                    <a:pt x="505" y="395"/>
                  </a:lnTo>
                  <a:lnTo>
                    <a:pt x="505" y="392"/>
                  </a:lnTo>
                  <a:lnTo>
                    <a:pt x="508" y="390"/>
                  </a:lnTo>
                  <a:lnTo>
                    <a:pt x="510" y="387"/>
                  </a:lnTo>
                  <a:lnTo>
                    <a:pt x="511" y="385"/>
                  </a:lnTo>
                  <a:lnTo>
                    <a:pt x="514" y="383"/>
                  </a:lnTo>
                  <a:lnTo>
                    <a:pt x="518" y="381"/>
                  </a:lnTo>
                  <a:lnTo>
                    <a:pt x="524" y="381"/>
                  </a:lnTo>
                  <a:lnTo>
                    <a:pt x="530" y="382"/>
                  </a:lnTo>
                  <a:lnTo>
                    <a:pt x="533" y="380"/>
                  </a:lnTo>
                  <a:lnTo>
                    <a:pt x="534" y="377"/>
                  </a:lnTo>
                  <a:lnTo>
                    <a:pt x="536" y="372"/>
                  </a:lnTo>
                  <a:lnTo>
                    <a:pt x="539" y="369"/>
                  </a:lnTo>
                  <a:lnTo>
                    <a:pt x="544" y="368"/>
                  </a:lnTo>
                  <a:lnTo>
                    <a:pt x="550" y="369"/>
                  </a:lnTo>
                  <a:lnTo>
                    <a:pt x="555" y="370"/>
                  </a:lnTo>
                  <a:lnTo>
                    <a:pt x="560" y="370"/>
                  </a:lnTo>
                  <a:lnTo>
                    <a:pt x="565" y="371"/>
                  </a:lnTo>
                  <a:lnTo>
                    <a:pt x="569" y="372"/>
                  </a:lnTo>
                  <a:lnTo>
                    <a:pt x="573" y="374"/>
                  </a:lnTo>
                  <a:lnTo>
                    <a:pt x="576" y="376"/>
                  </a:lnTo>
                  <a:lnTo>
                    <a:pt x="580" y="377"/>
                  </a:lnTo>
                  <a:lnTo>
                    <a:pt x="585" y="376"/>
                  </a:lnTo>
                  <a:lnTo>
                    <a:pt x="589" y="377"/>
                  </a:lnTo>
                  <a:lnTo>
                    <a:pt x="591" y="379"/>
                  </a:lnTo>
                  <a:lnTo>
                    <a:pt x="592" y="382"/>
                  </a:lnTo>
                  <a:lnTo>
                    <a:pt x="593" y="384"/>
                  </a:lnTo>
                  <a:lnTo>
                    <a:pt x="597" y="386"/>
                  </a:lnTo>
                  <a:lnTo>
                    <a:pt x="603" y="387"/>
                  </a:lnTo>
                  <a:lnTo>
                    <a:pt x="607" y="388"/>
                  </a:lnTo>
                  <a:lnTo>
                    <a:pt x="608" y="391"/>
                  </a:lnTo>
                  <a:lnTo>
                    <a:pt x="604" y="395"/>
                  </a:lnTo>
                  <a:lnTo>
                    <a:pt x="600" y="398"/>
                  </a:lnTo>
                  <a:close/>
                </a:path>
              </a:pathLst>
            </a:custGeom>
            <a:solidFill>
              <a:srgbClr val="59A3CD">
                <a:alpha val="9600"/>
              </a:srgbClr>
            </a:solidFill>
            <a:ln>
              <a:noFill/>
            </a:ln>
          </p:spPr>
          <p:txBody>
            <a:bodyPr anchor="ctr"/>
            <a:lstStyle/>
            <a:p>
              <a:pPr algn="ctr">
                <a:buNone/>
              </a:pPr>
            </a:p>
          </p:txBody>
        </p:sp>
        <p:sp>
          <p:nvSpPr>
            <p:cNvPr id="2890" name="addition:input:13"/>
            <p:cNvSpPr>
              <a:spLocks noGrp="1"/>
            </p:cNvSpPr>
            <p:nvPr/>
          </p:nvSpPr>
          <p:spPr>
            <a:xfrm>
              <a:off x="209550" y="5438775"/>
              <a:ext cx="915132" cy="811667"/>
            </a:xfrm>
            <a:custGeom>
              <a:avLst/>
              <a:gdLst/>
              <a:ahLst/>
              <a:cxnLst/>
              <a:rect l="l" t="t" r="r" b="b"/>
              <a:pathLst>
                <a:path w="556" h="433">
                  <a:moveTo>
                    <a:pt x="0" y="0"/>
                  </a:moveTo>
                  <a:moveTo>
                    <a:pt x="553" y="403"/>
                  </a:moveTo>
                  <a:lnTo>
                    <a:pt x="551" y="406"/>
                  </a:lnTo>
                  <a:lnTo>
                    <a:pt x="549" y="408"/>
                  </a:lnTo>
                  <a:lnTo>
                    <a:pt x="546" y="410"/>
                  </a:lnTo>
                  <a:lnTo>
                    <a:pt x="545" y="413"/>
                  </a:lnTo>
                  <a:lnTo>
                    <a:pt x="545" y="415"/>
                  </a:lnTo>
                  <a:lnTo>
                    <a:pt x="543" y="418"/>
                  </a:lnTo>
                  <a:lnTo>
                    <a:pt x="540" y="419"/>
                  </a:lnTo>
                  <a:lnTo>
                    <a:pt x="537" y="421"/>
                  </a:lnTo>
                  <a:lnTo>
                    <a:pt x="536" y="424"/>
                  </a:lnTo>
                  <a:lnTo>
                    <a:pt x="536" y="428"/>
                  </a:lnTo>
                  <a:lnTo>
                    <a:pt x="535" y="431"/>
                  </a:lnTo>
                  <a:lnTo>
                    <a:pt x="532" y="433"/>
                  </a:lnTo>
                  <a:lnTo>
                    <a:pt x="527" y="432"/>
                  </a:lnTo>
                  <a:lnTo>
                    <a:pt x="522" y="430"/>
                  </a:lnTo>
                  <a:lnTo>
                    <a:pt x="518" y="428"/>
                  </a:lnTo>
                  <a:lnTo>
                    <a:pt x="516" y="428"/>
                  </a:lnTo>
                  <a:lnTo>
                    <a:pt x="513" y="429"/>
                  </a:lnTo>
                  <a:lnTo>
                    <a:pt x="510" y="430"/>
                  </a:lnTo>
                  <a:lnTo>
                    <a:pt x="508" y="430"/>
                  </a:lnTo>
                  <a:lnTo>
                    <a:pt x="505" y="430"/>
                  </a:lnTo>
                  <a:lnTo>
                    <a:pt x="501" y="431"/>
                  </a:lnTo>
                  <a:lnTo>
                    <a:pt x="497" y="432"/>
                  </a:lnTo>
                  <a:lnTo>
                    <a:pt x="494" y="431"/>
                  </a:lnTo>
                  <a:lnTo>
                    <a:pt x="491" y="429"/>
                  </a:lnTo>
                  <a:lnTo>
                    <a:pt x="490" y="426"/>
                  </a:lnTo>
                  <a:lnTo>
                    <a:pt x="488" y="423"/>
                  </a:lnTo>
                  <a:lnTo>
                    <a:pt x="485" y="422"/>
                  </a:lnTo>
                  <a:lnTo>
                    <a:pt x="481" y="421"/>
                  </a:lnTo>
                  <a:lnTo>
                    <a:pt x="478" y="419"/>
                  </a:lnTo>
                  <a:lnTo>
                    <a:pt x="478" y="416"/>
                  </a:lnTo>
                  <a:lnTo>
                    <a:pt x="480" y="413"/>
                  </a:lnTo>
                  <a:lnTo>
                    <a:pt x="481" y="410"/>
                  </a:lnTo>
                  <a:lnTo>
                    <a:pt x="480" y="408"/>
                  </a:lnTo>
                  <a:lnTo>
                    <a:pt x="476" y="406"/>
                  </a:lnTo>
                  <a:lnTo>
                    <a:pt x="472" y="403"/>
                  </a:lnTo>
                  <a:lnTo>
                    <a:pt x="469" y="401"/>
                  </a:lnTo>
                  <a:lnTo>
                    <a:pt x="468" y="398"/>
                  </a:lnTo>
                  <a:lnTo>
                    <a:pt x="468" y="395"/>
                  </a:lnTo>
                  <a:lnTo>
                    <a:pt x="468" y="392"/>
                  </a:lnTo>
                  <a:lnTo>
                    <a:pt x="469" y="389"/>
                  </a:lnTo>
                  <a:lnTo>
                    <a:pt x="473" y="388"/>
                  </a:lnTo>
                  <a:lnTo>
                    <a:pt x="478" y="387"/>
                  </a:lnTo>
                  <a:lnTo>
                    <a:pt x="483" y="387"/>
                  </a:lnTo>
                  <a:lnTo>
                    <a:pt x="485" y="386"/>
                  </a:lnTo>
                  <a:lnTo>
                    <a:pt x="486" y="383"/>
                  </a:lnTo>
                  <a:lnTo>
                    <a:pt x="487" y="379"/>
                  </a:lnTo>
                  <a:lnTo>
                    <a:pt x="490" y="377"/>
                  </a:lnTo>
                  <a:lnTo>
                    <a:pt x="494" y="377"/>
                  </a:lnTo>
                  <a:lnTo>
                    <a:pt x="498" y="377"/>
                  </a:lnTo>
                  <a:lnTo>
                    <a:pt x="502" y="377"/>
                  </a:lnTo>
                  <a:lnTo>
                    <a:pt x="506" y="375"/>
                  </a:lnTo>
                  <a:lnTo>
                    <a:pt x="510" y="373"/>
                  </a:lnTo>
                  <a:lnTo>
                    <a:pt x="514" y="371"/>
                  </a:lnTo>
                  <a:lnTo>
                    <a:pt x="518" y="372"/>
                  </a:lnTo>
                  <a:lnTo>
                    <a:pt x="523" y="374"/>
                  </a:lnTo>
                  <a:lnTo>
                    <a:pt x="526" y="375"/>
                  </a:lnTo>
                  <a:lnTo>
                    <a:pt x="530" y="377"/>
                  </a:lnTo>
                  <a:lnTo>
                    <a:pt x="533" y="379"/>
                  </a:lnTo>
                  <a:lnTo>
                    <a:pt x="535" y="382"/>
                  </a:lnTo>
                  <a:lnTo>
                    <a:pt x="536" y="385"/>
                  </a:lnTo>
                  <a:lnTo>
                    <a:pt x="538" y="386"/>
                  </a:lnTo>
                  <a:lnTo>
                    <a:pt x="543" y="386"/>
                  </a:lnTo>
                  <a:lnTo>
                    <a:pt x="549" y="386"/>
                  </a:lnTo>
                  <a:lnTo>
                    <a:pt x="554" y="386"/>
                  </a:lnTo>
                  <a:lnTo>
                    <a:pt x="556" y="389"/>
                  </a:lnTo>
                  <a:lnTo>
                    <a:pt x="555" y="392"/>
                  </a:lnTo>
                  <a:lnTo>
                    <a:pt x="553" y="395"/>
                  </a:lnTo>
                  <a:lnTo>
                    <a:pt x="552" y="398"/>
                  </a:lnTo>
                  <a:lnTo>
                    <a:pt x="553" y="401"/>
                  </a:lnTo>
                  <a:close/>
                </a:path>
              </a:pathLst>
            </a:custGeom>
            <a:solidFill>
              <a:srgbClr val="59A3CD">
                <a:alpha val="9600"/>
              </a:srgbClr>
            </a:solidFill>
            <a:ln>
              <a:noFill/>
            </a:ln>
          </p:spPr>
          <p:txBody>
            <a:bodyPr anchor="ctr"/>
            <a:lstStyle/>
            <a:p>
              <a:pPr algn="ctr">
                <a:buNone/>
              </a:pPr>
            </a:p>
          </p:txBody>
        </p:sp>
        <p:sp>
          <p:nvSpPr>
            <p:cNvPr id="2891" name="addition:input:14"/>
            <p:cNvSpPr>
              <a:spLocks noGrp="1"/>
            </p:cNvSpPr>
            <p:nvPr/>
          </p:nvSpPr>
          <p:spPr>
            <a:xfrm>
              <a:off x="209550" y="5438775"/>
              <a:ext cx="837773" cy="785424"/>
            </a:xfrm>
            <a:custGeom>
              <a:avLst/>
              <a:gdLst/>
              <a:ahLst/>
              <a:cxnLst/>
              <a:rect l="l" t="t" r="r" b="b"/>
              <a:pathLst>
                <a:path w="509" h="419">
                  <a:moveTo>
                    <a:pt x="0" y="0"/>
                  </a:moveTo>
                  <a:moveTo>
                    <a:pt x="508" y="393"/>
                  </a:moveTo>
                  <a:lnTo>
                    <a:pt x="507" y="395"/>
                  </a:lnTo>
                  <a:lnTo>
                    <a:pt x="505" y="397"/>
                  </a:lnTo>
                  <a:lnTo>
                    <a:pt x="502" y="399"/>
                  </a:lnTo>
                  <a:lnTo>
                    <a:pt x="500" y="400"/>
                  </a:lnTo>
                  <a:lnTo>
                    <a:pt x="500" y="402"/>
                  </a:lnTo>
                  <a:lnTo>
                    <a:pt x="502" y="405"/>
                  </a:lnTo>
                  <a:lnTo>
                    <a:pt x="504" y="409"/>
                  </a:lnTo>
                  <a:lnTo>
                    <a:pt x="503" y="412"/>
                  </a:lnTo>
                  <a:lnTo>
                    <a:pt x="500" y="413"/>
                  </a:lnTo>
                  <a:lnTo>
                    <a:pt x="497" y="413"/>
                  </a:lnTo>
                  <a:lnTo>
                    <a:pt x="494" y="414"/>
                  </a:lnTo>
                  <a:lnTo>
                    <a:pt x="491" y="414"/>
                  </a:lnTo>
                  <a:lnTo>
                    <a:pt x="489" y="414"/>
                  </a:lnTo>
                  <a:lnTo>
                    <a:pt x="486" y="414"/>
                  </a:lnTo>
                  <a:lnTo>
                    <a:pt x="484" y="413"/>
                  </a:lnTo>
                  <a:lnTo>
                    <a:pt x="482" y="414"/>
                  </a:lnTo>
                  <a:lnTo>
                    <a:pt x="480" y="416"/>
                  </a:lnTo>
                  <a:lnTo>
                    <a:pt x="477" y="418"/>
                  </a:lnTo>
                  <a:lnTo>
                    <a:pt x="474" y="419"/>
                  </a:lnTo>
                  <a:lnTo>
                    <a:pt x="472" y="417"/>
                  </a:lnTo>
                  <a:lnTo>
                    <a:pt x="470" y="416"/>
                  </a:lnTo>
                  <a:lnTo>
                    <a:pt x="467" y="415"/>
                  </a:lnTo>
                  <a:lnTo>
                    <a:pt x="464" y="415"/>
                  </a:lnTo>
                  <a:lnTo>
                    <a:pt x="460" y="415"/>
                  </a:lnTo>
                  <a:lnTo>
                    <a:pt x="457" y="414"/>
                  </a:lnTo>
                  <a:lnTo>
                    <a:pt x="455" y="412"/>
                  </a:lnTo>
                  <a:lnTo>
                    <a:pt x="455" y="409"/>
                  </a:lnTo>
                  <a:lnTo>
                    <a:pt x="454" y="406"/>
                  </a:lnTo>
                  <a:lnTo>
                    <a:pt x="453" y="404"/>
                  </a:lnTo>
                  <a:lnTo>
                    <a:pt x="452" y="402"/>
                  </a:lnTo>
                  <a:lnTo>
                    <a:pt x="450" y="401"/>
                  </a:lnTo>
                  <a:lnTo>
                    <a:pt x="449" y="399"/>
                  </a:lnTo>
                  <a:lnTo>
                    <a:pt x="447" y="397"/>
                  </a:lnTo>
                  <a:lnTo>
                    <a:pt x="443" y="395"/>
                  </a:lnTo>
                  <a:lnTo>
                    <a:pt x="439" y="393"/>
                  </a:lnTo>
                  <a:lnTo>
                    <a:pt x="437" y="390"/>
                  </a:lnTo>
                  <a:lnTo>
                    <a:pt x="439" y="388"/>
                  </a:lnTo>
                  <a:lnTo>
                    <a:pt x="442" y="386"/>
                  </a:lnTo>
                  <a:lnTo>
                    <a:pt x="446" y="385"/>
                  </a:lnTo>
                  <a:lnTo>
                    <a:pt x="448" y="383"/>
                  </a:lnTo>
                  <a:lnTo>
                    <a:pt x="448" y="381"/>
                  </a:lnTo>
                  <a:lnTo>
                    <a:pt x="449" y="378"/>
                  </a:lnTo>
                  <a:lnTo>
                    <a:pt x="451" y="377"/>
                  </a:lnTo>
                  <a:lnTo>
                    <a:pt x="454" y="376"/>
                  </a:lnTo>
                  <a:lnTo>
                    <a:pt x="457" y="375"/>
                  </a:lnTo>
                  <a:lnTo>
                    <a:pt x="459" y="374"/>
                  </a:lnTo>
                  <a:lnTo>
                    <a:pt x="462" y="372"/>
                  </a:lnTo>
                  <a:lnTo>
                    <a:pt x="464" y="370"/>
                  </a:lnTo>
                  <a:lnTo>
                    <a:pt x="467" y="369"/>
                  </a:lnTo>
                  <a:lnTo>
                    <a:pt x="470" y="368"/>
                  </a:lnTo>
                  <a:lnTo>
                    <a:pt x="473" y="367"/>
                  </a:lnTo>
                  <a:lnTo>
                    <a:pt x="477" y="366"/>
                  </a:lnTo>
                  <a:lnTo>
                    <a:pt x="480" y="365"/>
                  </a:lnTo>
                  <a:lnTo>
                    <a:pt x="484" y="366"/>
                  </a:lnTo>
                  <a:lnTo>
                    <a:pt x="486" y="369"/>
                  </a:lnTo>
                  <a:lnTo>
                    <a:pt x="488" y="373"/>
                  </a:lnTo>
                  <a:lnTo>
                    <a:pt x="490" y="375"/>
                  </a:lnTo>
                  <a:lnTo>
                    <a:pt x="492" y="375"/>
                  </a:lnTo>
                  <a:lnTo>
                    <a:pt x="496" y="374"/>
                  </a:lnTo>
                  <a:lnTo>
                    <a:pt x="500" y="373"/>
                  </a:lnTo>
                  <a:lnTo>
                    <a:pt x="502" y="374"/>
                  </a:lnTo>
                  <a:lnTo>
                    <a:pt x="504" y="376"/>
                  </a:lnTo>
                  <a:lnTo>
                    <a:pt x="505" y="378"/>
                  </a:lnTo>
                  <a:lnTo>
                    <a:pt x="507" y="379"/>
                  </a:lnTo>
                  <a:lnTo>
                    <a:pt x="509" y="381"/>
                  </a:lnTo>
                  <a:lnTo>
                    <a:pt x="509" y="384"/>
                  </a:lnTo>
                  <a:lnTo>
                    <a:pt x="508" y="386"/>
                  </a:lnTo>
                  <a:lnTo>
                    <a:pt x="507" y="389"/>
                  </a:lnTo>
                  <a:lnTo>
                    <a:pt x="507" y="391"/>
                  </a:lnTo>
                  <a:close/>
                </a:path>
              </a:pathLst>
            </a:custGeom>
            <a:solidFill>
              <a:srgbClr val="59A3CD">
                <a:alpha val="9600"/>
              </a:srgbClr>
            </a:solidFill>
            <a:ln>
              <a:noFill/>
            </a:ln>
          </p:spPr>
          <p:txBody>
            <a:bodyPr anchor="ctr"/>
            <a:lstStyle/>
            <a:p>
              <a:pPr algn="ctr">
                <a:buNone/>
              </a:pPr>
            </a:p>
          </p:txBody>
        </p:sp>
        <p:sp>
          <p:nvSpPr>
            <p:cNvPr id="2892" name="addition:input:15"/>
            <p:cNvSpPr>
              <a:spLocks noGrp="1"/>
            </p:cNvSpPr>
            <p:nvPr/>
          </p:nvSpPr>
          <p:spPr>
            <a:xfrm>
              <a:off x="209550" y="5438775"/>
              <a:ext cx="957925" cy="794796"/>
            </a:xfrm>
            <a:custGeom>
              <a:avLst/>
              <a:gdLst/>
              <a:ahLst/>
              <a:cxnLst/>
              <a:rect l="l" t="t" r="r" b="b"/>
              <a:pathLst>
                <a:path w="582" h="424">
                  <a:moveTo>
                    <a:pt x="0" y="0"/>
                  </a:moveTo>
                  <a:moveTo>
                    <a:pt x="574" y="389"/>
                  </a:moveTo>
                  <a:lnTo>
                    <a:pt x="577" y="391"/>
                  </a:lnTo>
                  <a:lnTo>
                    <a:pt x="579" y="394"/>
                  </a:lnTo>
                  <a:lnTo>
                    <a:pt x="577" y="397"/>
                  </a:lnTo>
                  <a:lnTo>
                    <a:pt x="574" y="399"/>
                  </a:lnTo>
                  <a:lnTo>
                    <a:pt x="572" y="402"/>
                  </a:lnTo>
                  <a:lnTo>
                    <a:pt x="572" y="405"/>
                  </a:lnTo>
                  <a:lnTo>
                    <a:pt x="573" y="408"/>
                  </a:lnTo>
                  <a:lnTo>
                    <a:pt x="572" y="411"/>
                  </a:lnTo>
                  <a:lnTo>
                    <a:pt x="569" y="413"/>
                  </a:lnTo>
                  <a:lnTo>
                    <a:pt x="565" y="415"/>
                  </a:lnTo>
                  <a:lnTo>
                    <a:pt x="561" y="416"/>
                  </a:lnTo>
                  <a:lnTo>
                    <a:pt x="558" y="417"/>
                  </a:lnTo>
                  <a:lnTo>
                    <a:pt x="554" y="417"/>
                  </a:lnTo>
                  <a:lnTo>
                    <a:pt x="550" y="416"/>
                  </a:lnTo>
                  <a:lnTo>
                    <a:pt x="546" y="414"/>
                  </a:lnTo>
                  <a:lnTo>
                    <a:pt x="542" y="414"/>
                  </a:lnTo>
                  <a:lnTo>
                    <a:pt x="539" y="416"/>
                  </a:lnTo>
                  <a:lnTo>
                    <a:pt x="535" y="420"/>
                  </a:lnTo>
                  <a:lnTo>
                    <a:pt x="531" y="424"/>
                  </a:lnTo>
                  <a:lnTo>
                    <a:pt x="525" y="424"/>
                  </a:lnTo>
                  <a:lnTo>
                    <a:pt x="521" y="422"/>
                  </a:lnTo>
                  <a:lnTo>
                    <a:pt x="518" y="419"/>
                  </a:lnTo>
                  <a:lnTo>
                    <a:pt x="514" y="416"/>
                  </a:lnTo>
                  <a:lnTo>
                    <a:pt x="510" y="415"/>
                  </a:lnTo>
                  <a:lnTo>
                    <a:pt x="506" y="414"/>
                  </a:lnTo>
                  <a:lnTo>
                    <a:pt x="503" y="411"/>
                  </a:lnTo>
                  <a:lnTo>
                    <a:pt x="501" y="408"/>
                  </a:lnTo>
                  <a:lnTo>
                    <a:pt x="498" y="406"/>
                  </a:lnTo>
                  <a:lnTo>
                    <a:pt x="495" y="404"/>
                  </a:lnTo>
                  <a:lnTo>
                    <a:pt x="491" y="402"/>
                  </a:lnTo>
                  <a:lnTo>
                    <a:pt x="488" y="399"/>
                  </a:lnTo>
                  <a:lnTo>
                    <a:pt x="488" y="397"/>
                  </a:lnTo>
                  <a:lnTo>
                    <a:pt x="487" y="394"/>
                  </a:lnTo>
                  <a:lnTo>
                    <a:pt x="485" y="391"/>
                  </a:lnTo>
                  <a:lnTo>
                    <a:pt x="480" y="389"/>
                  </a:lnTo>
                  <a:lnTo>
                    <a:pt x="475" y="385"/>
                  </a:lnTo>
                  <a:lnTo>
                    <a:pt x="474" y="382"/>
                  </a:lnTo>
                  <a:lnTo>
                    <a:pt x="478" y="379"/>
                  </a:lnTo>
                  <a:lnTo>
                    <a:pt x="485" y="378"/>
                  </a:lnTo>
                  <a:lnTo>
                    <a:pt x="492" y="376"/>
                  </a:lnTo>
                  <a:lnTo>
                    <a:pt x="495" y="375"/>
                  </a:lnTo>
                  <a:lnTo>
                    <a:pt x="497" y="372"/>
                  </a:lnTo>
                  <a:lnTo>
                    <a:pt x="499" y="370"/>
                  </a:lnTo>
                  <a:lnTo>
                    <a:pt x="502" y="367"/>
                  </a:lnTo>
                  <a:lnTo>
                    <a:pt x="505" y="365"/>
                  </a:lnTo>
                  <a:lnTo>
                    <a:pt x="507" y="362"/>
                  </a:lnTo>
                  <a:lnTo>
                    <a:pt x="510" y="359"/>
                  </a:lnTo>
                  <a:lnTo>
                    <a:pt x="514" y="357"/>
                  </a:lnTo>
                  <a:lnTo>
                    <a:pt x="520" y="356"/>
                  </a:lnTo>
                  <a:lnTo>
                    <a:pt x="526" y="357"/>
                  </a:lnTo>
                  <a:lnTo>
                    <a:pt x="531" y="358"/>
                  </a:lnTo>
                  <a:lnTo>
                    <a:pt x="535" y="358"/>
                  </a:lnTo>
                  <a:lnTo>
                    <a:pt x="540" y="356"/>
                  </a:lnTo>
                  <a:lnTo>
                    <a:pt x="545" y="355"/>
                  </a:lnTo>
                  <a:lnTo>
                    <a:pt x="549" y="357"/>
                  </a:lnTo>
                  <a:lnTo>
                    <a:pt x="552" y="360"/>
                  </a:lnTo>
                  <a:lnTo>
                    <a:pt x="554" y="364"/>
                  </a:lnTo>
                  <a:lnTo>
                    <a:pt x="556" y="365"/>
                  </a:lnTo>
                  <a:lnTo>
                    <a:pt x="561" y="365"/>
                  </a:lnTo>
                  <a:lnTo>
                    <a:pt x="566" y="365"/>
                  </a:lnTo>
                  <a:lnTo>
                    <a:pt x="570" y="365"/>
                  </a:lnTo>
                  <a:lnTo>
                    <a:pt x="574" y="366"/>
                  </a:lnTo>
                  <a:lnTo>
                    <a:pt x="577" y="368"/>
                  </a:lnTo>
                  <a:lnTo>
                    <a:pt x="580" y="370"/>
                  </a:lnTo>
                  <a:lnTo>
                    <a:pt x="582" y="373"/>
                  </a:lnTo>
                  <a:lnTo>
                    <a:pt x="581" y="377"/>
                  </a:lnTo>
                  <a:lnTo>
                    <a:pt x="578" y="380"/>
                  </a:lnTo>
                  <a:lnTo>
                    <a:pt x="573" y="384"/>
                  </a:lnTo>
                  <a:lnTo>
                    <a:pt x="571" y="386"/>
                  </a:lnTo>
                  <a:close/>
                </a:path>
              </a:pathLst>
            </a:custGeom>
            <a:solidFill>
              <a:srgbClr val="59A3CD">
                <a:alpha val="9600"/>
              </a:srgbClr>
            </a:solidFill>
            <a:ln>
              <a:noFill/>
            </a:ln>
          </p:spPr>
          <p:txBody>
            <a:bodyPr anchor="ctr"/>
            <a:lstStyle/>
            <a:p>
              <a:pPr algn="ctr">
                <a:buNone/>
              </a:pPr>
            </a:p>
          </p:txBody>
        </p:sp>
        <p:sp>
          <p:nvSpPr>
            <p:cNvPr id="2893" name="addition:input:16"/>
            <p:cNvSpPr>
              <a:spLocks noGrp="1"/>
            </p:cNvSpPr>
            <p:nvPr/>
          </p:nvSpPr>
          <p:spPr>
            <a:xfrm>
              <a:off x="209550" y="5438775"/>
              <a:ext cx="994136" cy="807918"/>
            </a:xfrm>
            <a:custGeom>
              <a:avLst/>
              <a:gdLst/>
              <a:ahLst/>
              <a:cxnLst/>
              <a:rect l="l" t="t" r="r" b="b"/>
              <a:pathLst>
                <a:path w="604" h="431">
                  <a:moveTo>
                    <a:pt x="0" y="0"/>
                  </a:moveTo>
                  <a:moveTo>
                    <a:pt x="598" y="383"/>
                  </a:moveTo>
                  <a:lnTo>
                    <a:pt x="603" y="387"/>
                  </a:lnTo>
                  <a:lnTo>
                    <a:pt x="604" y="392"/>
                  </a:lnTo>
                  <a:lnTo>
                    <a:pt x="604" y="396"/>
                  </a:lnTo>
                  <a:lnTo>
                    <a:pt x="603" y="400"/>
                  </a:lnTo>
                  <a:lnTo>
                    <a:pt x="601" y="405"/>
                  </a:lnTo>
                  <a:lnTo>
                    <a:pt x="598" y="408"/>
                  </a:lnTo>
                  <a:lnTo>
                    <a:pt x="591" y="410"/>
                  </a:lnTo>
                  <a:lnTo>
                    <a:pt x="581" y="410"/>
                  </a:lnTo>
                  <a:lnTo>
                    <a:pt x="573" y="410"/>
                  </a:lnTo>
                  <a:lnTo>
                    <a:pt x="569" y="412"/>
                  </a:lnTo>
                  <a:lnTo>
                    <a:pt x="568" y="417"/>
                  </a:lnTo>
                  <a:lnTo>
                    <a:pt x="567" y="424"/>
                  </a:lnTo>
                  <a:lnTo>
                    <a:pt x="562" y="429"/>
                  </a:lnTo>
                  <a:lnTo>
                    <a:pt x="555" y="430"/>
                  </a:lnTo>
                  <a:lnTo>
                    <a:pt x="548" y="429"/>
                  </a:lnTo>
                  <a:lnTo>
                    <a:pt x="541" y="429"/>
                  </a:lnTo>
                  <a:lnTo>
                    <a:pt x="534" y="430"/>
                  </a:lnTo>
                  <a:lnTo>
                    <a:pt x="527" y="431"/>
                  </a:lnTo>
                  <a:lnTo>
                    <a:pt x="520" y="430"/>
                  </a:lnTo>
                  <a:lnTo>
                    <a:pt x="514" y="427"/>
                  </a:lnTo>
                  <a:lnTo>
                    <a:pt x="508" y="425"/>
                  </a:lnTo>
                  <a:lnTo>
                    <a:pt x="503" y="423"/>
                  </a:lnTo>
                  <a:lnTo>
                    <a:pt x="497" y="422"/>
                  </a:lnTo>
                  <a:lnTo>
                    <a:pt x="492" y="420"/>
                  </a:lnTo>
                  <a:lnTo>
                    <a:pt x="489" y="416"/>
                  </a:lnTo>
                  <a:lnTo>
                    <a:pt x="488" y="412"/>
                  </a:lnTo>
                  <a:lnTo>
                    <a:pt x="484" y="409"/>
                  </a:lnTo>
                  <a:lnTo>
                    <a:pt x="477" y="409"/>
                  </a:lnTo>
                  <a:lnTo>
                    <a:pt x="467" y="409"/>
                  </a:lnTo>
                  <a:lnTo>
                    <a:pt x="460" y="406"/>
                  </a:lnTo>
                  <a:lnTo>
                    <a:pt x="458" y="402"/>
                  </a:lnTo>
                  <a:lnTo>
                    <a:pt x="462" y="396"/>
                  </a:lnTo>
                  <a:lnTo>
                    <a:pt x="468" y="391"/>
                  </a:lnTo>
                  <a:lnTo>
                    <a:pt x="471" y="387"/>
                  </a:lnTo>
                  <a:lnTo>
                    <a:pt x="473" y="383"/>
                  </a:lnTo>
                  <a:lnTo>
                    <a:pt x="474" y="379"/>
                  </a:lnTo>
                  <a:lnTo>
                    <a:pt x="477" y="376"/>
                  </a:lnTo>
                  <a:lnTo>
                    <a:pt x="480" y="372"/>
                  </a:lnTo>
                  <a:lnTo>
                    <a:pt x="480" y="368"/>
                  </a:lnTo>
                  <a:lnTo>
                    <a:pt x="478" y="363"/>
                  </a:lnTo>
                  <a:lnTo>
                    <a:pt x="478" y="358"/>
                  </a:lnTo>
                  <a:lnTo>
                    <a:pt x="481" y="354"/>
                  </a:lnTo>
                  <a:lnTo>
                    <a:pt x="487" y="352"/>
                  </a:lnTo>
                  <a:lnTo>
                    <a:pt x="493" y="351"/>
                  </a:lnTo>
                  <a:lnTo>
                    <a:pt x="496" y="348"/>
                  </a:lnTo>
                  <a:lnTo>
                    <a:pt x="498" y="343"/>
                  </a:lnTo>
                  <a:lnTo>
                    <a:pt x="501" y="338"/>
                  </a:lnTo>
                  <a:lnTo>
                    <a:pt x="506" y="336"/>
                  </a:lnTo>
                  <a:lnTo>
                    <a:pt x="513" y="339"/>
                  </a:lnTo>
                  <a:lnTo>
                    <a:pt x="519" y="342"/>
                  </a:lnTo>
                  <a:lnTo>
                    <a:pt x="524" y="344"/>
                  </a:lnTo>
                  <a:lnTo>
                    <a:pt x="528" y="344"/>
                  </a:lnTo>
                  <a:lnTo>
                    <a:pt x="533" y="342"/>
                  </a:lnTo>
                  <a:lnTo>
                    <a:pt x="537" y="340"/>
                  </a:lnTo>
                  <a:lnTo>
                    <a:pt x="543" y="340"/>
                  </a:lnTo>
                  <a:lnTo>
                    <a:pt x="548" y="339"/>
                  </a:lnTo>
                  <a:lnTo>
                    <a:pt x="555" y="337"/>
                  </a:lnTo>
                  <a:lnTo>
                    <a:pt x="563" y="337"/>
                  </a:lnTo>
                  <a:lnTo>
                    <a:pt x="568" y="339"/>
                  </a:lnTo>
                  <a:lnTo>
                    <a:pt x="571" y="345"/>
                  </a:lnTo>
                  <a:lnTo>
                    <a:pt x="571" y="351"/>
                  </a:lnTo>
                  <a:lnTo>
                    <a:pt x="571" y="356"/>
                  </a:lnTo>
                  <a:lnTo>
                    <a:pt x="576" y="359"/>
                  </a:lnTo>
                  <a:lnTo>
                    <a:pt x="583" y="360"/>
                  </a:lnTo>
                  <a:lnTo>
                    <a:pt x="589" y="363"/>
                  </a:lnTo>
                  <a:lnTo>
                    <a:pt x="591" y="367"/>
                  </a:lnTo>
                  <a:lnTo>
                    <a:pt x="590" y="372"/>
                  </a:lnTo>
                  <a:lnTo>
                    <a:pt x="590" y="376"/>
                  </a:lnTo>
                  <a:lnTo>
                    <a:pt x="593" y="379"/>
                  </a:lnTo>
                  <a:close/>
                </a:path>
              </a:pathLst>
            </a:custGeom>
            <a:solidFill>
              <a:srgbClr val="0675B4">
                <a:alpha val="11100"/>
              </a:srgbClr>
            </a:solidFill>
            <a:ln>
              <a:noFill/>
            </a:ln>
          </p:spPr>
          <p:txBody>
            <a:bodyPr anchor="ctr"/>
            <a:lstStyle/>
            <a:p>
              <a:pPr algn="ctr">
                <a:buNone/>
              </a:pPr>
            </a:p>
          </p:txBody>
        </p:sp>
        <p:sp>
          <p:nvSpPr>
            <p:cNvPr id="2894" name="addition:input:17"/>
            <p:cNvSpPr>
              <a:spLocks noGrp="1"/>
            </p:cNvSpPr>
            <p:nvPr/>
          </p:nvSpPr>
          <p:spPr>
            <a:xfrm>
              <a:off x="209550" y="5438775"/>
              <a:ext cx="893735" cy="740435"/>
            </a:xfrm>
            <a:custGeom>
              <a:avLst/>
              <a:gdLst/>
              <a:ahLst/>
              <a:cxnLst/>
              <a:rect l="l" t="t" r="r" b="b"/>
              <a:pathLst>
                <a:path w="543" h="395">
                  <a:moveTo>
                    <a:pt x="0" y="0"/>
                  </a:moveTo>
                  <a:moveTo>
                    <a:pt x="543" y="370"/>
                  </a:moveTo>
                  <a:lnTo>
                    <a:pt x="542" y="373"/>
                  </a:lnTo>
                  <a:lnTo>
                    <a:pt x="539" y="375"/>
                  </a:lnTo>
                  <a:lnTo>
                    <a:pt x="536" y="377"/>
                  </a:lnTo>
                  <a:lnTo>
                    <a:pt x="534" y="378"/>
                  </a:lnTo>
                  <a:lnTo>
                    <a:pt x="532" y="380"/>
                  </a:lnTo>
                  <a:lnTo>
                    <a:pt x="529" y="381"/>
                  </a:lnTo>
                  <a:lnTo>
                    <a:pt x="527" y="382"/>
                  </a:lnTo>
                  <a:lnTo>
                    <a:pt x="525" y="384"/>
                  </a:lnTo>
                  <a:lnTo>
                    <a:pt x="524" y="386"/>
                  </a:lnTo>
                  <a:lnTo>
                    <a:pt x="524" y="389"/>
                  </a:lnTo>
                  <a:lnTo>
                    <a:pt x="523" y="392"/>
                  </a:lnTo>
                  <a:lnTo>
                    <a:pt x="520" y="393"/>
                  </a:lnTo>
                  <a:lnTo>
                    <a:pt x="516" y="393"/>
                  </a:lnTo>
                  <a:lnTo>
                    <a:pt x="512" y="392"/>
                  </a:lnTo>
                  <a:lnTo>
                    <a:pt x="509" y="392"/>
                  </a:lnTo>
                  <a:lnTo>
                    <a:pt x="507" y="394"/>
                  </a:lnTo>
                  <a:lnTo>
                    <a:pt x="504" y="395"/>
                  </a:lnTo>
                  <a:lnTo>
                    <a:pt x="501" y="395"/>
                  </a:lnTo>
                  <a:lnTo>
                    <a:pt x="499" y="393"/>
                  </a:lnTo>
                  <a:lnTo>
                    <a:pt x="497" y="391"/>
                  </a:lnTo>
                  <a:lnTo>
                    <a:pt x="495" y="390"/>
                  </a:lnTo>
                  <a:lnTo>
                    <a:pt x="493" y="389"/>
                  </a:lnTo>
                  <a:lnTo>
                    <a:pt x="490" y="389"/>
                  </a:lnTo>
                  <a:lnTo>
                    <a:pt x="488" y="389"/>
                  </a:lnTo>
                  <a:lnTo>
                    <a:pt x="486" y="388"/>
                  </a:lnTo>
                  <a:lnTo>
                    <a:pt x="483" y="388"/>
                  </a:lnTo>
                  <a:lnTo>
                    <a:pt x="480" y="387"/>
                  </a:lnTo>
                  <a:lnTo>
                    <a:pt x="477" y="386"/>
                  </a:lnTo>
                  <a:lnTo>
                    <a:pt x="476" y="384"/>
                  </a:lnTo>
                  <a:lnTo>
                    <a:pt x="477" y="381"/>
                  </a:lnTo>
                  <a:lnTo>
                    <a:pt x="480" y="378"/>
                  </a:lnTo>
                  <a:lnTo>
                    <a:pt x="482" y="376"/>
                  </a:lnTo>
                  <a:lnTo>
                    <a:pt x="481" y="374"/>
                  </a:lnTo>
                  <a:lnTo>
                    <a:pt x="479" y="372"/>
                  </a:lnTo>
                  <a:lnTo>
                    <a:pt x="478" y="370"/>
                  </a:lnTo>
                  <a:lnTo>
                    <a:pt x="478" y="368"/>
                  </a:lnTo>
                  <a:lnTo>
                    <a:pt x="479" y="366"/>
                  </a:lnTo>
                  <a:lnTo>
                    <a:pt x="479" y="365"/>
                  </a:lnTo>
                  <a:lnTo>
                    <a:pt x="479" y="362"/>
                  </a:lnTo>
                  <a:lnTo>
                    <a:pt x="478" y="360"/>
                  </a:lnTo>
                  <a:lnTo>
                    <a:pt x="479" y="358"/>
                  </a:lnTo>
                  <a:lnTo>
                    <a:pt x="480" y="356"/>
                  </a:lnTo>
                  <a:lnTo>
                    <a:pt x="482" y="355"/>
                  </a:lnTo>
                  <a:lnTo>
                    <a:pt x="483" y="353"/>
                  </a:lnTo>
                  <a:lnTo>
                    <a:pt x="484" y="351"/>
                  </a:lnTo>
                  <a:lnTo>
                    <a:pt x="486" y="350"/>
                  </a:lnTo>
                  <a:lnTo>
                    <a:pt x="489" y="350"/>
                  </a:lnTo>
                  <a:lnTo>
                    <a:pt x="493" y="352"/>
                  </a:lnTo>
                  <a:lnTo>
                    <a:pt x="496" y="353"/>
                  </a:lnTo>
                  <a:lnTo>
                    <a:pt x="497" y="352"/>
                  </a:lnTo>
                  <a:lnTo>
                    <a:pt x="499" y="349"/>
                  </a:lnTo>
                  <a:lnTo>
                    <a:pt x="501" y="347"/>
                  </a:lnTo>
                  <a:lnTo>
                    <a:pt x="504" y="345"/>
                  </a:lnTo>
                  <a:lnTo>
                    <a:pt x="507" y="345"/>
                  </a:lnTo>
                  <a:lnTo>
                    <a:pt x="510" y="346"/>
                  </a:lnTo>
                  <a:lnTo>
                    <a:pt x="513" y="347"/>
                  </a:lnTo>
                  <a:lnTo>
                    <a:pt x="516" y="348"/>
                  </a:lnTo>
                  <a:lnTo>
                    <a:pt x="518" y="349"/>
                  </a:lnTo>
                  <a:lnTo>
                    <a:pt x="520" y="351"/>
                  </a:lnTo>
                  <a:lnTo>
                    <a:pt x="522" y="353"/>
                  </a:lnTo>
                  <a:lnTo>
                    <a:pt x="524" y="355"/>
                  </a:lnTo>
                  <a:lnTo>
                    <a:pt x="527" y="356"/>
                  </a:lnTo>
                  <a:lnTo>
                    <a:pt x="530" y="357"/>
                  </a:lnTo>
                  <a:lnTo>
                    <a:pt x="532" y="359"/>
                  </a:lnTo>
                  <a:lnTo>
                    <a:pt x="532" y="361"/>
                  </a:lnTo>
                  <a:lnTo>
                    <a:pt x="532" y="363"/>
                  </a:lnTo>
                  <a:lnTo>
                    <a:pt x="533" y="365"/>
                  </a:lnTo>
                  <a:lnTo>
                    <a:pt x="536" y="366"/>
                  </a:lnTo>
                  <a:lnTo>
                    <a:pt x="540" y="368"/>
                  </a:lnTo>
                  <a:close/>
                </a:path>
              </a:pathLst>
            </a:custGeom>
            <a:solidFill>
              <a:srgbClr val="0072B2">
                <a:alpha val="10800"/>
              </a:srgbClr>
            </a:solidFill>
            <a:ln>
              <a:noFill/>
            </a:ln>
          </p:spPr>
          <p:txBody>
            <a:bodyPr anchor="ctr"/>
            <a:lstStyle/>
            <a:p>
              <a:pPr algn="ctr">
                <a:buNone/>
              </a:pPr>
            </a:p>
          </p:txBody>
        </p:sp>
        <p:sp>
          <p:nvSpPr>
            <p:cNvPr id="2895" name="addition:input:18"/>
            <p:cNvSpPr>
              <a:spLocks noGrp="1"/>
            </p:cNvSpPr>
            <p:nvPr/>
          </p:nvSpPr>
          <p:spPr>
            <a:xfrm>
              <a:off x="209550" y="5438775"/>
              <a:ext cx="939820" cy="717941"/>
            </a:xfrm>
            <a:custGeom>
              <a:avLst/>
              <a:gdLst/>
              <a:ahLst/>
              <a:cxnLst/>
              <a:rect l="l" t="t" r="r" b="b"/>
              <a:pathLst>
                <a:path w="571" h="383">
                  <a:moveTo>
                    <a:pt x="0" y="0"/>
                  </a:moveTo>
                  <a:moveTo>
                    <a:pt x="571" y="363"/>
                  </a:moveTo>
                  <a:lnTo>
                    <a:pt x="570" y="365"/>
                  </a:lnTo>
                  <a:lnTo>
                    <a:pt x="568" y="366"/>
                  </a:lnTo>
                  <a:lnTo>
                    <a:pt x="568" y="368"/>
                  </a:lnTo>
                  <a:lnTo>
                    <a:pt x="569" y="369"/>
                  </a:lnTo>
                  <a:lnTo>
                    <a:pt x="570" y="371"/>
                  </a:lnTo>
                  <a:lnTo>
                    <a:pt x="570" y="373"/>
                  </a:lnTo>
                  <a:lnTo>
                    <a:pt x="569" y="375"/>
                  </a:lnTo>
                  <a:lnTo>
                    <a:pt x="568" y="376"/>
                  </a:lnTo>
                  <a:lnTo>
                    <a:pt x="566" y="377"/>
                  </a:lnTo>
                  <a:lnTo>
                    <a:pt x="565" y="378"/>
                  </a:lnTo>
                  <a:lnTo>
                    <a:pt x="562" y="378"/>
                  </a:lnTo>
                  <a:lnTo>
                    <a:pt x="560" y="378"/>
                  </a:lnTo>
                  <a:lnTo>
                    <a:pt x="557" y="377"/>
                  </a:lnTo>
                  <a:lnTo>
                    <a:pt x="556" y="377"/>
                  </a:lnTo>
                  <a:lnTo>
                    <a:pt x="555" y="378"/>
                  </a:lnTo>
                  <a:lnTo>
                    <a:pt x="553" y="381"/>
                  </a:lnTo>
                  <a:lnTo>
                    <a:pt x="551" y="383"/>
                  </a:lnTo>
                  <a:lnTo>
                    <a:pt x="549" y="383"/>
                  </a:lnTo>
                  <a:lnTo>
                    <a:pt x="546" y="382"/>
                  </a:lnTo>
                  <a:lnTo>
                    <a:pt x="544" y="381"/>
                  </a:lnTo>
                  <a:lnTo>
                    <a:pt x="542" y="380"/>
                  </a:lnTo>
                  <a:lnTo>
                    <a:pt x="539" y="380"/>
                  </a:lnTo>
                  <a:lnTo>
                    <a:pt x="537" y="379"/>
                  </a:lnTo>
                  <a:lnTo>
                    <a:pt x="535" y="378"/>
                  </a:lnTo>
                  <a:lnTo>
                    <a:pt x="534" y="377"/>
                  </a:lnTo>
                  <a:lnTo>
                    <a:pt x="532" y="375"/>
                  </a:lnTo>
                  <a:lnTo>
                    <a:pt x="530" y="374"/>
                  </a:lnTo>
                  <a:lnTo>
                    <a:pt x="528" y="373"/>
                  </a:lnTo>
                  <a:lnTo>
                    <a:pt x="527" y="372"/>
                  </a:lnTo>
                  <a:lnTo>
                    <a:pt x="527" y="370"/>
                  </a:lnTo>
                  <a:lnTo>
                    <a:pt x="526" y="369"/>
                  </a:lnTo>
                  <a:lnTo>
                    <a:pt x="524" y="368"/>
                  </a:lnTo>
                  <a:lnTo>
                    <a:pt x="521" y="367"/>
                  </a:lnTo>
                  <a:lnTo>
                    <a:pt x="518" y="365"/>
                  </a:lnTo>
                  <a:lnTo>
                    <a:pt x="517" y="363"/>
                  </a:lnTo>
                  <a:lnTo>
                    <a:pt x="519" y="362"/>
                  </a:lnTo>
                  <a:lnTo>
                    <a:pt x="522" y="360"/>
                  </a:lnTo>
                  <a:lnTo>
                    <a:pt x="525" y="359"/>
                  </a:lnTo>
                  <a:lnTo>
                    <a:pt x="527" y="358"/>
                  </a:lnTo>
                  <a:lnTo>
                    <a:pt x="527" y="357"/>
                  </a:lnTo>
                  <a:lnTo>
                    <a:pt x="528" y="355"/>
                  </a:lnTo>
                  <a:lnTo>
                    <a:pt x="530" y="354"/>
                  </a:lnTo>
                  <a:lnTo>
                    <a:pt x="531" y="353"/>
                  </a:lnTo>
                  <a:lnTo>
                    <a:pt x="532" y="351"/>
                  </a:lnTo>
                  <a:lnTo>
                    <a:pt x="533" y="349"/>
                  </a:lnTo>
                  <a:lnTo>
                    <a:pt x="535" y="348"/>
                  </a:lnTo>
                  <a:lnTo>
                    <a:pt x="537" y="347"/>
                  </a:lnTo>
                  <a:lnTo>
                    <a:pt x="540" y="347"/>
                  </a:lnTo>
                  <a:lnTo>
                    <a:pt x="542" y="347"/>
                  </a:lnTo>
                  <a:lnTo>
                    <a:pt x="544" y="346"/>
                  </a:lnTo>
                  <a:lnTo>
                    <a:pt x="546" y="345"/>
                  </a:lnTo>
                  <a:lnTo>
                    <a:pt x="549" y="344"/>
                  </a:lnTo>
                  <a:lnTo>
                    <a:pt x="551" y="345"/>
                  </a:lnTo>
                  <a:lnTo>
                    <a:pt x="553" y="347"/>
                  </a:lnTo>
                  <a:lnTo>
                    <a:pt x="554" y="349"/>
                  </a:lnTo>
                  <a:lnTo>
                    <a:pt x="556" y="350"/>
                  </a:lnTo>
                  <a:lnTo>
                    <a:pt x="557" y="349"/>
                  </a:lnTo>
                  <a:lnTo>
                    <a:pt x="560" y="349"/>
                  </a:lnTo>
                  <a:lnTo>
                    <a:pt x="562" y="349"/>
                  </a:lnTo>
                  <a:lnTo>
                    <a:pt x="564" y="349"/>
                  </a:lnTo>
                  <a:lnTo>
                    <a:pt x="566" y="350"/>
                  </a:lnTo>
                  <a:lnTo>
                    <a:pt x="568" y="351"/>
                  </a:lnTo>
                  <a:lnTo>
                    <a:pt x="569" y="352"/>
                  </a:lnTo>
                  <a:lnTo>
                    <a:pt x="570" y="354"/>
                  </a:lnTo>
                  <a:lnTo>
                    <a:pt x="568" y="356"/>
                  </a:lnTo>
                  <a:lnTo>
                    <a:pt x="567" y="358"/>
                  </a:lnTo>
                  <a:lnTo>
                    <a:pt x="566" y="359"/>
                  </a:lnTo>
                  <a:lnTo>
                    <a:pt x="568" y="361"/>
                  </a:lnTo>
                  <a:lnTo>
                    <a:pt x="570" y="362"/>
                  </a:lnTo>
                  <a:close/>
                </a:path>
              </a:pathLst>
            </a:custGeom>
            <a:solidFill>
              <a:srgbClr val="0072B2">
                <a:alpha val="10800"/>
              </a:srgbClr>
            </a:solidFill>
            <a:ln>
              <a:noFill/>
            </a:ln>
          </p:spPr>
          <p:txBody>
            <a:bodyPr anchor="ctr"/>
            <a:lstStyle/>
            <a:p>
              <a:pPr algn="ctr">
                <a:buNone/>
              </a:pPr>
            </a:p>
          </p:txBody>
        </p:sp>
        <p:sp>
          <p:nvSpPr>
            <p:cNvPr id="2896" name="addition:input:19"/>
            <p:cNvSpPr>
              <a:spLocks noGrp="1"/>
            </p:cNvSpPr>
            <p:nvPr/>
          </p:nvSpPr>
          <p:spPr>
            <a:xfrm>
              <a:off x="209550" y="5438775"/>
              <a:ext cx="1000719" cy="787298"/>
            </a:xfrm>
            <a:custGeom>
              <a:avLst/>
              <a:gdLst/>
              <a:ahLst/>
              <a:cxnLst/>
              <a:rect l="l" t="t" r="r" b="b"/>
              <a:pathLst>
                <a:path w="608" h="420">
                  <a:moveTo>
                    <a:pt x="0" y="0"/>
                  </a:moveTo>
                  <a:moveTo>
                    <a:pt x="606" y="394"/>
                  </a:moveTo>
                  <a:lnTo>
                    <a:pt x="601" y="396"/>
                  </a:lnTo>
                  <a:lnTo>
                    <a:pt x="597" y="398"/>
                  </a:lnTo>
                  <a:lnTo>
                    <a:pt x="596" y="400"/>
                  </a:lnTo>
                  <a:lnTo>
                    <a:pt x="596" y="402"/>
                  </a:lnTo>
                  <a:lnTo>
                    <a:pt x="595" y="404"/>
                  </a:lnTo>
                  <a:lnTo>
                    <a:pt x="594" y="406"/>
                  </a:lnTo>
                  <a:lnTo>
                    <a:pt x="591" y="407"/>
                  </a:lnTo>
                  <a:lnTo>
                    <a:pt x="589" y="409"/>
                  </a:lnTo>
                  <a:lnTo>
                    <a:pt x="587" y="410"/>
                  </a:lnTo>
                  <a:lnTo>
                    <a:pt x="586" y="413"/>
                  </a:lnTo>
                  <a:lnTo>
                    <a:pt x="583" y="414"/>
                  </a:lnTo>
                  <a:lnTo>
                    <a:pt x="581" y="415"/>
                  </a:lnTo>
                  <a:lnTo>
                    <a:pt x="577" y="416"/>
                  </a:lnTo>
                  <a:lnTo>
                    <a:pt x="575" y="417"/>
                  </a:lnTo>
                  <a:lnTo>
                    <a:pt x="572" y="419"/>
                  </a:lnTo>
                  <a:lnTo>
                    <a:pt x="569" y="420"/>
                  </a:lnTo>
                  <a:lnTo>
                    <a:pt x="566" y="419"/>
                  </a:lnTo>
                  <a:lnTo>
                    <a:pt x="564" y="416"/>
                  </a:lnTo>
                  <a:lnTo>
                    <a:pt x="562" y="413"/>
                  </a:lnTo>
                  <a:lnTo>
                    <a:pt x="560" y="412"/>
                  </a:lnTo>
                  <a:lnTo>
                    <a:pt x="557" y="413"/>
                  </a:lnTo>
                  <a:lnTo>
                    <a:pt x="554" y="415"/>
                  </a:lnTo>
                  <a:lnTo>
                    <a:pt x="551" y="416"/>
                  </a:lnTo>
                  <a:lnTo>
                    <a:pt x="548" y="415"/>
                  </a:lnTo>
                  <a:lnTo>
                    <a:pt x="546" y="414"/>
                  </a:lnTo>
                  <a:lnTo>
                    <a:pt x="544" y="412"/>
                  </a:lnTo>
                  <a:lnTo>
                    <a:pt x="542" y="411"/>
                  </a:lnTo>
                  <a:lnTo>
                    <a:pt x="541" y="409"/>
                  </a:lnTo>
                  <a:lnTo>
                    <a:pt x="541" y="406"/>
                  </a:lnTo>
                  <a:lnTo>
                    <a:pt x="542" y="404"/>
                  </a:lnTo>
                  <a:lnTo>
                    <a:pt x="542" y="402"/>
                  </a:lnTo>
                  <a:lnTo>
                    <a:pt x="541" y="400"/>
                  </a:lnTo>
                  <a:lnTo>
                    <a:pt x="538" y="398"/>
                  </a:lnTo>
                  <a:lnTo>
                    <a:pt x="537" y="396"/>
                  </a:lnTo>
                  <a:lnTo>
                    <a:pt x="538" y="394"/>
                  </a:lnTo>
                  <a:lnTo>
                    <a:pt x="540" y="392"/>
                  </a:lnTo>
                  <a:lnTo>
                    <a:pt x="541" y="391"/>
                  </a:lnTo>
                  <a:lnTo>
                    <a:pt x="539" y="388"/>
                  </a:lnTo>
                  <a:lnTo>
                    <a:pt x="537" y="386"/>
                  </a:lnTo>
                  <a:lnTo>
                    <a:pt x="535" y="383"/>
                  </a:lnTo>
                  <a:lnTo>
                    <a:pt x="535" y="380"/>
                  </a:lnTo>
                  <a:lnTo>
                    <a:pt x="538" y="379"/>
                  </a:lnTo>
                  <a:lnTo>
                    <a:pt x="541" y="378"/>
                  </a:lnTo>
                  <a:lnTo>
                    <a:pt x="543" y="377"/>
                  </a:lnTo>
                  <a:lnTo>
                    <a:pt x="546" y="377"/>
                  </a:lnTo>
                  <a:lnTo>
                    <a:pt x="549" y="376"/>
                  </a:lnTo>
                  <a:lnTo>
                    <a:pt x="552" y="376"/>
                  </a:lnTo>
                  <a:lnTo>
                    <a:pt x="554" y="376"/>
                  </a:lnTo>
                  <a:lnTo>
                    <a:pt x="556" y="375"/>
                  </a:lnTo>
                  <a:lnTo>
                    <a:pt x="557" y="372"/>
                  </a:lnTo>
                  <a:lnTo>
                    <a:pt x="560" y="369"/>
                  </a:lnTo>
                  <a:lnTo>
                    <a:pt x="563" y="368"/>
                  </a:lnTo>
                  <a:lnTo>
                    <a:pt x="566" y="370"/>
                  </a:lnTo>
                  <a:lnTo>
                    <a:pt x="570" y="371"/>
                  </a:lnTo>
                  <a:lnTo>
                    <a:pt x="573" y="372"/>
                  </a:lnTo>
                  <a:lnTo>
                    <a:pt x="576" y="372"/>
                  </a:lnTo>
                  <a:lnTo>
                    <a:pt x="580" y="371"/>
                  </a:lnTo>
                  <a:lnTo>
                    <a:pt x="583" y="372"/>
                  </a:lnTo>
                  <a:lnTo>
                    <a:pt x="586" y="374"/>
                  </a:lnTo>
                  <a:lnTo>
                    <a:pt x="587" y="377"/>
                  </a:lnTo>
                  <a:lnTo>
                    <a:pt x="588" y="379"/>
                  </a:lnTo>
                  <a:lnTo>
                    <a:pt x="590" y="380"/>
                  </a:lnTo>
                  <a:lnTo>
                    <a:pt x="593" y="382"/>
                  </a:lnTo>
                  <a:lnTo>
                    <a:pt x="595" y="383"/>
                  </a:lnTo>
                  <a:lnTo>
                    <a:pt x="596" y="385"/>
                  </a:lnTo>
                  <a:lnTo>
                    <a:pt x="599" y="386"/>
                  </a:lnTo>
                  <a:lnTo>
                    <a:pt x="602" y="388"/>
                  </a:lnTo>
                  <a:lnTo>
                    <a:pt x="606" y="389"/>
                  </a:lnTo>
                  <a:lnTo>
                    <a:pt x="608" y="392"/>
                  </a:lnTo>
                  <a:close/>
                </a:path>
              </a:pathLst>
            </a:custGeom>
            <a:solidFill>
              <a:srgbClr val="0072B2">
                <a:alpha val="10800"/>
              </a:srgbClr>
            </a:solidFill>
            <a:ln>
              <a:noFill/>
            </a:ln>
          </p:spPr>
          <p:txBody>
            <a:bodyPr anchor="ctr"/>
            <a:lstStyle/>
            <a:p>
              <a:pPr algn="ctr">
                <a:buNone/>
              </a:pPr>
            </a:p>
          </p:txBody>
        </p:sp>
        <p:sp>
          <p:nvSpPr>
            <p:cNvPr id="2897" name="addition:input:20"/>
            <p:cNvSpPr>
              <a:spLocks noGrp="1"/>
            </p:cNvSpPr>
            <p:nvPr/>
          </p:nvSpPr>
          <p:spPr>
            <a:xfrm>
              <a:off x="209550" y="5438775"/>
              <a:ext cx="915132" cy="807918"/>
            </a:xfrm>
            <a:custGeom>
              <a:avLst/>
              <a:gdLst/>
              <a:ahLst/>
              <a:cxnLst/>
              <a:rect l="l" t="t" r="r" b="b"/>
              <a:pathLst>
                <a:path w="556" h="431">
                  <a:moveTo>
                    <a:pt x="0" y="0"/>
                  </a:moveTo>
                  <a:moveTo>
                    <a:pt x="554" y="407"/>
                  </a:moveTo>
                  <a:lnTo>
                    <a:pt x="556" y="410"/>
                  </a:lnTo>
                  <a:lnTo>
                    <a:pt x="555" y="411"/>
                  </a:lnTo>
                  <a:lnTo>
                    <a:pt x="552" y="413"/>
                  </a:lnTo>
                  <a:lnTo>
                    <a:pt x="549" y="414"/>
                  </a:lnTo>
                  <a:lnTo>
                    <a:pt x="548" y="416"/>
                  </a:lnTo>
                  <a:lnTo>
                    <a:pt x="548" y="417"/>
                  </a:lnTo>
                  <a:lnTo>
                    <a:pt x="547" y="419"/>
                  </a:lnTo>
                  <a:lnTo>
                    <a:pt x="545" y="420"/>
                  </a:lnTo>
                  <a:lnTo>
                    <a:pt x="542" y="421"/>
                  </a:lnTo>
                  <a:lnTo>
                    <a:pt x="540" y="422"/>
                  </a:lnTo>
                  <a:lnTo>
                    <a:pt x="538" y="423"/>
                  </a:lnTo>
                  <a:lnTo>
                    <a:pt x="536" y="424"/>
                  </a:lnTo>
                  <a:lnTo>
                    <a:pt x="534" y="425"/>
                  </a:lnTo>
                  <a:lnTo>
                    <a:pt x="531" y="426"/>
                  </a:lnTo>
                  <a:lnTo>
                    <a:pt x="528" y="426"/>
                  </a:lnTo>
                  <a:lnTo>
                    <a:pt x="526" y="428"/>
                  </a:lnTo>
                  <a:lnTo>
                    <a:pt x="523" y="430"/>
                  </a:lnTo>
                  <a:lnTo>
                    <a:pt x="519" y="431"/>
                  </a:lnTo>
                  <a:lnTo>
                    <a:pt x="516" y="429"/>
                  </a:lnTo>
                  <a:lnTo>
                    <a:pt x="514" y="427"/>
                  </a:lnTo>
                  <a:lnTo>
                    <a:pt x="512" y="424"/>
                  </a:lnTo>
                  <a:lnTo>
                    <a:pt x="511" y="422"/>
                  </a:lnTo>
                  <a:lnTo>
                    <a:pt x="508" y="422"/>
                  </a:lnTo>
                  <a:lnTo>
                    <a:pt x="505" y="423"/>
                  </a:lnTo>
                  <a:lnTo>
                    <a:pt x="503" y="422"/>
                  </a:lnTo>
                  <a:lnTo>
                    <a:pt x="500" y="422"/>
                  </a:lnTo>
                  <a:lnTo>
                    <a:pt x="499" y="420"/>
                  </a:lnTo>
                  <a:lnTo>
                    <a:pt x="497" y="419"/>
                  </a:lnTo>
                  <a:lnTo>
                    <a:pt x="495" y="418"/>
                  </a:lnTo>
                  <a:lnTo>
                    <a:pt x="493" y="417"/>
                  </a:lnTo>
                  <a:lnTo>
                    <a:pt x="494" y="415"/>
                  </a:lnTo>
                  <a:lnTo>
                    <a:pt x="495" y="413"/>
                  </a:lnTo>
                  <a:lnTo>
                    <a:pt x="495" y="411"/>
                  </a:lnTo>
                  <a:lnTo>
                    <a:pt x="494" y="409"/>
                  </a:lnTo>
                  <a:lnTo>
                    <a:pt x="493" y="407"/>
                  </a:lnTo>
                  <a:lnTo>
                    <a:pt x="494" y="406"/>
                  </a:lnTo>
                  <a:lnTo>
                    <a:pt x="497" y="404"/>
                  </a:lnTo>
                  <a:lnTo>
                    <a:pt x="500" y="403"/>
                  </a:lnTo>
                  <a:lnTo>
                    <a:pt x="502" y="402"/>
                  </a:lnTo>
                  <a:lnTo>
                    <a:pt x="502" y="400"/>
                  </a:lnTo>
                  <a:lnTo>
                    <a:pt x="501" y="398"/>
                  </a:lnTo>
                  <a:lnTo>
                    <a:pt x="500" y="395"/>
                  </a:lnTo>
                  <a:lnTo>
                    <a:pt x="500" y="393"/>
                  </a:lnTo>
                  <a:lnTo>
                    <a:pt x="502" y="392"/>
                  </a:lnTo>
                  <a:lnTo>
                    <a:pt x="505" y="391"/>
                  </a:lnTo>
                  <a:lnTo>
                    <a:pt x="507" y="390"/>
                  </a:lnTo>
                  <a:lnTo>
                    <a:pt x="509" y="389"/>
                  </a:lnTo>
                  <a:lnTo>
                    <a:pt x="512" y="390"/>
                  </a:lnTo>
                  <a:lnTo>
                    <a:pt x="515" y="391"/>
                  </a:lnTo>
                  <a:lnTo>
                    <a:pt x="517" y="391"/>
                  </a:lnTo>
                  <a:lnTo>
                    <a:pt x="518" y="390"/>
                  </a:lnTo>
                  <a:lnTo>
                    <a:pt x="520" y="389"/>
                  </a:lnTo>
                  <a:lnTo>
                    <a:pt x="522" y="387"/>
                  </a:lnTo>
                  <a:lnTo>
                    <a:pt x="525" y="387"/>
                  </a:lnTo>
                  <a:lnTo>
                    <a:pt x="527" y="388"/>
                  </a:lnTo>
                  <a:lnTo>
                    <a:pt x="528" y="390"/>
                  </a:lnTo>
                  <a:lnTo>
                    <a:pt x="531" y="390"/>
                  </a:lnTo>
                  <a:lnTo>
                    <a:pt x="534" y="390"/>
                  </a:lnTo>
                  <a:lnTo>
                    <a:pt x="537" y="389"/>
                  </a:lnTo>
                  <a:lnTo>
                    <a:pt x="540" y="390"/>
                  </a:lnTo>
                  <a:lnTo>
                    <a:pt x="541" y="392"/>
                  </a:lnTo>
                  <a:lnTo>
                    <a:pt x="542" y="394"/>
                  </a:lnTo>
                  <a:lnTo>
                    <a:pt x="542" y="396"/>
                  </a:lnTo>
                  <a:lnTo>
                    <a:pt x="543" y="398"/>
                  </a:lnTo>
                  <a:lnTo>
                    <a:pt x="544" y="400"/>
                  </a:lnTo>
                  <a:lnTo>
                    <a:pt x="544" y="401"/>
                  </a:lnTo>
                  <a:lnTo>
                    <a:pt x="545" y="403"/>
                  </a:lnTo>
                  <a:lnTo>
                    <a:pt x="547" y="404"/>
                  </a:lnTo>
                  <a:lnTo>
                    <a:pt x="550" y="406"/>
                  </a:lnTo>
                  <a:close/>
                </a:path>
              </a:pathLst>
            </a:custGeom>
            <a:solidFill>
              <a:srgbClr val="0072B2">
                <a:alpha val="10800"/>
              </a:srgbClr>
            </a:solidFill>
            <a:ln>
              <a:noFill/>
            </a:ln>
          </p:spPr>
          <p:txBody>
            <a:bodyPr anchor="ctr"/>
            <a:lstStyle/>
            <a:p>
              <a:pPr algn="ctr">
                <a:buNone/>
              </a:pPr>
            </a:p>
          </p:txBody>
        </p:sp>
        <p:sp>
          <p:nvSpPr>
            <p:cNvPr id="2898" name="addition:input:21"/>
            <p:cNvSpPr>
              <a:spLocks noGrp="1"/>
            </p:cNvSpPr>
            <p:nvPr/>
          </p:nvSpPr>
          <p:spPr>
            <a:xfrm>
              <a:off x="209550" y="5438775"/>
              <a:ext cx="1688714" cy="1197818"/>
            </a:xfrm>
            <a:custGeom>
              <a:avLst/>
              <a:gdLst/>
              <a:ahLst/>
              <a:cxnLst/>
              <a:rect l="l" t="t" r="r" b="b"/>
              <a:pathLst>
                <a:path w="1026" h="639">
                  <a:moveTo>
                    <a:pt x="0" y="0"/>
                  </a:moveTo>
                  <a:moveTo>
                    <a:pt x="1004" y="555"/>
                  </a:moveTo>
                  <a:lnTo>
                    <a:pt x="1010" y="562"/>
                  </a:lnTo>
                  <a:lnTo>
                    <a:pt x="1019" y="570"/>
                  </a:lnTo>
                  <a:lnTo>
                    <a:pt x="1026" y="580"/>
                  </a:lnTo>
                  <a:lnTo>
                    <a:pt x="1023" y="587"/>
                  </a:lnTo>
                  <a:lnTo>
                    <a:pt x="1009" y="592"/>
                  </a:lnTo>
                  <a:lnTo>
                    <a:pt x="991" y="593"/>
                  </a:lnTo>
                  <a:lnTo>
                    <a:pt x="978" y="594"/>
                  </a:lnTo>
                  <a:lnTo>
                    <a:pt x="972" y="599"/>
                  </a:lnTo>
                  <a:lnTo>
                    <a:pt x="970" y="606"/>
                  </a:lnTo>
                  <a:lnTo>
                    <a:pt x="966" y="614"/>
                  </a:lnTo>
                  <a:lnTo>
                    <a:pt x="958" y="619"/>
                  </a:lnTo>
                  <a:lnTo>
                    <a:pt x="950" y="624"/>
                  </a:lnTo>
                  <a:lnTo>
                    <a:pt x="941" y="629"/>
                  </a:lnTo>
                  <a:lnTo>
                    <a:pt x="931" y="635"/>
                  </a:lnTo>
                  <a:lnTo>
                    <a:pt x="920" y="639"/>
                  </a:lnTo>
                  <a:lnTo>
                    <a:pt x="908" y="639"/>
                  </a:lnTo>
                  <a:lnTo>
                    <a:pt x="896" y="635"/>
                  </a:lnTo>
                  <a:lnTo>
                    <a:pt x="885" y="632"/>
                  </a:lnTo>
                  <a:lnTo>
                    <a:pt x="874" y="632"/>
                  </a:lnTo>
                  <a:lnTo>
                    <a:pt x="862" y="635"/>
                  </a:lnTo>
                  <a:lnTo>
                    <a:pt x="851" y="634"/>
                  </a:lnTo>
                  <a:lnTo>
                    <a:pt x="843" y="628"/>
                  </a:lnTo>
                  <a:lnTo>
                    <a:pt x="840" y="618"/>
                  </a:lnTo>
                  <a:lnTo>
                    <a:pt x="837" y="610"/>
                  </a:lnTo>
                  <a:lnTo>
                    <a:pt x="830" y="607"/>
                  </a:lnTo>
                  <a:lnTo>
                    <a:pt x="818" y="608"/>
                  </a:lnTo>
                  <a:lnTo>
                    <a:pt x="804" y="608"/>
                  </a:lnTo>
                  <a:lnTo>
                    <a:pt x="793" y="606"/>
                  </a:lnTo>
                  <a:lnTo>
                    <a:pt x="787" y="600"/>
                  </a:lnTo>
                  <a:lnTo>
                    <a:pt x="784" y="593"/>
                  </a:lnTo>
                  <a:lnTo>
                    <a:pt x="782" y="585"/>
                  </a:lnTo>
                  <a:lnTo>
                    <a:pt x="781" y="578"/>
                  </a:lnTo>
                  <a:lnTo>
                    <a:pt x="786" y="570"/>
                  </a:lnTo>
                  <a:lnTo>
                    <a:pt x="796" y="562"/>
                  </a:lnTo>
                  <a:lnTo>
                    <a:pt x="805" y="555"/>
                  </a:lnTo>
                  <a:lnTo>
                    <a:pt x="808" y="549"/>
                  </a:lnTo>
                  <a:lnTo>
                    <a:pt x="804" y="542"/>
                  </a:lnTo>
                  <a:lnTo>
                    <a:pt x="797" y="534"/>
                  </a:lnTo>
                  <a:lnTo>
                    <a:pt x="797" y="526"/>
                  </a:lnTo>
                  <a:lnTo>
                    <a:pt x="804" y="520"/>
                  </a:lnTo>
                  <a:lnTo>
                    <a:pt x="814" y="516"/>
                  </a:lnTo>
                  <a:lnTo>
                    <a:pt x="820" y="511"/>
                  </a:lnTo>
                  <a:lnTo>
                    <a:pt x="821" y="503"/>
                  </a:lnTo>
                  <a:lnTo>
                    <a:pt x="821" y="494"/>
                  </a:lnTo>
                  <a:lnTo>
                    <a:pt x="825" y="486"/>
                  </a:lnTo>
                  <a:lnTo>
                    <a:pt x="834" y="483"/>
                  </a:lnTo>
                  <a:lnTo>
                    <a:pt x="844" y="482"/>
                  </a:lnTo>
                  <a:lnTo>
                    <a:pt x="854" y="483"/>
                  </a:lnTo>
                  <a:lnTo>
                    <a:pt x="863" y="482"/>
                  </a:lnTo>
                  <a:lnTo>
                    <a:pt x="871" y="483"/>
                  </a:lnTo>
                  <a:lnTo>
                    <a:pt x="879" y="485"/>
                  </a:lnTo>
                  <a:lnTo>
                    <a:pt x="887" y="489"/>
                  </a:lnTo>
                  <a:lnTo>
                    <a:pt x="894" y="488"/>
                  </a:lnTo>
                  <a:lnTo>
                    <a:pt x="902" y="482"/>
                  </a:lnTo>
                  <a:lnTo>
                    <a:pt x="913" y="473"/>
                  </a:lnTo>
                  <a:lnTo>
                    <a:pt x="926" y="468"/>
                  </a:lnTo>
                  <a:lnTo>
                    <a:pt x="936" y="471"/>
                  </a:lnTo>
                  <a:lnTo>
                    <a:pt x="942" y="480"/>
                  </a:lnTo>
                  <a:lnTo>
                    <a:pt x="946" y="489"/>
                  </a:lnTo>
                  <a:lnTo>
                    <a:pt x="952" y="496"/>
                  </a:lnTo>
                  <a:lnTo>
                    <a:pt x="962" y="499"/>
                  </a:lnTo>
                  <a:lnTo>
                    <a:pt x="971" y="503"/>
                  </a:lnTo>
                  <a:lnTo>
                    <a:pt x="977" y="509"/>
                  </a:lnTo>
                  <a:lnTo>
                    <a:pt x="980" y="517"/>
                  </a:lnTo>
                  <a:lnTo>
                    <a:pt x="983" y="523"/>
                  </a:lnTo>
                  <a:lnTo>
                    <a:pt x="989" y="529"/>
                  </a:lnTo>
                  <a:lnTo>
                    <a:pt x="996" y="535"/>
                  </a:lnTo>
                  <a:lnTo>
                    <a:pt x="1001" y="541"/>
                  </a:lnTo>
                  <a:lnTo>
                    <a:pt x="1003" y="548"/>
                  </a:lnTo>
                  <a:close/>
                </a:path>
              </a:pathLst>
            </a:custGeom>
            <a:solidFill>
              <a:srgbClr val="F5DAC5">
                <a:alpha val="12900"/>
              </a:srgbClr>
            </a:solidFill>
            <a:ln>
              <a:noFill/>
            </a:ln>
          </p:spPr>
          <p:txBody>
            <a:bodyPr anchor="ctr"/>
            <a:lstStyle/>
            <a:p>
              <a:pPr algn="ctr">
                <a:buNone/>
              </a:pPr>
            </a:p>
          </p:txBody>
        </p:sp>
        <p:sp>
          <p:nvSpPr>
            <p:cNvPr id="2899" name="addition:input:22"/>
            <p:cNvSpPr>
              <a:spLocks noGrp="1"/>
            </p:cNvSpPr>
            <p:nvPr/>
          </p:nvSpPr>
          <p:spPr>
            <a:xfrm>
              <a:off x="209550" y="5438775"/>
              <a:ext cx="1629461" cy="1190320"/>
            </a:xfrm>
            <a:custGeom>
              <a:avLst/>
              <a:gdLst/>
              <a:ahLst/>
              <a:cxnLst/>
              <a:rect l="l" t="t" r="r" b="b"/>
              <a:pathLst>
                <a:path w="990" h="635">
                  <a:moveTo>
                    <a:pt x="0" y="0"/>
                  </a:moveTo>
                  <a:moveTo>
                    <a:pt x="983" y="560"/>
                  </a:moveTo>
                  <a:lnTo>
                    <a:pt x="986" y="566"/>
                  </a:lnTo>
                  <a:lnTo>
                    <a:pt x="990" y="573"/>
                  </a:lnTo>
                  <a:lnTo>
                    <a:pt x="989" y="579"/>
                  </a:lnTo>
                  <a:lnTo>
                    <a:pt x="984" y="585"/>
                  </a:lnTo>
                  <a:lnTo>
                    <a:pt x="977" y="589"/>
                  </a:lnTo>
                  <a:lnTo>
                    <a:pt x="973" y="594"/>
                  </a:lnTo>
                  <a:lnTo>
                    <a:pt x="971" y="600"/>
                  </a:lnTo>
                  <a:lnTo>
                    <a:pt x="969" y="606"/>
                  </a:lnTo>
                  <a:lnTo>
                    <a:pt x="961" y="610"/>
                  </a:lnTo>
                  <a:lnTo>
                    <a:pt x="950" y="610"/>
                  </a:lnTo>
                  <a:lnTo>
                    <a:pt x="938" y="608"/>
                  </a:lnTo>
                  <a:lnTo>
                    <a:pt x="930" y="609"/>
                  </a:lnTo>
                  <a:lnTo>
                    <a:pt x="926" y="615"/>
                  </a:lnTo>
                  <a:lnTo>
                    <a:pt x="921" y="624"/>
                  </a:lnTo>
                  <a:lnTo>
                    <a:pt x="913" y="632"/>
                  </a:lnTo>
                  <a:lnTo>
                    <a:pt x="904" y="635"/>
                  </a:lnTo>
                  <a:lnTo>
                    <a:pt x="893" y="635"/>
                  </a:lnTo>
                  <a:lnTo>
                    <a:pt x="882" y="633"/>
                  </a:lnTo>
                  <a:lnTo>
                    <a:pt x="872" y="631"/>
                  </a:lnTo>
                  <a:lnTo>
                    <a:pt x="863" y="628"/>
                  </a:lnTo>
                  <a:lnTo>
                    <a:pt x="855" y="622"/>
                  </a:lnTo>
                  <a:lnTo>
                    <a:pt x="850" y="615"/>
                  </a:lnTo>
                  <a:lnTo>
                    <a:pt x="844" y="610"/>
                  </a:lnTo>
                  <a:lnTo>
                    <a:pt x="836" y="610"/>
                  </a:lnTo>
                  <a:lnTo>
                    <a:pt x="824" y="611"/>
                  </a:lnTo>
                  <a:lnTo>
                    <a:pt x="814" y="611"/>
                  </a:lnTo>
                  <a:lnTo>
                    <a:pt x="808" y="606"/>
                  </a:lnTo>
                  <a:lnTo>
                    <a:pt x="807" y="599"/>
                  </a:lnTo>
                  <a:lnTo>
                    <a:pt x="806" y="593"/>
                  </a:lnTo>
                  <a:lnTo>
                    <a:pt x="801" y="588"/>
                  </a:lnTo>
                  <a:lnTo>
                    <a:pt x="792" y="585"/>
                  </a:lnTo>
                  <a:lnTo>
                    <a:pt x="784" y="580"/>
                  </a:lnTo>
                  <a:lnTo>
                    <a:pt x="783" y="573"/>
                  </a:lnTo>
                  <a:lnTo>
                    <a:pt x="788" y="566"/>
                  </a:lnTo>
                  <a:lnTo>
                    <a:pt x="795" y="560"/>
                  </a:lnTo>
                  <a:lnTo>
                    <a:pt x="801" y="554"/>
                  </a:lnTo>
                  <a:lnTo>
                    <a:pt x="806" y="549"/>
                  </a:lnTo>
                  <a:lnTo>
                    <a:pt x="811" y="544"/>
                  </a:lnTo>
                  <a:lnTo>
                    <a:pt x="817" y="539"/>
                  </a:lnTo>
                  <a:lnTo>
                    <a:pt x="822" y="535"/>
                  </a:lnTo>
                  <a:lnTo>
                    <a:pt x="822" y="529"/>
                  </a:lnTo>
                  <a:lnTo>
                    <a:pt x="818" y="520"/>
                  </a:lnTo>
                  <a:lnTo>
                    <a:pt x="816" y="510"/>
                  </a:lnTo>
                  <a:lnTo>
                    <a:pt x="820" y="503"/>
                  </a:lnTo>
                  <a:lnTo>
                    <a:pt x="830" y="501"/>
                  </a:lnTo>
                  <a:lnTo>
                    <a:pt x="842" y="503"/>
                  </a:lnTo>
                  <a:lnTo>
                    <a:pt x="852" y="503"/>
                  </a:lnTo>
                  <a:lnTo>
                    <a:pt x="858" y="501"/>
                  </a:lnTo>
                  <a:lnTo>
                    <a:pt x="863" y="497"/>
                  </a:lnTo>
                  <a:lnTo>
                    <a:pt x="870" y="494"/>
                  </a:lnTo>
                  <a:lnTo>
                    <a:pt x="877" y="495"/>
                  </a:lnTo>
                  <a:lnTo>
                    <a:pt x="884" y="497"/>
                  </a:lnTo>
                  <a:lnTo>
                    <a:pt x="891" y="499"/>
                  </a:lnTo>
                  <a:lnTo>
                    <a:pt x="897" y="498"/>
                  </a:lnTo>
                  <a:lnTo>
                    <a:pt x="904" y="496"/>
                  </a:lnTo>
                  <a:lnTo>
                    <a:pt x="912" y="497"/>
                  </a:lnTo>
                  <a:lnTo>
                    <a:pt x="918" y="499"/>
                  </a:lnTo>
                  <a:lnTo>
                    <a:pt x="926" y="501"/>
                  </a:lnTo>
                  <a:lnTo>
                    <a:pt x="936" y="500"/>
                  </a:lnTo>
                  <a:lnTo>
                    <a:pt x="947" y="500"/>
                  </a:lnTo>
                  <a:lnTo>
                    <a:pt x="956" y="503"/>
                  </a:lnTo>
                  <a:lnTo>
                    <a:pt x="958" y="511"/>
                  </a:lnTo>
                  <a:lnTo>
                    <a:pt x="955" y="521"/>
                  </a:lnTo>
                  <a:lnTo>
                    <a:pt x="950" y="530"/>
                  </a:lnTo>
                  <a:lnTo>
                    <a:pt x="952" y="536"/>
                  </a:lnTo>
                  <a:lnTo>
                    <a:pt x="959" y="539"/>
                  </a:lnTo>
                  <a:lnTo>
                    <a:pt x="969" y="543"/>
                  </a:lnTo>
                  <a:lnTo>
                    <a:pt x="976" y="548"/>
                  </a:lnTo>
                  <a:lnTo>
                    <a:pt x="980" y="554"/>
                  </a:lnTo>
                  <a:close/>
                </a:path>
              </a:pathLst>
            </a:custGeom>
            <a:solidFill>
              <a:srgbClr val="ECB78D">
                <a:alpha val="12900"/>
              </a:srgbClr>
            </a:solidFill>
            <a:ln>
              <a:noFill/>
            </a:ln>
          </p:spPr>
          <p:txBody>
            <a:bodyPr anchor="ctr"/>
            <a:lstStyle/>
            <a:p>
              <a:pPr algn="ctr">
                <a:buNone/>
              </a:pPr>
            </a:p>
          </p:txBody>
        </p:sp>
        <p:sp>
          <p:nvSpPr>
            <p:cNvPr id="2900" name="addition:input:23"/>
            <p:cNvSpPr>
              <a:spLocks noGrp="1"/>
            </p:cNvSpPr>
            <p:nvPr/>
          </p:nvSpPr>
          <p:spPr>
            <a:xfrm>
              <a:off x="209550" y="5438775"/>
              <a:ext cx="1591605" cy="1173450"/>
            </a:xfrm>
            <a:custGeom>
              <a:avLst/>
              <a:gdLst/>
              <a:ahLst/>
              <a:cxnLst/>
              <a:rect l="l" t="t" r="r" b="b"/>
              <a:pathLst>
                <a:path w="967" h="626">
                  <a:moveTo>
                    <a:pt x="0" y="0"/>
                  </a:moveTo>
                  <a:moveTo>
                    <a:pt x="957" y="565"/>
                  </a:moveTo>
                  <a:lnTo>
                    <a:pt x="960" y="570"/>
                  </a:lnTo>
                  <a:lnTo>
                    <a:pt x="958" y="576"/>
                  </a:lnTo>
                  <a:lnTo>
                    <a:pt x="951" y="580"/>
                  </a:lnTo>
                  <a:lnTo>
                    <a:pt x="943" y="583"/>
                  </a:lnTo>
                  <a:lnTo>
                    <a:pt x="938" y="587"/>
                  </a:lnTo>
                  <a:lnTo>
                    <a:pt x="939" y="593"/>
                  </a:lnTo>
                  <a:lnTo>
                    <a:pt x="941" y="600"/>
                  </a:lnTo>
                  <a:lnTo>
                    <a:pt x="940" y="606"/>
                  </a:lnTo>
                  <a:lnTo>
                    <a:pt x="936" y="611"/>
                  </a:lnTo>
                  <a:lnTo>
                    <a:pt x="931" y="615"/>
                  </a:lnTo>
                  <a:lnTo>
                    <a:pt x="925" y="618"/>
                  </a:lnTo>
                  <a:lnTo>
                    <a:pt x="919" y="621"/>
                  </a:lnTo>
                  <a:lnTo>
                    <a:pt x="911" y="621"/>
                  </a:lnTo>
                  <a:lnTo>
                    <a:pt x="903" y="618"/>
                  </a:lnTo>
                  <a:lnTo>
                    <a:pt x="896" y="614"/>
                  </a:lnTo>
                  <a:lnTo>
                    <a:pt x="890" y="612"/>
                  </a:lnTo>
                  <a:lnTo>
                    <a:pt x="886" y="615"/>
                  </a:lnTo>
                  <a:lnTo>
                    <a:pt x="880" y="622"/>
                  </a:lnTo>
                  <a:lnTo>
                    <a:pt x="873" y="626"/>
                  </a:lnTo>
                  <a:lnTo>
                    <a:pt x="866" y="626"/>
                  </a:lnTo>
                  <a:lnTo>
                    <a:pt x="860" y="623"/>
                  </a:lnTo>
                  <a:lnTo>
                    <a:pt x="855" y="619"/>
                  </a:lnTo>
                  <a:lnTo>
                    <a:pt x="849" y="617"/>
                  </a:lnTo>
                  <a:lnTo>
                    <a:pt x="841" y="616"/>
                  </a:lnTo>
                  <a:lnTo>
                    <a:pt x="833" y="614"/>
                  </a:lnTo>
                  <a:lnTo>
                    <a:pt x="828" y="610"/>
                  </a:lnTo>
                  <a:lnTo>
                    <a:pt x="825" y="604"/>
                  </a:lnTo>
                  <a:lnTo>
                    <a:pt x="822" y="599"/>
                  </a:lnTo>
                  <a:lnTo>
                    <a:pt x="818" y="594"/>
                  </a:lnTo>
                  <a:lnTo>
                    <a:pt x="814" y="589"/>
                  </a:lnTo>
                  <a:lnTo>
                    <a:pt x="813" y="584"/>
                  </a:lnTo>
                  <a:lnTo>
                    <a:pt x="814" y="579"/>
                  </a:lnTo>
                  <a:lnTo>
                    <a:pt x="813" y="574"/>
                  </a:lnTo>
                  <a:lnTo>
                    <a:pt x="807" y="570"/>
                  </a:lnTo>
                  <a:lnTo>
                    <a:pt x="796" y="565"/>
                  </a:lnTo>
                  <a:lnTo>
                    <a:pt x="785" y="559"/>
                  </a:lnTo>
                  <a:lnTo>
                    <a:pt x="782" y="553"/>
                  </a:lnTo>
                  <a:lnTo>
                    <a:pt x="787" y="547"/>
                  </a:lnTo>
                  <a:lnTo>
                    <a:pt x="797" y="544"/>
                  </a:lnTo>
                  <a:lnTo>
                    <a:pt x="805" y="541"/>
                  </a:lnTo>
                  <a:lnTo>
                    <a:pt x="809" y="537"/>
                  </a:lnTo>
                  <a:lnTo>
                    <a:pt x="812" y="532"/>
                  </a:lnTo>
                  <a:lnTo>
                    <a:pt x="817" y="529"/>
                  </a:lnTo>
                  <a:lnTo>
                    <a:pt x="823" y="526"/>
                  </a:lnTo>
                  <a:lnTo>
                    <a:pt x="829" y="523"/>
                  </a:lnTo>
                  <a:lnTo>
                    <a:pt x="834" y="519"/>
                  </a:lnTo>
                  <a:lnTo>
                    <a:pt x="839" y="514"/>
                  </a:lnTo>
                  <a:lnTo>
                    <a:pt x="845" y="510"/>
                  </a:lnTo>
                  <a:lnTo>
                    <a:pt x="854" y="508"/>
                  </a:lnTo>
                  <a:lnTo>
                    <a:pt x="863" y="509"/>
                  </a:lnTo>
                  <a:lnTo>
                    <a:pt x="871" y="508"/>
                  </a:lnTo>
                  <a:lnTo>
                    <a:pt x="879" y="504"/>
                  </a:lnTo>
                  <a:lnTo>
                    <a:pt x="888" y="500"/>
                  </a:lnTo>
                  <a:lnTo>
                    <a:pt x="897" y="498"/>
                  </a:lnTo>
                  <a:lnTo>
                    <a:pt x="905" y="503"/>
                  </a:lnTo>
                  <a:lnTo>
                    <a:pt x="911" y="511"/>
                  </a:lnTo>
                  <a:lnTo>
                    <a:pt x="914" y="518"/>
                  </a:lnTo>
                  <a:lnTo>
                    <a:pt x="919" y="522"/>
                  </a:lnTo>
                  <a:lnTo>
                    <a:pt x="926" y="523"/>
                  </a:lnTo>
                  <a:lnTo>
                    <a:pt x="934" y="523"/>
                  </a:lnTo>
                  <a:lnTo>
                    <a:pt x="941" y="524"/>
                  </a:lnTo>
                  <a:lnTo>
                    <a:pt x="948" y="527"/>
                  </a:lnTo>
                  <a:lnTo>
                    <a:pt x="954" y="529"/>
                  </a:lnTo>
                  <a:lnTo>
                    <a:pt x="961" y="532"/>
                  </a:lnTo>
                  <a:lnTo>
                    <a:pt x="967" y="536"/>
                  </a:lnTo>
                  <a:lnTo>
                    <a:pt x="967" y="542"/>
                  </a:lnTo>
                  <a:lnTo>
                    <a:pt x="962" y="549"/>
                  </a:lnTo>
                  <a:lnTo>
                    <a:pt x="956" y="555"/>
                  </a:lnTo>
                  <a:lnTo>
                    <a:pt x="954" y="560"/>
                  </a:lnTo>
                  <a:close/>
                </a:path>
              </a:pathLst>
            </a:custGeom>
            <a:solidFill>
              <a:srgbClr val="E18B48">
                <a:alpha val="10500"/>
              </a:srgbClr>
            </a:solidFill>
            <a:ln>
              <a:noFill/>
            </a:ln>
          </p:spPr>
          <p:txBody>
            <a:bodyPr anchor="ctr"/>
            <a:lstStyle/>
            <a:p>
              <a:pPr algn="ctr">
                <a:buNone/>
              </a:pPr>
            </a:p>
          </p:txBody>
        </p:sp>
        <p:sp>
          <p:nvSpPr>
            <p:cNvPr id="2901" name="addition:input:24"/>
            <p:cNvSpPr>
              <a:spLocks noGrp="1"/>
            </p:cNvSpPr>
            <p:nvPr/>
          </p:nvSpPr>
          <p:spPr>
            <a:xfrm>
              <a:off x="209550" y="5438775"/>
              <a:ext cx="1451701" cy="1072225"/>
            </a:xfrm>
            <a:custGeom>
              <a:avLst/>
              <a:gdLst/>
              <a:ahLst/>
              <a:cxnLst/>
              <a:rect l="l" t="t" r="r" b="b"/>
              <a:pathLst>
                <a:path w="882" h="572">
                  <a:moveTo>
                    <a:pt x="0" y="0"/>
                  </a:moveTo>
                  <a:moveTo>
                    <a:pt x="875" y="546"/>
                  </a:moveTo>
                  <a:lnTo>
                    <a:pt x="873" y="548"/>
                  </a:lnTo>
                  <a:lnTo>
                    <a:pt x="874" y="549"/>
                  </a:lnTo>
                  <a:lnTo>
                    <a:pt x="877" y="552"/>
                  </a:lnTo>
                  <a:lnTo>
                    <a:pt x="880" y="555"/>
                  </a:lnTo>
                  <a:lnTo>
                    <a:pt x="880" y="558"/>
                  </a:lnTo>
                  <a:lnTo>
                    <a:pt x="878" y="560"/>
                  </a:lnTo>
                  <a:lnTo>
                    <a:pt x="876" y="561"/>
                  </a:lnTo>
                  <a:lnTo>
                    <a:pt x="874" y="562"/>
                  </a:lnTo>
                  <a:lnTo>
                    <a:pt x="872" y="564"/>
                  </a:lnTo>
                  <a:lnTo>
                    <a:pt x="870" y="566"/>
                  </a:lnTo>
                  <a:lnTo>
                    <a:pt x="867" y="566"/>
                  </a:lnTo>
                  <a:lnTo>
                    <a:pt x="864" y="566"/>
                  </a:lnTo>
                  <a:lnTo>
                    <a:pt x="862" y="567"/>
                  </a:lnTo>
                  <a:lnTo>
                    <a:pt x="860" y="568"/>
                  </a:lnTo>
                  <a:lnTo>
                    <a:pt x="858" y="569"/>
                  </a:lnTo>
                  <a:lnTo>
                    <a:pt x="855" y="570"/>
                  </a:lnTo>
                  <a:lnTo>
                    <a:pt x="852" y="569"/>
                  </a:lnTo>
                  <a:lnTo>
                    <a:pt x="850" y="567"/>
                  </a:lnTo>
                  <a:lnTo>
                    <a:pt x="847" y="568"/>
                  </a:lnTo>
                  <a:lnTo>
                    <a:pt x="844" y="570"/>
                  </a:lnTo>
                  <a:lnTo>
                    <a:pt x="840" y="572"/>
                  </a:lnTo>
                  <a:lnTo>
                    <a:pt x="835" y="572"/>
                  </a:lnTo>
                  <a:lnTo>
                    <a:pt x="833" y="571"/>
                  </a:lnTo>
                  <a:lnTo>
                    <a:pt x="831" y="567"/>
                  </a:lnTo>
                  <a:lnTo>
                    <a:pt x="830" y="564"/>
                  </a:lnTo>
                  <a:lnTo>
                    <a:pt x="828" y="562"/>
                  </a:lnTo>
                  <a:lnTo>
                    <a:pt x="826" y="561"/>
                  </a:lnTo>
                  <a:lnTo>
                    <a:pt x="824" y="559"/>
                  </a:lnTo>
                  <a:lnTo>
                    <a:pt x="823" y="557"/>
                  </a:lnTo>
                  <a:lnTo>
                    <a:pt x="821" y="555"/>
                  </a:lnTo>
                  <a:lnTo>
                    <a:pt x="817" y="554"/>
                  </a:lnTo>
                  <a:lnTo>
                    <a:pt x="813" y="553"/>
                  </a:lnTo>
                  <a:lnTo>
                    <a:pt x="810" y="551"/>
                  </a:lnTo>
                  <a:lnTo>
                    <a:pt x="810" y="548"/>
                  </a:lnTo>
                  <a:lnTo>
                    <a:pt x="812" y="546"/>
                  </a:lnTo>
                  <a:lnTo>
                    <a:pt x="813" y="544"/>
                  </a:lnTo>
                  <a:lnTo>
                    <a:pt x="813" y="541"/>
                  </a:lnTo>
                  <a:lnTo>
                    <a:pt x="812" y="539"/>
                  </a:lnTo>
                  <a:lnTo>
                    <a:pt x="811" y="536"/>
                  </a:lnTo>
                  <a:lnTo>
                    <a:pt x="814" y="534"/>
                  </a:lnTo>
                  <a:lnTo>
                    <a:pt x="818" y="533"/>
                  </a:lnTo>
                  <a:lnTo>
                    <a:pt x="822" y="533"/>
                  </a:lnTo>
                  <a:lnTo>
                    <a:pt x="825" y="532"/>
                  </a:lnTo>
                  <a:lnTo>
                    <a:pt x="827" y="530"/>
                  </a:lnTo>
                  <a:lnTo>
                    <a:pt x="829" y="528"/>
                  </a:lnTo>
                  <a:lnTo>
                    <a:pt x="831" y="526"/>
                  </a:lnTo>
                  <a:lnTo>
                    <a:pt x="833" y="524"/>
                  </a:lnTo>
                  <a:lnTo>
                    <a:pt x="836" y="522"/>
                  </a:lnTo>
                  <a:lnTo>
                    <a:pt x="838" y="520"/>
                  </a:lnTo>
                  <a:lnTo>
                    <a:pt x="842" y="518"/>
                  </a:lnTo>
                  <a:lnTo>
                    <a:pt x="846" y="518"/>
                  </a:lnTo>
                  <a:lnTo>
                    <a:pt x="849" y="520"/>
                  </a:lnTo>
                  <a:lnTo>
                    <a:pt x="853" y="523"/>
                  </a:lnTo>
                  <a:lnTo>
                    <a:pt x="855" y="525"/>
                  </a:lnTo>
                  <a:lnTo>
                    <a:pt x="858" y="525"/>
                  </a:lnTo>
                  <a:lnTo>
                    <a:pt x="861" y="523"/>
                  </a:lnTo>
                  <a:lnTo>
                    <a:pt x="865" y="523"/>
                  </a:lnTo>
                  <a:lnTo>
                    <a:pt x="867" y="524"/>
                  </a:lnTo>
                  <a:lnTo>
                    <a:pt x="868" y="526"/>
                  </a:lnTo>
                  <a:lnTo>
                    <a:pt x="870" y="528"/>
                  </a:lnTo>
                  <a:lnTo>
                    <a:pt x="873" y="529"/>
                  </a:lnTo>
                  <a:lnTo>
                    <a:pt x="876" y="529"/>
                  </a:lnTo>
                  <a:lnTo>
                    <a:pt x="878" y="530"/>
                  </a:lnTo>
                  <a:lnTo>
                    <a:pt x="879" y="532"/>
                  </a:lnTo>
                  <a:lnTo>
                    <a:pt x="880" y="535"/>
                  </a:lnTo>
                  <a:lnTo>
                    <a:pt x="881" y="537"/>
                  </a:lnTo>
                  <a:lnTo>
                    <a:pt x="882" y="539"/>
                  </a:lnTo>
                  <a:lnTo>
                    <a:pt x="882" y="541"/>
                  </a:lnTo>
                  <a:lnTo>
                    <a:pt x="879" y="544"/>
                  </a:lnTo>
                  <a:close/>
                </a:path>
              </a:pathLst>
            </a:custGeom>
            <a:solidFill>
              <a:srgbClr val="ECB78D">
                <a:alpha val="9600"/>
              </a:srgbClr>
            </a:solidFill>
            <a:ln>
              <a:noFill/>
            </a:ln>
          </p:spPr>
          <p:txBody>
            <a:bodyPr anchor="ctr"/>
            <a:lstStyle/>
            <a:p>
              <a:pPr algn="ctr">
                <a:buNone/>
              </a:pPr>
            </a:p>
          </p:txBody>
        </p:sp>
        <p:sp>
          <p:nvSpPr>
            <p:cNvPr id="2902" name="addition:input:25"/>
            <p:cNvSpPr>
              <a:spLocks noGrp="1"/>
            </p:cNvSpPr>
            <p:nvPr/>
          </p:nvSpPr>
          <p:spPr>
            <a:xfrm>
              <a:off x="209550" y="5438775"/>
              <a:ext cx="1501079" cy="1034735"/>
            </a:xfrm>
            <a:custGeom>
              <a:avLst/>
              <a:gdLst/>
              <a:ahLst/>
              <a:cxnLst/>
              <a:rect l="l" t="t" r="r" b="b"/>
              <a:pathLst>
                <a:path w="912" h="552">
                  <a:moveTo>
                    <a:pt x="0" y="0"/>
                  </a:moveTo>
                  <a:moveTo>
                    <a:pt x="909" y="526"/>
                  </a:moveTo>
                  <a:lnTo>
                    <a:pt x="911" y="528"/>
                  </a:lnTo>
                  <a:lnTo>
                    <a:pt x="912" y="531"/>
                  </a:lnTo>
                  <a:lnTo>
                    <a:pt x="910" y="533"/>
                  </a:lnTo>
                  <a:lnTo>
                    <a:pt x="906" y="534"/>
                  </a:lnTo>
                  <a:lnTo>
                    <a:pt x="902" y="535"/>
                  </a:lnTo>
                  <a:lnTo>
                    <a:pt x="899" y="537"/>
                  </a:lnTo>
                  <a:lnTo>
                    <a:pt x="898" y="539"/>
                  </a:lnTo>
                  <a:lnTo>
                    <a:pt x="897" y="541"/>
                  </a:lnTo>
                  <a:lnTo>
                    <a:pt x="896" y="543"/>
                  </a:lnTo>
                  <a:lnTo>
                    <a:pt x="894" y="545"/>
                  </a:lnTo>
                  <a:lnTo>
                    <a:pt x="892" y="547"/>
                  </a:lnTo>
                  <a:lnTo>
                    <a:pt x="890" y="550"/>
                  </a:lnTo>
                  <a:lnTo>
                    <a:pt x="888" y="552"/>
                  </a:lnTo>
                  <a:lnTo>
                    <a:pt x="884" y="552"/>
                  </a:lnTo>
                  <a:lnTo>
                    <a:pt x="881" y="550"/>
                  </a:lnTo>
                  <a:lnTo>
                    <a:pt x="877" y="548"/>
                  </a:lnTo>
                  <a:lnTo>
                    <a:pt x="875" y="546"/>
                  </a:lnTo>
                  <a:lnTo>
                    <a:pt x="873" y="547"/>
                  </a:lnTo>
                  <a:lnTo>
                    <a:pt x="870" y="549"/>
                  </a:lnTo>
                  <a:lnTo>
                    <a:pt x="867" y="550"/>
                  </a:lnTo>
                  <a:lnTo>
                    <a:pt x="865" y="549"/>
                  </a:lnTo>
                  <a:lnTo>
                    <a:pt x="863" y="547"/>
                  </a:lnTo>
                  <a:lnTo>
                    <a:pt x="862" y="546"/>
                  </a:lnTo>
                  <a:lnTo>
                    <a:pt x="859" y="546"/>
                  </a:lnTo>
                  <a:lnTo>
                    <a:pt x="856" y="545"/>
                  </a:lnTo>
                  <a:lnTo>
                    <a:pt x="853" y="545"/>
                  </a:lnTo>
                  <a:lnTo>
                    <a:pt x="852" y="543"/>
                  </a:lnTo>
                  <a:lnTo>
                    <a:pt x="851" y="541"/>
                  </a:lnTo>
                  <a:lnTo>
                    <a:pt x="849" y="539"/>
                  </a:lnTo>
                  <a:lnTo>
                    <a:pt x="848" y="537"/>
                  </a:lnTo>
                  <a:lnTo>
                    <a:pt x="847" y="535"/>
                  </a:lnTo>
                  <a:lnTo>
                    <a:pt x="849" y="532"/>
                  </a:lnTo>
                  <a:lnTo>
                    <a:pt x="851" y="530"/>
                  </a:lnTo>
                  <a:lnTo>
                    <a:pt x="853" y="528"/>
                  </a:lnTo>
                  <a:lnTo>
                    <a:pt x="851" y="526"/>
                  </a:lnTo>
                  <a:lnTo>
                    <a:pt x="847" y="524"/>
                  </a:lnTo>
                  <a:lnTo>
                    <a:pt x="844" y="522"/>
                  </a:lnTo>
                  <a:lnTo>
                    <a:pt x="842" y="519"/>
                  </a:lnTo>
                  <a:lnTo>
                    <a:pt x="843" y="517"/>
                  </a:lnTo>
                  <a:lnTo>
                    <a:pt x="846" y="515"/>
                  </a:lnTo>
                  <a:lnTo>
                    <a:pt x="847" y="514"/>
                  </a:lnTo>
                  <a:lnTo>
                    <a:pt x="848" y="512"/>
                  </a:lnTo>
                  <a:lnTo>
                    <a:pt x="850" y="510"/>
                  </a:lnTo>
                  <a:lnTo>
                    <a:pt x="852" y="509"/>
                  </a:lnTo>
                  <a:lnTo>
                    <a:pt x="855" y="509"/>
                  </a:lnTo>
                  <a:lnTo>
                    <a:pt x="857" y="508"/>
                  </a:lnTo>
                  <a:lnTo>
                    <a:pt x="859" y="506"/>
                  </a:lnTo>
                  <a:lnTo>
                    <a:pt x="861" y="505"/>
                  </a:lnTo>
                  <a:lnTo>
                    <a:pt x="864" y="504"/>
                  </a:lnTo>
                  <a:lnTo>
                    <a:pt x="867" y="504"/>
                  </a:lnTo>
                  <a:lnTo>
                    <a:pt x="870" y="505"/>
                  </a:lnTo>
                  <a:lnTo>
                    <a:pt x="872" y="504"/>
                  </a:lnTo>
                  <a:lnTo>
                    <a:pt x="875" y="502"/>
                  </a:lnTo>
                  <a:lnTo>
                    <a:pt x="879" y="500"/>
                  </a:lnTo>
                  <a:lnTo>
                    <a:pt x="883" y="499"/>
                  </a:lnTo>
                  <a:lnTo>
                    <a:pt x="886" y="500"/>
                  </a:lnTo>
                  <a:lnTo>
                    <a:pt x="889" y="503"/>
                  </a:lnTo>
                  <a:lnTo>
                    <a:pt x="890" y="506"/>
                  </a:lnTo>
                  <a:lnTo>
                    <a:pt x="892" y="508"/>
                  </a:lnTo>
                  <a:lnTo>
                    <a:pt x="895" y="509"/>
                  </a:lnTo>
                  <a:lnTo>
                    <a:pt x="897" y="511"/>
                  </a:lnTo>
                  <a:lnTo>
                    <a:pt x="899" y="512"/>
                  </a:lnTo>
                  <a:lnTo>
                    <a:pt x="901" y="514"/>
                  </a:lnTo>
                  <a:lnTo>
                    <a:pt x="905" y="514"/>
                  </a:lnTo>
                  <a:lnTo>
                    <a:pt x="908" y="515"/>
                  </a:lnTo>
                  <a:lnTo>
                    <a:pt x="911" y="517"/>
                  </a:lnTo>
                  <a:lnTo>
                    <a:pt x="912" y="519"/>
                  </a:lnTo>
                  <a:lnTo>
                    <a:pt x="911" y="522"/>
                  </a:lnTo>
                  <a:lnTo>
                    <a:pt x="909" y="524"/>
                  </a:lnTo>
                  <a:close/>
                </a:path>
              </a:pathLst>
            </a:custGeom>
            <a:solidFill>
              <a:srgbClr val="ECB78D">
                <a:alpha val="9600"/>
              </a:srgbClr>
            </a:solidFill>
            <a:ln>
              <a:noFill/>
            </a:ln>
          </p:spPr>
          <p:txBody>
            <a:bodyPr anchor="ctr"/>
            <a:lstStyle/>
            <a:p>
              <a:pPr algn="ctr">
                <a:buNone/>
              </a:pPr>
            </a:p>
          </p:txBody>
        </p:sp>
        <p:sp>
          <p:nvSpPr>
            <p:cNvPr id="2903" name="addition:input:26"/>
            <p:cNvSpPr>
              <a:spLocks noGrp="1"/>
            </p:cNvSpPr>
            <p:nvPr/>
          </p:nvSpPr>
          <p:spPr>
            <a:xfrm>
              <a:off x="209550" y="5438775"/>
              <a:ext cx="1558686" cy="1047857"/>
            </a:xfrm>
            <a:custGeom>
              <a:avLst/>
              <a:gdLst/>
              <a:ahLst/>
              <a:cxnLst/>
              <a:rect l="l" t="t" r="r" b="b"/>
              <a:pathLst>
                <a:path w="947" h="559">
                  <a:moveTo>
                    <a:pt x="0" y="0"/>
                  </a:moveTo>
                  <a:moveTo>
                    <a:pt x="946" y="532"/>
                  </a:moveTo>
                  <a:lnTo>
                    <a:pt x="945" y="534"/>
                  </a:lnTo>
                  <a:lnTo>
                    <a:pt x="942" y="536"/>
                  </a:lnTo>
                  <a:lnTo>
                    <a:pt x="938" y="538"/>
                  </a:lnTo>
                  <a:lnTo>
                    <a:pt x="936" y="539"/>
                  </a:lnTo>
                  <a:lnTo>
                    <a:pt x="936" y="542"/>
                  </a:lnTo>
                  <a:lnTo>
                    <a:pt x="936" y="545"/>
                  </a:lnTo>
                  <a:lnTo>
                    <a:pt x="935" y="547"/>
                  </a:lnTo>
                  <a:lnTo>
                    <a:pt x="932" y="549"/>
                  </a:lnTo>
                  <a:lnTo>
                    <a:pt x="929" y="549"/>
                  </a:lnTo>
                  <a:lnTo>
                    <a:pt x="926" y="550"/>
                  </a:lnTo>
                  <a:lnTo>
                    <a:pt x="924" y="553"/>
                  </a:lnTo>
                  <a:lnTo>
                    <a:pt x="923" y="556"/>
                  </a:lnTo>
                  <a:lnTo>
                    <a:pt x="921" y="559"/>
                  </a:lnTo>
                  <a:lnTo>
                    <a:pt x="917" y="559"/>
                  </a:lnTo>
                  <a:lnTo>
                    <a:pt x="914" y="559"/>
                  </a:lnTo>
                  <a:lnTo>
                    <a:pt x="911" y="557"/>
                  </a:lnTo>
                  <a:lnTo>
                    <a:pt x="908" y="556"/>
                  </a:lnTo>
                  <a:lnTo>
                    <a:pt x="905" y="556"/>
                  </a:lnTo>
                  <a:lnTo>
                    <a:pt x="903" y="555"/>
                  </a:lnTo>
                  <a:lnTo>
                    <a:pt x="901" y="553"/>
                  </a:lnTo>
                  <a:lnTo>
                    <a:pt x="899" y="552"/>
                  </a:lnTo>
                  <a:lnTo>
                    <a:pt x="896" y="553"/>
                  </a:lnTo>
                  <a:lnTo>
                    <a:pt x="893" y="555"/>
                  </a:lnTo>
                  <a:lnTo>
                    <a:pt x="889" y="556"/>
                  </a:lnTo>
                  <a:lnTo>
                    <a:pt x="886" y="555"/>
                  </a:lnTo>
                  <a:lnTo>
                    <a:pt x="885" y="552"/>
                  </a:lnTo>
                  <a:lnTo>
                    <a:pt x="886" y="549"/>
                  </a:lnTo>
                  <a:lnTo>
                    <a:pt x="885" y="546"/>
                  </a:lnTo>
                  <a:lnTo>
                    <a:pt x="883" y="545"/>
                  </a:lnTo>
                  <a:lnTo>
                    <a:pt x="881" y="543"/>
                  </a:lnTo>
                  <a:lnTo>
                    <a:pt x="880" y="541"/>
                  </a:lnTo>
                  <a:lnTo>
                    <a:pt x="880" y="538"/>
                  </a:lnTo>
                  <a:lnTo>
                    <a:pt x="881" y="536"/>
                  </a:lnTo>
                  <a:lnTo>
                    <a:pt x="881" y="534"/>
                  </a:lnTo>
                  <a:lnTo>
                    <a:pt x="880" y="532"/>
                  </a:lnTo>
                  <a:lnTo>
                    <a:pt x="879" y="529"/>
                  </a:lnTo>
                  <a:lnTo>
                    <a:pt x="879" y="527"/>
                  </a:lnTo>
                  <a:lnTo>
                    <a:pt x="879" y="525"/>
                  </a:lnTo>
                  <a:lnTo>
                    <a:pt x="878" y="522"/>
                  </a:lnTo>
                  <a:lnTo>
                    <a:pt x="877" y="519"/>
                  </a:lnTo>
                  <a:lnTo>
                    <a:pt x="875" y="516"/>
                  </a:lnTo>
                  <a:lnTo>
                    <a:pt x="876" y="514"/>
                  </a:lnTo>
                  <a:lnTo>
                    <a:pt x="880" y="513"/>
                  </a:lnTo>
                  <a:lnTo>
                    <a:pt x="885" y="514"/>
                  </a:lnTo>
                  <a:lnTo>
                    <a:pt x="889" y="514"/>
                  </a:lnTo>
                  <a:lnTo>
                    <a:pt x="891" y="513"/>
                  </a:lnTo>
                  <a:lnTo>
                    <a:pt x="892" y="511"/>
                  </a:lnTo>
                  <a:lnTo>
                    <a:pt x="894" y="509"/>
                  </a:lnTo>
                  <a:lnTo>
                    <a:pt x="896" y="507"/>
                  </a:lnTo>
                  <a:lnTo>
                    <a:pt x="899" y="507"/>
                  </a:lnTo>
                  <a:lnTo>
                    <a:pt x="902" y="506"/>
                  </a:lnTo>
                  <a:lnTo>
                    <a:pt x="905" y="505"/>
                  </a:lnTo>
                  <a:lnTo>
                    <a:pt x="908" y="504"/>
                  </a:lnTo>
                  <a:lnTo>
                    <a:pt x="912" y="504"/>
                  </a:lnTo>
                  <a:lnTo>
                    <a:pt x="915" y="506"/>
                  </a:lnTo>
                  <a:lnTo>
                    <a:pt x="918" y="507"/>
                  </a:lnTo>
                  <a:lnTo>
                    <a:pt x="921" y="508"/>
                  </a:lnTo>
                  <a:lnTo>
                    <a:pt x="925" y="508"/>
                  </a:lnTo>
                  <a:lnTo>
                    <a:pt x="928" y="509"/>
                  </a:lnTo>
                  <a:lnTo>
                    <a:pt x="931" y="511"/>
                  </a:lnTo>
                  <a:lnTo>
                    <a:pt x="931" y="514"/>
                  </a:lnTo>
                  <a:lnTo>
                    <a:pt x="931" y="518"/>
                  </a:lnTo>
                  <a:lnTo>
                    <a:pt x="932" y="519"/>
                  </a:lnTo>
                  <a:lnTo>
                    <a:pt x="936" y="520"/>
                  </a:lnTo>
                  <a:lnTo>
                    <a:pt x="941" y="520"/>
                  </a:lnTo>
                  <a:lnTo>
                    <a:pt x="945" y="522"/>
                  </a:lnTo>
                  <a:lnTo>
                    <a:pt x="946" y="524"/>
                  </a:lnTo>
                  <a:lnTo>
                    <a:pt x="947" y="527"/>
                  </a:lnTo>
                  <a:lnTo>
                    <a:pt x="947" y="529"/>
                  </a:lnTo>
                  <a:close/>
                </a:path>
              </a:pathLst>
            </a:custGeom>
            <a:solidFill>
              <a:srgbClr val="ECB78D">
                <a:alpha val="9600"/>
              </a:srgbClr>
            </a:solidFill>
            <a:ln>
              <a:noFill/>
            </a:ln>
          </p:spPr>
          <p:txBody>
            <a:bodyPr anchor="ctr"/>
            <a:lstStyle/>
            <a:p>
              <a:pPr algn="ctr">
                <a:buNone/>
              </a:pPr>
            </a:p>
          </p:txBody>
        </p:sp>
        <p:sp>
          <p:nvSpPr>
            <p:cNvPr id="2904" name="addition:input:27"/>
            <p:cNvSpPr>
              <a:spLocks noGrp="1"/>
            </p:cNvSpPr>
            <p:nvPr/>
          </p:nvSpPr>
          <p:spPr>
            <a:xfrm>
              <a:off x="209550" y="5438775"/>
              <a:ext cx="1598188" cy="1090971"/>
            </a:xfrm>
            <a:custGeom>
              <a:avLst/>
              <a:gdLst/>
              <a:ahLst/>
              <a:cxnLst/>
              <a:rect l="l" t="t" r="r" b="b"/>
              <a:pathLst>
                <a:path w="971" h="582">
                  <a:moveTo>
                    <a:pt x="0" y="0"/>
                  </a:moveTo>
                  <a:moveTo>
                    <a:pt x="962" y="553"/>
                  </a:moveTo>
                  <a:lnTo>
                    <a:pt x="961" y="555"/>
                  </a:lnTo>
                  <a:lnTo>
                    <a:pt x="962" y="558"/>
                  </a:lnTo>
                  <a:lnTo>
                    <a:pt x="963" y="560"/>
                  </a:lnTo>
                  <a:lnTo>
                    <a:pt x="964" y="563"/>
                  </a:lnTo>
                  <a:lnTo>
                    <a:pt x="964" y="565"/>
                  </a:lnTo>
                  <a:lnTo>
                    <a:pt x="964" y="568"/>
                  </a:lnTo>
                  <a:lnTo>
                    <a:pt x="964" y="572"/>
                  </a:lnTo>
                  <a:lnTo>
                    <a:pt x="963" y="574"/>
                  </a:lnTo>
                  <a:lnTo>
                    <a:pt x="960" y="576"/>
                  </a:lnTo>
                  <a:lnTo>
                    <a:pt x="956" y="575"/>
                  </a:lnTo>
                  <a:lnTo>
                    <a:pt x="952" y="575"/>
                  </a:lnTo>
                  <a:lnTo>
                    <a:pt x="949" y="575"/>
                  </a:lnTo>
                  <a:lnTo>
                    <a:pt x="948" y="577"/>
                  </a:lnTo>
                  <a:lnTo>
                    <a:pt x="946" y="579"/>
                  </a:lnTo>
                  <a:lnTo>
                    <a:pt x="944" y="581"/>
                  </a:lnTo>
                  <a:lnTo>
                    <a:pt x="941" y="580"/>
                  </a:lnTo>
                  <a:lnTo>
                    <a:pt x="938" y="579"/>
                  </a:lnTo>
                  <a:lnTo>
                    <a:pt x="935" y="578"/>
                  </a:lnTo>
                  <a:lnTo>
                    <a:pt x="932" y="580"/>
                  </a:lnTo>
                  <a:lnTo>
                    <a:pt x="929" y="581"/>
                  </a:lnTo>
                  <a:lnTo>
                    <a:pt x="925" y="582"/>
                  </a:lnTo>
                  <a:lnTo>
                    <a:pt x="921" y="581"/>
                  </a:lnTo>
                  <a:lnTo>
                    <a:pt x="918" y="580"/>
                  </a:lnTo>
                  <a:lnTo>
                    <a:pt x="915" y="578"/>
                  </a:lnTo>
                  <a:lnTo>
                    <a:pt x="912" y="577"/>
                  </a:lnTo>
                  <a:lnTo>
                    <a:pt x="910" y="574"/>
                  </a:lnTo>
                  <a:lnTo>
                    <a:pt x="909" y="571"/>
                  </a:lnTo>
                  <a:lnTo>
                    <a:pt x="910" y="567"/>
                  </a:lnTo>
                  <a:lnTo>
                    <a:pt x="909" y="565"/>
                  </a:lnTo>
                  <a:lnTo>
                    <a:pt x="906" y="563"/>
                  </a:lnTo>
                  <a:lnTo>
                    <a:pt x="900" y="563"/>
                  </a:lnTo>
                  <a:lnTo>
                    <a:pt x="895" y="561"/>
                  </a:lnTo>
                  <a:lnTo>
                    <a:pt x="893" y="559"/>
                  </a:lnTo>
                  <a:lnTo>
                    <a:pt x="893" y="556"/>
                  </a:lnTo>
                  <a:lnTo>
                    <a:pt x="895" y="553"/>
                  </a:lnTo>
                  <a:lnTo>
                    <a:pt x="895" y="551"/>
                  </a:lnTo>
                  <a:lnTo>
                    <a:pt x="895" y="548"/>
                  </a:lnTo>
                  <a:lnTo>
                    <a:pt x="895" y="545"/>
                  </a:lnTo>
                  <a:lnTo>
                    <a:pt x="897" y="543"/>
                  </a:lnTo>
                  <a:lnTo>
                    <a:pt x="900" y="541"/>
                  </a:lnTo>
                  <a:lnTo>
                    <a:pt x="902" y="540"/>
                  </a:lnTo>
                  <a:lnTo>
                    <a:pt x="904" y="538"/>
                  </a:lnTo>
                  <a:lnTo>
                    <a:pt x="906" y="535"/>
                  </a:lnTo>
                  <a:lnTo>
                    <a:pt x="909" y="534"/>
                  </a:lnTo>
                  <a:lnTo>
                    <a:pt x="913" y="534"/>
                  </a:lnTo>
                  <a:lnTo>
                    <a:pt x="916" y="533"/>
                  </a:lnTo>
                  <a:lnTo>
                    <a:pt x="919" y="531"/>
                  </a:lnTo>
                  <a:lnTo>
                    <a:pt x="920" y="527"/>
                  </a:lnTo>
                  <a:lnTo>
                    <a:pt x="922" y="523"/>
                  </a:lnTo>
                  <a:lnTo>
                    <a:pt x="926" y="521"/>
                  </a:lnTo>
                  <a:lnTo>
                    <a:pt x="930" y="522"/>
                  </a:lnTo>
                  <a:lnTo>
                    <a:pt x="935" y="524"/>
                  </a:lnTo>
                  <a:lnTo>
                    <a:pt x="938" y="527"/>
                  </a:lnTo>
                  <a:lnTo>
                    <a:pt x="941" y="528"/>
                  </a:lnTo>
                  <a:lnTo>
                    <a:pt x="944" y="528"/>
                  </a:lnTo>
                  <a:lnTo>
                    <a:pt x="947" y="529"/>
                  </a:lnTo>
                  <a:lnTo>
                    <a:pt x="949" y="530"/>
                  </a:lnTo>
                  <a:lnTo>
                    <a:pt x="952" y="531"/>
                  </a:lnTo>
                  <a:lnTo>
                    <a:pt x="955" y="531"/>
                  </a:lnTo>
                  <a:lnTo>
                    <a:pt x="959" y="531"/>
                  </a:lnTo>
                  <a:lnTo>
                    <a:pt x="962" y="532"/>
                  </a:lnTo>
                  <a:lnTo>
                    <a:pt x="963" y="534"/>
                  </a:lnTo>
                  <a:lnTo>
                    <a:pt x="963" y="537"/>
                  </a:lnTo>
                  <a:lnTo>
                    <a:pt x="964" y="539"/>
                  </a:lnTo>
                  <a:lnTo>
                    <a:pt x="966" y="541"/>
                  </a:lnTo>
                  <a:lnTo>
                    <a:pt x="969" y="543"/>
                  </a:lnTo>
                  <a:lnTo>
                    <a:pt x="971" y="545"/>
                  </a:lnTo>
                  <a:lnTo>
                    <a:pt x="970" y="548"/>
                  </a:lnTo>
                  <a:lnTo>
                    <a:pt x="966" y="551"/>
                  </a:lnTo>
                  <a:close/>
                </a:path>
              </a:pathLst>
            </a:custGeom>
            <a:solidFill>
              <a:srgbClr val="ECB78D">
                <a:alpha val="9600"/>
              </a:srgbClr>
            </a:solidFill>
            <a:ln>
              <a:noFill/>
            </a:ln>
          </p:spPr>
          <p:txBody>
            <a:bodyPr anchor="ctr"/>
            <a:lstStyle/>
            <a:p>
              <a:pPr algn="ctr">
                <a:buNone/>
              </a:pPr>
            </a:p>
          </p:txBody>
        </p:sp>
        <p:sp>
          <p:nvSpPr>
            <p:cNvPr id="2905" name="addition:input:28"/>
            <p:cNvSpPr>
              <a:spLocks noGrp="1"/>
            </p:cNvSpPr>
            <p:nvPr/>
          </p:nvSpPr>
          <p:spPr>
            <a:xfrm>
              <a:off x="209550" y="5438775"/>
              <a:ext cx="1575145" cy="1139708"/>
            </a:xfrm>
            <a:custGeom>
              <a:avLst/>
              <a:gdLst/>
              <a:ahLst/>
              <a:cxnLst/>
              <a:rect l="l" t="t" r="r" b="b"/>
              <a:pathLst>
                <a:path w="957" h="608">
                  <a:moveTo>
                    <a:pt x="0" y="0"/>
                  </a:moveTo>
                  <a:moveTo>
                    <a:pt x="946" y="577"/>
                  </a:moveTo>
                  <a:lnTo>
                    <a:pt x="949" y="579"/>
                  </a:lnTo>
                  <a:lnTo>
                    <a:pt x="950" y="582"/>
                  </a:lnTo>
                  <a:lnTo>
                    <a:pt x="948" y="584"/>
                  </a:lnTo>
                  <a:lnTo>
                    <a:pt x="946" y="586"/>
                  </a:lnTo>
                  <a:lnTo>
                    <a:pt x="944" y="589"/>
                  </a:lnTo>
                  <a:lnTo>
                    <a:pt x="944" y="591"/>
                  </a:lnTo>
                  <a:lnTo>
                    <a:pt x="944" y="594"/>
                  </a:lnTo>
                  <a:lnTo>
                    <a:pt x="942" y="597"/>
                  </a:lnTo>
                  <a:lnTo>
                    <a:pt x="940" y="599"/>
                  </a:lnTo>
                  <a:lnTo>
                    <a:pt x="937" y="600"/>
                  </a:lnTo>
                  <a:lnTo>
                    <a:pt x="934" y="602"/>
                  </a:lnTo>
                  <a:lnTo>
                    <a:pt x="932" y="604"/>
                  </a:lnTo>
                  <a:lnTo>
                    <a:pt x="928" y="605"/>
                  </a:lnTo>
                  <a:lnTo>
                    <a:pt x="924" y="603"/>
                  </a:lnTo>
                  <a:lnTo>
                    <a:pt x="920" y="601"/>
                  </a:lnTo>
                  <a:lnTo>
                    <a:pt x="917" y="599"/>
                  </a:lnTo>
                  <a:lnTo>
                    <a:pt x="914" y="601"/>
                  </a:lnTo>
                  <a:lnTo>
                    <a:pt x="911" y="604"/>
                  </a:lnTo>
                  <a:lnTo>
                    <a:pt x="907" y="607"/>
                  </a:lnTo>
                  <a:lnTo>
                    <a:pt x="903" y="608"/>
                  </a:lnTo>
                  <a:lnTo>
                    <a:pt x="899" y="607"/>
                  </a:lnTo>
                  <a:lnTo>
                    <a:pt x="896" y="605"/>
                  </a:lnTo>
                  <a:lnTo>
                    <a:pt x="892" y="603"/>
                  </a:lnTo>
                  <a:lnTo>
                    <a:pt x="889" y="602"/>
                  </a:lnTo>
                  <a:lnTo>
                    <a:pt x="886" y="600"/>
                  </a:lnTo>
                  <a:lnTo>
                    <a:pt x="884" y="597"/>
                  </a:lnTo>
                  <a:lnTo>
                    <a:pt x="882" y="594"/>
                  </a:lnTo>
                  <a:lnTo>
                    <a:pt x="880" y="592"/>
                  </a:lnTo>
                  <a:lnTo>
                    <a:pt x="876" y="591"/>
                  </a:lnTo>
                  <a:lnTo>
                    <a:pt x="872" y="589"/>
                  </a:lnTo>
                  <a:lnTo>
                    <a:pt x="870" y="587"/>
                  </a:lnTo>
                  <a:lnTo>
                    <a:pt x="871" y="584"/>
                  </a:lnTo>
                  <a:lnTo>
                    <a:pt x="871" y="581"/>
                  </a:lnTo>
                  <a:lnTo>
                    <a:pt x="869" y="579"/>
                  </a:lnTo>
                  <a:lnTo>
                    <a:pt x="864" y="577"/>
                  </a:lnTo>
                  <a:lnTo>
                    <a:pt x="859" y="574"/>
                  </a:lnTo>
                  <a:lnTo>
                    <a:pt x="857" y="571"/>
                  </a:lnTo>
                  <a:lnTo>
                    <a:pt x="860" y="568"/>
                  </a:lnTo>
                  <a:lnTo>
                    <a:pt x="864" y="566"/>
                  </a:lnTo>
                  <a:lnTo>
                    <a:pt x="869" y="565"/>
                  </a:lnTo>
                  <a:lnTo>
                    <a:pt x="873" y="563"/>
                  </a:lnTo>
                  <a:lnTo>
                    <a:pt x="875" y="562"/>
                  </a:lnTo>
                  <a:lnTo>
                    <a:pt x="879" y="560"/>
                  </a:lnTo>
                  <a:lnTo>
                    <a:pt x="882" y="559"/>
                  </a:lnTo>
                  <a:lnTo>
                    <a:pt x="885" y="557"/>
                  </a:lnTo>
                  <a:lnTo>
                    <a:pt x="886" y="554"/>
                  </a:lnTo>
                  <a:lnTo>
                    <a:pt x="888" y="550"/>
                  </a:lnTo>
                  <a:lnTo>
                    <a:pt x="891" y="548"/>
                  </a:lnTo>
                  <a:lnTo>
                    <a:pt x="896" y="547"/>
                  </a:lnTo>
                  <a:lnTo>
                    <a:pt x="902" y="548"/>
                  </a:lnTo>
                  <a:lnTo>
                    <a:pt x="906" y="549"/>
                  </a:lnTo>
                  <a:lnTo>
                    <a:pt x="911" y="549"/>
                  </a:lnTo>
                  <a:lnTo>
                    <a:pt x="915" y="547"/>
                  </a:lnTo>
                  <a:lnTo>
                    <a:pt x="920" y="546"/>
                  </a:lnTo>
                  <a:lnTo>
                    <a:pt x="924" y="547"/>
                  </a:lnTo>
                  <a:lnTo>
                    <a:pt x="927" y="551"/>
                  </a:lnTo>
                  <a:lnTo>
                    <a:pt x="929" y="553"/>
                  </a:lnTo>
                  <a:lnTo>
                    <a:pt x="932" y="555"/>
                  </a:lnTo>
                  <a:lnTo>
                    <a:pt x="935" y="556"/>
                  </a:lnTo>
                  <a:lnTo>
                    <a:pt x="939" y="556"/>
                  </a:lnTo>
                  <a:lnTo>
                    <a:pt x="942" y="557"/>
                  </a:lnTo>
                  <a:lnTo>
                    <a:pt x="945" y="558"/>
                  </a:lnTo>
                  <a:lnTo>
                    <a:pt x="949" y="559"/>
                  </a:lnTo>
                  <a:lnTo>
                    <a:pt x="953" y="560"/>
                  </a:lnTo>
                  <a:lnTo>
                    <a:pt x="957" y="562"/>
                  </a:lnTo>
                  <a:lnTo>
                    <a:pt x="957" y="565"/>
                  </a:lnTo>
                  <a:lnTo>
                    <a:pt x="953" y="569"/>
                  </a:lnTo>
                  <a:lnTo>
                    <a:pt x="948" y="572"/>
                  </a:lnTo>
                  <a:lnTo>
                    <a:pt x="945" y="575"/>
                  </a:lnTo>
                  <a:close/>
                </a:path>
              </a:pathLst>
            </a:custGeom>
            <a:solidFill>
              <a:srgbClr val="ECB78D">
                <a:alpha val="9600"/>
              </a:srgbClr>
            </a:solidFill>
            <a:ln>
              <a:noFill/>
            </a:ln>
          </p:spPr>
          <p:txBody>
            <a:bodyPr anchor="ctr"/>
            <a:lstStyle/>
            <a:p>
              <a:pPr algn="ctr">
                <a:buNone/>
              </a:pPr>
            </a:p>
          </p:txBody>
        </p:sp>
        <p:sp>
          <p:nvSpPr>
            <p:cNvPr id="2906" name="addition:input:29"/>
            <p:cNvSpPr>
              <a:spLocks noGrp="1"/>
            </p:cNvSpPr>
            <p:nvPr/>
          </p:nvSpPr>
          <p:spPr>
            <a:xfrm>
              <a:off x="209550" y="5438775"/>
              <a:ext cx="1491204" cy="1145332"/>
            </a:xfrm>
            <a:custGeom>
              <a:avLst/>
              <a:gdLst/>
              <a:ahLst/>
              <a:cxnLst/>
              <a:rect l="l" t="t" r="r" b="b"/>
              <a:pathLst>
                <a:path w="906" h="611">
                  <a:moveTo>
                    <a:pt x="0" y="0"/>
                  </a:moveTo>
                  <a:moveTo>
                    <a:pt x="900" y="580"/>
                  </a:moveTo>
                  <a:lnTo>
                    <a:pt x="903" y="582"/>
                  </a:lnTo>
                  <a:lnTo>
                    <a:pt x="905" y="585"/>
                  </a:lnTo>
                  <a:lnTo>
                    <a:pt x="906" y="588"/>
                  </a:lnTo>
                  <a:lnTo>
                    <a:pt x="905" y="590"/>
                  </a:lnTo>
                  <a:lnTo>
                    <a:pt x="902" y="592"/>
                  </a:lnTo>
                  <a:lnTo>
                    <a:pt x="900" y="593"/>
                  </a:lnTo>
                  <a:lnTo>
                    <a:pt x="900" y="596"/>
                  </a:lnTo>
                  <a:lnTo>
                    <a:pt x="901" y="600"/>
                  </a:lnTo>
                  <a:lnTo>
                    <a:pt x="899" y="602"/>
                  </a:lnTo>
                  <a:lnTo>
                    <a:pt x="896" y="603"/>
                  </a:lnTo>
                  <a:lnTo>
                    <a:pt x="891" y="602"/>
                  </a:lnTo>
                  <a:lnTo>
                    <a:pt x="887" y="601"/>
                  </a:lnTo>
                  <a:lnTo>
                    <a:pt x="885" y="602"/>
                  </a:lnTo>
                  <a:lnTo>
                    <a:pt x="882" y="603"/>
                  </a:lnTo>
                  <a:lnTo>
                    <a:pt x="880" y="605"/>
                  </a:lnTo>
                  <a:lnTo>
                    <a:pt x="877" y="606"/>
                  </a:lnTo>
                  <a:lnTo>
                    <a:pt x="874" y="607"/>
                  </a:lnTo>
                  <a:lnTo>
                    <a:pt x="870" y="609"/>
                  </a:lnTo>
                  <a:lnTo>
                    <a:pt x="866" y="611"/>
                  </a:lnTo>
                  <a:lnTo>
                    <a:pt x="862" y="611"/>
                  </a:lnTo>
                  <a:lnTo>
                    <a:pt x="858" y="610"/>
                  </a:lnTo>
                  <a:lnTo>
                    <a:pt x="855" y="606"/>
                  </a:lnTo>
                  <a:lnTo>
                    <a:pt x="854" y="602"/>
                  </a:lnTo>
                  <a:lnTo>
                    <a:pt x="851" y="600"/>
                  </a:lnTo>
                  <a:lnTo>
                    <a:pt x="847" y="600"/>
                  </a:lnTo>
                  <a:lnTo>
                    <a:pt x="843" y="600"/>
                  </a:lnTo>
                  <a:lnTo>
                    <a:pt x="840" y="598"/>
                  </a:lnTo>
                  <a:lnTo>
                    <a:pt x="838" y="595"/>
                  </a:lnTo>
                  <a:lnTo>
                    <a:pt x="837" y="593"/>
                  </a:lnTo>
                  <a:lnTo>
                    <a:pt x="836" y="591"/>
                  </a:lnTo>
                  <a:lnTo>
                    <a:pt x="833" y="589"/>
                  </a:lnTo>
                  <a:lnTo>
                    <a:pt x="829" y="587"/>
                  </a:lnTo>
                  <a:lnTo>
                    <a:pt x="827" y="585"/>
                  </a:lnTo>
                  <a:lnTo>
                    <a:pt x="827" y="582"/>
                  </a:lnTo>
                  <a:lnTo>
                    <a:pt x="826" y="580"/>
                  </a:lnTo>
                  <a:lnTo>
                    <a:pt x="826" y="577"/>
                  </a:lnTo>
                  <a:lnTo>
                    <a:pt x="826" y="574"/>
                  </a:lnTo>
                  <a:lnTo>
                    <a:pt x="829" y="572"/>
                  </a:lnTo>
                  <a:lnTo>
                    <a:pt x="834" y="570"/>
                  </a:lnTo>
                  <a:lnTo>
                    <a:pt x="840" y="569"/>
                  </a:lnTo>
                  <a:lnTo>
                    <a:pt x="843" y="568"/>
                  </a:lnTo>
                  <a:lnTo>
                    <a:pt x="844" y="566"/>
                  </a:lnTo>
                  <a:lnTo>
                    <a:pt x="843" y="562"/>
                  </a:lnTo>
                  <a:lnTo>
                    <a:pt x="843" y="558"/>
                  </a:lnTo>
                  <a:lnTo>
                    <a:pt x="845" y="556"/>
                  </a:lnTo>
                  <a:lnTo>
                    <a:pt x="849" y="555"/>
                  </a:lnTo>
                  <a:lnTo>
                    <a:pt x="853" y="554"/>
                  </a:lnTo>
                  <a:lnTo>
                    <a:pt x="857" y="553"/>
                  </a:lnTo>
                  <a:lnTo>
                    <a:pt x="860" y="552"/>
                  </a:lnTo>
                  <a:lnTo>
                    <a:pt x="863" y="551"/>
                  </a:lnTo>
                  <a:lnTo>
                    <a:pt x="867" y="552"/>
                  </a:lnTo>
                  <a:lnTo>
                    <a:pt x="871" y="553"/>
                  </a:lnTo>
                  <a:lnTo>
                    <a:pt x="874" y="553"/>
                  </a:lnTo>
                  <a:lnTo>
                    <a:pt x="877" y="553"/>
                  </a:lnTo>
                  <a:lnTo>
                    <a:pt x="880" y="553"/>
                  </a:lnTo>
                  <a:lnTo>
                    <a:pt x="882" y="554"/>
                  </a:lnTo>
                  <a:lnTo>
                    <a:pt x="884" y="557"/>
                  </a:lnTo>
                  <a:lnTo>
                    <a:pt x="885" y="559"/>
                  </a:lnTo>
                  <a:lnTo>
                    <a:pt x="888" y="559"/>
                  </a:lnTo>
                  <a:lnTo>
                    <a:pt x="893" y="557"/>
                  </a:lnTo>
                  <a:lnTo>
                    <a:pt x="898" y="557"/>
                  </a:lnTo>
                  <a:lnTo>
                    <a:pt x="902" y="558"/>
                  </a:lnTo>
                  <a:lnTo>
                    <a:pt x="902" y="561"/>
                  </a:lnTo>
                  <a:lnTo>
                    <a:pt x="901" y="565"/>
                  </a:lnTo>
                  <a:lnTo>
                    <a:pt x="900" y="568"/>
                  </a:lnTo>
                  <a:lnTo>
                    <a:pt x="900" y="570"/>
                  </a:lnTo>
                  <a:lnTo>
                    <a:pt x="900" y="573"/>
                  </a:lnTo>
                  <a:lnTo>
                    <a:pt x="900" y="575"/>
                  </a:lnTo>
                  <a:lnTo>
                    <a:pt x="899" y="577"/>
                  </a:lnTo>
                  <a:close/>
                </a:path>
              </a:pathLst>
            </a:custGeom>
            <a:solidFill>
              <a:srgbClr val="ECB78D">
                <a:alpha val="9600"/>
              </a:srgbClr>
            </a:solidFill>
            <a:ln>
              <a:noFill/>
            </a:ln>
          </p:spPr>
          <p:txBody>
            <a:bodyPr anchor="ctr"/>
            <a:lstStyle/>
            <a:p>
              <a:pPr algn="ctr">
                <a:buNone/>
              </a:pPr>
            </a:p>
          </p:txBody>
        </p:sp>
        <p:sp>
          <p:nvSpPr>
            <p:cNvPr id="2907" name="addition:input:30"/>
            <p:cNvSpPr>
              <a:spLocks noGrp="1"/>
            </p:cNvSpPr>
            <p:nvPr/>
          </p:nvSpPr>
          <p:spPr>
            <a:xfrm>
              <a:off x="209550" y="5438775"/>
              <a:ext cx="1435242" cy="1115339"/>
            </a:xfrm>
            <a:custGeom>
              <a:avLst/>
              <a:gdLst/>
              <a:ahLst/>
              <a:cxnLst/>
              <a:rect l="l" t="t" r="r" b="b"/>
              <a:pathLst>
                <a:path w="872" h="595">
                  <a:moveTo>
                    <a:pt x="0" y="0"/>
                  </a:moveTo>
                  <a:moveTo>
                    <a:pt x="869" y="569"/>
                  </a:moveTo>
                  <a:lnTo>
                    <a:pt x="871" y="572"/>
                  </a:lnTo>
                  <a:lnTo>
                    <a:pt x="872" y="574"/>
                  </a:lnTo>
                  <a:lnTo>
                    <a:pt x="870" y="576"/>
                  </a:lnTo>
                  <a:lnTo>
                    <a:pt x="869" y="578"/>
                  </a:lnTo>
                  <a:lnTo>
                    <a:pt x="867" y="580"/>
                  </a:lnTo>
                  <a:lnTo>
                    <a:pt x="865" y="582"/>
                  </a:lnTo>
                  <a:lnTo>
                    <a:pt x="861" y="582"/>
                  </a:lnTo>
                  <a:lnTo>
                    <a:pt x="858" y="583"/>
                  </a:lnTo>
                  <a:lnTo>
                    <a:pt x="855" y="583"/>
                  </a:lnTo>
                  <a:lnTo>
                    <a:pt x="854" y="586"/>
                  </a:lnTo>
                  <a:lnTo>
                    <a:pt x="854" y="589"/>
                  </a:lnTo>
                  <a:lnTo>
                    <a:pt x="853" y="592"/>
                  </a:lnTo>
                  <a:lnTo>
                    <a:pt x="850" y="594"/>
                  </a:lnTo>
                  <a:lnTo>
                    <a:pt x="846" y="594"/>
                  </a:lnTo>
                  <a:lnTo>
                    <a:pt x="843" y="593"/>
                  </a:lnTo>
                  <a:lnTo>
                    <a:pt x="839" y="593"/>
                  </a:lnTo>
                  <a:lnTo>
                    <a:pt x="836" y="594"/>
                  </a:lnTo>
                  <a:lnTo>
                    <a:pt x="833" y="595"/>
                  </a:lnTo>
                  <a:lnTo>
                    <a:pt x="830" y="594"/>
                  </a:lnTo>
                  <a:lnTo>
                    <a:pt x="828" y="592"/>
                  </a:lnTo>
                  <a:lnTo>
                    <a:pt x="825" y="591"/>
                  </a:lnTo>
                  <a:lnTo>
                    <a:pt x="823" y="590"/>
                  </a:lnTo>
                  <a:lnTo>
                    <a:pt x="821" y="589"/>
                  </a:lnTo>
                  <a:lnTo>
                    <a:pt x="819" y="588"/>
                  </a:lnTo>
                  <a:lnTo>
                    <a:pt x="817" y="586"/>
                  </a:lnTo>
                  <a:lnTo>
                    <a:pt x="816" y="585"/>
                  </a:lnTo>
                  <a:lnTo>
                    <a:pt x="814" y="584"/>
                  </a:lnTo>
                  <a:lnTo>
                    <a:pt x="810" y="584"/>
                  </a:lnTo>
                  <a:lnTo>
                    <a:pt x="806" y="584"/>
                  </a:lnTo>
                  <a:lnTo>
                    <a:pt x="804" y="582"/>
                  </a:lnTo>
                  <a:lnTo>
                    <a:pt x="805" y="579"/>
                  </a:lnTo>
                  <a:lnTo>
                    <a:pt x="808" y="576"/>
                  </a:lnTo>
                  <a:lnTo>
                    <a:pt x="810" y="573"/>
                  </a:lnTo>
                  <a:lnTo>
                    <a:pt x="811" y="571"/>
                  </a:lnTo>
                  <a:lnTo>
                    <a:pt x="811" y="569"/>
                  </a:lnTo>
                  <a:lnTo>
                    <a:pt x="810" y="567"/>
                  </a:lnTo>
                  <a:lnTo>
                    <a:pt x="811" y="566"/>
                  </a:lnTo>
                  <a:lnTo>
                    <a:pt x="812" y="564"/>
                  </a:lnTo>
                  <a:lnTo>
                    <a:pt x="812" y="561"/>
                  </a:lnTo>
                  <a:lnTo>
                    <a:pt x="811" y="559"/>
                  </a:lnTo>
                  <a:lnTo>
                    <a:pt x="811" y="557"/>
                  </a:lnTo>
                  <a:lnTo>
                    <a:pt x="813" y="555"/>
                  </a:lnTo>
                  <a:lnTo>
                    <a:pt x="816" y="554"/>
                  </a:lnTo>
                  <a:lnTo>
                    <a:pt x="818" y="552"/>
                  </a:lnTo>
                  <a:lnTo>
                    <a:pt x="819" y="550"/>
                  </a:lnTo>
                  <a:lnTo>
                    <a:pt x="819" y="548"/>
                  </a:lnTo>
                  <a:lnTo>
                    <a:pt x="821" y="546"/>
                  </a:lnTo>
                  <a:lnTo>
                    <a:pt x="824" y="546"/>
                  </a:lnTo>
                  <a:lnTo>
                    <a:pt x="827" y="548"/>
                  </a:lnTo>
                  <a:lnTo>
                    <a:pt x="830" y="550"/>
                  </a:lnTo>
                  <a:lnTo>
                    <a:pt x="832" y="550"/>
                  </a:lnTo>
                  <a:lnTo>
                    <a:pt x="834" y="549"/>
                  </a:lnTo>
                  <a:lnTo>
                    <a:pt x="836" y="547"/>
                  </a:lnTo>
                  <a:lnTo>
                    <a:pt x="839" y="546"/>
                  </a:lnTo>
                  <a:lnTo>
                    <a:pt x="841" y="545"/>
                  </a:lnTo>
                  <a:lnTo>
                    <a:pt x="844" y="545"/>
                  </a:lnTo>
                  <a:lnTo>
                    <a:pt x="847" y="545"/>
                  </a:lnTo>
                  <a:lnTo>
                    <a:pt x="850" y="546"/>
                  </a:lnTo>
                  <a:lnTo>
                    <a:pt x="852" y="548"/>
                  </a:lnTo>
                  <a:lnTo>
                    <a:pt x="853" y="551"/>
                  </a:lnTo>
                  <a:lnTo>
                    <a:pt x="854" y="554"/>
                  </a:lnTo>
                  <a:lnTo>
                    <a:pt x="855" y="556"/>
                  </a:lnTo>
                  <a:lnTo>
                    <a:pt x="858" y="556"/>
                  </a:lnTo>
                  <a:lnTo>
                    <a:pt x="861" y="557"/>
                  </a:lnTo>
                  <a:lnTo>
                    <a:pt x="864" y="559"/>
                  </a:lnTo>
                  <a:lnTo>
                    <a:pt x="864" y="561"/>
                  </a:lnTo>
                  <a:lnTo>
                    <a:pt x="864" y="564"/>
                  </a:lnTo>
                  <a:lnTo>
                    <a:pt x="864" y="566"/>
                  </a:lnTo>
                  <a:lnTo>
                    <a:pt x="866" y="567"/>
                  </a:lnTo>
                  <a:close/>
                </a:path>
              </a:pathLst>
            </a:custGeom>
            <a:solidFill>
              <a:srgbClr val="ECB78D">
                <a:alpha val="9600"/>
              </a:srgbClr>
            </a:solidFill>
            <a:ln>
              <a:noFill/>
            </a:ln>
          </p:spPr>
          <p:txBody>
            <a:bodyPr anchor="ctr"/>
            <a:lstStyle/>
            <a:p>
              <a:pPr algn="ctr">
                <a:buNone/>
              </a:pPr>
            </a:p>
          </p:txBody>
        </p:sp>
        <p:sp>
          <p:nvSpPr>
            <p:cNvPr id="2908" name="addition:input:31"/>
            <p:cNvSpPr>
              <a:spLocks noGrp="1"/>
            </p:cNvSpPr>
            <p:nvPr/>
          </p:nvSpPr>
          <p:spPr>
            <a:xfrm>
              <a:off x="209550" y="5438775"/>
              <a:ext cx="1542227" cy="1128461"/>
            </a:xfrm>
            <a:custGeom>
              <a:avLst/>
              <a:gdLst/>
              <a:ahLst/>
              <a:cxnLst/>
              <a:rect l="l" t="t" r="r" b="b"/>
              <a:pathLst>
                <a:path w="937" h="602">
                  <a:moveTo>
                    <a:pt x="0" y="0"/>
                  </a:moveTo>
                  <a:moveTo>
                    <a:pt x="929" y="565"/>
                  </a:moveTo>
                  <a:lnTo>
                    <a:pt x="935" y="568"/>
                  </a:lnTo>
                  <a:lnTo>
                    <a:pt x="937" y="571"/>
                  </a:lnTo>
                  <a:lnTo>
                    <a:pt x="936" y="574"/>
                  </a:lnTo>
                  <a:lnTo>
                    <a:pt x="933" y="576"/>
                  </a:lnTo>
                  <a:lnTo>
                    <a:pt x="930" y="579"/>
                  </a:lnTo>
                  <a:lnTo>
                    <a:pt x="930" y="581"/>
                  </a:lnTo>
                  <a:lnTo>
                    <a:pt x="930" y="584"/>
                  </a:lnTo>
                  <a:lnTo>
                    <a:pt x="928" y="587"/>
                  </a:lnTo>
                  <a:lnTo>
                    <a:pt x="924" y="588"/>
                  </a:lnTo>
                  <a:lnTo>
                    <a:pt x="920" y="589"/>
                  </a:lnTo>
                  <a:lnTo>
                    <a:pt x="916" y="589"/>
                  </a:lnTo>
                  <a:lnTo>
                    <a:pt x="913" y="591"/>
                  </a:lnTo>
                  <a:lnTo>
                    <a:pt x="910" y="592"/>
                  </a:lnTo>
                  <a:lnTo>
                    <a:pt x="906" y="592"/>
                  </a:lnTo>
                  <a:lnTo>
                    <a:pt x="902" y="592"/>
                  </a:lnTo>
                  <a:lnTo>
                    <a:pt x="899" y="593"/>
                  </a:lnTo>
                  <a:lnTo>
                    <a:pt x="895" y="596"/>
                  </a:lnTo>
                  <a:lnTo>
                    <a:pt x="890" y="600"/>
                  </a:lnTo>
                  <a:lnTo>
                    <a:pt x="885" y="602"/>
                  </a:lnTo>
                  <a:lnTo>
                    <a:pt x="880" y="600"/>
                  </a:lnTo>
                  <a:lnTo>
                    <a:pt x="876" y="596"/>
                  </a:lnTo>
                  <a:lnTo>
                    <a:pt x="873" y="592"/>
                  </a:lnTo>
                  <a:lnTo>
                    <a:pt x="870" y="590"/>
                  </a:lnTo>
                  <a:lnTo>
                    <a:pt x="866" y="589"/>
                  </a:lnTo>
                  <a:lnTo>
                    <a:pt x="862" y="588"/>
                  </a:lnTo>
                  <a:lnTo>
                    <a:pt x="858" y="586"/>
                  </a:lnTo>
                  <a:lnTo>
                    <a:pt x="855" y="584"/>
                  </a:lnTo>
                  <a:lnTo>
                    <a:pt x="852" y="582"/>
                  </a:lnTo>
                  <a:lnTo>
                    <a:pt x="848" y="581"/>
                  </a:lnTo>
                  <a:lnTo>
                    <a:pt x="844" y="579"/>
                  </a:lnTo>
                  <a:lnTo>
                    <a:pt x="842" y="577"/>
                  </a:lnTo>
                  <a:lnTo>
                    <a:pt x="842" y="574"/>
                  </a:lnTo>
                  <a:lnTo>
                    <a:pt x="842" y="571"/>
                  </a:lnTo>
                  <a:lnTo>
                    <a:pt x="841" y="568"/>
                  </a:lnTo>
                  <a:lnTo>
                    <a:pt x="839" y="565"/>
                  </a:lnTo>
                  <a:lnTo>
                    <a:pt x="837" y="562"/>
                  </a:lnTo>
                  <a:lnTo>
                    <a:pt x="839" y="559"/>
                  </a:lnTo>
                  <a:lnTo>
                    <a:pt x="845" y="557"/>
                  </a:lnTo>
                  <a:lnTo>
                    <a:pt x="852" y="556"/>
                  </a:lnTo>
                  <a:lnTo>
                    <a:pt x="857" y="555"/>
                  </a:lnTo>
                  <a:lnTo>
                    <a:pt x="858" y="552"/>
                  </a:lnTo>
                  <a:lnTo>
                    <a:pt x="858" y="549"/>
                  </a:lnTo>
                  <a:lnTo>
                    <a:pt x="858" y="545"/>
                  </a:lnTo>
                  <a:lnTo>
                    <a:pt x="860" y="543"/>
                  </a:lnTo>
                  <a:lnTo>
                    <a:pt x="863" y="540"/>
                  </a:lnTo>
                  <a:lnTo>
                    <a:pt x="866" y="538"/>
                  </a:lnTo>
                  <a:lnTo>
                    <a:pt x="869" y="535"/>
                  </a:lnTo>
                  <a:lnTo>
                    <a:pt x="874" y="534"/>
                  </a:lnTo>
                  <a:lnTo>
                    <a:pt x="879" y="535"/>
                  </a:lnTo>
                  <a:lnTo>
                    <a:pt x="884" y="537"/>
                  </a:lnTo>
                  <a:lnTo>
                    <a:pt x="888" y="538"/>
                  </a:lnTo>
                  <a:lnTo>
                    <a:pt x="891" y="537"/>
                  </a:lnTo>
                  <a:lnTo>
                    <a:pt x="894" y="536"/>
                  </a:lnTo>
                  <a:lnTo>
                    <a:pt x="898" y="534"/>
                  </a:lnTo>
                  <a:lnTo>
                    <a:pt x="901" y="536"/>
                  </a:lnTo>
                  <a:lnTo>
                    <a:pt x="904" y="538"/>
                  </a:lnTo>
                  <a:lnTo>
                    <a:pt x="906" y="541"/>
                  </a:lnTo>
                  <a:lnTo>
                    <a:pt x="909" y="541"/>
                  </a:lnTo>
                  <a:lnTo>
                    <a:pt x="914" y="540"/>
                  </a:lnTo>
                  <a:lnTo>
                    <a:pt x="919" y="539"/>
                  </a:lnTo>
                  <a:lnTo>
                    <a:pt x="923" y="541"/>
                  </a:lnTo>
                  <a:lnTo>
                    <a:pt x="925" y="543"/>
                  </a:lnTo>
                  <a:lnTo>
                    <a:pt x="926" y="546"/>
                  </a:lnTo>
                  <a:lnTo>
                    <a:pt x="927" y="549"/>
                  </a:lnTo>
                  <a:lnTo>
                    <a:pt x="928" y="552"/>
                  </a:lnTo>
                  <a:lnTo>
                    <a:pt x="927" y="555"/>
                  </a:lnTo>
                  <a:lnTo>
                    <a:pt x="925" y="558"/>
                  </a:lnTo>
                  <a:lnTo>
                    <a:pt x="923" y="561"/>
                  </a:lnTo>
                  <a:lnTo>
                    <a:pt x="924" y="563"/>
                  </a:lnTo>
                  <a:close/>
                </a:path>
              </a:pathLst>
            </a:custGeom>
            <a:solidFill>
              <a:srgbClr val="ECB78D">
                <a:alpha val="9600"/>
              </a:srgbClr>
            </a:solidFill>
            <a:ln>
              <a:noFill/>
            </a:ln>
          </p:spPr>
          <p:txBody>
            <a:bodyPr anchor="ctr"/>
            <a:lstStyle/>
            <a:p>
              <a:pPr algn="ctr">
                <a:buNone/>
              </a:pPr>
            </a:p>
          </p:txBody>
        </p:sp>
        <p:sp>
          <p:nvSpPr>
            <p:cNvPr id="2909" name="addition:input:32"/>
            <p:cNvSpPr>
              <a:spLocks noGrp="1"/>
            </p:cNvSpPr>
            <p:nvPr/>
          </p:nvSpPr>
          <p:spPr>
            <a:xfrm>
              <a:off x="209550" y="5438775"/>
              <a:ext cx="1580083" cy="1143457"/>
            </a:xfrm>
            <a:custGeom>
              <a:avLst/>
              <a:gdLst/>
              <a:ahLst/>
              <a:cxnLst/>
              <a:rect l="l" t="t" r="r" b="b"/>
              <a:pathLst>
                <a:path w="960" h="610">
                  <a:moveTo>
                    <a:pt x="0" y="0"/>
                  </a:moveTo>
                  <a:moveTo>
                    <a:pt x="953" y="560"/>
                  </a:moveTo>
                  <a:lnTo>
                    <a:pt x="954" y="564"/>
                  </a:lnTo>
                  <a:lnTo>
                    <a:pt x="953" y="568"/>
                  </a:lnTo>
                  <a:lnTo>
                    <a:pt x="950" y="572"/>
                  </a:lnTo>
                  <a:lnTo>
                    <a:pt x="945" y="575"/>
                  </a:lnTo>
                  <a:lnTo>
                    <a:pt x="941" y="578"/>
                  </a:lnTo>
                  <a:lnTo>
                    <a:pt x="938" y="581"/>
                  </a:lnTo>
                  <a:lnTo>
                    <a:pt x="935" y="585"/>
                  </a:lnTo>
                  <a:lnTo>
                    <a:pt x="931" y="588"/>
                  </a:lnTo>
                  <a:lnTo>
                    <a:pt x="925" y="590"/>
                  </a:lnTo>
                  <a:lnTo>
                    <a:pt x="920" y="592"/>
                  </a:lnTo>
                  <a:lnTo>
                    <a:pt x="917" y="596"/>
                  </a:lnTo>
                  <a:lnTo>
                    <a:pt x="915" y="602"/>
                  </a:lnTo>
                  <a:lnTo>
                    <a:pt x="912" y="608"/>
                  </a:lnTo>
                  <a:lnTo>
                    <a:pt x="906" y="610"/>
                  </a:lnTo>
                  <a:lnTo>
                    <a:pt x="898" y="608"/>
                  </a:lnTo>
                  <a:lnTo>
                    <a:pt x="891" y="603"/>
                  </a:lnTo>
                  <a:lnTo>
                    <a:pt x="886" y="600"/>
                  </a:lnTo>
                  <a:lnTo>
                    <a:pt x="881" y="599"/>
                  </a:lnTo>
                  <a:lnTo>
                    <a:pt x="877" y="599"/>
                  </a:lnTo>
                  <a:lnTo>
                    <a:pt x="872" y="600"/>
                  </a:lnTo>
                  <a:lnTo>
                    <a:pt x="868" y="599"/>
                  </a:lnTo>
                  <a:lnTo>
                    <a:pt x="863" y="599"/>
                  </a:lnTo>
                  <a:lnTo>
                    <a:pt x="858" y="599"/>
                  </a:lnTo>
                  <a:lnTo>
                    <a:pt x="852" y="599"/>
                  </a:lnTo>
                  <a:lnTo>
                    <a:pt x="847" y="598"/>
                  </a:lnTo>
                  <a:lnTo>
                    <a:pt x="845" y="594"/>
                  </a:lnTo>
                  <a:lnTo>
                    <a:pt x="844" y="589"/>
                  </a:lnTo>
                  <a:lnTo>
                    <a:pt x="843" y="585"/>
                  </a:lnTo>
                  <a:lnTo>
                    <a:pt x="839" y="583"/>
                  </a:lnTo>
                  <a:lnTo>
                    <a:pt x="833" y="580"/>
                  </a:lnTo>
                  <a:lnTo>
                    <a:pt x="830" y="577"/>
                  </a:lnTo>
                  <a:lnTo>
                    <a:pt x="832" y="572"/>
                  </a:lnTo>
                  <a:lnTo>
                    <a:pt x="837" y="567"/>
                  </a:lnTo>
                  <a:lnTo>
                    <a:pt x="842" y="563"/>
                  </a:lnTo>
                  <a:lnTo>
                    <a:pt x="842" y="560"/>
                  </a:lnTo>
                  <a:lnTo>
                    <a:pt x="838" y="556"/>
                  </a:lnTo>
                  <a:lnTo>
                    <a:pt x="833" y="552"/>
                  </a:lnTo>
                  <a:lnTo>
                    <a:pt x="830" y="548"/>
                  </a:lnTo>
                  <a:lnTo>
                    <a:pt x="829" y="543"/>
                  </a:lnTo>
                  <a:lnTo>
                    <a:pt x="830" y="539"/>
                  </a:lnTo>
                  <a:lnTo>
                    <a:pt x="830" y="535"/>
                  </a:lnTo>
                  <a:lnTo>
                    <a:pt x="832" y="531"/>
                  </a:lnTo>
                  <a:lnTo>
                    <a:pt x="837" y="529"/>
                  </a:lnTo>
                  <a:lnTo>
                    <a:pt x="845" y="529"/>
                  </a:lnTo>
                  <a:lnTo>
                    <a:pt x="851" y="529"/>
                  </a:lnTo>
                  <a:lnTo>
                    <a:pt x="856" y="528"/>
                  </a:lnTo>
                  <a:lnTo>
                    <a:pt x="858" y="524"/>
                  </a:lnTo>
                  <a:lnTo>
                    <a:pt x="860" y="520"/>
                  </a:lnTo>
                  <a:lnTo>
                    <a:pt x="864" y="517"/>
                  </a:lnTo>
                  <a:lnTo>
                    <a:pt x="870" y="517"/>
                  </a:lnTo>
                  <a:lnTo>
                    <a:pt x="875" y="519"/>
                  </a:lnTo>
                  <a:lnTo>
                    <a:pt x="881" y="519"/>
                  </a:lnTo>
                  <a:lnTo>
                    <a:pt x="886" y="517"/>
                  </a:lnTo>
                  <a:lnTo>
                    <a:pt x="893" y="514"/>
                  </a:lnTo>
                  <a:lnTo>
                    <a:pt x="900" y="512"/>
                  </a:lnTo>
                  <a:lnTo>
                    <a:pt x="906" y="514"/>
                  </a:lnTo>
                  <a:lnTo>
                    <a:pt x="912" y="517"/>
                  </a:lnTo>
                  <a:lnTo>
                    <a:pt x="917" y="519"/>
                  </a:lnTo>
                  <a:lnTo>
                    <a:pt x="922" y="522"/>
                  </a:lnTo>
                  <a:lnTo>
                    <a:pt x="926" y="526"/>
                  </a:lnTo>
                  <a:lnTo>
                    <a:pt x="928" y="531"/>
                  </a:lnTo>
                  <a:lnTo>
                    <a:pt x="929" y="536"/>
                  </a:lnTo>
                  <a:lnTo>
                    <a:pt x="931" y="539"/>
                  </a:lnTo>
                  <a:lnTo>
                    <a:pt x="938" y="540"/>
                  </a:lnTo>
                  <a:lnTo>
                    <a:pt x="948" y="541"/>
                  </a:lnTo>
                  <a:lnTo>
                    <a:pt x="957" y="543"/>
                  </a:lnTo>
                  <a:lnTo>
                    <a:pt x="960" y="547"/>
                  </a:lnTo>
                  <a:lnTo>
                    <a:pt x="958" y="551"/>
                  </a:lnTo>
                  <a:lnTo>
                    <a:pt x="955" y="556"/>
                  </a:lnTo>
                  <a:close/>
                </a:path>
              </a:pathLst>
            </a:custGeom>
            <a:solidFill>
              <a:srgbClr val="E18B48">
                <a:alpha val="11100"/>
              </a:srgbClr>
            </a:solidFill>
            <a:ln>
              <a:noFill/>
            </a:ln>
          </p:spPr>
          <p:txBody>
            <a:bodyPr anchor="ctr"/>
            <a:lstStyle/>
            <a:p>
              <a:pPr algn="ctr">
                <a:buNone/>
              </a:pPr>
            </a:p>
          </p:txBody>
        </p:sp>
        <p:sp>
          <p:nvSpPr>
            <p:cNvPr id="2910" name="addition:input:33"/>
            <p:cNvSpPr>
              <a:spLocks noGrp="1"/>
            </p:cNvSpPr>
            <p:nvPr/>
          </p:nvSpPr>
          <p:spPr>
            <a:xfrm>
              <a:off x="209550" y="5438775"/>
              <a:ext cx="1473098" cy="1074100"/>
            </a:xfrm>
            <a:custGeom>
              <a:avLst/>
              <a:gdLst/>
              <a:ahLst/>
              <a:cxnLst/>
              <a:rect l="l" t="t" r="r" b="b"/>
              <a:pathLst>
                <a:path w="895" h="573">
                  <a:moveTo>
                    <a:pt x="0" y="0"/>
                  </a:moveTo>
                  <a:moveTo>
                    <a:pt x="893" y="548"/>
                  </a:moveTo>
                  <a:lnTo>
                    <a:pt x="895" y="550"/>
                  </a:lnTo>
                  <a:lnTo>
                    <a:pt x="895" y="552"/>
                  </a:lnTo>
                  <a:lnTo>
                    <a:pt x="894" y="554"/>
                  </a:lnTo>
                  <a:lnTo>
                    <a:pt x="893" y="556"/>
                  </a:lnTo>
                  <a:lnTo>
                    <a:pt x="891" y="558"/>
                  </a:lnTo>
                  <a:lnTo>
                    <a:pt x="889" y="559"/>
                  </a:lnTo>
                  <a:lnTo>
                    <a:pt x="887" y="560"/>
                  </a:lnTo>
                  <a:lnTo>
                    <a:pt x="884" y="561"/>
                  </a:lnTo>
                  <a:lnTo>
                    <a:pt x="882" y="562"/>
                  </a:lnTo>
                  <a:lnTo>
                    <a:pt x="881" y="564"/>
                  </a:lnTo>
                  <a:lnTo>
                    <a:pt x="880" y="567"/>
                  </a:lnTo>
                  <a:lnTo>
                    <a:pt x="878" y="568"/>
                  </a:lnTo>
                  <a:lnTo>
                    <a:pt x="875" y="569"/>
                  </a:lnTo>
                  <a:lnTo>
                    <a:pt x="872" y="568"/>
                  </a:lnTo>
                  <a:lnTo>
                    <a:pt x="869" y="568"/>
                  </a:lnTo>
                  <a:lnTo>
                    <a:pt x="867" y="570"/>
                  </a:lnTo>
                  <a:lnTo>
                    <a:pt x="864" y="572"/>
                  </a:lnTo>
                  <a:lnTo>
                    <a:pt x="861" y="573"/>
                  </a:lnTo>
                  <a:lnTo>
                    <a:pt x="857" y="573"/>
                  </a:lnTo>
                  <a:lnTo>
                    <a:pt x="855" y="571"/>
                  </a:lnTo>
                  <a:lnTo>
                    <a:pt x="853" y="569"/>
                  </a:lnTo>
                  <a:lnTo>
                    <a:pt x="850" y="567"/>
                  </a:lnTo>
                  <a:lnTo>
                    <a:pt x="848" y="566"/>
                  </a:lnTo>
                  <a:lnTo>
                    <a:pt x="847" y="564"/>
                  </a:lnTo>
                  <a:lnTo>
                    <a:pt x="845" y="563"/>
                  </a:lnTo>
                  <a:lnTo>
                    <a:pt x="843" y="562"/>
                  </a:lnTo>
                  <a:lnTo>
                    <a:pt x="840" y="562"/>
                  </a:lnTo>
                  <a:lnTo>
                    <a:pt x="836" y="562"/>
                  </a:lnTo>
                  <a:lnTo>
                    <a:pt x="833" y="561"/>
                  </a:lnTo>
                  <a:lnTo>
                    <a:pt x="832" y="559"/>
                  </a:lnTo>
                  <a:lnTo>
                    <a:pt x="833" y="556"/>
                  </a:lnTo>
                  <a:lnTo>
                    <a:pt x="835" y="554"/>
                  </a:lnTo>
                  <a:lnTo>
                    <a:pt x="836" y="552"/>
                  </a:lnTo>
                  <a:lnTo>
                    <a:pt x="835" y="550"/>
                  </a:lnTo>
                  <a:lnTo>
                    <a:pt x="835" y="548"/>
                  </a:lnTo>
                  <a:lnTo>
                    <a:pt x="835" y="546"/>
                  </a:lnTo>
                  <a:lnTo>
                    <a:pt x="837" y="544"/>
                  </a:lnTo>
                  <a:lnTo>
                    <a:pt x="839" y="542"/>
                  </a:lnTo>
                  <a:lnTo>
                    <a:pt x="841" y="541"/>
                  </a:lnTo>
                  <a:lnTo>
                    <a:pt x="841" y="539"/>
                  </a:lnTo>
                  <a:lnTo>
                    <a:pt x="841" y="537"/>
                  </a:lnTo>
                  <a:lnTo>
                    <a:pt x="843" y="535"/>
                  </a:lnTo>
                  <a:lnTo>
                    <a:pt x="844" y="533"/>
                  </a:lnTo>
                  <a:lnTo>
                    <a:pt x="845" y="531"/>
                  </a:lnTo>
                  <a:lnTo>
                    <a:pt x="845" y="529"/>
                  </a:lnTo>
                  <a:lnTo>
                    <a:pt x="846" y="526"/>
                  </a:lnTo>
                  <a:lnTo>
                    <a:pt x="849" y="525"/>
                  </a:lnTo>
                  <a:lnTo>
                    <a:pt x="852" y="526"/>
                  </a:lnTo>
                  <a:lnTo>
                    <a:pt x="856" y="528"/>
                  </a:lnTo>
                  <a:lnTo>
                    <a:pt x="858" y="530"/>
                  </a:lnTo>
                  <a:lnTo>
                    <a:pt x="860" y="529"/>
                  </a:lnTo>
                  <a:lnTo>
                    <a:pt x="861" y="528"/>
                  </a:lnTo>
                  <a:lnTo>
                    <a:pt x="863" y="526"/>
                  </a:lnTo>
                  <a:lnTo>
                    <a:pt x="866" y="526"/>
                  </a:lnTo>
                  <a:lnTo>
                    <a:pt x="868" y="526"/>
                  </a:lnTo>
                  <a:lnTo>
                    <a:pt x="870" y="526"/>
                  </a:lnTo>
                  <a:lnTo>
                    <a:pt x="872" y="526"/>
                  </a:lnTo>
                  <a:lnTo>
                    <a:pt x="875" y="527"/>
                  </a:lnTo>
                  <a:lnTo>
                    <a:pt x="877" y="528"/>
                  </a:lnTo>
                  <a:lnTo>
                    <a:pt x="879" y="530"/>
                  </a:lnTo>
                  <a:lnTo>
                    <a:pt x="880" y="532"/>
                  </a:lnTo>
                  <a:lnTo>
                    <a:pt x="882" y="533"/>
                  </a:lnTo>
                  <a:lnTo>
                    <a:pt x="884" y="534"/>
                  </a:lnTo>
                  <a:lnTo>
                    <a:pt x="886" y="536"/>
                  </a:lnTo>
                  <a:lnTo>
                    <a:pt x="887" y="538"/>
                  </a:lnTo>
                  <a:lnTo>
                    <a:pt x="885" y="541"/>
                  </a:lnTo>
                  <a:lnTo>
                    <a:pt x="884" y="543"/>
                  </a:lnTo>
                  <a:lnTo>
                    <a:pt x="885" y="544"/>
                  </a:lnTo>
                  <a:lnTo>
                    <a:pt x="889" y="546"/>
                  </a:lnTo>
                  <a:close/>
                </a:path>
              </a:pathLst>
            </a:custGeom>
            <a:solidFill>
              <a:srgbClr val="DE8036">
                <a:alpha val="10800"/>
              </a:srgbClr>
            </a:solidFill>
            <a:ln>
              <a:noFill/>
            </a:ln>
          </p:spPr>
          <p:txBody>
            <a:bodyPr anchor="ctr"/>
            <a:lstStyle/>
            <a:p>
              <a:pPr algn="ctr">
                <a:buNone/>
              </a:pPr>
            </a:p>
          </p:txBody>
        </p:sp>
        <p:sp>
          <p:nvSpPr>
            <p:cNvPr id="2911" name="addition:input:34"/>
            <p:cNvSpPr>
              <a:spLocks noGrp="1"/>
            </p:cNvSpPr>
            <p:nvPr/>
          </p:nvSpPr>
          <p:spPr>
            <a:xfrm>
              <a:off x="209550" y="5438775"/>
              <a:ext cx="1529060" cy="1049731"/>
            </a:xfrm>
            <a:custGeom>
              <a:avLst/>
              <a:gdLst/>
              <a:ahLst/>
              <a:cxnLst/>
              <a:rect l="l" t="t" r="r" b="b"/>
              <a:pathLst>
                <a:path w="929" h="560">
                  <a:moveTo>
                    <a:pt x="0" y="0"/>
                  </a:moveTo>
                  <a:moveTo>
                    <a:pt x="928" y="541"/>
                  </a:moveTo>
                  <a:lnTo>
                    <a:pt x="929" y="543"/>
                  </a:lnTo>
                  <a:lnTo>
                    <a:pt x="929" y="544"/>
                  </a:lnTo>
                  <a:lnTo>
                    <a:pt x="927" y="546"/>
                  </a:lnTo>
                  <a:lnTo>
                    <a:pt x="926" y="547"/>
                  </a:lnTo>
                  <a:lnTo>
                    <a:pt x="924" y="548"/>
                  </a:lnTo>
                  <a:lnTo>
                    <a:pt x="923" y="550"/>
                  </a:lnTo>
                  <a:lnTo>
                    <a:pt x="923" y="551"/>
                  </a:lnTo>
                  <a:lnTo>
                    <a:pt x="922" y="552"/>
                  </a:lnTo>
                  <a:lnTo>
                    <a:pt x="919" y="553"/>
                  </a:lnTo>
                  <a:lnTo>
                    <a:pt x="916" y="553"/>
                  </a:lnTo>
                  <a:lnTo>
                    <a:pt x="914" y="553"/>
                  </a:lnTo>
                  <a:lnTo>
                    <a:pt x="913" y="555"/>
                  </a:lnTo>
                  <a:lnTo>
                    <a:pt x="912" y="557"/>
                  </a:lnTo>
                  <a:lnTo>
                    <a:pt x="910" y="559"/>
                  </a:lnTo>
                  <a:lnTo>
                    <a:pt x="908" y="560"/>
                  </a:lnTo>
                  <a:lnTo>
                    <a:pt x="905" y="560"/>
                  </a:lnTo>
                  <a:lnTo>
                    <a:pt x="903" y="559"/>
                  </a:lnTo>
                  <a:lnTo>
                    <a:pt x="900" y="558"/>
                  </a:lnTo>
                  <a:lnTo>
                    <a:pt x="898" y="558"/>
                  </a:lnTo>
                  <a:lnTo>
                    <a:pt x="896" y="557"/>
                  </a:lnTo>
                  <a:lnTo>
                    <a:pt x="895" y="555"/>
                  </a:lnTo>
                  <a:lnTo>
                    <a:pt x="894" y="554"/>
                  </a:lnTo>
                  <a:lnTo>
                    <a:pt x="892" y="554"/>
                  </a:lnTo>
                  <a:lnTo>
                    <a:pt x="889" y="555"/>
                  </a:lnTo>
                  <a:lnTo>
                    <a:pt x="887" y="555"/>
                  </a:lnTo>
                  <a:lnTo>
                    <a:pt x="885" y="554"/>
                  </a:lnTo>
                  <a:lnTo>
                    <a:pt x="884" y="553"/>
                  </a:lnTo>
                  <a:lnTo>
                    <a:pt x="884" y="551"/>
                  </a:lnTo>
                  <a:lnTo>
                    <a:pt x="884" y="550"/>
                  </a:lnTo>
                  <a:lnTo>
                    <a:pt x="882" y="549"/>
                  </a:lnTo>
                  <a:lnTo>
                    <a:pt x="880" y="548"/>
                  </a:lnTo>
                  <a:lnTo>
                    <a:pt x="879" y="546"/>
                  </a:lnTo>
                  <a:lnTo>
                    <a:pt x="880" y="544"/>
                  </a:lnTo>
                  <a:lnTo>
                    <a:pt x="882" y="543"/>
                  </a:lnTo>
                  <a:lnTo>
                    <a:pt x="884" y="541"/>
                  </a:lnTo>
                  <a:lnTo>
                    <a:pt x="884" y="540"/>
                  </a:lnTo>
                  <a:lnTo>
                    <a:pt x="885" y="538"/>
                  </a:lnTo>
                  <a:lnTo>
                    <a:pt x="885" y="537"/>
                  </a:lnTo>
                  <a:lnTo>
                    <a:pt x="886" y="536"/>
                  </a:lnTo>
                  <a:lnTo>
                    <a:pt x="886" y="534"/>
                  </a:lnTo>
                  <a:lnTo>
                    <a:pt x="885" y="532"/>
                  </a:lnTo>
                  <a:lnTo>
                    <a:pt x="884" y="530"/>
                  </a:lnTo>
                  <a:lnTo>
                    <a:pt x="884" y="528"/>
                  </a:lnTo>
                  <a:lnTo>
                    <a:pt x="886" y="527"/>
                  </a:lnTo>
                  <a:lnTo>
                    <a:pt x="889" y="527"/>
                  </a:lnTo>
                  <a:lnTo>
                    <a:pt x="892" y="528"/>
                  </a:lnTo>
                  <a:lnTo>
                    <a:pt x="893" y="527"/>
                  </a:lnTo>
                  <a:lnTo>
                    <a:pt x="894" y="526"/>
                  </a:lnTo>
                  <a:lnTo>
                    <a:pt x="896" y="525"/>
                  </a:lnTo>
                  <a:lnTo>
                    <a:pt x="897" y="525"/>
                  </a:lnTo>
                  <a:lnTo>
                    <a:pt x="899" y="525"/>
                  </a:lnTo>
                  <a:lnTo>
                    <a:pt x="901" y="525"/>
                  </a:lnTo>
                  <a:lnTo>
                    <a:pt x="902" y="525"/>
                  </a:lnTo>
                  <a:lnTo>
                    <a:pt x="904" y="524"/>
                  </a:lnTo>
                  <a:lnTo>
                    <a:pt x="906" y="524"/>
                  </a:lnTo>
                  <a:lnTo>
                    <a:pt x="908" y="525"/>
                  </a:lnTo>
                  <a:lnTo>
                    <a:pt x="910" y="525"/>
                  </a:lnTo>
                  <a:lnTo>
                    <a:pt x="913" y="525"/>
                  </a:lnTo>
                  <a:lnTo>
                    <a:pt x="915" y="525"/>
                  </a:lnTo>
                  <a:lnTo>
                    <a:pt x="918" y="526"/>
                  </a:lnTo>
                  <a:lnTo>
                    <a:pt x="919" y="528"/>
                  </a:lnTo>
                  <a:lnTo>
                    <a:pt x="918" y="530"/>
                  </a:lnTo>
                  <a:lnTo>
                    <a:pt x="918" y="533"/>
                  </a:lnTo>
                  <a:lnTo>
                    <a:pt x="918" y="534"/>
                  </a:lnTo>
                  <a:lnTo>
                    <a:pt x="920" y="535"/>
                  </a:lnTo>
                  <a:lnTo>
                    <a:pt x="923" y="535"/>
                  </a:lnTo>
                  <a:lnTo>
                    <a:pt x="926" y="536"/>
                  </a:lnTo>
                  <a:lnTo>
                    <a:pt x="927" y="538"/>
                  </a:lnTo>
                  <a:lnTo>
                    <a:pt x="928" y="539"/>
                  </a:lnTo>
                  <a:close/>
                </a:path>
              </a:pathLst>
            </a:custGeom>
            <a:solidFill>
              <a:srgbClr val="DE8036">
                <a:alpha val="10800"/>
              </a:srgbClr>
            </a:solidFill>
            <a:ln>
              <a:noFill/>
            </a:ln>
          </p:spPr>
          <p:txBody>
            <a:bodyPr anchor="ctr"/>
            <a:lstStyle/>
            <a:p>
              <a:pPr algn="ctr">
                <a:buNone/>
              </a:pPr>
            </a:p>
          </p:txBody>
        </p:sp>
        <p:sp>
          <p:nvSpPr>
            <p:cNvPr id="2912" name="addition:input:35"/>
            <p:cNvSpPr>
              <a:spLocks noGrp="1"/>
            </p:cNvSpPr>
            <p:nvPr/>
          </p:nvSpPr>
          <p:spPr>
            <a:xfrm>
              <a:off x="209550" y="5438775"/>
              <a:ext cx="1573500" cy="1119088"/>
            </a:xfrm>
            <a:custGeom>
              <a:avLst/>
              <a:gdLst/>
              <a:ahLst/>
              <a:cxnLst/>
              <a:rect l="l" t="t" r="r" b="b"/>
              <a:pathLst>
                <a:path w="956" h="597">
                  <a:moveTo>
                    <a:pt x="0" y="0"/>
                  </a:moveTo>
                  <a:moveTo>
                    <a:pt x="953" y="571"/>
                  </a:moveTo>
                  <a:lnTo>
                    <a:pt x="952" y="573"/>
                  </a:lnTo>
                  <a:lnTo>
                    <a:pt x="953" y="575"/>
                  </a:lnTo>
                  <a:lnTo>
                    <a:pt x="954" y="577"/>
                  </a:lnTo>
                  <a:lnTo>
                    <a:pt x="953" y="579"/>
                  </a:lnTo>
                  <a:lnTo>
                    <a:pt x="951" y="581"/>
                  </a:lnTo>
                  <a:lnTo>
                    <a:pt x="947" y="582"/>
                  </a:lnTo>
                  <a:lnTo>
                    <a:pt x="945" y="583"/>
                  </a:lnTo>
                  <a:lnTo>
                    <a:pt x="943" y="584"/>
                  </a:lnTo>
                  <a:lnTo>
                    <a:pt x="941" y="586"/>
                  </a:lnTo>
                  <a:lnTo>
                    <a:pt x="938" y="587"/>
                  </a:lnTo>
                  <a:lnTo>
                    <a:pt x="936" y="588"/>
                  </a:lnTo>
                  <a:lnTo>
                    <a:pt x="934" y="590"/>
                  </a:lnTo>
                  <a:lnTo>
                    <a:pt x="932" y="592"/>
                  </a:lnTo>
                  <a:lnTo>
                    <a:pt x="930" y="595"/>
                  </a:lnTo>
                  <a:lnTo>
                    <a:pt x="927" y="597"/>
                  </a:lnTo>
                  <a:lnTo>
                    <a:pt x="924" y="596"/>
                  </a:lnTo>
                  <a:lnTo>
                    <a:pt x="920" y="594"/>
                  </a:lnTo>
                  <a:lnTo>
                    <a:pt x="917" y="591"/>
                  </a:lnTo>
                  <a:lnTo>
                    <a:pt x="915" y="590"/>
                  </a:lnTo>
                  <a:lnTo>
                    <a:pt x="912" y="591"/>
                  </a:lnTo>
                  <a:lnTo>
                    <a:pt x="910" y="591"/>
                  </a:lnTo>
                  <a:lnTo>
                    <a:pt x="907" y="591"/>
                  </a:lnTo>
                  <a:lnTo>
                    <a:pt x="905" y="590"/>
                  </a:lnTo>
                  <a:lnTo>
                    <a:pt x="903" y="589"/>
                  </a:lnTo>
                  <a:lnTo>
                    <a:pt x="901" y="588"/>
                  </a:lnTo>
                  <a:lnTo>
                    <a:pt x="898" y="588"/>
                  </a:lnTo>
                  <a:lnTo>
                    <a:pt x="896" y="586"/>
                  </a:lnTo>
                  <a:lnTo>
                    <a:pt x="895" y="584"/>
                  </a:lnTo>
                  <a:lnTo>
                    <a:pt x="895" y="582"/>
                  </a:lnTo>
                  <a:lnTo>
                    <a:pt x="894" y="581"/>
                  </a:lnTo>
                  <a:lnTo>
                    <a:pt x="892" y="579"/>
                  </a:lnTo>
                  <a:lnTo>
                    <a:pt x="890" y="577"/>
                  </a:lnTo>
                  <a:lnTo>
                    <a:pt x="891" y="575"/>
                  </a:lnTo>
                  <a:lnTo>
                    <a:pt x="894" y="573"/>
                  </a:lnTo>
                  <a:lnTo>
                    <a:pt x="897" y="571"/>
                  </a:lnTo>
                  <a:lnTo>
                    <a:pt x="899" y="569"/>
                  </a:lnTo>
                  <a:lnTo>
                    <a:pt x="898" y="567"/>
                  </a:lnTo>
                  <a:lnTo>
                    <a:pt x="896" y="565"/>
                  </a:lnTo>
                  <a:lnTo>
                    <a:pt x="894" y="563"/>
                  </a:lnTo>
                  <a:lnTo>
                    <a:pt x="894" y="560"/>
                  </a:lnTo>
                  <a:lnTo>
                    <a:pt x="895" y="558"/>
                  </a:lnTo>
                  <a:lnTo>
                    <a:pt x="896" y="557"/>
                  </a:lnTo>
                  <a:lnTo>
                    <a:pt x="897" y="555"/>
                  </a:lnTo>
                  <a:lnTo>
                    <a:pt x="899" y="553"/>
                  </a:lnTo>
                  <a:lnTo>
                    <a:pt x="902" y="553"/>
                  </a:lnTo>
                  <a:lnTo>
                    <a:pt x="905" y="553"/>
                  </a:lnTo>
                  <a:lnTo>
                    <a:pt x="908" y="553"/>
                  </a:lnTo>
                  <a:lnTo>
                    <a:pt x="909" y="552"/>
                  </a:lnTo>
                  <a:lnTo>
                    <a:pt x="910" y="550"/>
                  </a:lnTo>
                  <a:lnTo>
                    <a:pt x="912" y="549"/>
                  </a:lnTo>
                  <a:lnTo>
                    <a:pt x="915" y="549"/>
                  </a:lnTo>
                  <a:lnTo>
                    <a:pt x="917" y="550"/>
                  </a:lnTo>
                  <a:lnTo>
                    <a:pt x="920" y="551"/>
                  </a:lnTo>
                  <a:lnTo>
                    <a:pt x="922" y="550"/>
                  </a:lnTo>
                  <a:lnTo>
                    <a:pt x="925" y="549"/>
                  </a:lnTo>
                  <a:lnTo>
                    <a:pt x="929" y="547"/>
                  </a:lnTo>
                  <a:lnTo>
                    <a:pt x="932" y="547"/>
                  </a:lnTo>
                  <a:lnTo>
                    <a:pt x="935" y="549"/>
                  </a:lnTo>
                  <a:lnTo>
                    <a:pt x="937" y="551"/>
                  </a:lnTo>
                  <a:lnTo>
                    <a:pt x="938" y="553"/>
                  </a:lnTo>
                  <a:lnTo>
                    <a:pt x="940" y="555"/>
                  </a:lnTo>
                  <a:lnTo>
                    <a:pt x="941" y="557"/>
                  </a:lnTo>
                  <a:lnTo>
                    <a:pt x="942" y="559"/>
                  </a:lnTo>
                  <a:lnTo>
                    <a:pt x="942" y="561"/>
                  </a:lnTo>
                  <a:lnTo>
                    <a:pt x="945" y="562"/>
                  </a:lnTo>
                  <a:lnTo>
                    <a:pt x="949" y="563"/>
                  </a:lnTo>
                  <a:lnTo>
                    <a:pt x="953" y="564"/>
                  </a:lnTo>
                  <a:lnTo>
                    <a:pt x="956" y="566"/>
                  </a:lnTo>
                  <a:lnTo>
                    <a:pt x="955" y="569"/>
                  </a:lnTo>
                  <a:close/>
                </a:path>
              </a:pathLst>
            </a:custGeom>
            <a:solidFill>
              <a:srgbClr val="DE8036">
                <a:alpha val="10800"/>
              </a:srgbClr>
            </a:solidFill>
            <a:ln>
              <a:noFill/>
            </a:ln>
          </p:spPr>
          <p:txBody>
            <a:bodyPr anchor="ctr"/>
            <a:lstStyle/>
            <a:p>
              <a:pPr algn="ctr">
                <a:buNone/>
              </a:pPr>
            </a:p>
          </p:txBody>
        </p:sp>
        <p:sp>
          <p:nvSpPr>
            <p:cNvPr id="2913" name="addition:input:36"/>
            <p:cNvSpPr>
              <a:spLocks noGrp="1"/>
            </p:cNvSpPr>
            <p:nvPr/>
          </p:nvSpPr>
          <p:spPr>
            <a:xfrm>
              <a:off x="209550" y="5438775"/>
              <a:ext cx="1496141" cy="1130336"/>
            </a:xfrm>
            <a:custGeom>
              <a:avLst/>
              <a:gdLst/>
              <a:ahLst/>
              <a:cxnLst/>
              <a:rect l="l" t="t" r="r" b="b"/>
              <a:pathLst>
                <a:path w="909" h="603">
                  <a:moveTo>
                    <a:pt x="0" y="0"/>
                  </a:moveTo>
                  <a:moveTo>
                    <a:pt x="908" y="584"/>
                  </a:moveTo>
                  <a:lnTo>
                    <a:pt x="905" y="585"/>
                  </a:lnTo>
                  <a:lnTo>
                    <a:pt x="902" y="587"/>
                  </a:lnTo>
                  <a:lnTo>
                    <a:pt x="899" y="588"/>
                  </a:lnTo>
                  <a:lnTo>
                    <a:pt x="899" y="589"/>
                  </a:lnTo>
                  <a:lnTo>
                    <a:pt x="900" y="592"/>
                  </a:lnTo>
                  <a:lnTo>
                    <a:pt x="901" y="594"/>
                  </a:lnTo>
                  <a:lnTo>
                    <a:pt x="899" y="595"/>
                  </a:lnTo>
                  <a:lnTo>
                    <a:pt x="897" y="596"/>
                  </a:lnTo>
                  <a:lnTo>
                    <a:pt x="894" y="597"/>
                  </a:lnTo>
                  <a:lnTo>
                    <a:pt x="893" y="598"/>
                  </a:lnTo>
                  <a:lnTo>
                    <a:pt x="892" y="600"/>
                  </a:lnTo>
                  <a:lnTo>
                    <a:pt x="890" y="602"/>
                  </a:lnTo>
                  <a:lnTo>
                    <a:pt x="888" y="603"/>
                  </a:lnTo>
                  <a:lnTo>
                    <a:pt x="885" y="603"/>
                  </a:lnTo>
                  <a:lnTo>
                    <a:pt x="883" y="602"/>
                  </a:lnTo>
                  <a:lnTo>
                    <a:pt x="881" y="602"/>
                  </a:lnTo>
                  <a:lnTo>
                    <a:pt x="879" y="602"/>
                  </a:lnTo>
                  <a:lnTo>
                    <a:pt x="877" y="601"/>
                  </a:lnTo>
                  <a:lnTo>
                    <a:pt x="875" y="600"/>
                  </a:lnTo>
                  <a:lnTo>
                    <a:pt x="874" y="599"/>
                  </a:lnTo>
                  <a:lnTo>
                    <a:pt x="872" y="600"/>
                  </a:lnTo>
                  <a:lnTo>
                    <a:pt x="869" y="601"/>
                  </a:lnTo>
                  <a:lnTo>
                    <a:pt x="866" y="603"/>
                  </a:lnTo>
                  <a:lnTo>
                    <a:pt x="863" y="602"/>
                  </a:lnTo>
                  <a:lnTo>
                    <a:pt x="862" y="601"/>
                  </a:lnTo>
                  <a:lnTo>
                    <a:pt x="861" y="598"/>
                  </a:lnTo>
                  <a:lnTo>
                    <a:pt x="861" y="596"/>
                  </a:lnTo>
                  <a:lnTo>
                    <a:pt x="860" y="595"/>
                  </a:lnTo>
                  <a:lnTo>
                    <a:pt x="859" y="593"/>
                  </a:lnTo>
                  <a:lnTo>
                    <a:pt x="857" y="592"/>
                  </a:lnTo>
                  <a:lnTo>
                    <a:pt x="857" y="590"/>
                  </a:lnTo>
                  <a:lnTo>
                    <a:pt x="857" y="588"/>
                  </a:lnTo>
                  <a:lnTo>
                    <a:pt x="856" y="587"/>
                  </a:lnTo>
                  <a:lnTo>
                    <a:pt x="855" y="585"/>
                  </a:lnTo>
                  <a:lnTo>
                    <a:pt x="853" y="584"/>
                  </a:lnTo>
                  <a:lnTo>
                    <a:pt x="853" y="582"/>
                  </a:lnTo>
                  <a:lnTo>
                    <a:pt x="854" y="580"/>
                  </a:lnTo>
                  <a:lnTo>
                    <a:pt x="854" y="579"/>
                  </a:lnTo>
                  <a:lnTo>
                    <a:pt x="852" y="577"/>
                  </a:lnTo>
                  <a:lnTo>
                    <a:pt x="851" y="574"/>
                  </a:lnTo>
                  <a:lnTo>
                    <a:pt x="851" y="572"/>
                  </a:lnTo>
                  <a:lnTo>
                    <a:pt x="853" y="571"/>
                  </a:lnTo>
                  <a:lnTo>
                    <a:pt x="857" y="571"/>
                  </a:lnTo>
                  <a:lnTo>
                    <a:pt x="861" y="572"/>
                  </a:lnTo>
                  <a:lnTo>
                    <a:pt x="863" y="571"/>
                  </a:lnTo>
                  <a:lnTo>
                    <a:pt x="864" y="570"/>
                  </a:lnTo>
                  <a:lnTo>
                    <a:pt x="865" y="568"/>
                  </a:lnTo>
                  <a:lnTo>
                    <a:pt x="867" y="567"/>
                  </a:lnTo>
                  <a:lnTo>
                    <a:pt x="869" y="566"/>
                  </a:lnTo>
                  <a:lnTo>
                    <a:pt x="871" y="565"/>
                  </a:lnTo>
                  <a:lnTo>
                    <a:pt x="874" y="564"/>
                  </a:lnTo>
                  <a:lnTo>
                    <a:pt x="876" y="563"/>
                  </a:lnTo>
                  <a:lnTo>
                    <a:pt x="879" y="563"/>
                  </a:lnTo>
                  <a:lnTo>
                    <a:pt x="882" y="564"/>
                  </a:lnTo>
                  <a:lnTo>
                    <a:pt x="884" y="566"/>
                  </a:lnTo>
                  <a:lnTo>
                    <a:pt x="887" y="566"/>
                  </a:lnTo>
                  <a:lnTo>
                    <a:pt x="890" y="566"/>
                  </a:lnTo>
                  <a:lnTo>
                    <a:pt x="893" y="566"/>
                  </a:lnTo>
                  <a:lnTo>
                    <a:pt x="895" y="567"/>
                  </a:lnTo>
                  <a:lnTo>
                    <a:pt x="896" y="569"/>
                  </a:lnTo>
                  <a:lnTo>
                    <a:pt x="896" y="572"/>
                  </a:lnTo>
                  <a:lnTo>
                    <a:pt x="897" y="573"/>
                  </a:lnTo>
                  <a:lnTo>
                    <a:pt x="900" y="574"/>
                  </a:lnTo>
                  <a:lnTo>
                    <a:pt x="903" y="574"/>
                  </a:lnTo>
                  <a:lnTo>
                    <a:pt x="906" y="575"/>
                  </a:lnTo>
                  <a:lnTo>
                    <a:pt x="907" y="576"/>
                  </a:lnTo>
                  <a:lnTo>
                    <a:pt x="908" y="578"/>
                  </a:lnTo>
                  <a:lnTo>
                    <a:pt x="909" y="580"/>
                  </a:lnTo>
                  <a:lnTo>
                    <a:pt x="909" y="582"/>
                  </a:lnTo>
                  <a:close/>
                </a:path>
              </a:pathLst>
            </a:custGeom>
            <a:solidFill>
              <a:srgbClr val="DE8036">
                <a:alpha val="10800"/>
              </a:srgbClr>
            </a:solidFill>
            <a:ln>
              <a:noFill/>
            </a:ln>
          </p:spPr>
          <p:txBody>
            <a:bodyPr anchor="ctr"/>
            <a:lstStyle/>
            <a:p>
              <a:pPr algn="ctr">
                <a:buNone/>
              </a:pPr>
            </a:p>
          </p:txBody>
        </p:sp>
        <p:sp>
          <p:nvSpPr>
            <p:cNvPr id="2914" name="addition:input:37"/>
            <p:cNvSpPr>
              <a:spLocks noGrp="1"/>
            </p:cNvSpPr>
            <p:nvPr/>
          </p:nvSpPr>
          <p:spPr>
            <a:xfrm>
              <a:off x="209550" y="5438775"/>
              <a:ext cx="2319101" cy="678576"/>
            </a:xfrm>
            <a:custGeom>
              <a:avLst/>
              <a:gdLst/>
              <a:ahLst/>
              <a:cxnLst/>
              <a:rect l="l" t="t" r="r" b="b"/>
              <a:pathLst>
                <a:path w="1409" h="362">
                  <a:moveTo>
                    <a:pt x="0" y="0"/>
                  </a:moveTo>
                  <a:moveTo>
                    <a:pt x="1405" y="262"/>
                  </a:moveTo>
                  <a:lnTo>
                    <a:pt x="1409" y="271"/>
                  </a:lnTo>
                  <a:lnTo>
                    <a:pt x="1409" y="279"/>
                  </a:lnTo>
                  <a:lnTo>
                    <a:pt x="1402" y="287"/>
                  </a:lnTo>
                  <a:lnTo>
                    <a:pt x="1391" y="293"/>
                  </a:lnTo>
                  <a:lnTo>
                    <a:pt x="1383" y="299"/>
                  </a:lnTo>
                  <a:lnTo>
                    <a:pt x="1379" y="306"/>
                  </a:lnTo>
                  <a:lnTo>
                    <a:pt x="1376" y="315"/>
                  </a:lnTo>
                  <a:lnTo>
                    <a:pt x="1368" y="321"/>
                  </a:lnTo>
                  <a:lnTo>
                    <a:pt x="1354" y="323"/>
                  </a:lnTo>
                  <a:lnTo>
                    <a:pt x="1337" y="323"/>
                  </a:lnTo>
                  <a:lnTo>
                    <a:pt x="1325" y="325"/>
                  </a:lnTo>
                  <a:lnTo>
                    <a:pt x="1319" y="333"/>
                  </a:lnTo>
                  <a:lnTo>
                    <a:pt x="1313" y="345"/>
                  </a:lnTo>
                  <a:lnTo>
                    <a:pt x="1305" y="357"/>
                  </a:lnTo>
                  <a:lnTo>
                    <a:pt x="1291" y="362"/>
                  </a:lnTo>
                  <a:lnTo>
                    <a:pt x="1276" y="361"/>
                  </a:lnTo>
                  <a:lnTo>
                    <a:pt x="1261" y="357"/>
                  </a:lnTo>
                  <a:lnTo>
                    <a:pt x="1248" y="353"/>
                  </a:lnTo>
                  <a:lnTo>
                    <a:pt x="1236" y="350"/>
                  </a:lnTo>
                  <a:lnTo>
                    <a:pt x="1225" y="344"/>
                  </a:lnTo>
                  <a:lnTo>
                    <a:pt x="1216" y="337"/>
                  </a:lnTo>
                  <a:lnTo>
                    <a:pt x="1209" y="332"/>
                  </a:lnTo>
                  <a:lnTo>
                    <a:pt x="1198" y="331"/>
                  </a:lnTo>
                  <a:lnTo>
                    <a:pt x="1184" y="334"/>
                  </a:lnTo>
                  <a:lnTo>
                    <a:pt x="1169" y="335"/>
                  </a:lnTo>
                  <a:lnTo>
                    <a:pt x="1159" y="331"/>
                  </a:lnTo>
                  <a:lnTo>
                    <a:pt x="1156" y="322"/>
                  </a:lnTo>
                  <a:lnTo>
                    <a:pt x="1156" y="313"/>
                  </a:lnTo>
                  <a:lnTo>
                    <a:pt x="1152" y="306"/>
                  </a:lnTo>
                  <a:lnTo>
                    <a:pt x="1141" y="302"/>
                  </a:lnTo>
                  <a:lnTo>
                    <a:pt x="1130" y="296"/>
                  </a:lnTo>
                  <a:lnTo>
                    <a:pt x="1126" y="288"/>
                  </a:lnTo>
                  <a:lnTo>
                    <a:pt x="1132" y="279"/>
                  </a:lnTo>
                  <a:lnTo>
                    <a:pt x="1143" y="270"/>
                  </a:lnTo>
                  <a:lnTo>
                    <a:pt x="1151" y="262"/>
                  </a:lnTo>
                  <a:lnTo>
                    <a:pt x="1155" y="255"/>
                  </a:lnTo>
                  <a:lnTo>
                    <a:pt x="1157" y="248"/>
                  </a:lnTo>
                  <a:lnTo>
                    <a:pt x="1161" y="241"/>
                  </a:lnTo>
                  <a:lnTo>
                    <a:pt x="1164" y="234"/>
                  </a:lnTo>
                  <a:lnTo>
                    <a:pt x="1163" y="226"/>
                  </a:lnTo>
                  <a:lnTo>
                    <a:pt x="1157" y="215"/>
                  </a:lnTo>
                  <a:lnTo>
                    <a:pt x="1151" y="202"/>
                  </a:lnTo>
                  <a:lnTo>
                    <a:pt x="1155" y="193"/>
                  </a:lnTo>
                  <a:lnTo>
                    <a:pt x="1167" y="189"/>
                  </a:lnTo>
                  <a:lnTo>
                    <a:pt x="1185" y="191"/>
                  </a:lnTo>
                  <a:lnTo>
                    <a:pt x="1199" y="193"/>
                  </a:lnTo>
                  <a:lnTo>
                    <a:pt x="1208" y="191"/>
                  </a:lnTo>
                  <a:lnTo>
                    <a:pt x="1213" y="184"/>
                  </a:lnTo>
                  <a:lnTo>
                    <a:pt x="1220" y="178"/>
                  </a:lnTo>
                  <a:lnTo>
                    <a:pt x="1230" y="177"/>
                  </a:lnTo>
                  <a:lnTo>
                    <a:pt x="1240" y="179"/>
                  </a:lnTo>
                  <a:lnTo>
                    <a:pt x="1250" y="180"/>
                  </a:lnTo>
                  <a:lnTo>
                    <a:pt x="1259" y="179"/>
                  </a:lnTo>
                  <a:lnTo>
                    <a:pt x="1270" y="175"/>
                  </a:lnTo>
                  <a:lnTo>
                    <a:pt x="1281" y="174"/>
                  </a:lnTo>
                  <a:lnTo>
                    <a:pt x="1292" y="176"/>
                  </a:lnTo>
                  <a:lnTo>
                    <a:pt x="1304" y="178"/>
                  </a:lnTo>
                  <a:lnTo>
                    <a:pt x="1317" y="179"/>
                  </a:lnTo>
                  <a:lnTo>
                    <a:pt x="1332" y="179"/>
                  </a:lnTo>
                  <a:lnTo>
                    <a:pt x="1345" y="183"/>
                  </a:lnTo>
                  <a:lnTo>
                    <a:pt x="1352" y="192"/>
                  </a:lnTo>
                  <a:lnTo>
                    <a:pt x="1350" y="206"/>
                  </a:lnTo>
                  <a:lnTo>
                    <a:pt x="1346" y="218"/>
                  </a:lnTo>
                  <a:lnTo>
                    <a:pt x="1348" y="225"/>
                  </a:lnTo>
                  <a:lnTo>
                    <a:pt x="1361" y="229"/>
                  </a:lnTo>
                  <a:lnTo>
                    <a:pt x="1379" y="232"/>
                  </a:lnTo>
                  <a:lnTo>
                    <a:pt x="1393" y="238"/>
                  </a:lnTo>
                  <a:lnTo>
                    <a:pt x="1400" y="245"/>
                  </a:lnTo>
                  <a:lnTo>
                    <a:pt x="1403" y="254"/>
                  </a:lnTo>
                  <a:close/>
                </a:path>
              </a:pathLst>
            </a:custGeom>
            <a:solidFill>
              <a:srgbClr val="C5E9DF">
                <a:alpha val="12900"/>
              </a:srgbClr>
            </a:solidFill>
            <a:ln>
              <a:noFill/>
            </a:ln>
          </p:spPr>
          <p:txBody>
            <a:bodyPr anchor="ctr"/>
            <a:lstStyle/>
            <a:p>
              <a:pPr algn="ctr">
                <a:buNone/>
              </a:pPr>
            </a:p>
          </p:txBody>
        </p:sp>
        <p:sp>
          <p:nvSpPr>
            <p:cNvPr id="2915" name="addition:input:38"/>
            <p:cNvSpPr>
              <a:spLocks noGrp="1"/>
            </p:cNvSpPr>
            <p:nvPr/>
          </p:nvSpPr>
          <p:spPr>
            <a:xfrm>
              <a:off x="209550" y="5438775"/>
              <a:ext cx="2249973" cy="642960"/>
            </a:xfrm>
            <a:custGeom>
              <a:avLst/>
              <a:gdLst/>
              <a:ahLst/>
              <a:cxnLst/>
              <a:rect l="l" t="t" r="r" b="b"/>
              <a:pathLst>
                <a:path w="1367" h="343">
                  <a:moveTo>
                    <a:pt x="0" y="0"/>
                  </a:moveTo>
                  <a:moveTo>
                    <a:pt x="1352" y="267"/>
                  </a:moveTo>
                  <a:lnTo>
                    <a:pt x="1347" y="273"/>
                  </a:lnTo>
                  <a:lnTo>
                    <a:pt x="1345" y="279"/>
                  </a:lnTo>
                  <a:lnTo>
                    <a:pt x="1344" y="286"/>
                  </a:lnTo>
                  <a:lnTo>
                    <a:pt x="1342" y="292"/>
                  </a:lnTo>
                  <a:lnTo>
                    <a:pt x="1339" y="298"/>
                  </a:lnTo>
                  <a:lnTo>
                    <a:pt x="1339" y="305"/>
                  </a:lnTo>
                  <a:lnTo>
                    <a:pt x="1343" y="315"/>
                  </a:lnTo>
                  <a:lnTo>
                    <a:pt x="1345" y="325"/>
                  </a:lnTo>
                  <a:lnTo>
                    <a:pt x="1340" y="332"/>
                  </a:lnTo>
                  <a:lnTo>
                    <a:pt x="1328" y="333"/>
                  </a:lnTo>
                  <a:lnTo>
                    <a:pt x="1313" y="330"/>
                  </a:lnTo>
                  <a:lnTo>
                    <a:pt x="1301" y="327"/>
                  </a:lnTo>
                  <a:lnTo>
                    <a:pt x="1293" y="328"/>
                  </a:lnTo>
                  <a:lnTo>
                    <a:pt x="1288" y="333"/>
                  </a:lnTo>
                  <a:lnTo>
                    <a:pt x="1282" y="338"/>
                  </a:lnTo>
                  <a:lnTo>
                    <a:pt x="1274" y="340"/>
                  </a:lnTo>
                  <a:lnTo>
                    <a:pt x="1266" y="340"/>
                  </a:lnTo>
                  <a:lnTo>
                    <a:pt x="1257" y="339"/>
                  </a:lnTo>
                  <a:lnTo>
                    <a:pt x="1248" y="341"/>
                  </a:lnTo>
                  <a:lnTo>
                    <a:pt x="1238" y="343"/>
                  </a:lnTo>
                  <a:lnTo>
                    <a:pt x="1228" y="343"/>
                  </a:lnTo>
                  <a:lnTo>
                    <a:pt x="1219" y="339"/>
                  </a:lnTo>
                  <a:lnTo>
                    <a:pt x="1210" y="335"/>
                  </a:lnTo>
                  <a:lnTo>
                    <a:pt x="1200" y="333"/>
                  </a:lnTo>
                  <a:lnTo>
                    <a:pt x="1187" y="331"/>
                  </a:lnTo>
                  <a:lnTo>
                    <a:pt x="1177" y="327"/>
                  </a:lnTo>
                  <a:lnTo>
                    <a:pt x="1173" y="319"/>
                  </a:lnTo>
                  <a:lnTo>
                    <a:pt x="1175" y="308"/>
                  </a:lnTo>
                  <a:lnTo>
                    <a:pt x="1179" y="299"/>
                  </a:lnTo>
                  <a:lnTo>
                    <a:pt x="1176" y="293"/>
                  </a:lnTo>
                  <a:lnTo>
                    <a:pt x="1164" y="290"/>
                  </a:lnTo>
                  <a:lnTo>
                    <a:pt x="1148" y="287"/>
                  </a:lnTo>
                  <a:lnTo>
                    <a:pt x="1136" y="281"/>
                  </a:lnTo>
                  <a:lnTo>
                    <a:pt x="1130" y="274"/>
                  </a:lnTo>
                  <a:lnTo>
                    <a:pt x="1129" y="267"/>
                  </a:lnTo>
                  <a:lnTo>
                    <a:pt x="1129" y="260"/>
                  </a:lnTo>
                  <a:lnTo>
                    <a:pt x="1129" y="252"/>
                  </a:lnTo>
                  <a:lnTo>
                    <a:pt x="1133" y="246"/>
                  </a:lnTo>
                  <a:lnTo>
                    <a:pt x="1142" y="240"/>
                  </a:lnTo>
                  <a:lnTo>
                    <a:pt x="1153" y="236"/>
                  </a:lnTo>
                  <a:lnTo>
                    <a:pt x="1161" y="232"/>
                  </a:lnTo>
                  <a:lnTo>
                    <a:pt x="1164" y="225"/>
                  </a:lnTo>
                  <a:lnTo>
                    <a:pt x="1166" y="217"/>
                  </a:lnTo>
                  <a:lnTo>
                    <a:pt x="1172" y="211"/>
                  </a:lnTo>
                  <a:lnTo>
                    <a:pt x="1184" y="209"/>
                  </a:lnTo>
                  <a:lnTo>
                    <a:pt x="1197" y="210"/>
                  </a:lnTo>
                  <a:lnTo>
                    <a:pt x="1208" y="208"/>
                  </a:lnTo>
                  <a:lnTo>
                    <a:pt x="1215" y="201"/>
                  </a:lnTo>
                  <a:lnTo>
                    <a:pt x="1221" y="191"/>
                  </a:lnTo>
                  <a:lnTo>
                    <a:pt x="1231" y="183"/>
                  </a:lnTo>
                  <a:lnTo>
                    <a:pt x="1243" y="181"/>
                  </a:lnTo>
                  <a:lnTo>
                    <a:pt x="1256" y="184"/>
                  </a:lnTo>
                  <a:lnTo>
                    <a:pt x="1267" y="188"/>
                  </a:lnTo>
                  <a:lnTo>
                    <a:pt x="1278" y="192"/>
                  </a:lnTo>
                  <a:lnTo>
                    <a:pt x="1287" y="196"/>
                  </a:lnTo>
                  <a:lnTo>
                    <a:pt x="1295" y="201"/>
                  </a:lnTo>
                  <a:lnTo>
                    <a:pt x="1301" y="207"/>
                  </a:lnTo>
                  <a:lnTo>
                    <a:pt x="1307" y="211"/>
                  </a:lnTo>
                  <a:lnTo>
                    <a:pt x="1317" y="210"/>
                  </a:lnTo>
                  <a:lnTo>
                    <a:pt x="1331" y="208"/>
                  </a:lnTo>
                  <a:lnTo>
                    <a:pt x="1345" y="207"/>
                  </a:lnTo>
                  <a:lnTo>
                    <a:pt x="1353" y="211"/>
                  </a:lnTo>
                  <a:lnTo>
                    <a:pt x="1353" y="219"/>
                  </a:lnTo>
                  <a:lnTo>
                    <a:pt x="1351" y="228"/>
                  </a:lnTo>
                  <a:lnTo>
                    <a:pt x="1352" y="235"/>
                  </a:lnTo>
                  <a:lnTo>
                    <a:pt x="1359" y="240"/>
                  </a:lnTo>
                  <a:lnTo>
                    <a:pt x="1365" y="246"/>
                  </a:lnTo>
                  <a:lnTo>
                    <a:pt x="1367" y="253"/>
                  </a:lnTo>
                  <a:lnTo>
                    <a:pt x="1361" y="260"/>
                  </a:lnTo>
                  <a:close/>
                </a:path>
              </a:pathLst>
            </a:custGeom>
            <a:solidFill>
              <a:srgbClr val="86D1BC">
                <a:alpha val="12900"/>
              </a:srgbClr>
            </a:solidFill>
            <a:ln>
              <a:noFill/>
            </a:ln>
          </p:spPr>
          <p:txBody>
            <a:bodyPr anchor="ctr"/>
            <a:lstStyle/>
            <a:p>
              <a:pPr algn="ctr">
                <a:buNone/>
              </a:pPr>
            </a:p>
          </p:txBody>
        </p:sp>
        <p:sp>
          <p:nvSpPr>
            <p:cNvPr id="2916" name="addition:input:39"/>
            <p:cNvSpPr>
              <a:spLocks noGrp="1"/>
            </p:cNvSpPr>
            <p:nvPr/>
          </p:nvSpPr>
          <p:spPr>
            <a:xfrm>
              <a:off x="209550" y="5438775"/>
              <a:ext cx="2220346" cy="635462"/>
            </a:xfrm>
            <a:custGeom>
              <a:avLst/>
              <a:gdLst/>
              <a:ahLst/>
              <a:cxnLst/>
              <a:rect l="l" t="t" r="r" b="b"/>
              <a:pathLst>
                <a:path w="1349" h="339">
                  <a:moveTo>
                    <a:pt x="0" y="0"/>
                  </a:moveTo>
                  <a:moveTo>
                    <a:pt x="1349" y="272"/>
                  </a:moveTo>
                  <a:lnTo>
                    <a:pt x="1341" y="278"/>
                  </a:lnTo>
                  <a:lnTo>
                    <a:pt x="1329" y="283"/>
                  </a:lnTo>
                  <a:lnTo>
                    <a:pt x="1320" y="287"/>
                  </a:lnTo>
                  <a:lnTo>
                    <a:pt x="1318" y="292"/>
                  </a:lnTo>
                  <a:lnTo>
                    <a:pt x="1320" y="298"/>
                  </a:lnTo>
                  <a:lnTo>
                    <a:pt x="1322" y="305"/>
                  </a:lnTo>
                  <a:lnTo>
                    <a:pt x="1320" y="312"/>
                  </a:lnTo>
                  <a:lnTo>
                    <a:pt x="1317" y="318"/>
                  </a:lnTo>
                  <a:lnTo>
                    <a:pt x="1313" y="324"/>
                  </a:lnTo>
                  <a:lnTo>
                    <a:pt x="1309" y="330"/>
                  </a:lnTo>
                  <a:lnTo>
                    <a:pt x="1302" y="334"/>
                  </a:lnTo>
                  <a:lnTo>
                    <a:pt x="1292" y="334"/>
                  </a:lnTo>
                  <a:lnTo>
                    <a:pt x="1280" y="330"/>
                  </a:lnTo>
                  <a:lnTo>
                    <a:pt x="1271" y="326"/>
                  </a:lnTo>
                  <a:lnTo>
                    <a:pt x="1265" y="327"/>
                  </a:lnTo>
                  <a:lnTo>
                    <a:pt x="1260" y="332"/>
                  </a:lnTo>
                  <a:lnTo>
                    <a:pt x="1254" y="338"/>
                  </a:lnTo>
                  <a:lnTo>
                    <a:pt x="1247" y="339"/>
                  </a:lnTo>
                  <a:lnTo>
                    <a:pt x="1240" y="337"/>
                  </a:lnTo>
                  <a:lnTo>
                    <a:pt x="1233" y="333"/>
                  </a:lnTo>
                  <a:lnTo>
                    <a:pt x="1226" y="332"/>
                  </a:lnTo>
                  <a:lnTo>
                    <a:pt x="1217" y="333"/>
                  </a:lnTo>
                  <a:lnTo>
                    <a:pt x="1207" y="334"/>
                  </a:lnTo>
                  <a:lnTo>
                    <a:pt x="1198" y="332"/>
                  </a:lnTo>
                  <a:lnTo>
                    <a:pt x="1191" y="327"/>
                  </a:lnTo>
                  <a:lnTo>
                    <a:pt x="1186" y="322"/>
                  </a:lnTo>
                  <a:lnTo>
                    <a:pt x="1180" y="317"/>
                  </a:lnTo>
                  <a:lnTo>
                    <a:pt x="1175" y="312"/>
                  </a:lnTo>
                  <a:lnTo>
                    <a:pt x="1173" y="305"/>
                  </a:lnTo>
                  <a:lnTo>
                    <a:pt x="1175" y="298"/>
                  </a:lnTo>
                  <a:lnTo>
                    <a:pt x="1177" y="291"/>
                  </a:lnTo>
                  <a:lnTo>
                    <a:pt x="1174" y="286"/>
                  </a:lnTo>
                  <a:lnTo>
                    <a:pt x="1163" y="283"/>
                  </a:lnTo>
                  <a:lnTo>
                    <a:pt x="1148" y="278"/>
                  </a:lnTo>
                  <a:lnTo>
                    <a:pt x="1137" y="272"/>
                  </a:lnTo>
                  <a:lnTo>
                    <a:pt x="1136" y="265"/>
                  </a:lnTo>
                  <a:lnTo>
                    <a:pt x="1141" y="259"/>
                  </a:lnTo>
                  <a:lnTo>
                    <a:pt x="1148" y="254"/>
                  </a:lnTo>
                  <a:lnTo>
                    <a:pt x="1151" y="249"/>
                  </a:lnTo>
                  <a:lnTo>
                    <a:pt x="1153" y="243"/>
                  </a:lnTo>
                  <a:lnTo>
                    <a:pt x="1157" y="238"/>
                  </a:lnTo>
                  <a:lnTo>
                    <a:pt x="1165" y="234"/>
                  </a:lnTo>
                  <a:lnTo>
                    <a:pt x="1173" y="231"/>
                  </a:lnTo>
                  <a:lnTo>
                    <a:pt x="1179" y="228"/>
                  </a:lnTo>
                  <a:lnTo>
                    <a:pt x="1184" y="223"/>
                  </a:lnTo>
                  <a:lnTo>
                    <a:pt x="1191" y="218"/>
                  </a:lnTo>
                  <a:lnTo>
                    <a:pt x="1199" y="216"/>
                  </a:lnTo>
                  <a:lnTo>
                    <a:pt x="1209" y="216"/>
                  </a:lnTo>
                  <a:lnTo>
                    <a:pt x="1218" y="214"/>
                  </a:lnTo>
                  <a:lnTo>
                    <a:pt x="1226" y="209"/>
                  </a:lnTo>
                  <a:lnTo>
                    <a:pt x="1234" y="201"/>
                  </a:lnTo>
                  <a:lnTo>
                    <a:pt x="1245" y="195"/>
                  </a:lnTo>
                  <a:lnTo>
                    <a:pt x="1256" y="194"/>
                  </a:lnTo>
                  <a:lnTo>
                    <a:pt x="1266" y="201"/>
                  </a:lnTo>
                  <a:lnTo>
                    <a:pt x="1274" y="210"/>
                  </a:lnTo>
                  <a:lnTo>
                    <a:pt x="1281" y="216"/>
                  </a:lnTo>
                  <a:lnTo>
                    <a:pt x="1288" y="219"/>
                  </a:lnTo>
                  <a:lnTo>
                    <a:pt x="1296" y="220"/>
                  </a:lnTo>
                  <a:lnTo>
                    <a:pt x="1304" y="222"/>
                  </a:lnTo>
                  <a:lnTo>
                    <a:pt x="1311" y="224"/>
                  </a:lnTo>
                  <a:lnTo>
                    <a:pt x="1318" y="227"/>
                  </a:lnTo>
                  <a:lnTo>
                    <a:pt x="1328" y="228"/>
                  </a:lnTo>
                  <a:lnTo>
                    <a:pt x="1338" y="230"/>
                  </a:lnTo>
                  <a:lnTo>
                    <a:pt x="1344" y="235"/>
                  </a:lnTo>
                  <a:lnTo>
                    <a:pt x="1344" y="242"/>
                  </a:lnTo>
                  <a:lnTo>
                    <a:pt x="1340" y="249"/>
                  </a:lnTo>
                  <a:lnTo>
                    <a:pt x="1339" y="255"/>
                  </a:lnTo>
                  <a:lnTo>
                    <a:pt x="1343" y="260"/>
                  </a:lnTo>
                  <a:lnTo>
                    <a:pt x="1348" y="266"/>
                  </a:lnTo>
                  <a:close/>
                </a:path>
              </a:pathLst>
            </a:custGeom>
            <a:solidFill>
              <a:srgbClr val="56BFA2">
                <a:alpha val="10500"/>
              </a:srgbClr>
            </a:solidFill>
            <a:ln>
              <a:noFill/>
            </a:ln>
          </p:spPr>
          <p:txBody>
            <a:bodyPr anchor="ctr"/>
            <a:lstStyle/>
            <a:p>
              <a:pPr algn="ctr">
                <a:buNone/>
              </a:pPr>
            </a:p>
          </p:txBody>
        </p:sp>
        <p:sp>
          <p:nvSpPr>
            <p:cNvPr id="2917" name="addition:input:40"/>
            <p:cNvSpPr>
              <a:spLocks noGrp="1"/>
            </p:cNvSpPr>
            <p:nvPr/>
          </p:nvSpPr>
          <p:spPr>
            <a:xfrm>
              <a:off x="209550" y="5438775"/>
              <a:ext cx="2055754" cy="524866"/>
            </a:xfrm>
            <a:custGeom>
              <a:avLst/>
              <a:gdLst/>
              <a:ahLst/>
              <a:cxnLst/>
              <a:rect l="l" t="t" r="r" b="b"/>
              <a:pathLst>
                <a:path w="1249" h="280">
                  <a:moveTo>
                    <a:pt x="0" y="0"/>
                  </a:moveTo>
                  <a:moveTo>
                    <a:pt x="1243" y="251"/>
                  </a:moveTo>
                  <a:lnTo>
                    <a:pt x="1246" y="253"/>
                  </a:lnTo>
                  <a:lnTo>
                    <a:pt x="1248" y="256"/>
                  </a:lnTo>
                  <a:lnTo>
                    <a:pt x="1249" y="259"/>
                  </a:lnTo>
                  <a:lnTo>
                    <a:pt x="1249" y="261"/>
                  </a:lnTo>
                  <a:lnTo>
                    <a:pt x="1249" y="264"/>
                  </a:lnTo>
                  <a:lnTo>
                    <a:pt x="1248" y="267"/>
                  </a:lnTo>
                  <a:lnTo>
                    <a:pt x="1247" y="269"/>
                  </a:lnTo>
                  <a:lnTo>
                    <a:pt x="1243" y="270"/>
                  </a:lnTo>
                  <a:lnTo>
                    <a:pt x="1238" y="270"/>
                  </a:lnTo>
                  <a:lnTo>
                    <a:pt x="1232" y="269"/>
                  </a:lnTo>
                  <a:lnTo>
                    <a:pt x="1229" y="269"/>
                  </a:lnTo>
                  <a:lnTo>
                    <a:pt x="1228" y="272"/>
                  </a:lnTo>
                  <a:lnTo>
                    <a:pt x="1227" y="276"/>
                  </a:lnTo>
                  <a:lnTo>
                    <a:pt x="1224" y="279"/>
                  </a:lnTo>
                  <a:lnTo>
                    <a:pt x="1220" y="280"/>
                  </a:lnTo>
                  <a:lnTo>
                    <a:pt x="1216" y="279"/>
                  </a:lnTo>
                  <a:lnTo>
                    <a:pt x="1212" y="279"/>
                  </a:lnTo>
                  <a:lnTo>
                    <a:pt x="1208" y="280"/>
                  </a:lnTo>
                  <a:lnTo>
                    <a:pt x="1203" y="280"/>
                  </a:lnTo>
                  <a:lnTo>
                    <a:pt x="1199" y="279"/>
                  </a:lnTo>
                  <a:lnTo>
                    <a:pt x="1195" y="278"/>
                  </a:lnTo>
                  <a:lnTo>
                    <a:pt x="1192" y="276"/>
                  </a:lnTo>
                  <a:lnTo>
                    <a:pt x="1188" y="275"/>
                  </a:lnTo>
                  <a:lnTo>
                    <a:pt x="1184" y="274"/>
                  </a:lnTo>
                  <a:lnTo>
                    <a:pt x="1181" y="272"/>
                  </a:lnTo>
                  <a:lnTo>
                    <a:pt x="1180" y="270"/>
                  </a:lnTo>
                  <a:lnTo>
                    <a:pt x="1179" y="267"/>
                  </a:lnTo>
                  <a:lnTo>
                    <a:pt x="1178" y="265"/>
                  </a:lnTo>
                  <a:lnTo>
                    <a:pt x="1174" y="264"/>
                  </a:lnTo>
                  <a:lnTo>
                    <a:pt x="1168" y="263"/>
                  </a:lnTo>
                  <a:lnTo>
                    <a:pt x="1162" y="262"/>
                  </a:lnTo>
                  <a:lnTo>
                    <a:pt x="1160" y="260"/>
                  </a:lnTo>
                  <a:lnTo>
                    <a:pt x="1162" y="257"/>
                  </a:lnTo>
                  <a:lnTo>
                    <a:pt x="1165" y="254"/>
                  </a:lnTo>
                  <a:lnTo>
                    <a:pt x="1167" y="251"/>
                  </a:lnTo>
                  <a:lnTo>
                    <a:pt x="1169" y="249"/>
                  </a:lnTo>
                  <a:lnTo>
                    <a:pt x="1171" y="246"/>
                  </a:lnTo>
                  <a:lnTo>
                    <a:pt x="1173" y="244"/>
                  </a:lnTo>
                  <a:lnTo>
                    <a:pt x="1176" y="242"/>
                  </a:lnTo>
                  <a:lnTo>
                    <a:pt x="1177" y="240"/>
                  </a:lnTo>
                  <a:lnTo>
                    <a:pt x="1177" y="237"/>
                  </a:lnTo>
                  <a:lnTo>
                    <a:pt x="1177" y="234"/>
                  </a:lnTo>
                  <a:lnTo>
                    <a:pt x="1179" y="232"/>
                  </a:lnTo>
                  <a:lnTo>
                    <a:pt x="1183" y="231"/>
                  </a:lnTo>
                  <a:lnTo>
                    <a:pt x="1187" y="230"/>
                  </a:lnTo>
                  <a:lnTo>
                    <a:pt x="1190" y="229"/>
                  </a:lnTo>
                  <a:lnTo>
                    <a:pt x="1192" y="226"/>
                  </a:lnTo>
                  <a:lnTo>
                    <a:pt x="1194" y="223"/>
                  </a:lnTo>
                  <a:lnTo>
                    <a:pt x="1197" y="221"/>
                  </a:lnTo>
                  <a:lnTo>
                    <a:pt x="1201" y="222"/>
                  </a:lnTo>
                  <a:lnTo>
                    <a:pt x="1205" y="225"/>
                  </a:lnTo>
                  <a:lnTo>
                    <a:pt x="1209" y="227"/>
                  </a:lnTo>
                  <a:lnTo>
                    <a:pt x="1211" y="227"/>
                  </a:lnTo>
                  <a:lnTo>
                    <a:pt x="1214" y="227"/>
                  </a:lnTo>
                  <a:lnTo>
                    <a:pt x="1217" y="226"/>
                  </a:lnTo>
                  <a:lnTo>
                    <a:pt x="1220" y="226"/>
                  </a:lnTo>
                  <a:lnTo>
                    <a:pt x="1223" y="226"/>
                  </a:lnTo>
                  <a:lnTo>
                    <a:pt x="1227" y="225"/>
                  </a:lnTo>
                  <a:lnTo>
                    <a:pt x="1231" y="225"/>
                  </a:lnTo>
                  <a:lnTo>
                    <a:pt x="1235" y="226"/>
                  </a:lnTo>
                  <a:lnTo>
                    <a:pt x="1236" y="229"/>
                  </a:lnTo>
                  <a:lnTo>
                    <a:pt x="1236" y="233"/>
                  </a:lnTo>
                  <a:lnTo>
                    <a:pt x="1235" y="236"/>
                  </a:lnTo>
                  <a:lnTo>
                    <a:pt x="1237" y="238"/>
                  </a:lnTo>
                  <a:lnTo>
                    <a:pt x="1240" y="239"/>
                  </a:lnTo>
                  <a:lnTo>
                    <a:pt x="1243" y="241"/>
                  </a:lnTo>
                  <a:lnTo>
                    <a:pt x="1245" y="244"/>
                  </a:lnTo>
                  <a:lnTo>
                    <a:pt x="1243" y="246"/>
                  </a:lnTo>
                  <a:lnTo>
                    <a:pt x="1242" y="249"/>
                  </a:lnTo>
                  <a:close/>
                </a:path>
              </a:pathLst>
            </a:custGeom>
            <a:solidFill>
              <a:srgbClr val="86D1BC">
                <a:alpha val="9600"/>
              </a:srgbClr>
            </a:solidFill>
            <a:ln>
              <a:noFill/>
            </a:ln>
          </p:spPr>
          <p:txBody>
            <a:bodyPr anchor="ctr"/>
            <a:lstStyle/>
            <a:p>
              <a:pPr algn="ctr">
                <a:buNone/>
              </a:pPr>
            </a:p>
          </p:txBody>
        </p:sp>
        <p:sp>
          <p:nvSpPr>
            <p:cNvPr id="2918" name="addition:input:41"/>
            <p:cNvSpPr>
              <a:spLocks noGrp="1"/>
            </p:cNvSpPr>
            <p:nvPr/>
          </p:nvSpPr>
          <p:spPr>
            <a:xfrm>
              <a:off x="209550" y="5438775"/>
              <a:ext cx="2115007" cy="483626"/>
            </a:xfrm>
            <a:custGeom>
              <a:avLst/>
              <a:gdLst/>
              <a:ahLst/>
              <a:cxnLst/>
              <a:rect l="l" t="t" r="r" b="b"/>
              <a:pathLst>
                <a:path w="1285" h="258">
                  <a:moveTo>
                    <a:pt x="0" y="0"/>
                  </a:moveTo>
                  <a:moveTo>
                    <a:pt x="1280" y="229"/>
                  </a:moveTo>
                  <a:lnTo>
                    <a:pt x="1281" y="231"/>
                  </a:lnTo>
                  <a:lnTo>
                    <a:pt x="1283" y="234"/>
                  </a:lnTo>
                  <a:lnTo>
                    <a:pt x="1285" y="237"/>
                  </a:lnTo>
                  <a:lnTo>
                    <a:pt x="1284" y="240"/>
                  </a:lnTo>
                  <a:lnTo>
                    <a:pt x="1280" y="241"/>
                  </a:lnTo>
                  <a:lnTo>
                    <a:pt x="1274" y="242"/>
                  </a:lnTo>
                  <a:lnTo>
                    <a:pt x="1269" y="242"/>
                  </a:lnTo>
                  <a:lnTo>
                    <a:pt x="1266" y="243"/>
                  </a:lnTo>
                  <a:lnTo>
                    <a:pt x="1265" y="246"/>
                  </a:lnTo>
                  <a:lnTo>
                    <a:pt x="1264" y="249"/>
                  </a:lnTo>
                  <a:lnTo>
                    <a:pt x="1262" y="251"/>
                  </a:lnTo>
                  <a:lnTo>
                    <a:pt x="1259" y="253"/>
                  </a:lnTo>
                  <a:lnTo>
                    <a:pt x="1256" y="255"/>
                  </a:lnTo>
                  <a:lnTo>
                    <a:pt x="1253" y="257"/>
                  </a:lnTo>
                  <a:lnTo>
                    <a:pt x="1249" y="258"/>
                  </a:lnTo>
                  <a:lnTo>
                    <a:pt x="1244" y="258"/>
                  </a:lnTo>
                  <a:lnTo>
                    <a:pt x="1240" y="256"/>
                  </a:lnTo>
                  <a:lnTo>
                    <a:pt x="1236" y="254"/>
                  </a:lnTo>
                  <a:lnTo>
                    <a:pt x="1233" y="253"/>
                  </a:lnTo>
                  <a:lnTo>
                    <a:pt x="1229" y="254"/>
                  </a:lnTo>
                  <a:lnTo>
                    <a:pt x="1226" y="255"/>
                  </a:lnTo>
                  <a:lnTo>
                    <a:pt x="1222" y="254"/>
                  </a:lnTo>
                  <a:lnTo>
                    <a:pt x="1221" y="251"/>
                  </a:lnTo>
                  <a:lnTo>
                    <a:pt x="1220" y="249"/>
                  </a:lnTo>
                  <a:lnTo>
                    <a:pt x="1218" y="247"/>
                  </a:lnTo>
                  <a:lnTo>
                    <a:pt x="1214" y="247"/>
                  </a:lnTo>
                  <a:lnTo>
                    <a:pt x="1210" y="247"/>
                  </a:lnTo>
                  <a:lnTo>
                    <a:pt x="1206" y="246"/>
                  </a:lnTo>
                  <a:lnTo>
                    <a:pt x="1204" y="244"/>
                  </a:lnTo>
                  <a:lnTo>
                    <a:pt x="1203" y="242"/>
                  </a:lnTo>
                  <a:lnTo>
                    <a:pt x="1203" y="239"/>
                  </a:lnTo>
                  <a:lnTo>
                    <a:pt x="1203" y="236"/>
                  </a:lnTo>
                  <a:lnTo>
                    <a:pt x="1204" y="234"/>
                  </a:lnTo>
                  <a:lnTo>
                    <a:pt x="1207" y="231"/>
                  </a:lnTo>
                  <a:lnTo>
                    <a:pt x="1211" y="229"/>
                  </a:lnTo>
                  <a:lnTo>
                    <a:pt x="1212" y="227"/>
                  </a:lnTo>
                  <a:lnTo>
                    <a:pt x="1211" y="225"/>
                  </a:lnTo>
                  <a:lnTo>
                    <a:pt x="1208" y="222"/>
                  </a:lnTo>
                  <a:lnTo>
                    <a:pt x="1206" y="219"/>
                  </a:lnTo>
                  <a:lnTo>
                    <a:pt x="1207" y="216"/>
                  </a:lnTo>
                  <a:lnTo>
                    <a:pt x="1210" y="215"/>
                  </a:lnTo>
                  <a:lnTo>
                    <a:pt x="1213" y="213"/>
                  </a:lnTo>
                  <a:lnTo>
                    <a:pt x="1214" y="211"/>
                  </a:lnTo>
                  <a:lnTo>
                    <a:pt x="1215" y="209"/>
                  </a:lnTo>
                  <a:lnTo>
                    <a:pt x="1216" y="206"/>
                  </a:lnTo>
                  <a:lnTo>
                    <a:pt x="1219" y="205"/>
                  </a:lnTo>
                  <a:lnTo>
                    <a:pt x="1223" y="205"/>
                  </a:lnTo>
                  <a:lnTo>
                    <a:pt x="1226" y="205"/>
                  </a:lnTo>
                  <a:lnTo>
                    <a:pt x="1229" y="205"/>
                  </a:lnTo>
                  <a:lnTo>
                    <a:pt x="1231" y="204"/>
                  </a:lnTo>
                  <a:lnTo>
                    <a:pt x="1234" y="204"/>
                  </a:lnTo>
                  <a:lnTo>
                    <a:pt x="1237" y="205"/>
                  </a:lnTo>
                  <a:lnTo>
                    <a:pt x="1240" y="206"/>
                  </a:lnTo>
                  <a:lnTo>
                    <a:pt x="1243" y="204"/>
                  </a:lnTo>
                  <a:lnTo>
                    <a:pt x="1246" y="201"/>
                  </a:lnTo>
                  <a:lnTo>
                    <a:pt x="1251" y="199"/>
                  </a:lnTo>
                  <a:lnTo>
                    <a:pt x="1255" y="199"/>
                  </a:lnTo>
                  <a:lnTo>
                    <a:pt x="1258" y="202"/>
                  </a:lnTo>
                  <a:lnTo>
                    <a:pt x="1259" y="206"/>
                  </a:lnTo>
                  <a:lnTo>
                    <a:pt x="1260" y="209"/>
                  </a:lnTo>
                  <a:lnTo>
                    <a:pt x="1263" y="211"/>
                  </a:lnTo>
                  <a:lnTo>
                    <a:pt x="1266" y="212"/>
                  </a:lnTo>
                  <a:lnTo>
                    <a:pt x="1269" y="214"/>
                  </a:lnTo>
                  <a:lnTo>
                    <a:pt x="1271" y="216"/>
                  </a:lnTo>
                  <a:lnTo>
                    <a:pt x="1272" y="218"/>
                  </a:lnTo>
                  <a:lnTo>
                    <a:pt x="1275" y="220"/>
                  </a:lnTo>
                  <a:lnTo>
                    <a:pt x="1278" y="222"/>
                  </a:lnTo>
                  <a:lnTo>
                    <a:pt x="1280" y="224"/>
                  </a:lnTo>
                  <a:lnTo>
                    <a:pt x="1281" y="226"/>
                  </a:lnTo>
                  <a:close/>
                </a:path>
              </a:pathLst>
            </a:custGeom>
            <a:solidFill>
              <a:srgbClr val="86D1BC">
                <a:alpha val="9600"/>
              </a:srgbClr>
            </a:solidFill>
            <a:ln>
              <a:noFill/>
            </a:ln>
          </p:spPr>
          <p:txBody>
            <a:bodyPr anchor="ctr"/>
            <a:lstStyle/>
            <a:p>
              <a:pPr algn="ctr">
                <a:buNone/>
              </a:pPr>
            </a:p>
          </p:txBody>
        </p:sp>
        <p:sp>
          <p:nvSpPr>
            <p:cNvPr id="2919" name="addition:input:42"/>
            <p:cNvSpPr>
              <a:spLocks noGrp="1"/>
            </p:cNvSpPr>
            <p:nvPr/>
          </p:nvSpPr>
          <p:spPr>
            <a:xfrm>
              <a:off x="209550" y="5438775"/>
              <a:ext cx="2179198" cy="498622"/>
            </a:xfrm>
            <a:custGeom>
              <a:avLst/>
              <a:gdLst/>
              <a:ahLst/>
              <a:cxnLst/>
              <a:rect l="l" t="t" r="r" b="b"/>
              <a:pathLst>
                <a:path w="1324" h="266">
                  <a:moveTo>
                    <a:pt x="0" y="0"/>
                  </a:moveTo>
                  <a:moveTo>
                    <a:pt x="1315" y="235"/>
                  </a:moveTo>
                  <a:lnTo>
                    <a:pt x="1319" y="238"/>
                  </a:lnTo>
                  <a:lnTo>
                    <a:pt x="1323" y="241"/>
                  </a:lnTo>
                  <a:lnTo>
                    <a:pt x="1324" y="244"/>
                  </a:lnTo>
                  <a:lnTo>
                    <a:pt x="1322" y="246"/>
                  </a:lnTo>
                  <a:lnTo>
                    <a:pt x="1320" y="248"/>
                  </a:lnTo>
                  <a:lnTo>
                    <a:pt x="1317" y="250"/>
                  </a:lnTo>
                  <a:lnTo>
                    <a:pt x="1314" y="252"/>
                  </a:lnTo>
                  <a:lnTo>
                    <a:pt x="1310" y="253"/>
                  </a:lnTo>
                  <a:lnTo>
                    <a:pt x="1306" y="253"/>
                  </a:lnTo>
                  <a:lnTo>
                    <a:pt x="1303" y="254"/>
                  </a:lnTo>
                  <a:lnTo>
                    <a:pt x="1301" y="256"/>
                  </a:lnTo>
                  <a:lnTo>
                    <a:pt x="1300" y="260"/>
                  </a:lnTo>
                  <a:lnTo>
                    <a:pt x="1298" y="263"/>
                  </a:lnTo>
                  <a:lnTo>
                    <a:pt x="1294" y="265"/>
                  </a:lnTo>
                  <a:lnTo>
                    <a:pt x="1290" y="265"/>
                  </a:lnTo>
                  <a:lnTo>
                    <a:pt x="1285" y="264"/>
                  </a:lnTo>
                  <a:lnTo>
                    <a:pt x="1281" y="263"/>
                  </a:lnTo>
                  <a:lnTo>
                    <a:pt x="1277" y="265"/>
                  </a:lnTo>
                  <a:lnTo>
                    <a:pt x="1273" y="266"/>
                  </a:lnTo>
                  <a:lnTo>
                    <a:pt x="1269" y="266"/>
                  </a:lnTo>
                  <a:lnTo>
                    <a:pt x="1265" y="264"/>
                  </a:lnTo>
                  <a:lnTo>
                    <a:pt x="1262" y="261"/>
                  </a:lnTo>
                  <a:lnTo>
                    <a:pt x="1260" y="259"/>
                  </a:lnTo>
                  <a:lnTo>
                    <a:pt x="1257" y="257"/>
                  </a:lnTo>
                  <a:lnTo>
                    <a:pt x="1254" y="256"/>
                  </a:lnTo>
                  <a:lnTo>
                    <a:pt x="1252" y="254"/>
                  </a:lnTo>
                  <a:lnTo>
                    <a:pt x="1250" y="252"/>
                  </a:lnTo>
                  <a:lnTo>
                    <a:pt x="1247" y="251"/>
                  </a:lnTo>
                  <a:lnTo>
                    <a:pt x="1242" y="250"/>
                  </a:lnTo>
                  <a:lnTo>
                    <a:pt x="1237" y="249"/>
                  </a:lnTo>
                  <a:lnTo>
                    <a:pt x="1234" y="247"/>
                  </a:lnTo>
                  <a:lnTo>
                    <a:pt x="1235" y="244"/>
                  </a:lnTo>
                  <a:lnTo>
                    <a:pt x="1239" y="240"/>
                  </a:lnTo>
                  <a:lnTo>
                    <a:pt x="1243" y="237"/>
                  </a:lnTo>
                  <a:lnTo>
                    <a:pt x="1244" y="235"/>
                  </a:lnTo>
                  <a:lnTo>
                    <a:pt x="1244" y="233"/>
                  </a:lnTo>
                  <a:lnTo>
                    <a:pt x="1244" y="230"/>
                  </a:lnTo>
                  <a:lnTo>
                    <a:pt x="1245" y="227"/>
                  </a:lnTo>
                  <a:lnTo>
                    <a:pt x="1247" y="225"/>
                  </a:lnTo>
                  <a:lnTo>
                    <a:pt x="1249" y="223"/>
                  </a:lnTo>
                  <a:lnTo>
                    <a:pt x="1250" y="220"/>
                  </a:lnTo>
                  <a:lnTo>
                    <a:pt x="1250" y="218"/>
                  </a:lnTo>
                  <a:lnTo>
                    <a:pt x="1252" y="215"/>
                  </a:lnTo>
                  <a:lnTo>
                    <a:pt x="1255" y="214"/>
                  </a:lnTo>
                  <a:lnTo>
                    <a:pt x="1258" y="212"/>
                  </a:lnTo>
                  <a:lnTo>
                    <a:pt x="1260" y="210"/>
                  </a:lnTo>
                  <a:lnTo>
                    <a:pt x="1262" y="207"/>
                  </a:lnTo>
                  <a:lnTo>
                    <a:pt x="1264" y="205"/>
                  </a:lnTo>
                  <a:lnTo>
                    <a:pt x="1268" y="205"/>
                  </a:lnTo>
                  <a:lnTo>
                    <a:pt x="1272" y="207"/>
                  </a:lnTo>
                  <a:lnTo>
                    <a:pt x="1276" y="210"/>
                  </a:lnTo>
                  <a:lnTo>
                    <a:pt x="1278" y="212"/>
                  </a:lnTo>
                  <a:lnTo>
                    <a:pt x="1280" y="210"/>
                  </a:lnTo>
                  <a:lnTo>
                    <a:pt x="1283" y="208"/>
                  </a:lnTo>
                  <a:lnTo>
                    <a:pt x="1287" y="206"/>
                  </a:lnTo>
                  <a:lnTo>
                    <a:pt x="1290" y="206"/>
                  </a:lnTo>
                  <a:lnTo>
                    <a:pt x="1293" y="207"/>
                  </a:lnTo>
                  <a:lnTo>
                    <a:pt x="1297" y="207"/>
                  </a:lnTo>
                  <a:lnTo>
                    <a:pt x="1300" y="208"/>
                  </a:lnTo>
                  <a:lnTo>
                    <a:pt x="1303" y="210"/>
                  </a:lnTo>
                  <a:lnTo>
                    <a:pt x="1304" y="213"/>
                  </a:lnTo>
                  <a:lnTo>
                    <a:pt x="1305" y="217"/>
                  </a:lnTo>
                  <a:lnTo>
                    <a:pt x="1306" y="219"/>
                  </a:lnTo>
                  <a:lnTo>
                    <a:pt x="1308" y="221"/>
                  </a:lnTo>
                  <a:lnTo>
                    <a:pt x="1312" y="222"/>
                  </a:lnTo>
                  <a:lnTo>
                    <a:pt x="1315" y="225"/>
                  </a:lnTo>
                  <a:lnTo>
                    <a:pt x="1315" y="227"/>
                  </a:lnTo>
                  <a:lnTo>
                    <a:pt x="1313" y="230"/>
                  </a:lnTo>
                  <a:lnTo>
                    <a:pt x="1312" y="233"/>
                  </a:lnTo>
                  <a:close/>
                </a:path>
              </a:pathLst>
            </a:custGeom>
            <a:solidFill>
              <a:srgbClr val="86D1BC">
                <a:alpha val="9600"/>
              </a:srgbClr>
            </a:solidFill>
            <a:ln>
              <a:noFill/>
            </a:ln>
          </p:spPr>
          <p:txBody>
            <a:bodyPr anchor="ctr"/>
            <a:lstStyle/>
            <a:p>
              <a:pPr algn="ctr">
                <a:buNone/>
              </a:pPr>
            </a:p>
          </p:txBody>
        </p:sp>
        <p:sp>
          <p:nvSpPr>
            <p:cNvPr id="2920" name="addition:input:43"/>
            <p:cNvSpPr>
              <a:spLocks noGrp="1"/>
            </p:cNvSpPr>
            <p:nvPr/>
          </p:nvSpPr>
          <p:spPr>
            <a:xfrm>
              <a:off x="209550" y="5438775"/>
              <a:ext cx="2235159" cy="547360"/>
            </a:xfrm>
            <a:custGeom>
              <a:avLst/>
              <a:gdLst/>
              <a:ahLst/>
              <a:cxnLst/>
              <a:rect l="l" t="t" r="r" b="b"/>
              <a:pathLst>
                <a:path w="1358" h="292">
                  <a:moveTo>
                    <a:pt x="0" y="0"/>
                  </a:moveTo>
                  <a:moveTo>
                    <a:pt x="1358" y="259"/>
                  </a:moveTo>
                  <a:lnTo>
                    <a:pt x="1357" y="262"/>
                  </a:lnTo>
                  <a:lnTo>
                    <a:pt x="1356" y="265"/>
                  </a:lnTo>
                  <a:lnTo>
                    <a:pt x="1356" y="268"/>
                  </a:lnTo>
                  <a:lnTo>
                    <a:pt x="1355" y="271"/>
                  </a:lnTo>
                  <a:lnTo>
                    <a:pt x="1352" y="274"/>
                  </a:lnTo>
                  <a:lnTo>
                    <a:pt x="1346" y="275"/>
                  </a:lnTo>
                  <a:lnTo>
                    <a:pt x="1340" y="275"/>
                  </a:lnTo>
                  <a:lnTo>
                    <a:pt x="1336" y="276"/>
                  </a:lnTo>
                  <a:lnTo>
                    <a:pt x="1335" y="279"/>
                  </a:lnTo>
                  <a:lnTo>
                    <a:pt x="1335" y="283"/>
                  </a:lnTo>
                  <a:lnTo>
                    <a:pt x="1334" y="288"/>
                  </a:lnTo>
                  <a:lnTo>
                    <a:pt x="1331" y="290"/>
                  </a:lnTo>
                  <a:lnTo>
                    <a:pt x="1326" y="291"/>
                  </a:lnTo>
                  <a:lnTo>
                    <a:pt x="1321" y="291"/>
                  </a:lnTo>
                  <a:lnTo>
                    <a:pt x="1317" y="291"/>
                  </a:lnTo>
                  <a:lnTo>
                    <a:pt x="1312" y="292"/>
                  </a:lnTo>
                  <a:lnTo>
                    <a:pt x="1308" y="292"/>
                  </a:lnTo>
                  <a:lnTo>
                    <a:pt x="1304" y="290"/>
                  </a:lnTo>
                  <a:lnTo>
                    <a:pt x="1301" y="288"/>
                  </a:lnTo>
                  <a:lnTo>
                    <a:pt x="1297" y="288"/>
                  </a:lnTo>
                  <a:lnTo>
                    <a:pt x="1294" y="288"/>
                  </a:lnTo>
                  <a:lnTo>
                    <a:pt x="1290" y="288"/>
                  </a:lnTo>
                  <a:lnTo>
                    <a:pt x="1287" y="287"/>
                  </a:lnTo>
                  <a:lnTo>
                    <a:pt x="1286" y="284"/>
                  </a:lnTo>
                  <a:lnTo>
                    <a:pt x="1284" y="281"/>
                  </a:lnTo>
                  <a:lnTo>
                    <a:pt x="1281" y="280"/>
                  </a:lnTo>
                  <a:lnTo>
                    <a:pt x="1276" y="281"/>
                  </a:lnTo>
                  <a:lnTo>
                    <a:pt x="1270" y="280"/>
                  </a:lnTo>
                  <a:lnTo>
                    <a:pt x="1267" y="278"/>
                  </a:lnTo>
                  <a:lnTo>
                    <a:pt x="1267" y="275"/>
                  </a:lnTo>
                  <a:lnTo>
                    <a:pt x="1270" y="271"/>
                  </a:lnTo>
                  <a:lnTo>
                    <a:pt x="1272" y="267"/>
                  </a:lnTo>
                  <a:lnTo>
                    <a:pt x="1273" y="265"/>
                  </a:lnTo>
                  <a:lnTo>
                    <a:pt x="1274" y="262"/>
                  </a:lnTo>
                  <a:lnTo>
                    <a:pt x="1275" y="259"/>
                  </a:lnTo>
                  <a:lnTo>
                    <a:pt x="1276" y="257"/>
                  </a:lnTo>
                  <a:lnTo>
                    <a:pt x="1275" y="254"/>
                  </a:lnTo>
                  <a:lnTo>
                    <a:pt x="1273" y="251"/>
                  </a:lnTo>
                  <a:lnTo>
                    <a:pt x="1270" y="248"/>
                  </a:lnTo>
                  <a:lnTo>
                    <a:pt x="1270" y="244"/>
                  </a:lnTo>
                  <a:lnTo>
                    <a:pt x="1272" y="242"/>
                  </a:lnTo>
                  <a:lnTo>
                    <a:pt x="1277" y="241"/>
                  </a:lnTo>
                  <a:lnTo>
                    <a:pt x="1280" y="239"/>
                  </a:lnTo>
                  <a:lnTo>
                    <a:pt x="1281" y="237"/>
                  </a:lnTo>
                  <a:lnTo>
                    <a:pt x="1282" y="233"/>
                  </a:lnTo>
                  <a:lnTo>
                    <a:pt x="1284" y="231"/>
                  </a:lnTo>
                  <a:lnTo>
                    <a:pt x="1287" y="230"/>
                  </a:lnTo>
                  <a:lnTo>
                    <a:pt x="1292" y="232"/>
                  </a:lnTo>
                  <a:lnTo>
                    <a:pt x="1296" y="233"/>
                  </a:lnTo>
                  <a:lnTo>
                    <a:pt x="1299" y="233"/>
                  </a:lnTo>
                  <a:lnTo>
                    <a:pt x="1301" y="231"/>
                  </a:lnTo>
                  <a:lnTo>
                    <a:pt x="1304" y="230"/>
                  </a:lnTo>
                  <a:lnTo>
                    <a:pt x="1308" y="229"/>
                  </a:lnTo>
                  <a:lnTo>
                    <a:pt x="1312" y="228"/>
                  </a:lnTo>
                  <a:lnTo>
                    <a:pt x="1316" y="227"/>
                  </a:lnTo>
                  <a:lnTo>
                    <a:pt x="1321" y="225"/>
                  </a:lnTo>
                  <a:lnTo>
                    <a:pt x="1326" y="225"/>
                  </a:lnTo>
                  <a:lnTo>
                    <a:pt x="1329" y="228"/>
                  </a:lnTo>
                  <a:lnTo>
                    <a:pt x="1331" y="233"/>
                  </a:lnTo>
                  <a:lnTo>
                    <a:pt x="1331" y="237"/>
                  </a:lnTo>
                  <a:lnTo>
                    <a:pt x="1333" y="240"/>
                  </a:lnTo>
                  <a:lnTo>
                    <a:pt x="1337" y="241"/>
                  </a:lnTo>
                  <a:lnTo>
                    <a:pt x="1343" y="241"/>
                  </a:lnTo>
                  <a:lnTo>
                    <a:pt x="1346" y="243"/>
                  </a:lnTo>
                  <a:lnTo>
                    <a:pt x="1348" y="246"/>
                  </a:lnTo>
                  <a:lnTo>
                    <a:pt x="1349" y="249"/>
                  </a:lnTo>
                  <a:lnTo>
                    <a:pt x="1350" y="251"/>
                  </a:lnTo>
                  <a:lnTo>
                    <a:pt x="1353" y="254"/>
                  </a:lnTo>
                  <a:lnTo>
                    <a:pt x="1356" y="256"/>
                  </a:lnTo>
                  <a:close/>
                </a:path>
              </a:pathLst>
            </a:custGeom>
            <a:solidFill>
              <a:srgbClr val="86D1BC">
                <a:alpha val="9600"/>
              </a:srgbClr>
            </a:solidFill>
            <a:ln>
              <a:noFill/>
            </a:ln>
          </p:spPr>
          <p:txBody>
            <a:bodyPr anchor="ctr"/>
            <a:lstStyle/>
            <a:p>
              <a:pPr algn="ctr">
                <a:buNone/>
              </a:pPr>
            </a:p>
          </p:txBody>
        </p:sp>
        <p:sp>
          <p:nvSpPr>
            <p:cNvPr id="2921" name="addition:input:44"/>
            <p:cNvSpPr>
              <a:spLocks noGrp="1"/>
            </p:cNvSpPr>
            <p:nvPr/>
          </p:nvSpPr>
          <p:spPr>
            <a:xfrm>
              <a:off x="209550" y="5438775"/>
              <a:ext cx="2207179" cy="607344"/>
            </a:xfrm>
            <a:custGeom>
              <a:avLst/>
              <a:gdLst/>
              <a:ahLst/>
              <a:cxnLst/>
              <a:rect l="l" t="t" r="r" b="b"/>
              <a:pathLst>
                <a:path w="1341" h="324">
                  <a:moveTo>
                    <a:pt x="0" y="0"/>
                  </a:moveTo>
                  <a:moveTo>
                    <a:pt x="1341" y="286"/>
                  </a:moveTo>
                  <a:lnTo>
                    <a:pt x="1339" y="289"/>
                  </a:lnTo>
                  <a:lnTo>
                    <a:pt x="1338" y="292"/>
                  </a:lnTo>
                  <a:lnTo>
                    <a:pt x="1337" y="295"/>
                  </a:lnTo>
                  <a:lnTo>
                    <a:pt x="1335" y="298"/>
                  </a:lnTo>
                  <a:lnTo>
                    <a:pt x="1332" y="300"/>
                  </a:lnTo>
                  <a:lnTo>
                    <a:pt x="1328" y="302"/>
                  </a:lnTo>
                  <a:lnTo>
                    <a:pt x="1324" y="304"/>
                  </a:lnTo>
                  <a:lnTo>
                    <a:pt x="1321" y="306"/>
                  </a:lnTo>
                  <a:lnTo>
                    <a:pt x="1319" y="309"/>
                  </a:lnTo>
                  <a:lnTo>
                    <a:pt x="1316" y="311"/>
                  </a:lnTo>
                  <a:lnTo>
                    <a:pt x="1311" y="312"/>
                  </a:lnTo>
                  <a:lnTo>
                    <a:pt x="1305" y="312"/>
                  </a:lnTo>
                  <a:lnTo>
                    <a:pt x="1300" y="313"/>
                  </a:lnTo>
                  <a:lnTo>
                    <a:pt x="1297" y="316"/>
                  </a:lnTo>
                  <a:lnTo>
                    <a:pt x="1293" y="320"/>
                  </a:lnTo>
                  <a:lnTo>
                    <a:pt x="1288" y="324"/>
                  </a:lnTo>
                  <a:lnTo>
                    <a:pt x="1282" y="324"/>
                  </a:lnTo>
                  <a:lnTo>
                    <a:pt x="1276" y="321"/>
                  </a:lnTo>
                  <a:lnTo>
                    <a:pt x="1272" y="317"/>
                  </a:lnTo>
                  <a:lnTo>
                    <a:pt x="1267" y="315"/>
                  </a:lnTo>
                  <a:lnTo>
                    <a:pt x="1263" y="314"/>
                  </a:lnTo>
                  <a:lnTo>
                    <a:pt x="1259" y="313"/>
                  </a:lnTo>
                  <a:lnTo>
                    <a:pt x="1256" y="311"/>
                  </a:lnTo>
                  <a:lnTo>
                    <a:pt x="1252" y="310"/>
                  </a:lnTo>
                  <a:lnTo>
                    <a:pt x="1248" y="310"/>
                  </a:lnTo>
                  <a:lnTo>
                    <a:pt x="1242" y="310"/>
                  </a:lnTo>
                  <a:lnTo>
                    <a:pt x="1236" y="309"/>
                  </a:lnTo>
                  <a:lnTo>
                    <a:pt x="1233" y="307"/>
                  </a:lnTo>
                  <a:lnTo>
                    <a:pt x="1234" y="303"/>
                  </a:lnTo>
                  <a:lnTo>
                    <a:pt x="1235" y="300"/>
                  </a:lnTo>
                  <a:lnTo>
                    <a:pt x="1235" y="297"/>
                  </a:lnTo>
                  <a:lnTo>
                    <a:pt x="1232" y="295"/>
                  </a:lnTo>
                  <a:lnTo>
                    <a:pt x="1229" y="292"/>
                  </a:lnTo>
                  <a:lnTo>
                    <a:pt x="1229" y="289"/>
                  </a:lnTo>
                  <a:lnTo>
                    <a:pt x="1233" y="286"/>
                  </a:lnTo>
                  <a:lnTo>
                    <a:pt x="1238" y="283"/>
                  </a:lnTo>
                  <a:lnTo>
                    <a:pt x="1242" y="281"/>
                  </a:lnTo>
                  <a:lnTo>
                    <a:pt x="1242" y="279"/>
                  </a:lnTo>
                  <a:lnTo>
                    <a:pt x="1241" y="276"/>
                  </a:lnTo>
                  <a:lnTo>
                    <a:pt x="1241" y="273"/>
                  </a:lnTo>
                  <a:lnTo>
                    <a:pt x="1242" y="270"/>
                  </a:lnTo>
                  <a:lnTo>
                    <a:pt x="1242" y="266"/>
                  </a:lnTo>
                  <a:lnTo>
                    <a:pt x="1243" y="263"/>
                  </a:lnTo>
                  <a:lnTo>
                    <a:pt x="1244" y="259"/>
                  </a:lnTo>
                  <a:lnTo>
                    <a:pt x="1247" y="257"/>
                  </a:lnTo>
                  <a:lnTo>
                    <a:pt x="1253" y="257"/>
                  </a:lnTo>
                  <a:lnTo>
                    <a:pt x="1260" y="259"/>
                  </a:lnTo>
                  <a:lnTo>
                    <a:pt x="1265" y="261"/>
                  </a:lnTo>
                  <a:lnTo>
                    <a:pt x="1268" y="260"/>
                  </a:lnTo>
                  <a:lnTo>
                    <a:pt x="1270" y="257"/>
                  </a:lnTo>
                  <a:lnTo>
                    <a:pt x="1273" y="254"/>
                  </a:lnTo>
                  <a:lnTo>
                    <a:pt x="1277" y="254"/>
                  </a:lnTo>
                  <a:lnTo>
                    <a:pt x="1281" y="255"/>
                  </a:lnTo>
                  <a:lnTo>
                    <a:pt x="1285" y="256"/>
                  </a:lnTo>
                  <a:lnTo>
                    <a:pt x="1289" y="256"/>
                  </a:lnTo>
                  <a:lnTo>
                    <a:pt x="1294" y="255"/>
                  </a:lnTo>
                  <a:lnTo>
                    <a:pt x="1299" y="255"/>
                  </a:lnTo>
                  <a:lnTo>
                    <a:pt x="1304" y="256"/>
                  </a:lnTo>
                  <a:lnTo>
                    <a:pt x="1307" y="258"/>
                  </a:lnTo>
                  <a:lnTo>
                    <a:pt x="1312" y="260"/>
                  </a:lnTo>
                  <a:lnTo>
                    <a:pt x="1316" y="261"/>
                  </a:lnTo>
                  <a:lnTo>
                    <a:pt x="1320" y="264"/>
                  </a:lnTo>
                  <a:lnTo>
                    <a:pt x="1321" y="267"/>
                  </a:lnTo>
                  <a:lnTo>
                    <a:pt x="1319" y="271"/>
                  </a:lnTo>
                  <a:lnTo>
                    <a:pt x="1318" y="275"/>
                  </a:lnTo>
                  <a:lnTo>
                    <a:pt x="1320" y="277"/>
                  </a:lnTo>
                  <a:lnTo>
                    <a:pt x="1327" y="278"/>
                  </a:lnTo>
                  <a:lnTo>
                    <a:pt x="1335" y="280"/>
                  </a:lnTo>
                  <a:lnTo>
                    <a:pt x="1341" y="283"/>
                  </a:lnTo>
                  <a:close/>
                </a:path>
              </a:pathLst>
            </a:custGeom>
            <a:solidFill>
              <a:srgbClr val="86D1BC">
                <a:alpha val="9600"/>
              </a:srgbClr>
            </a:solidFill>
            <a:ln>
              <a:noFill/>
            </a:ln>
          </p:spPr>
          <p:txBody>
            <a:bodyPr anchor="ctr"/>
            <a:lstStyle/>
            <a:p>
              <a:pPr algn="ctr">
                <a:buNone/>
              </a:pPr>
            </a:p>
          </p:txBody>
        </p:sp>
        <p:sp>
          <p:nvSpPr>
            <p:cNvPr id="2922" name="addition:input:45"/>
            <p:cNvSpPr>
              <a:spLocks noGrp="1"/>
            </p:cNvSpPr>
            <p:nvPr/>
          </p:nvSpPr>
          <p:spPr>
            <a:xfrm>
              <a:off x="209550" y="5438775"/>
              <a:ext cx="2116653" cy="603595"/>
            </a:xfrm>
            <a:custGeom>
              <a:avLst/>
              <a:gdLst/>
              <a:ahLst/>
              <a:cxnLst/>
              <a:rect l="l" t="t" r="r" b="b"/>
              <a:pathLst>
                <a:path w="1286" h="322">
                  <a:moveTo>
                    <a:pt x="0" y="0"/>
                  </a:moveTo>
                  <a:moveTo>
                    <a:pt x="1281" y="289"/>
                  </a:moveTo>
                  <a:lnTo>
                    <a:pt x="1284" y="292"/>
                  </a:lnTo>
                  <a:lnTo>
                    <a:pt x="1286" y="296"/>
                  </a:lnTo>
                  <a:lnTo>
                    <a:pt x="1286" y="299"/>
                  </a:lnTo>
                  <a:lnTo>
                    <a:pt x="1282" y="301"/>
                  </a:lnTo>
                  <a:lnTo>
                    <a:pt x="1276" y="302"/>
                  </a:lnTo>
                  <a:lnTo>
                    <a:pt x="1269" y="303"/>
                  </a:lnTo>
                  <a:lnTo>
                    <a:pt x="1265" y="304"/>
                  </a:lnTo>
                  <a:lnTo>
                    <a:pt x="1265" y="307"/>
                  </a:lnTo>
                  <a:lnTo>
                    <a:pt x="1264" y="311"/>
                  </a:lnTo>
                  <a:lnTo>
                    <a:pt x="1262" y="314"/>
                  </a:lnTo>
                  <a:lnTo>
                    <a:pt x="1259" y="316"/>
                  </a:lnTo>
                  <a:lnTo>
                    <a:pt x="1254" y="317"/>
                  </a:lnTo>
                  <a:lnTo>
                    <a:pt x="1250" y="318"/>
                  </a:lnTo>
                  <a:lnTo>
                    <a:pt x="1246" y="320"/>
                  </a:lnTo>
                  <a:lnTo>
                    <a:pt x="1242" y="322"/>
                  </a:lnTo>
                  <a:lnTo>
                    <a:pt x="1237" y="322"/>
                  </a:lnTo>
                  <a:lnTo>
                    <a:pt x="1232" y="321"/>
                  </a:lnTo>
                  <a:lnTo>
                    <a:pt x="1228" y="321"/>
                  </a:lnTo>
                  <a:lnTo>
                    <a:pt x="1223" y="321"/>
                  </a:lnTo>
                  <a:lnTo>
                    <a:pt x="1219" y="321"/>
                  </a:lnTo>
                  <a:lnTo>
                    <a:pt x="1215" y="320"/>
                  </a:lnTo>
                  <a:lnTo>
                    <a:pt x="1213" y="316"/>
                  </a:lnTo>
                  <a:lnTo>
                    <a:pt x="1212" y="312"/>
                  </a:lnTo>
                  <a:lnTo>
                    <a:pt x="1210" y="310"/>
                  </a:lnTo>
                  <a:lnTo>
                    <a:pt x="1206" y="311"/>
                  </a:lnTo>
                  <a:lnTo>
                    <a:pt x="1200" y="312"/>
                  </a:lnTo>
                  <a:lnTo>
                    <a:pt x="1194" y="312"/>
                  </a:lnTo>
                  <a:lnTo>
                    <a:pt x="1190" y="310"/>
                  </a:lnTo>
                  <a:lnTo>
                    <a:pt x="1190" y="307"/>
                  </a:lnTo>
                  <a:lnTo>
                    <a:pt x="1190" y="304"/>
                  </a:lnTo>
                  <a:lnTo>
                    <a:pt x="1190" y="301"/>
                  </a:lnTo>
                  <a:lnTo>
                    <a:pt x="1190" y="298"/>
                  </a:lnTo>
                  <a:lnTo>
                    <a:pt x="1192" y="295"/>
                  </a:lnTo>
                  <a:lnTo>
                    <a:pt x="1194" y="292"/>
                  </a:lnTo>
                  <a:lnTo>
                    <a:pt x="1196" y="289"/>
                  </a:lnTo>
                  <a:lnTo>
                    <a:pt x="1196" y="287"/>
                  </a:lnTo>
                  <a:lnTo>
                    <a:pt x="1194" y="284"/>
                  </a:lnTo>
                  <a:lnTo>
                    <a:pt x="1192" y="281"/>
                  </a:lnTo>
                  <a:lnTo>
                    <a:pt x="1194" y="278"/>
                  </a:lnTo>
                  <a:lnTo>
                    <a:pt x="1197" y="276"/>
                  </a:lnTo>
                  <a:lnTo>
                    <a:pt x="1200" y="274"/>
                  </a:lnTo>
                  <a:lnTo>
                    <a:pt x="1201" y="271"/>
                  </a:lnTo>
                  <a:lnTo>
                    <a:pt x="1200" y="267"/>
                  </a:lnTo>
                  <a:lnTo>
                    <a:pt x="1200" y="263"/>
                  </a:lnTo>
                  <a:lnTo>
                    <a:pt x="1202" y="261"/>
                  </a:lnTo>
                  <a:lnTo>
                    <a:pt x="1207" y="260"/>
                  </a:lnTo>
                  <a:lnTo>
                    <a:pt x="1212" y="261"/>
                  </a:lnTo>
                  <a:lnTo>
                    <a:pt x="1216" y="262"/>
                  </a:lnTo>
                  <a:lnTo>
                    <a:pt x="1219" y="262"/>
                  </a:lnTo>
                  <a:lnTo>
                    <a:pt x="1222" y="262"/>
                  </a:lnTo>
                  <a:lnTo>
                    <a:pt x="1226" y="262"/>
                  </a:lnTo>
                  <a:lnTo>
                    <a:pt x="1229" y="262"/>
                  </a:lnTo>
                  <a:lnTo>
                    <a:pt x="1232" y="260"/>
                  </a:lnTo>
                  <a:lnTo>
                    <a:pt x="1236" y="257"/>
                  </a:lnTo>
                  <a:lnTo>
                    <a:pt x="1240" y="255"/>
                  </a:lnTo>
                  <a:lnTo>
                    <a:pt x="1245" y="254"/>
                  </a:lnTo>
                  <a:lnTo>
                    <a:pt x="1249" y="257"/>
                  </a:lnTo>
                  <a:lnTo>
                    <a:pt x="1251" y="261"/>
                  </a:lnTo>
                  <a:lnTo>
                    <a:pt x="1253" y="264"/>
                  </a:lnTo>
                  <a:lnTo>
                    <a:pt x="1257" y="266"/>
                  </a:lnTo>
                  <a:lnTo>
                    <a:pt x="1261" y="266"/>
                  </a:lnTo>
                  <a:lnTo>
                    <a:pt x="1266" y="268"/>
                  </a:lnTo>
                  <a:lnTo>
                    <a:pt x="1268" y="271"/>
                  </a:lnTo>
                  <a:lnTo>
                    <a:pt x="1268" y="274"/>
                  </a:lnTo>
                  <a:lnTo>
                    <a:pt x="1269" y="277"/>
                  </a:lnTo>
                  <a:lnTo>
                    <a:pt x="1271" y="279"/>
                  </a:lnTo>
                  <a:lnTo>
                    <a:pt x="1275" y="281"/>
                  </a:lnTo>
                  <a:lnTo>
                    <a:pt x="1277" y="284"/>
                  </a:lnTo>
                  <a:lnTo>
                    <a:pt x="1279" y="286"/>
                  </a:lnTo>
                  <a:close/>
                </a:path>
              </a:pathLst>
            </a:custGeom>
            <a:solidFill>
              <a:srgbClr val="86D1BC">
                <a:alpha val="9600"/>
              </a:srgbClr>
            </a:solidFill>
            <a:ln>
              <a:noFill/>
            </a:ln>
          </p:spPr>
          <p:txBody>
            <a:bodyPr anchor="ctr"/>
            <a:lstStyle/>
            <a:p>
              <a:pPr algn="ctr">
                <a:buNone/>
              </a:pPr>
            </a:p>
          </p:txBody>
        </p:sp>
        <p:sp>
          <p:nvSpPr>
            <p:cNvPr id="2923" name="addition:input:46"/>
            <p:cNvSpPr>
              <a:spLocks noGrp="1"/>
            </p:cNvSpPr>
            <p:nvPr/>
          </p:nvSpPr>
          <p:spPr>
            <a:xfrm>
              <a:off x="209550" y="5438775"/>
              <a:ext cx="2032711" cy="569854"/>
            </a:xfrm>
            <a:custGeom>
              <a:avLst/>
              <a:gdLst/>
              <a:ahLst/>
              <a:cxnLst/>
              <a:rect l="l" t="t" r="r" b="b"/>
              <a:pathLst>
                <a:path w="1235" h="304">
                  <a:moveTo>
                    <a:pt x="0" y="0"/>
                  </a:moveTo>
                  <a:moveTo>
                    <a:pt x="1234" y="278"/>
                  </a:moveTo>
                  <a:lnTo>
                    <a:pt x="1232" y="280"/>
                  </a:lnTo>
                  <a:lnTo>
                    <a:pt x="1230" y="282"/>
                  </a:lnTo>
                  <a:lnTo>
                    <a:pt x="1228" y="285"/>
                  </a:lnTo>
                  <a:lnTo>
                    <a:pt x="1225" y="287"/>
                  </a:lnTo>
                  <a:lnTo>
                    <a:pt x="1222" y="288"/>
                  </a:lnTo>
                  <a:lnTo>
                    <a:pt x="1218" y="289"/>
                  </a:lnTo>
                  <a:lnTo>
                    <a:pt x="1217" y="291"/>
                  </a:lnTo>
                  <a:lnTo>
                    <a:pt x="1218" y="295"/>
                  </a:lnTo>
                  <a:lnTo>
                    <a:pt x="1218" y="299"/>
                  </a:lnTo>
                  <a:lnTo>
                    <a:pt x="1217" y="302"/>
                  </a:lnTo>
                  <a:lnTo>
                    <a:pt x="1214" y="304"/>
                  </a:lnTo>
                  <a:lnTo>
                    <a:pt x="1209" y="303"/>
                  </a:lnTo>
                  <a:lnTo>
                    <a:pt x="1205" y="302"/>
                  </a:lnTo>
                  <a:lnTo>
                    <a:pt x="1202" y="302"/>
                  </a:lnTo>
                  <a:lnTo>
                    <a:pt x="1199" y="303"/>
                  </a:lnTo>
                  <a:lnTo>
                    <a:pt x="1197" y="304"/>
                  </a:lnTo>
                  <a:lnTo>
                    <a:pt x="1194" y="304"/>
                  </a:lnTo>
                  <a:lnTo>
                    <a:pt x="1191" y="303"/>
                  </a:lnTo>
                  <a:lnTo>
                    <a:pt x="1189" y="302"/>
                  </a:lnTo>
                  <a:lnTo>
                    <a:pt x="1186" y="302"/>
                  </a:lnTo>
                  <a:lnTo>
                    <a:pt x="1183" y="303"/>
                  </a:lnTo>
                  <a:lnTo>
                    <a:pt x="1181" y="302"/>
                  </a:lnTo>
                  <a:lnTo>
                    <a:pt x="1179" y="300"/>
                  </a:lnTo>
                  <a:lnTo>
                    <a:pt x="1177" y="299"/>
                  </a:lnTo>
                  <a:lnTo>
                    <a:pt x="1173" y="299"/>
                  </a:lnTo>
                  <a:lnTo>
                    <a:pt x="1169" y="299"/>
                  </a:lnTo>
                  <a:lnTo>
                    <a:pt x="1165" y="298"/>
                  </a:lnTo>
                  <a:lnTo>
                    <a:pt x="1163" y="296"/>
                  </a:lnTo>
                  <a:lnTo>
                    <a:pt x="1165" y="292"/>
                  </a:lnTo>
                  <a:lnTo>
                    <a:pt x="1167" y="288"/>
                  </a:lnTo>
                  <a:lnTo>
                    <a:pt x="1169" y="286"/>
                  </a:lnTo>
                  <a:lnTo>
                    <a:pt x="1167" y="284"/>
                  </a:lnTo>
                  <a:lnTo>
                    <a:pt x="1165" y="282"/>
                  </a:lnTo>
                  <a:lnTo>
                    <a:pt x="1162" y="280"/>
                  </a:lnTo>
                  <a:lnTo>
                    <a:pt x="1161" y="278"/>
                  </a:lnTo>
                  <a:lnTo>
                    <a:pt x="1160" y="275"/>
                  </a:lnTo>
                  <a:lnTo>
                    <a:pt x="1158" y="273"/>
                  </a:lnTo>
                  <a:lnTo>
                    <a:pt x="1157" y="270"/>
                  </a:lnTo>
                  <a:lnTo>
                    <a:pt x="1157" y="267"/>
                  </a:lnTo>
                  <a:lnTo>
                    <a:pt x="1159" y="265"/>
                  </a:lnTo>
                  <a:lnTo>
                    <a:pt x="1162" y="264"/>
                  </a:lnTo>
                  <a:lnTo>
                    <a:pt x="1165" y="263"/>
                  </a:lnTo>
                  <a:lnTo>
                    <a:pt x="1166" y="260"/>
                  </a:lnTo>
                  <a:lnTo>
                    <a:pt x="1166" y="258"/>
                  </a:lnTo>
                  <a:lnTo>
                    <a:pt x="1168" y="256"/>
                  </a:lnTo>
                  <a:lnTo>
                    <a:pt x="1172" y="256"/>
                  </a:lnTo>
                  <a:lnTo>
                    <a:pt x="1176" y="257"/>
                  </a:lnTo>
                  <a:lnTo>
                    <a:pt x="1179" y="257"/>
                  </a:lnTo>
                  <a:lnTo>
                    <a:pt x="1182" y="256"/>
                  </a:lnTo>
                  <a:lnTo>
                    <a:pt x="1184" y="253"/>
                  </a:lnTo>
                  <a:lnTo>
                    <a:pt x="1187" y="250"/>
                  </a:lnTo>
                  <a:lnTo>
                    <a:pt x="1190" y="249"/>
                  </a:lnTo>
                  <a:lnTo>
                    <a:pt x="1194" y="248"/>
                  </a:lnTo>
                  <a:lnTo>
                    <a:pt x="1198" y="248"/>
                  </a:lnTo>
                  <a:lnTo>
                    <a:pt x="1202" y="249"/>
                  </a:lnTo>
                  <a:lnTo>
                    <a:pt x="1206" y="250"/>
                  </a:lnTo>
                  <a:lnTo>
                    <a:pt x="1209" y="253"/>
                  </a:lnTo>
                  <a:lnTo>
                    <a:pt x="1210" y="256"/>
                  </a:lnTo>
                  <a:lnTo>
                    <a:pt x="1212" y="259"/>
                  </a:lnTo>
                  <a:lnTo>
                    <a:pt x="1215" y="260"/>
                  </a:lnTo>
                  <a:lnTo>
                    <a:pt x="1219" y="260"/>
                  </a:lnTo>
                  <a:lnTo>
                    <a:pt x="1224" y="260"/>
                  </a:lnTo>
                  <a:lnTo>
                    <a:pt x="1227" y="261"/>
                  </a:lnTo>
                  <a:lnTo>
                    <a:pt x="1228" y="264"/>
                  </a:lnTo>
                  <a:lnTo>
                    <a:pt x="1228" y="266"/>
                  </a:lnTo>
                  <a:lnTo>
                    <a:pt x="1229" y="269"/>
                  </a:lnTo>
                  <a:lnTo>
                    <a:pt x="1232" y="270"/>
                  </a:lnTo>
                  <a:lnTo>
                    <a:pt x="1234" y="272"/>
                  </a:lnTo>
                  <a:lnTo>
                    <a:pt x="1235" y="275"/>
                  </a:lnTo>
                  <a:close/>
                </a:path>
              </a:pathLst>
            </a:custGeom>
            <a:solidFill>
              <a:srgbClr val="86D1BC">
                <a:alpha val="9600"/>
              </a:srgbClr>
            </a:solidFill>
            <a:ln>
              <a:noFill/>
            </a:ln>
          </p:spPr>
          <p:txBody>
            <a:bodyPr anchor="ctr"/>
            <a:lstStyle/>
            <a:p>
              <a:pPr algn="ctr">
                <a:buNone/>
              </a:pPr>
            </a:p>
          </p:txBody>
        </p:sp>
        <p:sp>
          <p:nvSpPr>
            <p:cNvPr id="2924" name="addition:input:47"/>
            <p:cNvSpPr>
              <a:spLocks noGrp="1"/>
            </p:cNvSpPr>
            <p:nvPr/>
          </p:nvSpPr>
          <p:spPr>
            <a:xfrm>
              <a:off x="209550" y="5438775"/>
              <a:ext cx="2164385" cy="579227"/>
            </a:xfrm>
            <a:custGeom>
              <a:avLst/>
              <a:gdLst/>
              <a:ahLst/>
              <a:cxnLst/>
              <a:rect l="l" t="t" r="r" b="b"/>
              <a:pathLst>
                <a:path w="1315" h="309">
                  <a:moveTo>
                    <a:pt x="0" y="0"/>
                  </a:moveTo>
                  <a:moveTo>
                    <a:pt x="1307" y="273"/>
                  </a:moveTo>
                  <a:lnTo>
                    <a:pt x="1303" y="276"/>
                  </a:lnTo>
                  <a:lnTo>
                    <a:pt x="1299" y="278"/>
                  </a:lnTo>
                  <a:lnTo>
                    <a:pt x="1296" y="281"/>
                  </a:lnTo>
                  <a:lnTo>
                    <a:pt x="1298" y="284"/>
                  </a:lnTo>
                  <a:lnTo>
                    <a:pt x="1302" y="288"/>
                  </a:lnTo>
                  <a:lnTo>
                    <a:pt x="1304" y="293"/>
                  </a:lnTo>
                  <a:lnTo>
                    <a:pt x="1302" y="296"/>
                  </a:lnTo>
                  <a:lnTo>
                    <a:pt x="1296" y="297"/>
                  </a:lnTo>
                  <a:lnTo>
                    <a:pt x="1291" y="298"/>
                  </a:lnTo>
                  <a:lnTo>
                    <a:pt x="1287" y="300"/>
                  </a:lnTo>
                  <a:lnTo>
                    <a:pt x="1285" y="302"/>
                  </a:lnTo>
                  <a:lnTo>
                    <a:pt x="1282" y="305"/>
                  </a:lnTo>
                  <a:lnTo>
                    <a:pt x="1278" y="306"/>
                  </a:lnTo>
                  <a:lnTo>
                    <a:pt x="1273" y="306"/>
                  </a:lnTo>
                  <a:lnTo>
                    <a:pt x="1269" y="305"/>
                  </a:lnTo>
                  <a:lnTo>
                    <a:pt x="1265" y="304"/>
                  </a:lnTo>
                  <a:lnTo>
                    <a:pt x="1261" y="305"/>
                  </a:lnTo>
                  <a:lnTo>
                    <a:pt x="1257" y="305"/>
                  </a:lnTo>
                  <a:lnTo>
                    <a:pt x="1254" y="305"/>
                  </a:lnTo>
                  <a:lnTo>
                    <a:pt x="1250" y="304"/>
                  </a:lnTo>
                  <a:lnTo>
                    <a:pt x="1245" y="305"/>
                  </a:lnTo>
                  <a:lnTo>
                    <a:pt x="1239" y="307"/>
                  </a:lnTo>
                  <a:lnTo>
                    <a:pt x="1232" y="309"/>
                  </a:lnTo>
                  <a:lnTo>
                    <a:pt x="1226" y="307"/>
                  </a:lnTo>
                  <a:lnTo>
                    <a:pt x="1224" y="303"/>
                  </a:lnTo>
                  <a:lnTo>
                    <a:pt x="1225" y="298"/>
                  </a:lnTo>
                  <a:lnTo>
                    <a:pt x="1225" y="293"/>
                  </a:lnTo>
                  <a:lnTo>
                    <a:pt x="1222" y="291"/>
                  </a:lnTo>
                  <a:lnTo>
                    <a:pt x="1218" y="289"/>
                  </a:lnTo>
                  <a:lnTo>
                    <a:pt x="1213" y="287"/>
                  </a:lnTo>
                  <a:lnTo>
                    <a:pt x="1210" y="285"/>
                  </a:lnTo>
                  <a:lnTo>
                    <a:pt x="1208" y="282"/>
                  </a:lnTo>
                  <a:lnTo>
                    <a:pt x="1206" y="279"/>
                  </a:lnTo>
                  <a:lnTo>
                    <a:pt x="1202" y="276"/>
                  </a:lnTo>
                  <a:lnTo>
                    <a:pt x="1199" y="273"/>
                  </a:lnTo>
                  <a:lnTo>
                    <a:pt x="1198" y="270"/>
                  </a:lnTo>
                  <a:lnTo>
                    <a:pt x="1200" y="267"/>
                  </a:lnTo>
                  <a:lnTo>
                    <a:pt x="1202" y="264"/>
                  </a:lnTo>
                  <a:lnTo>
                    <a:pt x="1202" y="261"/>
                  </a:lnTo>
                  <a:lnTo>
                    <a:pt x="1201" y="257"/>
                  </a:lnTo>
                  <a:lnTo>
                    <a:pt x="1203" y="254"/>
                  </a:lnTo>
                  <a:lnTo>
                    <a:pt x="1208" y="252"/>
                  </a:lnTo>
                  <a:lnTo>
                    <a:pt x="1216" y="252"/>
                  </a:lnTo>
                  <a:lnTo>
                    <a:pt x="1223" y="253"/>
                  </a:lnTo>
                  <a:lnTo>
                    <a:pt x="1227" y="251"/>
                  </a:lnTo>
                  <a:lnTo>
                    <a:pt x="1229" y="248"/>
                  </a:lnTo>
                  <a:lnTo>
                    <a:pt x="1230" y="243"/>
                  </a:lnTo>
                  <a:lnTo>
                    <a:pt x="1234" y="240"/>
                  </a:lnTo>
                  <a:lnTo>
                    <a:pt x="1239" y="238"/>
                  </a:lnTo>
                  <a:lnTo>
                    <a:pt x="1245" y="237"/>
                  </a:lnTo>
                  <a:lnTo>
                    <a:pt x="1250" y="236"/>
                  </a:lnTo>
                  <a:lnTo>
                    <a:pt x="1256" y="235"/>
                  </a:lnTo>
                  <a:lnTo>
                    <a:pt x="1262" y="236"/>
                  </a:lnTo>
                  <a:lnTo>
                    <a:pt x="1267" y="239"/>
                  </a:lnTo>
                  <a:lnTo>
                    <a:pt x="1272" y="242"/>
                  </a:lnTo>
                  <a:lnTo>
                    <a:pt x="1276" y="244"/>
                  </a:lnTo>
                  <a:lnTo>
                    <a:pt x="1281" y="244"/>
                  </a:lnTo>
                  <a:lnTo>
                    <a:pt x="1287" y="243"/>
                  </a:lnTo>
                  <a:lnTo>
                    <a:pt x="1291" y="244"/>
                  </a:lnTo>
                  <a:lnTo>
                    <a:pt x="1294" y="247"/>
                  </a:lnTo>
                  <a:lnTo>
                    <a:pt x="1295" y="250"/>
                  </a:lnTo>
                  <a:lnTo>
                    <a:pt x="1297" y="253"/>
                  </a:lnTo>
                  <a:lnTo>
                    <a:pt x="1302" y="254"/>
                  </a:lnTo>
                  <a:lnTo>
                    <a:pt x="1308" y="254"/>
                  </a:lnTo>
                  <a:lnTo>
                    <a:pt x="1313" y="256"/>
                  </a:lnTo>
                  <a:lnTo>
                    <a:pt x="1315" y="259"/>
                  </a:lnTo>
                  <a:lnTo>
                    <a:pt x="1313" y="263"/>
                  </a:lnTo>
                  <a:lnTo>
                    <a:pt x="1311" y="267"/>
                  </a:lnTo>
                  <a:lnTo>
                    <a:pt x="1309" y="270"/>
                  </a:lnTo>
                  <a:close/>
                </a:path>
              </a:pathLst>
            </a:custGeom>
            <a:solidFill>
              <a:srgbClr val="86D1BC">
                <a:alpha val="9600"/>
              </a:srgbClr>
            </a:solidFill>
            <a:ln>
              <a:noFill/>
            </a:ln>
          </p:spPr>
          <p:txBody>
            <a:bodyPr anchor="ctr"/>
            <a:lstStyle/>
            <a:p>
              <a:pPr algn="ctr">
                <a:buNone/>
              </a:pPr>
            </a:p>
          </p:txBody>
        </p:sp>
        <p:sp>
          <p:nvSpPr>
            <p:cNvPr id="2925" name="addition:input:48"/>
            <p:cNvSpPr>
              <a:spLocks noGrp="1"/>
            </p:cNvSpPr>
            <p:nvPr/>
          </p:nvSpPr>
          <p:spPr>
            <a:xfrm>
              <a:off x="209550" y="5438775"/>
              <a:ext cx="2197303" cy="596097"/>
            </a:xfrm>
            <a:custGeom>
              <a:avLst/>
              <a:gdLst/>
              <a:ahLst/>
              <a:cxnLst/>
              <a:rect l="l" t="t" r="r" b="b"/>
              <a:pathLst>
                <a:path w="1335" h="318">
                  <a:moveTo>
                    <a:pt x="0" y="0"/>
                  </a:moveTo>
                  <a:moveTo>
                    <a:pt x="1329" y="267"/>
                  </a:moveTo>
                  <a:lnTo>
                    <a:pt x="1330" y="272"/>
                  </a:lnTo>
                  <a:lnTo>
                    <a:pt x="1327" y="276"/>
                  </a:lnTo>
                  <a:lnTo>
                    <a:pt x="1320" y="280"/>
                  </a:lnTo>
                  <a:lnTo>
                    <a:pt x="1312" y="282"/>
                  </a:lnTo>
                  <a:lnTo>
                    <a:pt x="1308" y="286"/>
                  </a:lnTo>
                  <a:lnTo>
                    <a:pt x="1307" y="290"/>
                  </a:lnTo>
                  <a:lnTo>
                    <a:pt x="1307" y="295"/>
                  </a:lnTo>
                  <a:lnTo>
                    <a:pt x="1305" y="300"/>
                  </a:lnTo>
                  <a:lnTo>
                    <a:pt x="1301" y="304"/>
                  </a:lnTo>
                  <a:lnTo>
                    <a:pt x="1298" y="309"/>
                  </a:lnTo>
                  <a:lnTo>
                    <a:pt x="1294" y="314"/>
                  </a:lnTo>
                  <a:lnTo>
                    <a:pt x="1289" y="318"/>
                  </a:lnTo>
                  <a:lnTo>
                    <a:pt x="1282" y="318"/>
                  </a:lnTo>
                  <a:lnTo>
                    <a:pt x="1273" y="314"/>
                  </a:lnTo>
                  <a:lnTo>
                    <a:pt x="1266" y="310"/>
                  </a:lnTo>
                  <a:lnTo>
                    <a:pt x="1261" y="308"/>
                  </a:lnTo>
                  <a:lnTo>
                    <a:pt x="1257" y="310"/>
                  </a:lnTo>
                  <a:lnTo>
                    <a:pt x="1252" y="314"/>
                  </a:lnTo>
                  <a:lnTo>
                    <a:pt x="1246" y="317"/>
                  </a:lnTo>
                  <a:lnTo>
                    <a:pt x="1240" y="317"/>
                  </a:lnTo>
                  <a:lnTo>
                    <a:pt x="1236" y="314"/>
                  </a:lnTo>
                  <a:lnTo>
                    <a:pt x="1231" y="312"/>
                  </a:lnTo>
                  <a:lnTo>
                    <a:pt x="1225" y="311"/>
                  </a:lnTo>
                  <a:lnTo>
                    <a:pt x="1218" y="311"/>
                  </a:lnTo>
                  <a:lnTo>
                    <a:pt x="1212" y="309"/>
                  </a:lnTo>
                  <a:lnTo>
                    <a:pt x="1208" y="305"/>
                  </a:lnTo>
                  <a:lnTo>
                    <a:pt x="1205" y="301"/>
                  </a:lnTo>
                  <a:lnTo>
                    <a:pt x="1201" y="297"/>
                  </a:lnTo>
                  <a:lnTo>
                    <a:pt x="1196" y="293"/>
                  </a:lnTo>
                  <a:lnTo>
                    <a:pt x="1194" y="289"/>
                  </a:lnTo>
                  <a:lnTo>
                    <a:pt x="1195" y="284"/>
                  </a:lnTo>
                  <a:lnTo>
                    <a:pt x="1199" y="278"/>
                  </a:lnTo>
                  <a:lnTo>
                    <a:pt x="1200" y="274"/>
                  </a:lnTo>
                  <a:lnTo>
                    <a:pt x="1195" y="271"/>
                  </a:lnTo>
                  <a:lnTo>
                    <a:pt x="1185" y="267"/>
                  </a:lnTo>
                  <a:lnTo>
                    <a:pt x="1175" y="262"/>
                  </a:lnTo>
                  <a:lnTo>
                    <a:pt x="1171" y="257"/>
                  </a:lnTo>
                  <a:lnTo>
                    <a:pt x="1174" y="252"/>
                  </a:lnTo>
                  <a:lnTo>
                    <a:pt x="1180" y="248"/>
                  </a:lnTo>
                  <a:lnTo>
                    <a:pt x="1184" y="245"/>
                  </a:lnTo>
                  <a:lnTo>
                    <a:pt x="1188" y="241"/>
                  </a:lnTo>
                  <a:lnTo>
                    <a:pt x="1192" y="238"/>
                  </a:lnTo>
                  <a:lnTo>
                    <a:pt x="1197" y="236"/>
                  </a:lnTo>
                  <a:lnTo>
                    <a:pt x="1204" y="234"/>
                  </a:lnTo>
                  <a:lnTo>
                    <a:pt x="1208" y="232"/>
                  </a:lnTo>
                  <a:lnTo>
                    <a:pt x="1212" y="228"/>
                  </a:lnTo>
                  <a:lnTo>
                    <a:pt x="1216" y="223"/>
                  </a:lnTo>
                  <a:lnTo>
                    <a:pt x="1222" y="221"/>
                  </a:lnTo>
                  <a:lnTo>
                    <a:pt x="1229" y="221"/>
                  </a:lnTo>
                  <a:lnTo>
                    <a:pt x="1237" y="222"/>
                  </a:lnTo>
                  <a:lnTo>
                    <a:pt x="1244" y="220"/>
                  </a:lnTo>
                  <a:lnTo>
                    <a:pt x="1250" y="216"/>
                  </a:lnTo>
                  <a:lnTo>
                    <a:pt x="1258" y="211"/>
                  </a:lnTo>
                  <a:lnTo>
                    <a:pt x="1267" y="209"/>
                  </a:lnTo>
                  <a:lnTo>
                    <a:pt x="1275" y="212"/>
                  </a:lnTo>
                  <a:lnTo>
                    <a:pt x="1281" y="219"/>
                  </a:lnTo>
                  <a:lnTo>
                    <a:pt x="1285" y="225"/>
                  </a:lnTo>
                  <a:lnTo>
                    <a:pt x="1290" y="228"/>
                  </a:lnTo>
                  <a:lnTo>
                    <a:pt x="1295" y="230"/>
                  </a:lnTo>
                  <a:lnTo>
                    <a:pt x="1301" y="232"/>
                  </a:lnTo>
                  <a:lnTo>
                    <a:pt x="1306" y="235"/>
                  </a:lnTo>
                  <a:lnTo>
                    <a:pt x="1311" y="237"/>
                  </a:lnTo>
                  <a:lnTo>
                    <a:pt x="1319" y="238"/>
                  </a:lnTo>
                  <a:lnTo>
                    <a:pt x="1328" y="239"/>
                  </a:lnTo>
                  <a:lnTo>
                    <a:pt x="1334" y="242"/>
                  </a:lnTo>
                  <a:lnTo>
                    <a:pt x="1335" y="247"/>
                  </a:lnTo>
                  <a:lnTo>
                    <a:pt x="1331" y="253"/>
                  </a:lnTo>
                  <a:lnTo>
                    <a:pt x="1326" y="258"/>
                  </a:lnTo>
                  <a:lnTo>
                    <a:pt x="1326" y="263"/>
                  </a:lnTo>
                  <a:close/>
                </a:path>
              </a:pathLst>
            </a:custGeom>
            <a:solidFill>
              <a:srgbClr val="56BFA2">
                <a:alpha val="11100"/>
              </a:srgbClr>
            </a:solidFill>
            <a:ln>
              <a:noFill/>
            </a:ln>
          </p:spPr>
          <p:txBody>
            <a:bodyPr anchor="ctr"/>
            <a:lstStyle/>
            <a:p>
              <a:pPr algn="ctr">
                <a:buNone/>
              </a:pPr>
            </a:p>
          </p:txBody>
        </p:sp>
        <p:sp>
          <p:nvSpPr>
            <p:cNvPr id="2926" name="addition:input:49"/>
            <p:cNvSpPr>
              <a:spLocks noGrp="1"/>
            </p:cNvSpPr>
            <p:nvPr/>
          </p:nvSpPr>
          <p:spPr>
            <a:xfrm>
              <a:off x="209550" y="5438775"/>
              <a:ext cx="2080443" cy="526740"/>
            </a:xfrm>
            <a:custGeom>
              <a:avLst/>
              <a:gdLst/>
              <a:ahLst/>
              <a:cxnLst/>
              <a:rect l="l" t="t" r="r" b="b"/>
              <a:pathLst>
                <a:path w="1264" h="281">
                  <a:moveTo>
                    <a:pt x="0" y="0"/>
                  </a:moveTo>
                  <a:moveTo>
                    <a:pt x="1263" y="253"/>
                  </a:moveTo>
                  <a:lnTo>
                    <a:pt x="1264" y="256"/>
                  </a:lnTo>
                  <a:lnTo>
                    <a:pt x="1263" y="258"/>
                  </a:lnTo>
                  <a:lnTo>
                    <a:pt x="1260" y="260"/>
                  </a:lnTo>
                  <a:lnTo>
                    <a:pt x="1258" y="262"/>
                  </a:lnTo>
                  <a:lnTo>
                    <a:pt x="1257" y="264"/>
                  </a:lnTo>
                  <a:lnTo>
                    <a:pt x="1257" y="267"/>
                  </a:lnTo>
                  <a:lnTo>
                    <a:pt x="1256" y="269"/>
                  </a:lnTo>
                  <a:lnTo>
                    <a:pt x="1253" y="270"/>
                  </a:lnTo>
                  <a:lnTo>
                    <a:pt x="1248" y="270"/>
                  </a:lnTo>
                  <a:lnTo>
                    <a:pt x="1245" y="270"/>
                  </a:lnTo>
                  <a:lnTo>
                    <a:pt x="1242" y="271"/>
                  </a:lnTo>
                  <a:lnTo>
                    <a:pt x="1241" y="274"/>
                  </a:lnTo>
                  <a:lnTo>
                    <a:pt x="1239" y="277"/>
                  </a:lnTo>
                  <a:lnTo>
                    <a:pt x="1236" y="279"/>
                  </a:lnTo>
                  <a:lnTo>
                    <a:pt x="1233" y="280"/>
                  </a:lnTo>
                  <a:lnTo>
                    <a:pt x="1229" y="281"/>
                  </a:lnTo>
                  <a:lnTo>
                    <a:pt x="1226" y="281"/>
                  </a:lnTo>
                  <a:lnTo>
                    <a:pt x="1222" y="281"/>
                  </a:lnTo>
                  <a:lnTo>
                    <a:pt x="1218" y="279"/>
                  </a:lnTo>
                  <a:lnTo>
                    <a:pt x="1216" y="277"/>
                  </a:lnTo>
                  <a:lnTo>
                    <a:pt x="1214" y="274"/>
                  </a:lnTo>
                  <a:lnTo>
                    <a:pt x="1211" y="273"/>
                  </a:lnTo>
                  <a:lnTo>
                    <a:pt x="1208" y="273"/>
                  </a:lnTo>
                  <a:lnTo>
                    <a:pt x="1204" y="274"/>
                  </a:lnTo>
                  <a:lnTo>
                    <a:pt x="1201" y="274"/>
                  </a:lnTo>
                  <a:lnTo>
                    <a:pt x="1199" y="272"/>
                  </a:lnTo>
                  <a:lnTo>
                    <a:pt x="1199" y="269"/>
                  </a:lnTo>
                  <a:lnTo>
                    <a:pt x="1198" y="267"/>
                  </a:lnTo>
                  <a:lnTo>
                    <a:pt x="1195" y="266"/>
                  </a:lnTo>
                  <a:lnTo>
                    <a:pt x="1192" y="265"/>
                  </a:lnTo>
                  <a:lnTo>
                    <a:pt x="1190" y="263"/>
                  </a:lnTo>
                  <a:lnTo>
                    <a:pt x="1190" y="261"/>
                  </a:lnTo>
                  <a:lnTo>
                    <a:pt x="1191" y="258"/>
                  </a:lnTo>
                  <a:lnTo>
                    <a:pt x="1193" y="256"/>
                  </a:lnTo>
                  <a:lnTo>
                    <a:pt x="1194" y="253"/>
                  </a:lnTo>
                  <a:lnTo>
                    <a:pt x="1195" y="251"/>
                  </a:lnTo>
                  <a:lnTo>
                    <a:pt x="1198" y="249"/>
                  </a:lnTo>
                  <a:lnTo>
                    <a:pt x="1200" y="248"/>
                  </a:lnTo>
                  <a:lnTo>
                    <a:pt x="1201" y="246"/>
                  </a:lnTo>
                  <a:lnTo>
                    <a:pt x="1200" y="243"/>
                  </a:lnTo>
                  <a:lnTo>
                    <a:pt x="1198" y="240"/>
                  </a:lnTo>
                  <a:lnTo>
                    <a:pt x="1197" y="236"/>
                  </a:lnTo>
                  <a:lnTo>
                    <a:pt x="1198" y="234"/>
                  </a:lnTo>
                  <a:lnTo>
                    <a:pt x="1202" y="233"/>
                  </a:lnTo>
                  <a:lnTo>
                    <a:pt x="1206" y="233"/>
                  </a:lnTo>
                  <a:lnTo>
                    <a:pt x="1209" y="233"/>
                  </a:lnTo>
                  <a:lnTo>
                    <a:pt x="1211" y="231"/>
                  </a:lnTo>
                  <a:lnTo>
                    <a:pt x="1213" y="230"/>
                  </a:lnTo>
                  <a:lnTo>
                    <a:pt x="1215" y="230"/>
                  </a:lnTo>
                  <a:lnTo>
                    <a:pt x="1218" y="230"/>
                  </a:lnTo>
                  <a:lnTo>
                    <a:pt x="1220" y="230"/>
                  </a:lnTo>
                  <a:lnTo>
                    <a:pt x="1222" y="230"/>
                  </a:lnTo>
                  <a:lnTo>
                    <a:pt x="1225" y="229"/>
                  </a:lnTo>
                  <a:lnTo>
                    <a:pt x="1228" y="229"/>
                  </a:lnTo>
                  <a:lnTo>
                    <a:pt x="1230" y="229"/>
                  </a:lnTo>
                  <a:lnTo>
                    <a:pt x="1232" y="230"/>
                  </a:lnTo>
                  <a:lnTo>
                    <a:pt x="1235" y="230"/>
                  </a:lnTo>
                  <a:lnTo>
                    <a:pt x="1240" y="229"/>
                  </a:lnTo>
                  <a:lnTo>
                    <a:pt x="1244" y="229"/>
                  </a:lnTo>
                  <a:lnTo>
                    <a:pt x="1247" y="230"/>
                  </a:lnTo>
                  <a:lnTo>
                    <a:pt x="1248" y="233"/>
                  </a:lnTo>
                  <a:lnTo>
                    <a:pt x="1247" y="237"/>
                  </a:lnTo>
                  <a:lnTo>
                    <a:pt x="1247" y="240"/>
                  </a:lnTo>
                  <a:lnTo>
                    <a:pt x="1248" y="242"/>
                  </a:lnTo>
                  <a:lnTo>
                    <a:pt x="1251" y="243"/>
                  </a:lnTo>
                  <a:lnTo>
                    <a:pt x="1254" y="245"/>
                  </a:lnTo>
                  <a:lnTo>
                    <a:pt x="1256" y="247"/>
                  </a:lnTo>
                  <a:lnTo>
                    <a:pt x="1258" y="249"/>
                  </a:lnTo>
                  <a:lnTo>
                    <a:pt x="1260" y="251"/>
                  </a:lnTo>
                  <a:close/>
                </a:path>
              </a:pathLst>
            </a:custGeom>
            <a:solidFill>
              <a:srgbClr val="41B796">
                <a:alpha val="10800"/>
              </a:srgbClr>
            </a:solidFill>
            <a:ln>
              <a:noFill/>
            </a:ln>
          </p:spPr>
          <p:txBody>
            <a:bodyPr anchor="ctr"/>
            <a:lstStyle/>
            <a:p>
              <a:pPr algn="ctr">
                <a:buNone/>
              </a:pPr>
            </a:p>
          </p:txBody>
        </p:sp>
        <p:sp>
          <p:nvSpPr>
            <p:cNvPr id="2927" name="addition:input:50"/>
            <p:cNvSpPr>
              <a:spLocks noGrp="1"/>
            </p:cNvSpPr>
            <p:nvPr/>
          </p:nvSpPr>
          <p:spPr>
            <a:xfrm>
              <a:off x="209550" y="5438775"/>
              <a:ext cx="2147926" cy="498622"/>
            </a:xfrm>
            <a:custGeom>
              <a:avLst/>
              <a:gdLst/>
              <a:ahLst/>
              <a:cxnLst/>
              <a:rect l="l" t="t" r="r" b="b"/>
              <a:pathLst>
                <a:path w="1305" h="266">
                  <a:moveTo>
                    <a:pt x="0" y="0"/>
                  </a:moveTo>
                  <a:moveTo>
                    <a:pt x="1299" y="246"/>
                  </a:moveTo>
                  <a:lnTo>
                    <a:pt x="1302" y="247"/>
                  </a:lnTo>
                  <a:lnTo>
                    <a:pt x="1304" y="250"/>
                  </a:lnTo>
                  <a:lnTo>
                    <a:pt x="1305" y="252"/>
                  </a:lnTo>
                  <a:lnTo>
                    <a:pt x="1303" y="253"/>
                  </a:lnTo>
                  <a:lnTo>
                    <a:pt x="1299" y="254"/>
                  </a:lnTo>
                  <a:lnTo>
                    <a:pt x="1296" y="255"/>
                  </a:lnTo>
                  <a:lnTo>
                    <a:pt x="1294" y="256"/>
                  </a:lnTo>
                  <a:lnTo>
                    <a:pt x="1293" y="257"/>
                  </a:lnTo>
                  <a:lnTo>
                    <a:pt x="1293" y="259"/>
                  </a:lnTo>
                  <a:lnTo>
                    <a:pt x="1291" y="260"/>
                  </a:lnTo>
                  <a:lnTo>
                    <a:pt x="1288" y="261"/>
                  </a:lnTo>
                  <a:lnTo>
                    <a:pt x="1286" y="262"/>
                  </a:lnTo>
                  <a:lnTo>
                    <a:pt x="1284" y="263"/>
                  </a:lnTo>
                  <a:lnTo>
                    <a:pt x="1282" y="264"/>
                  </a:lnTo>
                  <a:lnTo>
                    <a:pt x="1279" y="265"/>
                  </a:lnTo>
                  <a:lnTo>
                    <a:pt x="1276" y="265"/>
                  </a:lnTo>
                  <a:lnTo>
                    <a:pt x="1274" y="265"/>
                  </a:lnTo>
                  <a:lnTo>
                    <a:pt x="1271" y="265"/>
                  </a:lnTo>
                  <a:lnTo>
                    <a:pt x="1268" y="266"/>
                  </a:lnTo>
                  <a:lnTo>
                    <a:pt x="1265" y="266"/>
                  </a:lnTo>
                  <a:lnTo>
                    <a:pt x="1262" y="265"/>
                  </a:lnTo>
                  <a:lnTo>
                    <a:pt x="1261" y="262"/>
                  </a:lnTo>
                  <a:lnTo>
                    <a:pt x="1260" y="260"/>
                  </a:lnTo>
                  <a:lnTo>
                    <a:pt x="1259" y="258"/>
                  </a:lnTo>
                  <a:lnTo>
                    <a:pt x="1256" y="259"/>
                  </a:lnTo>
                  <a:lnTo>
                    <a:pt x="1253" y="259"/>
                  </a:lnTo>
                  <a:lnTo>
                    <a:pt x="1250" y="259"/>
                  </a:lnTo>
                  <a:lnTo>
                    <a:pt x="1248" y="258"/>
                  </a:lnTo>
                  <a:lnTo>
                    <a:pt x="1247" y="256"/>
                  </a:lnTo>
                  <a:lnTo>
                    <a:pt x="1245" y="255"/>
                  </a:lnTo>
                  <a:lnTo>
                    <a:pt x="1244" y="253"/>
                  </a:lnTo>
                  <a:lnTo>
                    <a:pt x="1244" y="251"/>
                  </a:lnTo>
                  <a:lnTo>
                    <a:pt x="1246" y="249"/>
                  </a:lnTo>
                  <a:lnTo>
                    <a:pt x="1248" y="247"/>
                  </a:lnTo>
                  <a:lnTo>
                    <a:pt x="1249" y="246"/>
                  </a:lnTo>
                  <a:lnTo>
                    <a:pt x="1249" y="244"/>
                  </a:lnTo>
                  <a:lnTo>
                    <a:pt x="1248" y="242"/>
                  </a:lnTo>
                  <a:lnTo>
                    <a:pt x="1248" y="240"/>
                  </a:lnTo>
                  <a:lnTo>
                    <a:pt x="1250" y="239"/>
                  </a:lnTo>
                  <a:lnTo>
                    <a:pt x="1253" y="238"/>
                  </a:lnTo>
                  <a:lnTo>
                    <a:pt x="1255" y="237"/>
                  </a:lnTo>
                  <a:lnTo>
                    <a:pt x="1255" y="235"/>
                  </a:lnTo>
                  <a:lnTo>
                    <a:pt x="1254" y="233"/>
                  </a:lnTo>
                  <a:lnTo>
                    <a:pt x="1254" y="230"/>
                  </a:lnTo>
                  <a:lnTo>
                    <a:pt x="1256" y="228"/>
                  </a:lnTo>
                  <a:lnTo>
                    <a:pt x="1258" y="228"/>
                  </a:lnTo>
                  <a:lnTo>
                    <a:pt x="1261" y="228"/>
                  </a:lnTo>
                  <a:lnTo>
                    <a:pt x="1263" y="228"/>
                  </a:lnTo>
                  <a:lnTo>
                    <a:pt x="1265" y="228"/>
                  </a:lnTo>
                  <a:lnTo>
                    <a:pt x="1268" y="228"/>
                  </a:lnTo>
                  <a:lnTo>
                    <a:pt x="1270" y="229"/>
                  </a:lnTo>
                  <a:lnTo>
                    <a:pt x="1271" y="230"/>
                  </a:lnTo>
                  <a:lnTo>
                    <a:pt x="1273" y="229"/>
                  </a:lnTo>
                  <a:lnTo>
                    <a:pt x="1275" y="227"/>
                  </a:lnTo>
                  <a:lnTo>
                    <a:pt x="1278" y="225"/>
                  </a:lnTo>
                  <a:lnTo>
                    <a:pt x="1280" y="225"/>
                  </a:lnTo>
                  <a:lnTo>
                    <a:pt x="1282" y="227"/>
                  </a:lnTo>
                  <a:lnTo>
                    <a:pt x="1283" y="229"/>
                  </a:lnTo>
                  <a:lnTo>
                    <a:pt x="1285" y="230"/>
                  </a:lnTo>
                  <a:lnTo>
                    <a:pt x="1288" y="230"/>
                  </a:lnTo>
                  <a:lnTo>
                    <a:pt x="1290" y="231"/>
                  </a:lnTo>
                  <a:lnTo>
                    <a:pt x="1292" y="232"/>
                  </a:lnTo>
                  <a:lnTo>
                    <a:pt x="1293" y="234"/>
                  </a:lnTo>
                  <a:lnTo>
                    <a:pt x="1293" y="236"/>
                  </a:lnTo>
                  <a:lnTo>
                    <a:pt x="1294" y="238"/>
                  </a:lnTo>
                  <a:lnTo>
                    <a:pt x="1295" y="239"/>
                  </a:lnTo>
                  <a:lnTo>
                    <a:pt x="1296" y="241"/>
                  </a:lnTo>
                  <a:lnTo>
                    <a:pt x="1297" y="243"/>
                  </a:lnTo>
                  <a:lnTo>
                    <a:pt x="1297" y="244"/>
                  </a:lnTo>
                  <a:close/>
                </a:path>
              </a:pathLst>
            </a:custGeom>
            <a:solidFill>
              <a:srgbClr val="41B796">
                <a:alpha val="10800"/>
              </a:srgbClr>
            </a:solidFill>
            <a:ln>
              <a:noFill/>
            </a:ln>
          </p:spPr>
          <p:txBody>
            <a:bodyPr anchor="ctr"/>
            <a:lstStyle/>
            <a:p>
              <a:pPr algn="ctr">
                <a:buNone/>
              </a:pPr>
            </a:p>
          </p:txBody>
        </p:sp>
        <p:sp>
          <p:nvSpPr>
            <p:cNvPr id="2928" name="addition:input:51"/>
            <p:cNvSpPr>
              <a:spLocks noGrp="1"/>
            </p:cNvSpPr>
            <p:nvPr/>
          </p:nvSpPr>
          <p:spPr>
            <a:xfrm>
              <a:off x="209550" y="5438775"/>
              <a:ext cx="2200595" cy="573603"/>
            </a:xfrm>
            <a:custGeom>
              <a:avLst/>
              <a:gdLst/>
              <a:ahLst/>
              <a:cxnLst/>
              <a:rect l="l" t="t" r="r" b="b"/>
              <a:pathLst>
                <a:path w="1337" h="306">
                  <a:moveTo>
                    <a:pt x="0" y="0"/>
                  </a:moveTo>
                  <a:moveTo>
                    <a:pt x="1334" y="279"/>
                  </a:moveTo>
                  <a:lnTo>
                    <a:pt x="1329" y="281"/>
                  </a:lnTo>
                  <a:lnTo>
                    <a:pt x="1324" y="283"/>
                  </a:lnTo>
                  <a:lnTo>
                    <a:pt x="1322" y="285"/>
                  </a:lnTo>
                  <a:lnTo>
                    <a:pt x="1323" y="287"/>
                  </a:lnTo>
                  <a:lnTo>
                    <a:pt x="1323" y="290"/>
                  </a:lnTo>
                  <a:lnTo>
                    <a:pt x="1322" y="292"/>
                  </a:lnTo>
                  <a:lnTo>
                    <a:pt x="1320" y="294"/>
                  </a:lnTo>
                  <a:lnTo>
                    <a:pt x="1318" y="296"/>
                  </a:lnTo>
                  <a:lnTo>
                    <a:pt x="1317" y="298"/>
                  </a:lnTo>
                  <a:lnTo>
                    <a:pt x="1315" y="300"/>
                  </a:lnTo>
                  <a:lnTo>
                    <a:pt x="1312" y="302"/>
                  </a:lnTo>
                  <a:lnTo>
                    <a:pt x="1308" y="302"/>
                  </a:lnTo>
                  <a:lnTo>
                    <a:pt x="1305" y="302"/>
                  </a:lnTo>
                  <a:lnTo>
                    <a:pt x="1302" y="303"/>
                  </a:lnTo>
                  <a:lnTo>
                    <a:pt x="1300" y="305"/>
                  </a:lnTo>
                  <a:lnTo>
                    <a:pt x="1297" y="306"/>
                  </a:lnTo>
                  <a:lnTo>
                    <a:pt x="1294" y="305"/>
                  </a:lnTo>
                  <a:lnTo>
                    <a:pt x="1291" y="303"/>
                  </a:lnTo>
                  <a:lnTo>
                    <a:pt x="1289" y="300"/>
                  </a:lnTo>
                  <a:lnTo>
                    <a:pt x="1287" y="299"/>
                  </a:lnTo>
                  <a:lnTo>
                    <a:pt x="1284" y="301"/>
                  </a:lnTo>
                  <a:lnTo>
                    <a:pt x="1281" y="303"/>
                  </a:lnTo>
                  <a:lnTo>
                    <a:pt x="1277" y="304"/>
                  </a:lnTo>
                  <a:lnTo>
                    <a:pt x="1274" y="303"/>
                  </a:lnTo>
                  <a:lnTo>
                    <a:pt x="1271" y="301"/>
                  </a:lnTo>
                  <a:lnTo>
                    <a:pt x="1270" y="299"/>
                  </a:lnTo>
                  <a:lnTo>
                    <a:pt x="1268" y="297"/>
                  </a:lnTo>
                  <a:lnTo>
                    <a:pt x="1267" y="295"/>
                  </a:lnTo>
                  <a:lnTo>
                    <a:pt x="1267" y="292"/>
                  </a:lnTo>
                  <a:lnTo>
                    <a:pt x="1268" y="289"/>
                  </a:lnTo>
                  <a:lnTo>
                    <a:pt x="1268" y="287"/>
                  </a:lnTo>
                  <a:lnTo>
                    <a:pt x="1265" y="285"/>
                  </a:lnTo>
                  <a:lnTo>
                    <a:pt x="1261" y="284"/>
                  </a:lnTo>
                  <a:lnTo>
                    <a:pt x="1259" y="282"/>
                  </a:lnTo>
                  <a:lnTo>
                    <a:pt x="1259" y="279"/>
                  </a:lnTo>
                  <a:lnTo>
                    <a:pt x="1261" y="277"/>
                  </a:lnTo>
                  <a:lnTo>
                    <a:pt x="1262" y="275"/>
                  </a:lnTo>
                  <a:lnTo>
                    <a:pt x="1260" y="273"/>
                  </a:lnTo>
                  <a:lnTo>
                    <a:pt x="1258" y="270"/>
                  </a:lnTo>
                  <a:lnTo>
                    <a:pt x="1256" y="267"/>
                  </a:lnTo>
                  <a:lnTo>
                    <a:pt x="1258" y="265"/>
                  </a:lnTo>
                  <a:lnTo>
                    <a:pt x="1261" y="263"/>
                  </a:lnTo>
                  <a:lnTo>
                    <a:pt x="1264" y="262"/>
                  </a:lnTo>
                  <a:lnTo>
                    <a:pt x="1268" y="262"/>
                  </a:lnTo>
                  <a:lnTo>
                    <a:pt x="1270" y="261"/>
                  </a:lnTo>
                  <a:lnTo>
                    <a:pt x="1273" y="260"/>
                  </a:lnTo>
                  <a:lnTo>
                    <a:pt x="1276" y="260"/>
                  </a:lnTo>
                  <a:lnTo>
                    <a:pt x="1279" y="259"/>
                  </a:lnTo>
                  <a:lnTo>
                    <a:pt x="1281" y="257"/>
                  </a:lnTo>
                  <a:lnTo>
                    <a:pt x="1283" y="254"/>
                  </a:lnTo>
                  <a:lnTo>
                    <a:pt x="1286" y="251"/>
                  </a:lnTo>
                  <a:lnTo>
                    <a:pt x="1290" y="250"/>
                  </a:lnTo>
                  <a:lnTo>
                    <a:pt x="1294" y="251"/>
                  </a:lnTo>
                  <a:lnTo>
                    <a:pt x="1298" y="254"/>
                  </a:lnTo>
                  <a:lnTo>
                    <a:pt x="1301" y="255"/>
                  </a:lnTo>
                  <a:lnTo>
                    <a:pt x="1305" y="256"/>
                  </a:lnTo>
                  <a:lnTo>
                    <a:pt x="1309" y="256"/>
                  </a:lnTo>
                  <a:lnTo>
                    <a:pt x="1312" y="256"/>
                  </a:lnTo>
                  <a:lnTo>
                    <a:pt x="1315" y="259"/>
                  </a:lnTo>
                  <a:lnTo>
                    <a:pt x="1317" y="261"/>
                  </a:lnTo>
                  <a:lnTo>
                    <a:pt x="1319" y="263"/>
                  </a:lnTo>
                  <a:lnTo>
                    <a:pt x="1321" y="264"/>
                  </a:lnTo>
                  <a:lnTo>
                    <a:pt x="1324" y="265"/>
                  </a:lnTo>
                  <a:lnTo>
                    <a:pt x="1326" y="267"/>
                  </a:lnTo>
                  <a:lnTo>
                    <a:pt x="1328" y="269"/>
                  </a:lnTo>
                  <a:lnTo>
                    <a:pt x="1330" y="270"/>
                  </a:lnTo>
                  <a:lnTo>
                    <a:pt x="1333" y="272"/>
                  </a:lnTo>
                  <a:lnTo>
                    <a:pt x="1337" y="274"/>
                  </a:lnTo>
                  <a:lnTo>
                    <a:pt x="1337" y="277"/>
                  </a:lnTo>
                  <a:close/>
                </a:path>
              </a:pathLst>
            </a:custGeom>
            <a:solidFill>
              <a:srgbClr val="41B796">
                <a:alpha val="10800"/>
              </a:srgbClr>
            </a:solidFill>
            <a:ln>
              <a:noFill/>
            </a:ln>
          </p:spPr>
          <p:txBody>
            <a:bodyPr anchor="ctr"/>
            <a:lstStyle/>
            <a:p>
              <a:pPr algn="ctr">
                <a:buNone/>
              </a:pPr>
            </a:p>
          </p:txBody>
        </p:sp>
        <p:sp>
          <p:nvSpPr>
            <p:cNvPr id="2929" name="addition:input:52"/>
            <p:cNvSpPr>
              <a:spLocks noGrp="1"/>
            </p:cNvSpPr>
            <p:nvPr/>
          </p:nvSpPr>
          <p:spPr>
            <a:xfrm>
              <a:off x="209550" y="5438775"/>
              <a:ext cx="2096902" cy="594223"/>
            </a:xfrm>
            <a:custGeom>
              <a:avLst/>
              <a:gdLst/>
              <a:ahLst/>
              <a:cxnLst/>
              <a:rect l="l" t="t" r="r" b="b"/>
              <a:pathLst>
                <a:path w="1274" h="317">
                  <a:moveTo>
                    <a:pt x="0" y="0"/>
                  </a:moveTo>
                  <a:moveTo>
                    <a:pt x="1270" y="294"/>
                  </a:moveTo>
                  <a:lnTo>
                    <a:pt x="1272" y="296"/>
                  </a:lnTo>
                  <a:lnTo>
                    <a:pt x="1272" y="298"/>
                  </a:lnTo>
                  <a:lnTo>
                    <a:pt x="1271" y="299"/>
                  </a:lnTo>
                  <a:lnTo>
                    <a:pt x="1269" y="301"/>
                  </a:lnTo>
                  <a:lnTo>
                    <a:pt x="1267" y="302"/>
                  </a:lnTo>
                  <a:lnTo>
                    <a:pt x="1267" y="304"/>
                  </a:lnTo>
                  <a:lnTo>
                    <a:pt x="1268" y="307"/>
                  </a:lnTo>
                  <a:lnTo>
                    <a:pt x="1269" y="310"/>
                  </a:lnTo>
                  <a:lnTo>
                    <a:pt x="1268" y="312"/>
                  </a:lnTo>
                  <a:lnTo>
                    <a:pt x="1265" y="312"/>
                  </a:lnTo>
                  <a:lnTo>
                    <a:pt x="1261" y="312"/>
                  </a:lnTo>
                  <a:lnTo>
                    <a:pt x="1258" y="312"/>
                  </a:lnTo>
                  <a:lnTo>
                    <a:pt x="1256" y="312"/>
                  </a:lnTo>
                  <a:lnTo>
                    <a:pt x="1254" y="312"/>
                  </a:lnTo>
                  <a:lnTo>
                    <a:pt x="1251" y="312"/>
                  </a:lnTo>
                  <a:lnTo>
                    <a:pt x="1249" y="312"/>
                  </a:lnTo>
                  <a:lnTo>
                    <a:pt x="1247" y="313"/>
                  </a:lnTo>
                  <a:lnTo>
                    <a:pt x="1245" y="315"/>
                  </a:lnTo>
                  <a:lnTo>
                    <a:pt x="1242" y="317"/>
                  </a:lnTo>
                  <a:lnTo>
                    <a:pt x="1239" y="317"/>
                  </a:lnTo>
                  <a:lnTo>
                    <a:pt x="1236" y="316"/>
                  </a:lnTo>
                  <a:lnTo>
                    <a:pt x="1234" y="314"/>
                  </a:lnTo>
                  <a:lnTo>
                    <a:pt x="1232" y="312"/>
                  </a:lnTo>
                  <a:lnTo>
                    <a:pt x="1229" y="311"/>
                  </a:lnTo>
                  <a:lnTo>
                    <a:pt x="1225" y="311"/>
                  </a:lnTo>
                  <a:lnTo>
                    <a:pt x="1222" y="310"/>
                  </a:lnTo>
                  <a:lnTo>
                    <a:pt x="1221" y="308"/>
                  </a:lnTo>
                  <a:lnTo>
                    <a:pt x="1221" y="306"/>
                  </a:lnTo>
                  <a:lnTo>
                    <a:pt x="1220" y="304"/>
                  </a:lnTo>
                  <a:lnTo>
                    <a:pt x="1219" y="302"/>
                  </a:lnTo>
                  <a:lnTo>
                    <a:pt x="1216" y="301"/>
                  </a:lnTo>
                  <a:lnTo>
                    <a:pt x="1214" y="299"/>
                  </a:lnTo>
                  <a:lnTo>
                    <a:pt x="1213" y="297"/>
                  </a:lnTo>
                  <a:lnTo>
                    <a:pt x="1211" y="296"/>
                  </a:lnTo>
                  <a:lnTo>
                    <a:pt x="1209" y="294"/>
                  </a:lnTo>
                  <a:lnTo>
                    <a:pt x="1206" y="292"/>
                  </a:lnTo>
                  <a:lnTo>
                    <a:pt x="1205" y="289"/>
                  </a:lnTo>
                  <a:lnTo>
                    <a:pt x="1208" y="287"/>
                  </a:lnTo>
                  <a:lnTo>
                    <a:pt x="1212" y="286"/>
                  </a:lnTo>
                  <a:lnTo>
                    <a:pt x="1217" y="285"/>
                  </a:lnTo>
                  <a:lnTo>
                    <a:pt x="1219" y="284"/>
                  </a:lnTo>
                  <a:lnTo>
                    <a:pt x="1220" y="282"/>
                  </a:lnTo>
                  <a:lnTo>
                    <a:pt x="1220" y="280"/>
                  </a:lnTo>
                  <a:lnTo>
                    <a:pt x="1221" y="278"/>
                  </a:lnTo>
                  <a:lnTo>
                    <a:pt x="1224" y="277"/>
                  </a:lnTo>
                  <a:lnTo>
                    <a:pt x="1227" y="276"/>
                  </a:lnTo>
                  <a:lnTo>
                    <a:pt x="1229" y="275"/>
                  </a:lnTo>
                  <a:lnTo>
                    <a:pt x="1232" y="274"/>
                  </a:lnTo>
                  <a:lnTo>
                    <a:pt x="1235" y="272"/>
                  </a:lnTo>
                  <a:lnTo>
                    <a:pt x="1238" y="272"/>
                  </a:lnTo>
                  <a:lnTo>
                    <a:pt x="1241" y="272"/>
                  </a:lnTo>
                  <a:lnTo>
                    <a:pt x="1244" y="272"/>
                  </a:lnTo>
                  <a:lnTo>
                    <a:pt x="1248" y="271"/>
                  </a:lnTo>
                  <a:lnTo>
                    <a:pt x="1251" y="271"/>
                  </a:lnTo>
                  <a:lnTo>
                    <a:pt x="1254" y="272"/>
                  </a:lnTo>
                  <a:lnTo>
                    <a:pt x="1255" y="274"/>
                  </a:lnTo>
                  <a:lnTo>
                    <a:pt x="1257" y="277"/>
                  </a:lnTo>
                  <a:lnTo>
                    <a:pt x="1258" y="279"/>
                  </a:lnTo>
                  <a:lnTo>
                    <a:pt x="1261" y="278"/>
                  </a:lnTo>
                  <a:lnTo>
                    <a:pt x="1265" y="277"/>
                  </a:lnTo>
                  <a:lnTo>
                    <a:pt x="1269" y="277"/>
                  </a:lnTo>
                  <a:lnTo>
                    <a:pt x="1271" y="278"/>
                  </a:lnTo>
                  <a:lnTo>
                    <a:pt x="1272" y="280"/>
                  </a:lnTo>
                  <a:lnTo>
                    <a:pt x="1273" y="282"/>
                  </a:lnTo>
                  <a:lnTo>
                    <a:pt x="1273" y="284"/>
                  </a:lnTo>
                  <a:lnTo>
                    <a:pt x="1274" y="286"/>
                  </a:lnTo>
                  <a:lnTo>
                    <a:pt x="1273" y="288"/>
                  </a:lnTo>
                  <a:lnTo>
                    <a:pt x="1272" y="290"/>
                  </a:lnTo>
                  <a:lnTo>
                    <a:pt x="1270" y="292"/>
                  </a:lnTo>
                  <a:close/>
                </a:path>
              </a:pathLst>
            </a:custGeom>
            <a:solidFill>
              <a:srgbClr val="41B796">
                <a:alpha val="10800"/>
              </a:srgbClr>
            </a:solidFill>
            <a:ln>
              <a:noFill/>
            </a:ln>
          </p:spPr>
          <p:txBody>
            <a:bodyPr anchor="ctr"/>
            <a:lstStyle/>
            <a:p>
              <a:pPr algn="ctr">
                <a:buNone/>
              </a:pPr>
            </a:p>
          </p:txBody>
        </p:sp>
        <p:sp>
          <p:nvSpPr>
            <p:cNvPr id="2930" name="addition:input:53"/>
            <p:cNvSpPr>
              <a:spLocks noGrp="1"/>
            </p:cNvSpPr>
            <p:nvPr/>
          </p:nvSpPr>
          <p:spPr>
            <a:xfrm>
              <a:off x="209550" y="5438775"/>
              <a:ext cx="2384938" cy="821040"/>
            </a:xfrm>
            <a:custGeom>
              <a:avLst/>
              <a:gdLst/>
              <a:ahLst/>
              <a:cxnLst/>
              <a:rect l="l" t="t" r="r" b="b"/>
              <a:pathLst>
                <a:path w="1449" h="438">
                  <a:moveTo>
                    <a:pt x="0" y="0"/>
                  </a:moveTo>
                  <a:moveTo>
                    <a:pt x="1422" y="349"/>
                  </a:moveTo>
                  <a:lnTo>
                    <a:pt x="1435" y="357"/>
                  </a:lnTo>
                  <a:lnTo>
                    <a:pt x="1446" y="366"/>
                  </a:lnTo>
                  <a:lnTo>
                    <a:pt x="1449" y="375"/>
                  </a:lnTo>
                  <a:lnTo>
                    <a:pt x="1439" y="382"/>
                  </a:lnTo>
                  <a:lnTo>
                    <a:pt x="1423" y="385"/>
                  </a:lnTo>
                  <a:lnTo>
                    <a:pt x="1408" y="387"/>
                  </a:lnTo>
                  <a:lnTo>
                    <a:pt x="1401" y="392"/>
                  </a:lnTo>
                  <a:lnTo>
                    <a:pt x="1398" y="399"/>
                  </a:lnTo>
                  <a:lnTo>
                    <a:pt x="1395" y="406"/>
                  </a:lnTo>
                  <a:lnTo>
                    <a:pt x="1387" y="411"/>
                  </a:lnTo>
                  <a:lnTo>
                    <a:pt x="1377" y="414"/>
                  </a:lnTo>
                  <a:lnTo>
                    <a:pt x="1367" y="418"/>
                  </a:lnTo>
                  <a:lnTo>
                    <a:pt x="1358" y="423"/>
                  </a:lnTo>
                  <a:lnTo>
                    <a:pt x="1349" y="429"/>
                  </a:lnTo>
                  <a:lnTo>
                    <a:pt x="1338" y="433"/>
                  </a:lnTo>
                  <a:lnTo>
                    <a:pt x="1325" y="433"/>
                  </a:lnTo>
                  <a:lnTo>
                    <a:pt x="1313" y="432"/>
                  </a:lnTo>
                  <a:lnTo>
                    <a:pt x="1300" y="434"/>
                  </a:lnTo>
                  <a:lnTo>
                    <a:pt x="1287" y="438"/>
                  </a:lnTo>
                  <a:lnTo>
                    <a:pt x="1274" y="438"/>
                  </a:lnTo>
                  <a:lnTo>
                    <a:pt x="1264" y="432"/>
                  </a:lnTo>
                  <a:lnTo>
                    <a:pt x="1258" y="421"/>
                  </a:lnTo>
                  <a:lnTo>
                    <a:pt x="1254" y="409"/>
                  </a:lnTo>
                  <a:lnTo>
                    <a:pt x="1249" y="404"/>
                  </a:lnTo>
                  <a:lnTo>
                    <a:pt x="1238" y="404"/>
                  </a:lnTo>
                  <a:lnTo>
                    <a:pt x="1223" y="406"/>
                  </a:lnTo>
                  <a:lnTo>
                    <a:pt x="1210" y="405"/>
                  </a:lnTo>
                  <a:lnTo>
                    <a:pt x="1201" y="401"/>
                  </a:lnTo>
                  <a:lnTo>
                    <a:pt x="1196" y="394"/>
                  </a:lnTo>
                  <a:lnTo>
                    <a:pt x="1191" y="388"/>
                  </a:lnTo>
                  <a:lnTo>
                    <a:pt x="1187" y="381"/>
                  </a:lnTo>
                  <a:lnTo>
                    <a:pt x="1186" y="373"/>
                  </a:lnTo>
                  <a:lnTo>
                    <a:pt x="1192" y="364"/>
                  </a:lnTo>
                  <a:lnTo>
                    <a:pt x="1201" y="356"/>
                  </a:lnTo>
                  <a:lnTo>
                    <a:pt x="1206" y="349"/>
                  </a:lnTo>
                  <a:lnTo>
                    <a:pt x="1205" y="342"/>
                  </a:lnTo>
                  <a:lnTo>
                    <a:pt x="1201" y="334"/>
                  </a:lnTo>
                  <a:lnTo>
                    <a:pt x="1202" y="327"/>
                  </a:lnTo>
                  <a:lnTo>
                    <a:pt x="1211" y="321"/>
                  </a:lnTo>
                  <a:lnTo>
                    <a:pt x="1223" y="317"/>
                  </a:lnTo>
                  <a:lnTo>
                    <a:pt x="1231" y="312"/>
                  </a:lnTo>
                  <a:lnTo>
                    <a:pt x="1231" y="304"/>
                  </a:lnTo>
                  <a:lnTo>
                    <a:pt x="1228" y="293"/>
                  </a:lnTo>
                  <a:lnTo>
                    <a:pt x="1228" y="282"/>
                  </a:lnTo>
                  <a:lnTo>
                    <a:pt x="1234" y="275"/>
                  </a:lnTo>
                  <a:lnTo>
                    <a:pt x="1246" y="273"/>
                  </a:lnTo>
                  <a:lnTo>
                    <a:pt x="1257" y="273"/>
                  </a:lnTo>
                  <a:lnTo>
                    <a:pt x="1268" y="272"/>
                  </a:lnTo>
                  <a:lnTo>
                    <a:pt x="1277" y="272"/>
                  </a:lnTo>
                  <a:lnTo>
                    <a:pt x="1287" y="275"/>
                  </a:lnTo>
                  <a:lnTo>
                    <a:pt x="1296" y="279"/>
                  </a:lnTo>
                  <a:lnTo>
                    <a:pt x="1303" y="281"/>
                  </a:lnTo>
                  <a:lnTo>
                    <a:pt x="1310" y="277"/>
                  </a:lnTo>
                  <a:lnTo>
                    <a:pt x="1320" y="269"/>
                  </a:lnTo>
                  <a:lnTo>
                    <a:pt x="1331" y="262"/>
                  </a:lnTo>
                  <a:lnTo>
                    <a:pt x="1342" y="262"/>
                  </a:lnTo>
                  <a:lnTo>
                    <a:pt x="1349" y="269"/>
                  </a:lnTo>
                  <a:lnTo>
                    <a:pt x="1355" y="277"/>
                  </a:lnTo>
                  <a:lnTo>
                    <a:pt x="1362" y="282"/>
                  </a:lnTo>
                  <a:lnTo>
                    <a:pt x="1373" y="284"/>
                  </a:lnTo>
                  <a:lnTo>
                    <a:pt x="1386" y="286"/>
                  </a:lnTo>
                  <a:lnTo>
                    <a:pt x="1394" y="291"/>
                  </a:lnTo>
                  <a:lnTo>
                    <a:pt x="1397" y="300"/>
                  </a:lnTo>
                  <a:lnTo>
                    <a:pt x="1397" y="309"/>
                  </a:lnTo>
                  <a:lnTo>
                    <a:pt x="1399" y="316"/>
                  </a:lnTo>
                  <a:lnTo>
                    <a:pt x="1404" y="323"/>
                  </a:lnTo>
                  <a:lnTo>
                    <a:pt x="1409" y="329"/>
                  </a:lnTo>
                  <a:lnTo>
                    <a:pt x="1412" y="336"/>
                  </a:lnTo>
                  <a:lnTo>
                    <a:pt x="1415" y="342"/>
                  </a:lnTo>
                  <a:close/>
                </a:path>
              </a:pathLst>
            </a:custGeom>
            <a:solidFill>
              <a:srgbClr val="EFD4E3">
                <a:alpha val="12900"/>
              </a:srgbClr>
            </a:solidFill>
            <a:ln>
              <a:noFill/>
            </a:ln>
          </p:spPr>
          <p:txBody>
            <a:bodyPr anchor="ctr"/>
            <a:lstStyle/>
            <a:p>
              <a:pPr algn="ctr">
                <a:buNone/>
              </a:pPr>
            </a:p>
          </p:txBody>
        </p:sp>
        <p:sp>
          <p:nvSpPr>
            <p:cNvPr id="2931" name="addition:input:54"/>
            <p:cNvSpPr>
              <a:spLocks noGrp="1"/>
            </p:cNvSpPr>
            <p:nvPr/>
          </p:nvSpPr>
          <p:spPr>
            <a:xfrm>
              <a:off x="209550" y="5438775"/>
              <a:ext cx="2299350" cy="804169"/>
            </a:xfrm>
            <a:custGeom>
              <a:avLst/>
              <a:gdLst/>
              <a:ahLst/>
              <a:cxnLst/>
              <a:rect l="l" t="t" r="r" b="b"/>
              <a:pathLst>
                <a:path w="1397" h="429">
                  <a:moveTo>
                    <a:pt x="0" y="0"/>
                  </a:moveTo>
                  <a:moveTo>
                    <a:pt x="1385" y="354"/>
                  </a:moveTo>
                  <a:lnTo>
                    <a:pt x="1388" y="360"/>
                  </a:lnTo>
                  <a:lnTo>
                    <a:pt x="1389" y="366"/>
                  </a:lnTo>
                  <a:lnTo>
                    <a:pt x="1388" y="372"/>
                  </a:lnTo>
                  <a:lnTo>
                    <a:pt x="1387" y="378"/>
                  </a:lnTo>
                  <a:lnTo>
                    <a:pt x="1391" y="385"/>
                  </a:lnTo>
                  <a:lnTo>
                    <a:pt x="1396" y="394"/>
                  </a:lnTo>
                  <a:lnTo>
                    <a:pt x="1397" y="403"/>
                  </a:lnTo>
                  <a:lnTo>
                    <a:pt x="1389" y="407"/>
                  </a:lnTo>
                  <a:lnTo>
                    <a:pt x="1376" y="407"/>
                  </a:lnTo>
                  <a:lnTo>
                    <a:pt x="1362" y="404"/>
                  </a:lnTo>
                  <a:lnTo>
                    <a:pt x="1353" y="403"/>
                  </a:lnTo>
                  <a:lnTo>
                    <a:pt x="1348" y="407"/>
                  </a:lnTo>
                  <a:lnTo>
                    <a:pt x="1345" y="413"/>
                  </a:lnTo>
                  <a:lnTo>
                    <a:pt x="1339" y="419"/>
                  </a:lnTo>
                  <a:lnTo>
                    <a:pt x="1331" y="421"/>
                  </a:lnTo>
                  <a:lnTo>
                    <a:pt x="1323" y="422"/>
                  </a:lnTo>
                  <a:lnTo>
                    <a:pt x="1314" y="425"/>
                  </a:lnTo>
                  <a:lnTo>
                    <a:pt x="1305" y="428"/>
                  </a:lnTo>
                  <a:lnTo>
                    <a:pt x="1294" y="429"/>
                  </a:lnTo>
                  <a:lnTo>
                    <a:pt x="1285" y="426"/>
                  </a:lnTo>
                  <a:lnTo>
                    <a:pt x="1276" y="422"/>
                  </a:lnTo>
                  <a:lnTo>
                    <a:pt x="1267" y="418"/>
                  </a:lnTo>
                  <a:lnTo>
                    <a:pt x="1256" y="417"/>
                  </a:lnTo>
                  <a:lnTo>
                    <a:pt x="1245" y="416"/>
                  </a:lnTo>
                  <a:lnTo>
                    <a:pt x="1236" y="412"/>
                  </a:lnTo>
                  <a:lnTo>
                    <a:pt x="1233" y="404"/>
                  </a:lnTo>
                  <a:lnTo>
                    <a:pt x="1234" y="394"/>
                  </a:lnTo>
                  <a:lnTo>
                    <a:pt x="1233" y="387"/>
                  </a:lnTo>
                  <a:lnTo>
                    <a:pt x="1225" y="384"/>
                  </a:lnTo>
                  <a:lnTo>
                    <a:pt x="1212" y="383"/>
                  </a:lnTo>
                  <a:lnTo>
                    <a:pt x="1198" y="380"/>
                  </a:lnTo>
                  <a:lnTo>
                    <a:pt x="1190" y="375"/>
                  </a:lnTo>
                  <a:lnTo>
                    <a:pt x="1187" y="368"/>
                  </a:lnTo>
                  <a:lnTo>
                    <a:pt x="1187" y="361"/>
                  </a:lnTo>
                  <a:lnTo>
                    <a:pt x="1187" y="354"/>
                  </a:lnTo>
                  <a:lnTo>
                    <a:pt x="1190" y="347"/>
                  </a:lnTo>
                  <a:lnTo>
                    <a:pt x="1197" y="341"/>
                  </a:lnTo>
                  <a:lnTo>
                    <a:pt x="1207" y="336"/>
                  </a:lnTo>
                  <a:lnTo>
                    <a:pt x="1217" y="332"/>
                  </a:lnTo>
                  <a:lnTo>
                    <a:pt x="1221" y="327"/>
                  </a:lnTo>
                  <a:lnTo>
                    <a:pt x="1220" y="320"/>
                  </a:lnTo>
                  <a:lnTo>
                    <a:pt x="1221" y="312"/>
                  </a:lnTo>
                  <a:lnTo>
                    <a:pt x="1227" y="307"/>
                  </a:lnTo>
                  <a:lnTo>
                    <a:pt x="1238" y="304"/>
                  </a:lnTo>
                  <a:lnTo>
                    <a:pt x="1249" y="303"/>
                  </a:lnTo>
                  <a:lnTo>
                    <a:pt x="1256" y="299"/>
                  </a:lnTo>
                  <a:lnTo>
                    <a:pt x="1261" y="292"/>
                  </a:lnTo>
                  <a:lnTo>
                    <a:pt x="1266" y="283"/>
                  </a:lnTo>
                  <a:lnTo>
                    <a:pt x="1275" y="278"/>
                  </a:lnTo>
                  <a:lnTo>
                    <a:pt x="1285" y="278"/>
                  </a:lnTo>
                  <a:lnTo>
                    <a:pt x="1296" y="281"/>
                  </a:lnTo>
                  <a:lnTo>
                    <a:pt x="1305" y="284"/>
                  </a:lnTo>
                  <a:lnTo>
                    <a:pt x="1314" y="287"/>
                  </a:lnTo>
                  <a:lnTo>
                    <a:pt x="1321" y="290"/>
                  </a:lnTo>
                  <a:lnTo>
                    <a:pt x="1327" y="294"/>
                  </a:lnTo>
                  <a:lnTo>
                    <a:pt x="1332" y="298"/>
                  </a:lnTo>
                  <a:lnTo>
                    <a:pt x="1339" y="298"/>
                  </a:lnTo>
                  <a:lnTo>
                    <a:pt x="1349" y="295"/>
                  </a:lnTo>
                  <a:lnTo>
                    <a:pt x="1362" y="291"/>
                  </a:lnTo>
                  <a:lnTo>
                    <a:pt x="1372" y="291"/>
                  </a:lnTo>
                  <a:lnTo>
                    <a:pt x="1377" y="297"/>
                  </a:lnTo>
                  <a:lnTo>
                    <a:pt x="1377" y="305"/>
                  </a:lnTo>
                  <a:lnTo>
                    <a:pt x="1376" y="314"/>
                  </a:lnTo>
                  <a:lnTo>
                    <a:pt x="1379" y="319"/>
                  </a:lnTo>
                  <a:lnTo>
                    <a:pt x="1385" y="323"/>
                  </a:lnTo>
                  <a:lnTo>
                    <a:pt x="1390" y="329"/>
                  </a:lnTo>
                  <a:lnTo>
                    <a:pt x="1390" y="335"/>
                  </a:lnTo>
                  <a:lnTo>
                    <a:pt x="1387" y="342"/>
                  </a:lnTo>
                  <a:lnTo>
                    <a:pt x="1384" y="348"/>
                  </a:lnTo>
                  <a:close/>
                </a:path>
              </a:pathLst>
            </a:custGeom>
            <a:solidFill>
              <a:srgbClr val="DA9FC0">
                <a:alpha val="12900"/>
              </a:srgbClr>
            </a:solidFill>
            <a:ln>
              <a:noFill/>
            </a:ln>
          </p:spPr>
          <p:txBody>
            <a:bodyPr anchor="ctr"/>
            <a:lstStyle/>
            <a:p>
              <a:pPr algn="ctr">
                <a:buNone/>
              </a:pPr>
            </a:p>
          </p:txBody>
        </p:sp>
        <p:sp>
          <p:nvSpPr>
            <p:cNvPr id="2932" name="addition:input:55"/>
            <p:cNvSpPr>
              <a:spLocks noGrp="1"/>
            </p:cNvSpPr>
            <p:nvPr/>
          </p:nvSpPr>
          <p:spPr>
            <a:xfrm>
              <a:off x="209550" y="5438775"/>
              <a:ext cx="2304288" cy="804169"/>
            </a:xfrm>
            <a:custGeom>
              <a:avLst/>
              <a:gdLst/>
              <a:ahLst/>
              <a:cxnLst/>
              <a:rect l="l" t="t" r="r" b="b"/>
              <a:pathLst>
                <a:path w="1400" h="429">
                  <a:moveTo>
                    <a:pt x="0" y="0"/>
                  </a:moveTo>
                  <a:moveTo>
                    <a:pt x="1397" y="359"/>
                  </a:moveTo>
                  <a:lnTo>
                    <a:pt x="1392" y="365"/>
                  </a:lnTo>
                  <a:lnTo>
                    <a:pt x="1388" y="370"/>
                  </a:lnTo>
                  <a:lnTo>
                    <a:pt x="1385" y="375"/>
                  </a:lnTo>
                  <a:lnTo>
                    <a:pt x="1380" y="380"/>
                  </a:lnTo>
                  <a:lnTo>
                    <a:pt x="1372" y="384"/>
                  </a:lnTo>
                  <a:lnTo>
                    <a:pt x="1365" y="387"/>
                  </a:lnTo>
                  <a:lnTo>
                    <a:pt x="1361" y="392"/>
                  </a:lnTo>
                  <a:lnTo>
                    <a:pt x="1360" y="398"/>
                  </a:lnTo>
                  <a:lnTo>
                    <a:pt x="1356" y="404"/>
                  </a:lnTo>
                  <a:lnTo>
                    <a:pt x="1349" y="407"/>
                  </a:lnTo>
                  <a:lnTo>
                    <a:pt x="1339" y="408"/>
                  </a:lnTo>
                  <a:lnTo>
                    <a:pt x="1330" y="409"/>
                  </a:lnTo>
                  <a:lnTo>
                    <a:pt x="1324" y="413"/>
                  </a:lnTo>
                  <a:lnTo>
                    <a:pt x="1318" y="420"/>
                  </a:lnTo>
                  <a:lnTo>
                    <a:pt x="1311" y="427"/>
                  </a:lnTo>
                  <a:lnTo>
                    <a:pt x="1302" y="429"/>
                  </a:lnTo>
                  <a:lnTo>
                    <a:pt x="1293" y="425"/>
                  </a:lnTo>
                  <a:lnTo>
                    <a:pt x="1284" y="419"/>
                  </a:lnTo>
                  <a:lnTo>
                    <a:pt x="1278" y="414"/>
                  </a:lnTo>
                  <a:lnTo>
                    <a:pt x="1271" y="412"/>
                  </a:lnTo>
                  <a:lnTo>
                    <a:pt x="1265" y="411"/>
                  </a:lnTo>
                  <a:lnTo>
                    <a:pt x="1259" y="409"/>
                  </a:lnTo>
                  <a:lnTo>
                    <a:pt x="1254" y="407"/>
                  </a:lnTo>
                  <a:lnTo>
                    <a:pt x="1247" y="407"/>
                  </a:lnTo>
                  <a:lnTo>
                    <a:pt x="1237" y="408"/>
                  </a:lnTo>
                  <a:lnTo>
                    <a:pt x="1227" y="408"/>
                  </a:lnTo>
                  <a:lnTo>
                    <a:pt x="1220" y="405"/>
                  </a:lnTo>
                  <a:lnTo>
                    <a:pt x="1219" y="398"/>
                  </a:lnTo>
                  <a:lnTo>
                    <a:pt x="1223" y="391"/>
                  </a:lnTo>
                  <a:lnTo>
                    <a:pt x="1225" y="384"/>
                  </a:lnTo>
                  <a:lnTo>
                    <a:pt x="1222" y="380"/>
                  </a:lnTo>
                  <a:lnTo>
                    <a:pt x="1216" y="375"/>
                  </a:lnTo>
                  <a:lnTo>
                    <a:pt x="1213" y="370"/>
                  </a:lnTo>
                  <a:lnTo>
                    <a:pt x="1215" y="365"/>
                  </a:lnTo>
                  <a:lnTo>
                    <a:pt x="1221" y="359"/>
                  </a:lnTo>
                  <a:lnTo>
                    <a:pt x="1226" y="354"/>
                  </a:lnTo>
                  <a:lnTo>
                    <a:pt x="1227" y="349"/>
                  </a:lnTo>
                  <a:lnTo>
                    <a:pt x="1224" y="344"/>
                  </a:lnTo>
                  <a:lnTo>
                    <a:pt x="1222" y="338"/>
                  </a:lnTo>
                  <a:lnTo>
                    <a:pt x="1222" y="332"/>
                  </a:lnTo>
                  <a:lnTo>
                    <a:pt x="1223" y="327"/>
                  </a:lnTo>
                  <a:lnTo>
                    <a:pt x="1223" y="320"/>
                  </a:lnTo>
                  <a:lnTo>
                    <a:pt x="1224" y="313"/>
                  </a:lnTo>
                  <a:lnTo>
                    <a:pt x="1228" y="308"/>
                  </a:lnTo>
                  <a:lnTo>
                    <a:pt x="1237" y="307"/>
                  </a:lnTo>
                  <a:lnTo>
                    <a:pt x="1248" y="310"/>
                  </a:lnTo>
                  <a:lnTo>
                    <a:pt x="1258" y="313"/>
                  </a:lnTo>
                  <a:lnTo>
                    <a:pt x="1264" y="313"/>
                  </a:lnTo>
                  <a:lnTo>
                    <a:pt x="1267" y="308"/>
                  </a:lnTo>
                  <a:lnTo>
                    <a:pt x="1271" y="301"/>
                  </a:lnTo>
                  <a:lnTo>
                    <a:pt x="1277" y="297"/>
                  </a:lnTo>
                  <a:lnTo>
                    <a:pt x="1285" y="297"/>
                  </a:lnTo>
                  <a:lnTo>
                    <a:pt x="1292" y="298"/>
                  </a:lnTo>
                  <a:lnTo>
                    <a:pt x="1300" y="299"/>
                  </a:lnTo>
                  <a:lnTo>
                    <a:pt x="1308" y="298"/>
                  </a:lnTo>
                  <a:lnTo>
                    <a:pt x="1317" y="297"/>
                  </a:lnTo>
                  <a:lnTo>
                    <a:pt x="1325" y="299"/>
                  </a:lnTo>
                  <a:lnTo>
                    <a:pt x="1332" y="304"/>
                  </a:lnTo>
                  <a:lnTo>
                    <a:pt x="1339" y="308"/>
                  </a:lnTo>
                  <a:lnTo>
                    <a:pt x="1347" y="310"/>
                  </a:lnTo>
                  <a:lnTo>
                    <a:pt x="1355" y="313"/>
                  </a:lnTo>
                  <a:lnTo>
                    <a:pt x="1360" y="319"/>
                  </a:lnTo>
                  <a:lnTo>
                    <a:pt x="1360" y="326"/>
                  </a:lnTo>
                  <a:lnTo>
                    <a:pt x="1358" y="333"/>
                  </a:lnTo>
                  <a:lnTo>
                    <a:pt x="1361" y="338"/>
                  </a:lnTo>
                  <a:lnTo>
                    <a:pt x="1370" y="340"/>
                  </a:lnTo>
                  <a:lnTo>
                    <a:pt x="1384" y="343"/>
                  </a:lnTo>
                  <a:lnTo>
                    <a:pt x="1396" y="347"/>
                  </a:lnTo>
                  <a:lnTo>
                    <a:pt x="1400" y="353"/>
                  </a:lnTo>
                  <a:close/>
                </a:path>
              </a:pathLst>
            </a:custGeom>
            <a:solidFill>
              <a:srgbClr val="CC79A7">
                <a:alpha val="10500"/>
              </a:srgbClr>
            </a:solidFill>
            <a:ln>
              <a:noFill/>
            </a:ln>
          </p:spPr>
          <p:txBody>
            <a:bodyPr anchor="ctr"/>
            <a:lstStyle/>
            <a:p>
              <a:pPr algn="ctr">
                <a:buNone/>
              </a:pPr>
            </a:p>
          </p:txBody>
        </p:sp>
        <p:sp>
          <p:nvSpPr>
            <p:cNvPr id="2933" name="addition:input:56"/>
            <p:cNvSpPr>
              <a:spLocks noGrp="1"/>
            </p:cNvSpPr>
            <p:nvPr/>
          </p:nvSpPr>
          <p:spPr>
            <a:xfrm>
              <a:off x="209550" y="5438775"/>
              <a:ext cx="2142988" cy="686074"/>
            </a:xfrm>
            <a:custGeom>
              <a:avLst/>
              <a:gdLst/>
              <a:ahLst/>
              <a:cxnLst/>
              <a:rect l="l" t="t" r="r" b="b"/>
              <a:pathLst>
                <a:path w="1302" h="366">
                  <a:moveTo>
                    <a:pt x="0" y="0"/>
                  </a:moveTo>
                  <a:moveTo>
                    <a:pt x="1294" y="339"/>
                  </a:moveTo>
                  <a:lnTo>
                    <a:pt x="1295" y="341"/>
                  </a:lnTo>
                  <a:lnTo>
                    <a:pt x="1298" y="344"/>
                  </a:lnTo>
                  <a:lnTo>
                    <a:pt x="1301" y="347"/>
                  </a:lnTo>
                  <a:lnTo>
                    <a:pt x="1302" y="350"/>
                  </a:lnTo>
                  <a:lnTo>
                    <a:pt x="1299" y="352"/>
                  </a:lnTo>
                  <a:lnTo>
                    <a:pt x="1294" y="352"/>
                  </a:lnTo>
                  <a:lnTo>
                    <a:pt x="1289" y="353"/>
                  </a:lnTo>
                  <a:lnTo>
                    <a:pt x="1287" y="354"/>
                  </a:lnTo>
                  <a:lnTo>
                    <a:pt x="1286" y="356"/>
                  </a:lnTo>
                  <a:lnTo>
                    <a:pt x="1285" y="358"/>
                  </a:lnTo>
                  <a:lnTo>
                    <a:pt x="1282" y="360"/>
                  </a:lnTo>
                  <a:lnTo>
                    <a:pt x="1279" y="361"/>
                  </a:lnTo>
                  <a:lnTo>
                    <a:pt x="1276" y="362"/>
                  </a:lnTo>
                  <a:lnTo>
                    <a:pt x="1273" y="363"/>
                  </a:lnTo>
                  <a:lnTo>
                    <a:pt x="1270" y="365"/>
                  </a:lnTo>
                  <a:lnTo>
                    <a:pt x="1266" y="366"/>
                  </a:lnTo>
                  <a:lnTo>
                    <a:pt x="1262" y="366"/>
                  </a:lnTo>
                  <a:lnTo>
                    <a:pt x="1259" y="365"/>
                  </a:lnTo>
                  <a:lnTo>
                    <a:pt x="1255" y="365"/>
                  </a:lnTo>
                  <a:lnTo>
                    <a:pt x="1251" y="366"/>
                  </a:lnTo>
                  <a:lnTo>
                    <a:pt x="1247" y="366"/>
                  </a:lnTo>
                  <a:lnTo>
                    <a:pt x="1243" y="364"/>
                  </a:lnTo>
                  <a:lnTo>
                    <a:pt x="1242" y="360"/>
                  </a:lnTo>
                  <a:lnTo>
                    <a:pt x="1241" y="357"/>
                  </a:lnTo>
                  <a:lnTo>
                    <a:pt x="1240" y="355"/>
                  </a:lnTo>
                  <a:lnTo>
                    <a:pt x="1236" y="355"/>
                  </a:lnTo>
                  <a:lnTo>
                    <a:pt x="1231" y="355"/>
                  </a:lnTo>
                  <a:lnTo>
                    <a:pt x="1227" y="355"/>
                  </a:lnTo>
                  <a:lnTo>
                    <a:pt x="1224" y="353"/>
                  </a:lnTo>
                  <a:lnTo>
                    <a:pt x="1223" y="351"/>
                  </a:lnTo>
                  <a:lnTo>
                    <a:pt x="1222" y="349"/>
                  </a:lnTo>
                  <a:lnTo>
                    <a:pt x="1221" y="346"/>
                  </a:lnTo>
                  <a:lnTo>
                    <a:pt x="1221" y="344"/>
                  </a:lnTo>
                  <a:lnTo>
                    <a:pt x="1223" y="342"/>
                  </a:lnTo>
                  <a:lnTo>
                    <a:pt x="1226" y="339"/>
                  </a:lnTo>
                  <a:lnTo>
                    <a:pt x="1228" y="337"/>
                  </a:lnTo>
                  <a:lnTo>
                    <a:pt x="1228" y="335"/>
                  </a:lnTo>
                  <a:lnTo>
                    <a:pt x="1227" y="333"/>
                  </a:lnTo>
                  <a:lnTo>
                    <a:pt x="1228" y="330"/>
                  </a:lnTo>
                  <a:lnTo>
                    <a:pt x="1231" y="328"/>
                  </a:lnTo>
                  <a:lnTo>
                    <a:pt x="1234" y="327"/>
                  </a:lnTo>
                  <a:lnTo>
                    <a:pt x="1237" y="326"/>
                  </a:lnTo>
                  <a:lnTo>
                    <a:pt x="1238" y="324"/>
                  </a:lnTo>
                  <a:lnTo>
                    <a:pt x="1237" y="320"/>
                  </a:lnTo>
                  <a:lnTo>
                    <a:pt x="1238" y="317"/>
                  </a:lnTo>
                  <a:lnTo>
                    <a:pt x="1240" y="315"/>
                  </a:lnTo>
                  <a:lnTo>
                    <a:pt x="1244" y="314"/>
                  </a:lnTo>
                  <a:lnTo>
                    <a:pt x="1248" y="315"/>
                  </a:lnTo>
                  <a:lnTo>
                    <a:pt x="1251" y="315"/>
                  </a:lnTo>
                  <a:lnTo>
                    <a:pt x="1254" y="315"/>
                  </a:lnTo>
                  <a:lnTo>
                    <a:pt x="1257" y="316"/>
                  </a:lnTo>
                  <a:lnTo>
                    <a:pt x="1259" y="317"/>
                  </a:lnTo>
                  <a:lnTo>
                    <a:pt x="1262" y="318"/>
                  </a:lnTo>
                  <a:lnTo>
                    <a:pt x="1264" y="317"/>
                  </a:lnTo>
                  <a:lnTo>
                    <a:pt x="1267" y="315"/>
                  </a:lnTo>
                  <a:lnTo>
                    <a:pt x="1271" y="313"/>
                  </a:lnTo>
                  <a:lnTo>
                    <a:pt x="1274" y="313"/>
                  </a:lnTo>
                  <a:lnTo>
                    <a:pt x="1276" y="315"/>
                  </a:lnTo>
                  <a:lnTo>
                    <a:pt x="1278" y="318"/>
                  </a:lnTo>
                  <a:lnTo>
                    <a:pt x="1279" y="320"/>
                  </a:lnTo>
                  <a:lnTo>
                    <a:pt x="1282" y="321"/>
                  </a:lnTo>
                  <a:lnTo>
                    <a:pt x="1286" y="321"/>
                  </a:lnTo>
                  <a:lnTo>
                    <a:pt x="1289" y="323"/>
                  </a:lnTo>
                  <a:lnTo>
                    <a:pt x="1289" y="326"/>
                  </a:lnTo>
                  <a:lnTo>
                    <a:pt x="1289" y="329"/>
                  </a:lnTo>
                  <a:lnTo>
                    <a:pt x="1289" y="331"/>
                  </a:lnTo>
                  <a:lnTo>
                    <a:pt x="1290" y="333"/>
                  </a:lnTo>
                  <a:lnTo>
                    <a:pt x="1291" y="335"/>
                  </a:lnTo>
                  <a:lnTo>
                    <a:pt x="1293" y="337"/>
                  </a:lnTo>
                  <a:close/>
                </a:path>
              </a:pathLst>
            </a:custGeom>
            <a:solidFill>
              <a:srgbClr val="DA9FC0">
                <a:alpha val="9600"/>
              </a:srgbClr>
            </a:solidFill>
            <a:ln>
              <a:noFill/>
            </a:ln>
          </p:spPr>
          <p:txBody>
            <a:bodyPr anchor="ctr"/>
            <a:lstStyle/>
            <a:p>
              <a:pPr algn="ctr">
                <a:buNone/>
              </a:pPr>
            </a:p>
          </p:txBody>
        </p:sp>
        <p:sp>
          <p:nvSpPr>
            <p:cNvPr id="2934" name="addition:input:57"/>
            <p:cNvSpPr>
              <a:spLocks noGrp="1"/>
            </p:cNvSpPr>
            <p:nvPr/>
          </p:nvSpPr>
          <p:spPr>
            <a:xfrm>
              <a:off x="209550" y="5438775"/>
              <a:ext cx="2182490" cy="646709"/>
            </a:xfrm>
            <a:custGeom>
              <a:avLst/>
              <a:gdLst/>
              <a:ahLst/>
              <a:cxnLst/>
              <a:rect l="l" t="t" r="r" b="b"/>
              <a:pathLst>
                <a:path w="1326" h="345">
                  <a:moveTo>
                    <a:pt x="0" y="0"/>
                  </a:moveTo>
                  <a:moveTo>
                    <a:pt x="1326" y="319"/>
                  </a:moveTo>
                  <a:lnTo>
                    <a:pt x="1325" y="321"/>
                  </a:lnTo>
                  <a:lnTo>
                    <a:pt x="1322" y="323"/>
                  </a:lnTo>
                  <a:lnTo>
                    <a:pt x="1320" y="325"/>
                  </a:lnTo>
                  <a:lnTo>
                    <a:pt x="1320" y="327"/>
                  </a:lnTo>
                  <a:lnTo>
                    <a:pt x="1319" y="329"/>
                  </a:lnTo>
                  <a:lnTo>
                    <a:pt x="1317" y="331"/>
                  </a:lnTo>
                  <a:lnTo>
                    <a:pt x="1313" y="332"/>
                  </a:lnTo>
                  <a:lnTo>
                    <a:pt x="1310" y="333"/>
                  </a:lnTo>
                  <a:lnTo>
                    <a:pt x="1308" y="335"/>
                  </a:lnTo>
                  <a:lnTo>
                    <a:pt x="1308" y="338"/>
                  </a:lnTo>
                  <a:lnTo>
                    <a:pt x="1307" y="342"/>
                  </a:lnTo>
                  <a:lnTo>
                    <a:pt x="1305" y="345"/>
                  </a:lnTo>
                  <a:lnTo>
                    <a:pt x="1302" y="345"/>
                  </a:lnTo>
                  <a:lnTo>
                    <a:pt x="1298" y="344"/>
                  </a:lnTo>
                  <a:lnTo>
                    <a:pt x="1294" y="342"/>
                  </a:lnTo>
                  <a:lnTo>
                    <a:pt x="1291" y="342"/>
                  </a:lnTo>
                  <a:lnTo>
                    <a:pt x="1288" y="342"/>
                  </a:lnTo>
                  <a:lnTo>
                    <a:pt x="1286" y="341"/>
                  </a:lnTo>
                  <a:lnTo>
                    <a:pt x="1284" y="341"/>
                  </a:lnTo>
                  <a:lnTo>
                    <a:pt x="1282" y="340"/>
                  </a:lnTo>
                  <a:lnTo>
                    <a:pt x="1279" y="341"/>
                  </a:lnTo>
                  <a:lnTo>
                    <a:pt x="1275" y="342"/>
                  </a:lnTo>
                  <a:lnTo>
                    <a:pt x="1272" y="343"/>
                  </a:lnTo>
                  <a:lnTo>
                    <a:pt x="1270" y="341"/>
                  </a:lnTo>
                  <a:lnTo>
                    <a:pt x="1269" y="339"/>
                  </a:lnTo>
                  <a:lnTo>
                    <a:pt x="1268" y="336"/>
                  </a:lnTo>
                  <a:lnTo>
                    <a:pt x="1266" y="335"/>
                  </a:lnTo>
                  <a:lnTo>
                    <a:pt x="1263" y="334"/>
                  </a:lnTo>
                  <a:lnTo>
                    <a:pt x="1260" y="333"/>
                  </a:lnTo>
                  <a:lnTo>
                    <a:pt x="1259" y="330"/>
                  </a:lnTo>
                  <a:lnTo>
                    <a:pt x="1260" y="327"/>
                  </a:lnTo>
                  <a:lnTo>
                    <a:pt x="1262" y="325"/>
                  </a:lnTo>
                  <a:lnTo>
                    <a:pt x="1263" y="323"/>
                  </a:lnTo>
                  <a:lnTo>
                    <a:pt x="1262" y="321"/>
                  </a:lnTo>
                  <a:lnTo>
                    <a:pt x="1260" y="319"/>
                  </a:lnTo>
                  <a:lnTo>
                    <a:pt x="1258" y="317"/>
                  </a:lnTo>
                  <a:lnTo>
                    <a:pt x="1257" y="314"/>
                  </a:lnTo>
                  <a:lnTo>
                    <a:pt x="1256" y="312"/>
                  </a:lnTo>
                  <a:lnTo>
                    <a:pt x="1254" y="309"/>
                  </a:lnTo>
                  <a:lnTo>
                    <a:pt x="1253" y="306"/>
                  </a:lnTo>
                  <a:lnTo>
                    <a:pt x="1255" y="304"/>
                  </a:lnTo>
                  <a:lnTo>
                    <a:pt x="1259" y="303"/>
                  </a:lnTo>
                  <a:lnTo>
                    <a:pt x="1264" y="304"/>
                  </a:lnTo>
                  <a:lnTo>
                    <a:pt x="1267" y="303"/>
                  </a:lnTo>
                  <a:lnTo>
                    <a:pt x="1268" y="301"/>
                  </a:lnTo>
                  <a:lnTo>
                    <a:pt x="1268" y="299"/>
                  </a:lnTo>
                  <a:lnTo>
                    <a:pt x="1270" y="297"/>
                  </a:lnTo>
                  <a:lnTo>
                    <a:pt x="1273" y="296"/>
                  </a:lnTo>
                  <a:lnTo>
                    <a:pt x="1277" y="296"/>
                  </a:lnTo>
                  <a:lnTo>
                    <a:pt x="1280" y="296"/>
                  </a:lnTo>
                  <a:lnTo>
                    <a:pt x="1282" y="295"/>
                  </a:lnTo>
                  <a:lnTo>
                    <a:pt x="1286" y="293"/>
                  </a:lnTo>
                  <a:lnTo>
                    <a:pt x="1289" y="292"/>
                  </a:lnTo>
                  <a:lnTo>
                    <a:pt x="1293" y="292"/>
                  </a:lnTo>
                  <a:lnTo>
                    <a:pt x="1296" y="293"/>
                  </a:lnTo>
                  <a:lnTo>
                    <a:pt x="1300" y="293"/>
                  </a:lnTo>
                  <a:lnTo>
                    <a:pt x="1304" y="294"/>
                  </a:lnTo>
                  <a:lnTo>
                    <a:pt x="1307" y="296"/>
                  </a:lnTo>
                  <a:lnTo>
                    <a:pt x="1308" y="298"/>
                  </a:lnTo>
                  <a:lnTo>
                    <a:pt x="1309" y="302"/>
                  </a:lnTo>
                  <a:lnTo>
                    <a:pt x="1310" y="304"/>
                  </a:lnTo>
                  <a:lnTo>
                    <a:pt x="1312" y="305"/>
                  </a:lnTo>
                  <a:lnTo>
                    <a:pt x="1317" y="305"/>
                  </a:lnTo>
                  <a:lnTo>
                    <a:pt x="1322" y="305"/>
                  </a:lnTo>
                  <a:lnTo>
                    <a:pt x="1326" y="307"/>
                  </a:lnTo>
                  <a:lnTo>
                    <a:pt x="1326" y="309"/>
                  </a:lnTo>
                  <a:lnTo>
                    <a:pt x="1326" y="312"/>
                  </a:lnTo>
                  <a:lnTo>
                    <a:pt x="1326" y="314"/>
                  </a:lnTo>
                  <a:lnTo>
                    <a:pt x="1326" y="316"/>
                  </a:lnTo>
                  <a:close/>
                </a:path>
              </a:pathLst>
            </a:custGeom>
            <a:solidFill>
              <a:srgbClr val="DA9FC0">
                <a:alpha val="9600"/>
              </a:srgbClr>
            </a:solidFill>
            <a:ln>
              <a:noFill/>
            </a:ln>
          </p:spPr>
          <p:txBody>
            <a:bodyPr anchor="ctr"/>
            <a:lstStyle/>
            <a:p>
              <a:pPr algn="ctr">
                <a:buNone/>
              </a:pPr>
            </a:p>
          </p:txBody>
        </p:sp>
        <p:sp>
          <p:nvSpPr>
            <p:cNvPr id="2935" name="addition:input:58"/>
            <p:cNvSpPr>
              <a:spLocks noGrp="1"/>
            </p:cNvSpPr>
            <p:nvPr/>
          </p:nvSpPr>
          <p:spPr>
            <a:xfrm>
              <a:off x="209550" y="5438775"/>
              <a:ext cx="2240097" cy="659831"/>
            </a:xfrm>
            <a:custGeom>
              <a:avLst/>
              <a:gdLst/>
              <a:ahLst/>
              <a:cxnLst/>
              <a:rect l="l" t="t" r="r" b="b"/>
              <a:pathLst>
                <a:path w="1361" h="352">
                  <a:moveTo>
                    <a:pt x="0" y="0"/>
                  </a:moveTo>
                  <a:moveTo>
                    <a:pt x="1359" y="324"/>
                  </a:moveTo>
                  <a:lnTo>
                    <a:pt x="1359" y="327"/>
                  </a:lnTo>
                  <a:lnTo>
                    <a:pt x="1357" y="329"/>
                  </a:lnTo>
                  <a:lnTo>
                    <a:pt x="1353" y="331"/>
                  </a:lnTo>
                  <a:lnTo>
                    <a:pt x="1349" y="332"/>
                  </a:lnTo>
                  <a:lnTo>
                    <a:pt x="1348" y="334"/>
                  </a:lnTo>
                  <a:lnTo>
                    <a:pt x="1349" y="337"/>
                  </a:lnTo>
                  <a:lnTo>
                    <a:pt x="1350" y="341"/>
                  </a:lnTo>
                  <a:lnTo>
                    <a:pt x="1350" y="344"/>
                  </a:lnTo>
                  <a:lnTo>
                    <a:pt x="1348" y="346"/>
                  </a:lnTo>
                  <a:lnTo>
                    <a:pt x="1345" y="348"/>
                  </a:lnTo>
                  <a:lnTo>
                    <a:pt x="1343" y="349"/>
                  </a:lnTo>
                  <a:lnTo>
                    <a:pt x="1340" y="350"/>
                  </a:lnTo>
                  <a:lnTo>
                    <a:pt x="1336" y="350"/>
                  </a:lnTo>
                  <a:lnTo>
                    <a:pt x="1333" y="348"/>
                  </a:lnTo>
                  <a:lnTo>
                    <a:pt x="1330" y="347"/>
                  </a:lnTo>
                  <a:lnTo>
                    <a:pt x="1328" y="347"/>
                  </a:lnTo>
                  <a:lnTo>
                    <a:pt x="1326" y="349"/>
                  </a:lnTo>
                  <a:lnTo>
                    <a:pt x="1323" y="351"/>
                  </a:lnTo>
                  <a:lnTo>
                    <a:pt x="1320" y="352"/>
                  </a:lnTo>
                  <a:lnTo>
                    <a:pt x="1318" y="351"/>
                  </a:lnTo>
                  <a:lnTo>
                    <a:pt x="1315" y="349"/>
                  </a:lnTo>
                  <a:lnTo>
                    <a:pt x="1313" y="348"/>
                  </a:lnTo>
                  <a:lnTo>
                    <a:pt x="1310" y="348"/>
                  </a:lnTo>
                  <a:lnTo>
                    <a:pt x="1306" y="348"/>
                  </a:lnTo>
                  <a:lnTo>
                    <a:pt x="1303" y="348"/>
                  </a:lnTo>
                  <a:lnTo>
                    <a:pt x="1300" y="346"/>
                  </a:lnTo>
                  <a:lnTo>
                    <a:pt x="1299" y="343"/>
                  </a:lnTo>
                  <a:lnTo>
                    <a:pt x="1298" y="340"/>
                  </a:lnTo>
                  <a:lnTo>
                    <a:pt x="1297" y="338"/>
                  </a:lnTo>
                  <a:lnTo>
                    <a:pt x="1296" y="335"/>
                  </a:lnTo>
                  <a:lnTo>
                    <a:pt x="1296" y="333"/>
                  </a:lnTo>
                  <a:lnTo>
                    <a:pt x="1296" y="330"/>
                  </a:lnTo>
                  <a:lnTo>
                    <a:pt x="1295" y="328"/>
                  </a:lnTo>
                  <a:lnTo>
                    <a:pt x="1292" y="327"/>
                  </a:lnTo>
                  <a:lnTo>
                    <a:pt x="1286" y="324"/>
                  </a:lnTo>
                  <a:lnTo>
                    <a:pt x="1283" y="322"/>
                  </a:lnTo>
                  <a:lnTo>
                    <a:pt x="1282" y="319"/>
                  </a:lnTo>
                  <a:lnTo>
                    <a:pt x="1285" y="317"/>
                  </a:lnTo>
                  <a:lnTo>
                    <a:pt x="1289" y="315"/>
                  </a:lnTo>
                  <a:lnTo>
                    <a:pt x="1291" y="313"/>
                  </a:lnTo>
                  <a:lnTo>
                    <a:pt x="1292" y="311"/>
                  </a:lnTo>
                  <a:lnTo>
                    <a:pt x="1293" y="309"/>
                  </a:lnTo>
                  <a:lnTo>
                    <a:pt x="1295" y="307"/>
                  </a:lnTo>
                  <a:lnTo>
                    <a:pt x="1298" y="306"/>
                  </a:lnTo>
                  <a:lnTo>
                    <a:pt x="1301" y="305"/>
                  </a:lnTo>
                  <a:lnTo>
                    <a:pt x="1303" y="303"/>
                  </a:lnTo>
                  <a:lnTo>
                    <a:pt x="1306" y="301"/>
                  </a:lnTo>
                  <a:lnTo>
                    <a:pt x="1309" y="300"/>
                  </a:lnTo>
                  <a:lnTo>
                    <a:pt x="1312" y="299"/>
                  </a:lnTo>
                  <a:lnTo>
                    <a:pt x="1316" y="299"/>
                  </a:lnTo>
                  <a:lnTo>
                    <a:pt x="1319" y="298"/>
                  </a:lnTo>
                  <a:lnTo>
                    <a:pt x="1322" y="295"/>
                  </a:lnTo>
                  <a:lnTo>
                    <a:pt x="1326" y="293"/>
                  </a:lnTo>
                  <a:lnTo>
                    <a:pt x="1331" y="293"/>
                  </a:lnTo>
                  <a:lnTo>
                    <a:pt x="1334" y="296"/>
                  </a:lnTo>
                  <a:lnTo>
                    <a:pt x="1336" y="300"/>
                  </a:lnTo>
                  <a:lnTo>
                    <a:pt x="1338" y="303"/>
                  </a:lnTo>
                  <a:lnTo>
                    <a:pt x="1340" y="304"/>
                  </a:lnTo>
                  <a:lnTo>
                    <a:pt x="1344" y="304"/>
                  </a:lnTo>
                  <a:lnTo>
                    <a:pt x="1347" y="305"/>
                  </a:lnTo>
                  <a:lnTo>
                    <a:pt x="1350" y="305"/>
                  </a:lnTo>
                  <a:lnTo>
                    <a:pt x="1353" y="307"/>
                  </a:lnTo>
                  <a:lnTo>
                    <a:pt x="1355" y="308"/>
                  </a:lnTo>
                  <a:lnTo>
                    <a:pt x="1358" y="309"/>
                  </a:lnTo>
                  <a:lnTo>
                    <a:pt x="1361" y="311"/>
                  </a:lnTo>
                  <a:lnTo>
                    <a:pt x="1360" y="314"/>
                  </a:lnTo>
                  <a:lnTo>
                    <a:pt x="1359" y="317"/>
                  </a:lnTo>
                  <a:lnTo>
                    <a:pt x="1357" y="320"/>
                  </a:lnTo>
                  <a:lnTo>
                    <a:pt x="1358" y="322"/>
                  </a:lnTo>
                  <a:close/>
                </a:path>
              </a:pathLst>
            </a:custGeom>
            <a:solidFill>
              <a:srgbClr val="DA9FC0">
                <a:alpha val="9600"/>
              </a:srgbClr>
            </a:solidFill>
            <a:ln>
              <a:noFill/>
            </a:ln>
          </p:spPr>
          <p:txBody>
            <a:bodyPr anchor="ctr"/>
            <a:lstStyle/>
            <a:p>
              <a:pPr algn="ctr">
                <a:buNone/>
              </a:pPr>
            </a:p>
          </p:txBody>
        </p:sp>
        <p:sp>
          <p:nvSpPr>
            <p:cNvPr id="2936" name="addition:input:59"/>
            <p:cNvSpPr>
              <a:spLocks noGrp="1"/>
            </p:cNvSpPr>
            <p:nvPr/>
          </p:nvSpPr>
          <p:spPr>
            <a:xfrm>
              <a:off x="209550" y="5438775"/>
              <a:ext cx="2292767" cy="712318"/>
            </a:xfrm>
            <a:custGeom>
              <a:avLst/>
              <a:gdLst/>
              <a:ahLst/>
              <a:cxnLst/>
              <a:rect l="l" t="t" r="r" b="b"/>
              <a:pathLst>
                <a:path w="1393" h="380">
                  <a:moveTo>
                    <a:pt x="0" y="0"/>
                  </a:moveTo>
                  <a:moveTo>
                    <a:pt x="1392" y="347"/>
                  </a:moveTo>
                  <a:lnTo>
                    <a:pt x="1393" y="350"/>
                  </a:lnTo>
                  <a:lnTo>
                    <a:pt x="1393" y="352"/>
                  </a:lnTo>
                  <a:lnTo>
                    <a:pt x="1392" y="355"/>
                  </a:lnTo>
                  <a:lnTo>
                    <a:pt x="1389" y="357"/>
                  </a:lnTo>
                  <a:lnTo>
                    <a:pt x="1386" y="359"/>
                  </a:lnTo>
                  <a:lnTo>
                    <a:pt x="1384" y="361"/>
                  </a:lnTo>
                  <a:lnTo>
                    <a:pt x="1382" y="364"/>
                  </a:lnTo>
                  <a:lnTo>
                    <a:pt x="1379" y="365"/>
                  </a:lnTo>
                  <a:lnTo>
                    <a:pt x="1375" y="366"/>
                  </a:lnTo>
                  <a:lnTo>
                    <a:pt x="1371" y="367"/>
                  </a:lnTo>
                  <a:lnTo>
                    <a:pt x="1369" y="368"/>
                  </a:lnTo>
                  <a:lnTo>
                    <a:pt x="1367" y="372"/>
                  </a:lnTo>
                  <a:lnTo>
                    <a:pt x="1366" y="377"/>
                  </a:lnTo>
                  <a:lnTo>
                    <a:pt x="1363" y="380"/>
                  </a:lnTo>
                  <a:lnTo>
                    <a:pt x="1358" y="380"/>
                  </a:lnTo>
                  <a:lnTo>
                    <a:pt x="1354" y="378"/>
                  </a:lnTo>
                  <a:lnTo>
                    <a:pt x="1350" y="375"/>
                  </a:lnTo>
                  <a:lnTo>
                    <a:pt x="1346" y="374"/>
                  </a:lnTo>
                  <a:lnTo>
                    <a:pt x="1343" y="374"/>
                  </a:lnTo>
                  <a:lnTo>
                    <a:pt x="1340" y="373"/>
                  </a:lnTo>
                  <a:lnTo>
                    <a:pt x="1337" y="372"/>
                  </a:lnTo>
                  <a:lnTo>
                    <a:pt x="1335" y="371"/>
                  </a:lnTo>
                  <a:lnTo>
                    <a:pt x="1332" y="371"/>
                  </a:lnTo>
                  <a:lnTo>
                    <a:pt x="1328" y="371"/>
                  </a:lnTo>
                  <a:lnTo>
                    <a:pt x="1324" y="371"/>
                  </a:lnTo>
                  <a:lnTo>
                    <a:pt x="1322" y="369"/>
                  </a:lnTo>
                  <a:lnTo>
                    <a:pt x="1321" y="366"/>
                  </a:lnTo>
                  <a:lnTo>
                    <a:pt x="1321" y="364"/>
                  </a:lnTo>
                  <a:lnTo>
                    <a:pt x="1319" y="362"/>
                  </a:lnTo>
                  <a:lnTo>
                    <a:pt x="1315" y="360"/>
                  </a:lnTo>
                  <a:lnTo>
                    <a:pt x="1312" y="358"/>
                  </a:lnTo>
                  <a:lnTo>
                    <a:pt x="1312" y="355"/>
                  </a:lnTo>
                  <a:lnTo>
                    <a:pt x="1316" y="352"/>
                  </a:lnTo>
                  <a:lnTo>
                    <a:pt x="1320" y="349"/>
                  </a:lnTo>
                  <a:lnTo>
                    <a:pt x="1322" y="347"/>
                  </a:lnTo>
                  <a:lnTo>
                    <a:pt x="1321" y="345"/>
                  </a:lnTo>
                  <a:lnTo>
                    <a:pt x="1320" y="342"/>
                  </a:lnTo>
                  <a:lnTo>
                    <a:pt x="1319" y="340"/>
                  </a:lnTo>
                  <a:lnTo>
                    <a:pt x="1318" y="337"/>
                  </a:lnTo>
                  <a:lnTo>
                    <a:pt x="1318" y="334"/>
                  </a:lnTo>
                  <a:lnTo>
                    <a:pt x="1317" y="331"/>
                  </a:lnTo>
                  <a:lnTo>
                    <a:pt x="1317" y="327"/>
                  </a:lnTo>
                  <a:lnTo>
                    <a:pt x="1319" y="325"/>
                  </a:lnTo>
                  <a:lnTo>
                    <a:pt x="1324" y="325"/>
                  </a:lnTo>
                  <a:lnTo>
                    <a:pt x="1328" y="325"/>
                  </a:lnTo>
                  <a:lnTo>
                    <a:pt x="1332" y="325"/>
                  </a:lnTo>
                  <a:lnTo>
                    <a:pt x="1333" y="324"/>
                  </a:lnTo>
                  <a:lnTo>
                    <a:pt x="1335" y="321"/>
                  </a:lnTo>
                  <a:lnTo>
                    <a:pt x="1337" y="319"/>
                  </a:lnTo>
                  <a:lnTo>
                    <a:pt x="1340" y="319"/>
                  </a:lnTo>
                  <a:lnTo>
                    <a:pt x="1343" y="320"/>
                  </a:lnTo>
                  <a:lnTo>
                    <a:pt x="1346" y="321"/>
                  </a:lnTo>
                  <a:lnTo>
                    <a:pt x="1349" y="320"/>
                  </a:lnTo>
                  <a:lnTo>
                    <a:pt x="1353" y="318"/>
                  </a:lnTo>
                  <a:lnTo>
                    <a:pt x="1357" y="317"/>
                  </a:lnTo>
                  <a:lnTo>
                    <a:pt x="1361" y="317"/>
                  </a:lnTo>
                  <a:lnTo>
                    <a:pt x="1364" y="318"/>
                  </a:lnTo>
                  <a:lnTo>
                    <a:pt x="1368" y="319"/>
                  </a:lnTo>
                  <a:lnTo>
                    <a:pt x="1372" y="321"/>
                  </a:lnTo>
                  <a:lnTo>
                    <a:pt x="1374" y="323"/>
                  </a:lnTo>
                  <a:lnTo>
                    <a:pt x="1376" y="326"/>
                  </a:lnTo>
                  <a:lnTo>
                    <a:pt x="1375" y="330"/>
                  </a:lnTo>
                  <a:lnTo>
                    <a:pt x="1375" y="333"/>
                  </a:lnTo>
                  <a:lnTo>
                    <a:pt x="1378" y="335"/>
                  </a:lnTo>
                  <a:lnTo>
                    <a:pt x="1384" y="335"/>
                  </a:lnTo>
                  <a:lnTo>
                    <a:pt x="1389" y="336"/>
                  </a:lnTo>
                  <a:lnTo>
                    <a:pt x="1393" y="338"/>
                  </a:lnTo>
                  <a:lnTo>
                    <a:pt x="1393" y="341"/>
                  </a:lnTo>
                  <a:lnTo>
                    <a:pt x="1392" y="344"/>
                  </a:lnTo>
                  <a:close/>
                </a:path>
              </a:pathLst>
            </a:custGeom>
            <a:solidFill>
              <a:srgbClr val="DA9FC0">
                <a:alpha val="9600"/>
              </a:srgbClr>
            </a:solidFill>
            <a:ln>
              <a:noFill/>
            </a:ln>
          </p:spPr>
          <p:txBody>
            <a:bodyPr anchor="ctr"/>
            <a:lstStyle/>
            <a:p>
              <a:pPr algn="ctr">
                <a:buNone/>
              </a:pPr>
            </a:p>
          </p:txBody>
        </p:sp>
        <p:sp>
          <p:nvSpPr>
            <p:cNvPr id="2937" name="addition:input:60"/>
            <p:cNvSpPr>
              <a:spLocks noGrp="1"/>
            </p:cNvSpPr>
            <p:nvPr/>
          </p:nvSpPr>
          <p:spPr>
            <a:xfrm>
              <a:off x="209550" y="5438775"/>
              <a:ext cx="2274661" cy="755432"/>
            </a:xfrm>
            <a:custGeom>
              <a:avLst/>
              <a:gdLst/>
              <a:ahLst/>
              <a:cxnLst/>
              <a:rect l="l" t="t" r="r" b="b"/>
              <a:pathLst>
                <a:path w="1382" h="403">
                  <a:moveTo>
                    <a:pt x="0" y="0"/>
                  </a:moveTo>
                  <a:moveTo>
                    <a:pt x="1381" y="372"/>
                  </a:moveTo>
                  <a:lnTo>
                    <a:pt x="1376" y="374"/>
                  </a:lnTo>
                  <a:lnTo>
                    <a:pt x="1368" y="377"/>
                  </a:lnTo>
                  <a:lnTo>
                    <a:pt x="1363" y="378"/>
                  </a:lnTo>
                  <a:lnTo>
                    <a:pt x="1361" y="380"/>
                  </a:lnTo>
                  <a:lnTo>
                    <a:pt x="1362" y="383"/>
                  </a:lnTo>
                  <a:lnTo>
                    <a:pt x="1362" y="386"/>
                  </a:lnTo>
                  <a:lnTo>
                    <a:pt x="1361" y="389"/>
                  </a:lnTo>
                  <a:lnTo>
                    <a:pt x="1358" y="391"/>
                  </a:lnTo>
                  <a:lnTo>
                    <a:pt x="1355" y="394"/>
                  </a:lnTo>
                  <a:lnTo>
                    <a:pt x="1353" y="397"/>
                  </a:lnTo>
                  <a:lnTo>
                    <a:pt x="1350" y="399"/>
                  </a:lnTo>
                  <a:lnTo>
                    <a:pt x="1345" y="400"/>
                  </a:lnTo>
                  <a:lnTo>
                    <a:pt x="1340" y="399"/>
                  </a:lnTo>
                  <a:lnTo>
                    <a:pt x="1336" y="399"/>
                  </a:lnTo>
                  <a:lnTo>
                    <a:pt x="1333" y="400"/>
                  </a:lnTo>
                  <a:lnTo>
                    <a:pt x="1329" y="402"/>
                  </a:lnTo>
                  <a:lnTo>
                    <a:pt x="1326" y="403"/>
                  </a:lnTo>
                  <a:lnTo>
                    <a:pt x="1322" y="401"/>
                  </a:lnTo>
                  <a:lnTo>
                    <a:pt x="1319" y="398"/>
                  </a:lnTo>
                  <a:lnTo>
                    <a:pt x="1317" y="396"/>
                  </a:lnTo>
                  <a:lnTo>
                    <a:pt x="1314" y="396"/>
                  </a:lnTo>
                  <a:lnTo>
                    <a:pt x="1310" y="397"/>
                  </a:lnTo>
                  <a:lnTo>
                    <a:pt x="1304" y="399"/>
                  </a:lnTo>
                  <a:lnTo>
                    <a:pt x="1300" y="399"/>
                  </a:lnTo>
                  <a:lnTo>
                    <a:pt x="1296" y="398"/>
                  </a:lnTo>
                  <a:lnTo>
                    <a:pt x="1294" y="395"/>
                  </a:lnTo>
                  <a:lnTo>
                    <a:pt x="1292" y="393"/>
                  </a:lnTo>
                  <a:lnTo>
                    <a:pt x="1290" y="390"/>
                  </a:lnTo>
                  <a:lnTo>
                    <a:pt x="1290" y="387"/>
                  </a:lnTo>
                  <a:lnTo>
                    <a:pt x="1291" y="384"/>
                  </a:lnTo>
                  <a:lnTo>
                    <a:pt x="1293" y="381"/>
                  </a:lnTo>
                  <a:lnTo>
                    <a:pt x="1292" y="378"/>
                  </a:lnTo>
                  <a:lnTo>
                    <a:pt x="1287" y="377"/>
                  </a:lnTo>
                  <a:lnTo>
                    <a:pt x="1282" y="374"/>
                  </a:lnTo>
                  <a:lnTo>
                    <a:pt x="1280" y="372"/>
                  </a:lnTo>
                  <a:lnTo>
                    <a:pt x="1280" y="369"/>
                  </a:lnTo>
                  <a:lnTo>
                    <a:pt x="1283" y="366"/>
                  </a:lnTo>
                  <a:lnTo>
                    <a:pt x="1284" y="364"/>
                  </a:lnTo>
                  <a:lnTo>
                    <a:pt x="1282" y="361"/>
                  </a:lnTo>
                  <a:lnTo>
                    <a:pt x="1280" y="358"/>
                  </a:lnTo>
                  <a:lnTo>
                    <a:pt x="1280" y="355"/>
                  </a:lnTo>
                  <a:lnTo>
                    <a:pt x="1283" y="352"/>
                  </a:lnTo>
                  <a:lnTo>
                    <a:pt x="1287" y="351"/>
                  </a:lnTo>
                  <a:lnTo>
                    <a:pt x="1292" y="351"/>
                  </a:lnTo>
                  <a:lnTo>
                    <a:pt x="1295" y="350"/>
                  </a:lnTo>
                  <a:lnTo>
                    <a:pt x="1299" y="349"/>
                  </a:lnTo>
                  <a:lnTo>
                    <a:pt x="1303" y="348"/>
                  </a:lnTo>
                  <a:lnTo>
                    <a:pt x="1307" y="348"/>
                  </a:lnTo>
                  <a:lnTo>
                    <a:pt x="1310" y="347"/>
                  </a:lnTo>
                  <a:lnTo>
                    <a:pt x="1313" y="344"/>
                  </a:lnTo>
                  <a:lnTo>
                    <a:pt x="1316" y="340"/>
                  </a:lnTo>
                  <a:lnTo>
                    <a:pt x="1321" y="337"/>
                  </a:lnTo>
                  <a:lnTo>
                    <a:pt x="1326" y="337"/>
                  </a:lnTo>
                  <a:lnTo>
                    <a:pt x="1331" y="340"/>
                  </a:lnTo>
                  <a:lnTo>
                    <a:pt x="1335" y="343"/>
                  </a:lnTo>
                  <a:lnTo>
                    <a:pt x="1339" y="345"/>
                  </a:lnTo>
                  <a:lnTo>
                    <a:pt x="1344" y="345"/>
                  </a:lnTo>
                  <a:lnTo>
                    <a:pt x="1349" y="346"/>
                  </a:lnTo>
                  <a:lnTo>
                    <a:pt x="1353" y="347"/>
                  </a:lnTo>
                  <a:lnTo>
                    <a:pt x="1356" y="350"/>
                  </a:lnTo>
                  <a:lnTo>
                    <a:pt x="1358" y="352"/>
                  </a:lnTo>
                  <a:lnTo>
                    <a:pt x="1361" y="353"/>
                  </a:lnTo>
                  <a:lnTo>
                    <a:pt x="1365" y="355"/>
                  </a:lnTo>
                  <a:lnTo>
                    <a:pt x="1368" y="357"/>
                  </a:lnTo>
                  <a:lnTo>
                    <a:pt x="1370" y="359"/>
                  </a:lnTo>
                  <a:lnTo>
                    <a:pt x="1371" y="361"/>
                  </a:lnTo>
                  <a:lnTo>
                    <a:pt x="1374" y="364"/>
                  </a:lnTo>
                  <a:lnTo>
                    <a:pt x="1378" y="366"/>
                  </a:lnTo>
                  <a:lnTo>
                    <a:pt x="1382" y="369"/>
                  </a:lnTo>
                  <a:close/>
                </a:path>
              </a:pathLst>
            </a:custGeom>
            <a:solidFill>
              <a:srgbClr val="DA9FC0">
                <a:alpha val="9600"/>
              </a:srgbClr>
            </a:solidFill>
            <a:ln>
              <a:noFill/>
            </a:ln>
          </p:spPr>
          <p:txBody>
            <a:bodyPr anchor="ctr"/>
            <a:lstStyle/>
            <a:p>
              <a:pPr algn="ctr">
                <a:buNone/>
              </a:pPr>
            </a:p>
          </p:txBody>
        </p:sp>
        <p:sp>
          <p:nvSpPr>
            <p:cNvPr id="2938" name="addition:input:61"/>
            <p:cNvSpPr>
              <a:spLocks noGrp="1"/>
            </p:cNvSpPr>
            <p:nvPr/>
          </p:nvSpPr>
          <p:spPr>
            <a:xfrm>
              <a:off x="209550" y="5438775"/>
              <a:ext cx="2189074" cy="762930"/>
            </a:xfrm>
            <a:custGeom>
              <a:avLst/>
              <a:gdLst/>
              <a:ahLst/>
              <a:cxnLst/>
              <a:rect l="l" t="t" r="r" b="b"/>
              <a:pathLst>
                <a:path w="1330" h="407">
                  <a:moveTo>
                    <a:pt x="0" y="0"/>
                  </a:moveTo>
                  <a:moveTo>
                    <a:pt x="1330" y="374"/>
                  </a:moveTo>
                  <a:lnTo>
                    <a:pt x="1330" y="377"/>
                  </a:lnTo>
                  <a:lnTo>
                    <a:pt x="1328" y="380"/>
                  </a:lnTo>
                  <a:lnTo>
                    <a:pt x="1326" y="383"/>
                  </a:lnTo>
                  <a:lnTo>
                    <a:pt x="1324" y="385"/>
                  </a:lnTo>
                  <a:lnTo>
                    <a:pt x="1321" y="387"/>
                  </a:lnTo>
                  <a:lnTo>
                    <a:pt x="1318" y="389"/>
                  </a:lnTo>
                  <a:lnTo>
                    <a:pt x="1314" y="390"/>
                  </a:lnTo>
                  <a:lnTo>
                    <a:pt x="1311" y="391"/>
                  </a:lnTo>
                  <a:lnTo>
                    <a:pt x="1309" y="394"/>
                  </a:lnTo>
                  <a:lnTo>
                    <a:pt x="1308" y="397"/>
                  </a:lnTo>
                  <a:lnTo>
                    <a:pt x="1306" y="400"/>
                  </a:lnTo>
                  <a:lnTo>
                    <a:pt x="1302" y="401"/>
                  </a:lnTo>
                  <a:lnTo>
                    <a:pt x="1298" y="401"/>
                  </a:lnTo>
                  <a:lnTo>
                    <a:pt x="1293" y="401"/>
                  </a:lnTo>
                  <a:lnTo>
                    <a:pt x="1290" y="402"/>
                  </a:lnTo>
                  <a:lnTo>
                    <a:pt x="1286" y="405"/>
                  </a:lnTo>
                  <a:lnTo>
                    <a:pt x="1282" y="407"/>
                  </a:lnTo>
                  <a:lnTo>
                    <a:pt x="1278" y="407"/>
                  </a:lnTo>
                  <a:lnTo>
                    <a:pt x="1274" y="405"/>
                  </a:lnTo>
                  <a:lnTo>
                    <a:pt x="1271" y="402"/>
                  </a:lnTo>
                  <a:lnTo>
                    <a:pt x="1268" y="400"/>
                  </a:lnTo>
                  <a:lnTo>
                    <a:pt x="1265" y="398"/>
                  </a:lnTo>
                  <a:lnTo>
                    <a:pt x="1262" y="397"/>
                  </a:lnTo>
                  <a:lnTo>
                    <a:pt x="1260" y="396"/>
                  </a:lnTo>
                  <a:lnTo>
                    <a:pt x="1257" y="395"/>
                  </a:lnTo>
                  <a:lnTo>
                    <a:pt x="1253" y="395"/>
                  </a:lnTo>
                  <a:lnTo>
                    <a:pt x="1248" y="395"/>
                  </a:lnTo>
                  <a:lnTo>
                    <a:pt x="1243" y="394"/>
                  </a:lnTo>
                  <a:lnTo>
                    <a:pt x="1241" y="392"/>
                  </a:lnTo>
                  <a:lnTo>
                    <a:pt x="1242" y="388"/>
                  </a:lnTo>
                  <a:lnTo>
                    <a:pt x="1245" y="385"/>
                  </a:lnTo>
                  <a:lnTo>
                    <a:pt x="1247" y="382"/>
                  </a:lnTo>
                  <a:lnTo>
                    <a:pt x="1246" y="379"/>
                  </a:lnTo>
                  <a:lnTo>
                    <a:pt x="1245" y="377"/>
                  </a:lnTo>
                  <a:lnTo>
                    <a:pt x="1244" y="374"/>
                  </a:lnTo>
                  <a:lnTo>
                    <a:pt x="1246" y="372"/>
                  </a:lnTo>
                  <a:lnTo>
                    <a:pt x="1249" y="370"/>
                  </a:lnTo>
                  <a:lnTo>
                    <a:pt x="1250" y="367"/>
                  </a:lnTo>
                  <a:lnTo>
                    <a:pt x="1251" y="365"/>
                  </a:lnTo>
                  <a:lnTo>
                    <a:pt x="1250" y="362"/>
                  </a:lnTo>
                  <a:lnTo>
                    <a:pt x="1251" y="359"/>
                  </a:lnTo>
                  <a:lnTo>
                    <a:pt x="1252" y="357"/>
                  </a:lnTo>
                  <a:lnTo>
                    <a:pt x="1254" y="355"/>
                  </a:lnTo>
                  <a:lnTo>
                    <a:pt x="1254" y="352"/>
                  </a:lnTo>
                  <a:lnTo>
                    <a:pt x="1255" y="349"/>
                  </a:lnTo>
                  <a:lnTo>
                    <a:pt x="1258" y="347"/>
                  </a:lnTo>
                  <a:lnTo>
                    <a:pt x="1263" y="347"/>
                  </a:lnTo>
                  <a:lnTo>
                    <a:pt x="1268" y="350"/>
                  </a:lnTo>
                  <a:lnTo>
                    <a:pt x="1271" y="352"/>
                  </a:lnTo>
                  <a:lnTo>
                    <a:pt x="1274" y="351"/>
                  </a:lnTo>
                  <a:lnTo>
                    <a:pt x="1276" y="349"/>
                  </a:lnTo>
                  <a:lnTo>
                    <a:pt x="1278" y="346"/>
                  </a:lnTo>
                  <a:lnTo>
                    <a:pt x="1282" y="345"/>
                  </a:lnTo>
                  <a:lnTo>
                    <a:pt x="1285" y="345"/>
                  </a:lnTo>
                  <a:lnTo>
                    <a:pt x="1288" y="345"/>
                  </a:lnTo>
                  <a:lnTo>
                    <a:pt x="1292" y="346"/>
                  </a:lnTo>
                  <a:lnTo>
                    <a:pt x="1296" y="346"/>
                  </a:lnTo>
                  <a:lnTo>
                    <a:pt x="1299" y="347"/>
                  </a:lnTo>
                  <a:lnTo>
                    <a:pt x="1302" y="349"/>
                  </a:lnTo>
                  <a:lnTo>
                    <a:pt x="1304" y="352"/>
                  </a:lnTo>
                  <a:lnTo>
                    <a:pt x="1307" y="354"/>
                  </a:lnTo>
                  <a:lnTo>
                    <a:pt x="1310" y="355"/>
                  </a:lnTo>
                  <a:lnTo>
                    <a:pt x="1314" y="357"/>
                  </a:lnTo>
                  <a:lnTo>
                    <a:pt x="1315" y="360"/>
                  </a:lnTo>
                  <a:lnTo>
                    <a:pt x="1315" y="363"/>
                  </a:lnTo>
                  <a:lnTo>
                    <a:pt x="1314" y="366"/>
                  </a:lnTo>
                  <a:lnTo>
                    <a:pt x="1315" y="368"/>
                  </a:lnTo>
                  <a:lnTo>
                    <a:pt x="1320" y="370"/>
                  </a:lnTo>
                  <a:lnTo>
                    <a:pt x="1326" y="372"/>
                  </a:lnTo>
                  <a:close/>
                </a:path>
              </a:pathLst>
            </a:custGeom>
            <a:solidFill>
              <a:srgbClr val="DA9FC0">
                <a:alpha val="9600"/>
              </a:srgbClr>
            </a:solidFill>
            <a:ln>
              <a:noFill/>
            </a:ln>
          </p:spPr>
          <p:txBody>
            <a:bodyPr anchor="ctr"/>
            <a:lstStyle/>
            <a:p>
              <a:pPr algn="ctr">
                <a:buNone/>
              </a:pPr>
            </a:p>
          </p:txBody>
        </p:sp>
        <p:sp>
          <p:nvSpPr>
            <p:cNvPr id="2939" name="addition:input:62"/>
            <p:cNvSpPr>
              <a:spLocks noGrp="1"/>
            </p:cNvSpPr>
            <p:nvPr/>
          </p:nvSpPr>
          <p:spPr>
            <a:xfrm>
              <a:off x="209550" y="5438775"/>
              <a:ext cx="2115007" cy="732937"/>
            </a:xfrm>
            <a:custGeom>
              <a:avLst/>
              <a:gdLst/>
              <a:ahLst/>
              <a:cxnLst/>
              <a:rect l="l" t="t" r="r" b="b"/>
              <a:pathLst>
                <a:path w="1285" h="391">
                  <a:moveTo>
                    <a:pt x="0" y="0"/>
                  </a:moveTo>
                  <a:moveTo>
                    <a:pt x="1281" y="364"/>
                  </a:moveTo>
                  <a:lnTo>
                    <a:pt x="1282" y="366"/>
                  </a:lnTo>
                  <a:lnTo>
                    <a:pt x="1284" y="369"/>
                  </a:lnTo>
                  <a:lnTo>
                    <a:pt x="1285" y="371"/>
                  </a:lnTo>
                  <a:lnTo>
                    <a:pt x="1283" y="374"/>
                  </a:lnTo>
                  <a:lnTo>
                    <a:pt x="1279" y="375"/>
                  </a:lnTo>
                  <a:lnTo>
                    <a:pt x="1274" y="375"/>
                  </a:lnTo>
                  <a:lnTo>
                    <a:pt x="1271" y="376"/>
                  </a:lnTo>
                  <a:lnTo>
                    <a:pt x="1270" y="378"/>
                  </a:lnTo>
                  <a:lnTo>
                    <a:pt x="1268" y="380"/>
                  </a:lnTo>
                  <a:lnTo>
                    <a:pt x="1267" y="382"/>
                  </a:lnTo>
                  <a:lnTo>
                    <a:pt x="1265" y="384"/>
                  </a:lnTo>
                  <a:lnTo>
                    <a:pt x="1263" y="386"/>
                  </a:lnTo>
                  <a:lnTo>
                    <a:pt x="1260" y="389"/>
                  </a:lnTo>
                  <a:lnTo>
                    <a:pt x="1257" y="391"/>
                  </a:lnTo>
                  <a:lnTo>
                    <a:pt x="1254" y="391"/>
                  </a:lnTo>
                  <a:lnTo>
                    <a:pt x="1250" y="390"/>
                  </a:lnTo>
                  <a:lnTo>
                    <a:pt x="1247" y="388"/>
                  </a:lnTo>
                  <a:lnTo>
                    <a:pt x="1244" y="387"/>
                  </a:lnTo>
                  <a:lnTo>
                    <a:pt x="1241" y="387"/>
                  </a:lnTo>
                  <a:lnTo>
                    <a:pt x="1238" y="388"/>
                  </a:lnTo>
                  <a:lnTo>
                    <a:pt x="1235" y="388"/>
                  </a:lnTo>
                  <a:lnTo>
                    <a:pt x="1233" y="386"/>
                  </a:lnTo>
                  <a:lnTo>
                    <a:pt x="1231" y="384"/>
                  </a:lnTo>
                  <a:lnTo>
                    <a:pt x="1230" y="382"/>
                  </a:lnTo>
                  <a:lnTo>
                    <a:pt x="1228" y="382"/>
                  </a:lnTo>
                  <a:lnTo>
                    <a:pt x="1224" y="382"/>
                  </a:lnTo>
                  <a:lnTo>
                    <a:pt x="1221" y="381"/>
                  </a:lnTo>
                  <a:lnTo>
                    <a:pt x="1219" y="380"/>
                  </a:lnTo>
                  <a:lnTo>
                    <a:pt x="1218" y="378"/>
                  </a:lnTo>
                  <a:lnTo>
                    <a:pt x="1216" y="376"/>
                  </a:lnTo>
                  <a:lnTo>
                    <a:pt x="1215" y="374"/>
                  </a:lnTo>
                  <a:lnTo>
                    <a:pt x="1216" y="371"/>
                  </a:lnTo>
                  <a:lnTo>
                    <a:pt x="1218" y="368"/>
                  </a:lnTo>
                  <a:lnTo>
                    <a:pt x="1222" y="366"/>
                  </a:lnTo>
                  <a:lnTo>
                    <a:pt x="1224" y="364"/>
                  </a:lnTo>
                  <a:lnTo>
                    <a:pt x="1223" y="362"/>
                  </a:lnTo>
                  <a:lnTo>
                    <a:pt x="1220" y="360"/>
                  </a:lnTo>
                  <a:lnTo>
                    <a:pt x="1218" y="357"/>
                  </a:lnTo>
                  <a:lnTo>
                    <a:pt x="1218" y="355"/>
                  </a:lnTo>
                  <a:lnTo>
                    <a:pt x="1220" y="353"/>
                  </a:lnTo>
                  <a:lnTo>
                    <a:pt x="1222" y="351"/>
                  </a:lnTo>
                  <a:lnTo>
                    <a:pt x="1223" y="349"/>
                  </a:lnTo>
                  <a:lnTo>
                    <a:pt x="1224" y="347"/>
                  </a:lnTo>
                  <a:lnTo>
                    <a:pt x="1225" y="345"/>
                  </a:lnTo>
                  <a:lnTo>
                    <a:pt x="1227" y="343"/>
                  </a:lnTo>
                  <a:lnTo>
                    <a:pt x="1230" y="343"/>
                  </a:lnTo>
                  <a:lnTo>
                    <a:pt x="1232" y="342"/>
                  </a:lnTo>
                  <a:lnTo>
                    <a:pt x="1234" y="342"/>
                  </a:lnTo>
                  <a:lnTo>
                    <a:pt x="1236" y="341"/>
                  </a:lnTo>
                  <a:lnTo>
                    <a:pt x="1239" y="341"/>
                  </a:lnTo>
                  <a:lnTo>
                    <a:pt x="1242" y="342"/>
                  </a:lnTo>
                  <a:lnTo>
                    <a:pt x="1244" y="343"/>
                  </a:lnTo>
                  <a:lnTo>
                    <a:pt x="1246" y="342"/>
                  </a:lnTo>
                  <a:lnTo>
                    <a:pt x="1249" y="340"/>
                  </a:lnTo>
                  <a:lnTo>
                    <a:pt x="1253" y="337"/>
                  </a:lnTo>
                  <a:lnTo>
                    <a:pt x="1257" y="336"/>
                  </a:lnTo>
                  <a:lnTo>
                    <a:pt x="1259" y="338"/>
                  </a:lnTo>
                  <a:lnTo>
                    <a:pt x="1261" y="341"/>
                  </a:lnTo>
                  <a:lnTo>
                    <a:pt x="1263" y="343"/>
                  </a:lnTo>
                  <a:lnTo>
                    <a:pt x="1265" y="345"/>
                  </a:lnTo>
                  <a:lnTo>
                    <a:pt x="1267" y="347"/>
                  </a:lnTo>
                  <a:lnTo>
                    <a:pt x="1269" y="348"/>
                  </a:lnTo>
                  <a:lnTo>
                    <a:pt x="1271" y="350"/>
                  </a:lnTo>
                  <a:lnTo>
                    <a:pt x="1272" y="352"/>
                  </a:lnTo>
                  <a:lnTo>
                    <a:pt x="1275" y="354"/>
                  </a:lnTo>
                  <a:lnTo>
                    <a:pt x="1278" y="355"/>
                  </a:lnTo>
                  <a:lnTo>
                    <a:pt x="1281" y="357"/>
                  </a:lnTo>
                  <a:lnTo>
                    <a:pt x="1281" y="359"/>
                  </a:lnTo>
                  <a:lnTo>
                    <a:pt x="1281" y="362"/>
                  </a:lnTo>
                  <a:close/>
                </a:path>
              </a:pathLst>
            </a:custGeom>
            <a:solidFill>
              <a:srgbClr val="DA9FC0">
                <a:alpha val="9600"/>
              </a:srgbClr>
            </a:solidFill>
            <a:ln>
              <a:noFill/>
            </a:ln>
          </p:spPr>
          <p:txBody>
            <a:bodyPr anchor="ctr"/>
            <a:lstStyle/>
            <a:p>
              <a:pPr algn="ctr">
                <a:buNone/>
              </a:pPr>
            </a:p>
          </p:txBody>
        </p:sp>
        <p:sp>
          <p:nvSpPr>
            <p:cNvPr id="2940" name="addition:input:63"/>
            <p:cNvSpPr>
              <a:spLocks noGrp="1"/>
            </p:cNvSpPr>
            <p:nvPr/>
          </p:nvSpPr>
          <p:spPr>
            <a:xfrm>
              <a:off x="209550" y="5438775"/>
              <a:ext cx="2245035" cy="738561"/>
            </a:xfrm>
            <a:custGeom>
              <a:avLst/>
              <a:gdLst/>
              <a:ahLst/>
              <a:cxnLst/>
              <a:rect l="l" t="t" r="r" b="b"/>
              <a:pathLst>
                <a:path w="1364" h="394">
                  <a:moveTo>
                    <a:pt x="0" y="0"/>
                  </a:moveTo>
                  <a:moveTo>
                    <a:pt x="1359" y="360"/>
                  </a:moveTo>
                  <a:lnTo>
                    <a:pt x="1353" y="362"/>
                  </a:lnTo>
                  <a:lnTo>
                    <a:pt x="1347" y="365"/>
                  </a:lnTo>
                  <a:lnTo>
                    <a:pt x="1346" y="367"/>
                  </a:lnTo>
                  <a:lnTo>
                    <a:pt x="1346" y="370"/>
                  </a:lnTo>
                  <a:lnTo>
                    <a:pt x="1345" y="373"/>
                  </a:lnTo>
                  <a:lnTo>
                    <a:pt x="1343" y="375"/>
                  </a:lnTo>
                  <a:lnTo>
                    <a:pt x="1339" y="378"/>
                  </a:lnTo>
                  <a:lnTo>
                    <a:pt x="1337" y="380"/>
                  </a:lnTo>
                  <a:lnTo>
                    <a:pt x="1335" y="383"/>
                  </a:lnTo>
                  <a:lnTo>
                    <a:pt x="1332" y="386"/>
                  </a:lnTo>
                  <a:lnTo>
                    <a:pt x="1328" y="388"/>
                  </a:lnTo>
                  <a:lnTo>
                    <a:pt x="1324" y="388"/>
                  </a:lnTo>
                  <a:lnTo>
                    <a:pt x="1319" y="389"/>
                  </a:lnTo>
                  <a:lnTo>
                    <a:pt x="1316" y="391"/>
                  </a:lnTo>
                  <a:lnTo>
                    <a:pt x="1312" y="394"/>
                  </a:lnTo>
                  <a:lnTo>
                    <a:pt x="1308" y="394"/>
                  </a:lnTo>
                  <a:lnTo>
                    <a:pt x="1303" y="393"/>
                  </a:lnTo>
                  <a:lnTo>
                    <a:pt x="1299" y="389"/>
                  </a:lnTo>
                  <a:lnTo>
                    <a:pt x="1297" y="385"/>
                  </a:lnTo>
                  <a:lnTo>
                    <a:pt x="1294" y="385"/>
                  </a:lnTo>
                  <a:lnTo>
                    <a:pt x="1290" y="387"/>
                  </a:lnTo>
                  <a:lnTo>
                    <a:pt x="1285" y="389"/>
                  </a:lnTo>
                  <a:lnTo>
                    <a:pt x="1280" y="389"/>
                  </a:lnTo>
                  <a:lnTo>
                    <a:pt x="1277" y="388"/>
                  </a:lnTo>
                  <a:lnTo>
                    <a:pt x="1274" y="387"/>
                  </a:lnTo>
                  <a:lnTo>
                    <a:pt x="1270" y="385"/>
                  </a:lnTo>
                  <a:lnTo>
                    <a:pt x="1267" y="383"/>
                  </a:lnTo>
                  <a:lnTo>
                    <a:pt x="1266" y="380"/>
                  </a:lnTo>
                  <a:lnTo>
                    <a:pt x="1267" y="376"/>
                  </a:lnTo>
                  <a:lnTo>
                    <a:pt x="1268" y="372"/>
                  </a:lnTo>
                  <a:lnTo>
                    <a:pt x="1268" y="370"/>
                  </a:lnTo>
                  <a:lnTo>
                    <a:pt x="1264" y="368"/>
                  </a:lnTo>
                  <a:lnTo>
                    <a:pt x="1260" y="365"/>
                  </a:lnTo>
                  <a:lnTo>
                    <a:pt x="1259" y="363"/>
                  </a:lnTo>
                  <a:lnTo>
                    <a:pt x="1261" y="360"/>
                  </a:lnTo>
                  <a:lnTo>
                    <a:pt x="1263" y="357"/>
                  </a:lnTo>
                  <a:lnTo>
                    <a:pt x="1264" y="355"/>
                  </a:lnTo>
                  <a:lnTo>
                    <a:pt x="1261" y="351"/>
                  </a:lnTo>
                  <a:lnTo>
                    <a:pt x="1257" y="348"/>
                  </a:lnTo>
                  <a:lnTo>
                    <a:pt x="1255" y="344"/>
                  </a:lnTo>
                  <a:lnTo>
                    <a:pt x="1256" y="341"/>
                  </a:lnTo>
                  <a:lnTo>
                    <a:pt x="1260" y="339"/>
                  </a:lnTo>
                  <a:lnTo>
                    <a:pt x="1265" y="338"/>
                  </a:lnTo>
                  <a:lnTo>
                    <a:pt x="1268" y="337"/>
                  </a:lnTo>
                  <a:lnTo>
                    <a:pt x="1272" y="336"/>
                  </a:lnTo>
                  <a:lnTo>
                    <a:pt x="1277" y="336"/>
                  </a:lnTo>
                  <a:lnTo>
                    <a:pt x="1281" y="336"/>
                  </a:lnTo>
                  <a:lnTo>
                    <a:pt x="1284" y="335"/>
                  </a:lnTo>
                  <a:lnTo>
                    <a:pt x="1287" y="332"/>
                  </a:lnTo>
                  <a:lnTo>
                    <a:pt x="1289" y="328"/>
                  </a:lnTo>
                  <a:lnTo>
                    <a:pt x="1293" y="325"/>
                  </a:lnTo>
                  <a:lnTo>
                    <a:pt x="1299" y="324"/>
                  </a:lnTo>
                  <a:lnTo>
                    <a:pt x="1304" y="326"/>
                  </a:lnTo>
                  <a:lnTo>
                    <a:pt x="1308" y="328"/>
                  </a:lnTo>
                  <a:lnTo>
                    <a:pt x="1313" y="329"/>
                  </a:lnTo>
                  <a:lnTo>
                    <a:pt x="1318" y="329"/>
                  </a:lnTo>
                  <a:lnTo>
                    <a:pt x="1324" y="328"/>
                  </a:lnTo>
                  <a:lnTo>
                    <a:pt x="1328" y="330"/>
                  </a:lnTo>
                  <a:lnTo>
                    <a:pt x="1331" y="333"/>
                  </a:lnTo>
                  <a:lnTo>
                    <a:pt x="1334" y="336"/>
                  </a:lnTo>
                  <a:lnTo>
                    <a:pt x="1337" y="339"/>
                  </a:lnTo>
                  <a:lnTo>
                    <a:pt x="1340" y="340"/>
                  </a:lnTo>
                  <a:lnTo>
                    <a:pt x="1343" y="342"/>
                  </a:lnTo>
                  <a:lnTo>
                    <a:pt x="1345" y="345"/>
                  </a:lnTo>
                  <a:lnTo>
                    <a:pt x="1348" y="347"/>
                  </a:lnTo>
                  <a:lnTo>
                    <a:pt x="1352" y="349"/>
                  </a:lnTo>
                  <a:lnTo>
                    <a:pt x="1358" y="350"/>
                  </a:lnTo>
                  <a:lnTo>
                    <a:pt x="1363" y="353"/>
                  </a:lnTo>
                  <a:lnTo>
                    <a:pt x="1364" y="356"/>
                  </a:lnTo>
                  <a:close/>
                </a:path>
              </a:pathLst>
            </a:custGeom>
            <a:solidFill>
              <a:srgbClr val="DA9FC0">
                <a:alpha val="9600"/>
              </a:srgbClr>
            </a:solidFill>
            <a:ln>
              <a:noFill/>
            </a:ln>
          </p:spPr>
          <p:txBody>
            <a:bodyPr anchor="ctr"/>
            <a:lstStyle/>
            <a:p>
              <a:pPr algn="ctr">
                <a:buNone/>
              </a:pPr>
            </a:p>
          </p:txBody>
        </p:sp>
        <p:sp>
          <p:nvSpPr>
            <p:cNvPr id="2941" name="addition:input:64"/>
            <p:cNvSpPr>
              <a:spLocks noGrp="1"/>
            </p:cNvSpPr>
            <p:nvPr/>
          </p:nvSpPr>
          <p:spPr>
            <a:xfrm>
              <a:off x="209550" y="5438775"/>
              <a:ext cx="2263140" cy="751683"/>
            </a:xfrm>
            <a:custGeom>
              <a:avLst/>
              <a:gdLst/>
              <a:ahLst/>
              <a:cxnLst/>
              <a:rect l="l" t="t" r="r" b="b"/>
              <a:pathLst>
                <a:path w="1375" h="401">
                  <a:moveTo>
                    <a:pt x="0" y="0"/>
                  </a:moveTo>
                  <a:moveTo>
                    <a:pt x="1371" y="354"/>
                  </a:moveTo>
                  <a:lnTo>
                    <a:pt x="1362" y="358"/>
                  </a:lnTo>
                  <a:lnTo>
                    <a:pt x="1354" y="361"/>
                  </a:lnTo>
                  <a:lnTo>
                    <a:pt x="1351" y="364"/>
                  </a:lnTo>
                  <a:lnTo>
                    <a:pt x="1351" y="368"/>
                  </a:lnTo>
                  <a:lnTo>
                    <a:pt x="1352" y="373"/>
                  </a:lnTo>
                  <a:lnTo>
                    <a:pt x="1352" y="377"/>
                  </a:lnTo>
                  <a:lnTo>
                    <a:pt x="1350" y="381"/>
                  </a:lnTo>
                  <a:lnTo>
                    <a:pt x="1349" y="386"/>
                  </a:lnTo>
                  <a:lnTo>
                    <a:pt x="1347" y="391"/>
                  </a:lnTo>
                  <a:lnTo>
                    <a:pt x="1343" y="395"/>
                  </a:lnTo>
                  <a:lnTo>
                    <a:pt x="1337" y="396"/>
                  </a:lnTo>
                  <a:lnTo>
                    <a:pt x="1329" y="395"/>
                  </a:lnTo>
                  <a:lnTo>
                    <a:pt x="1322" y="393"/>
                  </a:lnTo>
                  <a:lnTo>
                    <a:pt x="1318" y="393"/>
                  </a:lnTo>
                  <a:lnTo>
                    <a:pt x="1314" y="397"/>
                  </a:lnTo>
                  <a:lnTo>
                    <a:pt x="1310" y="400"/>
                  </a:lnTo>
                  <a:lnTo>
                    <a:pt x="1305" y="401"/>
                  </a:lnTo>
                  <a:lnTo>
                    <a:pt x="1300" y="398"/>
                  </a:lnTo>
                  <a:lnTo>
                    <a:pt x="1296" y="395"/>
                  </a:lnTo>
                  <a:lnTo>
                    <a:pt x="1292" y="394"/>
                  </a:lnTo>
                  <a:lnTo>
                    <a:pt x="1286" y="396"/>
                  </a:lnTo>
                  <a:lnTo>
                    <a:pt x="1280" y="398"/>
                  </a:lnTo>
                  <a:lnTo>
                    <a:pt x="1273" y="398"/>
                  </a:lnTo>
                  <a:lnTo>
                    <a:pt x="1268" y="396"/>
                  </a:lnTo>
                  <a:lnTo>
                    <a:pt x="1263" y="393"/>
                  </a:lnTo>
                  <a:lnTo>
                    <a:pt x="1258" y="390"/>
                  </a:lnTo>
                  <a:lnTo>
                    <a:pt x="1254" y="387"/>
                  </a:lnTo>
                  <a:lnTo>
                    <a:pt x="1252" y="382"/>
                  </a:lnTo>
                  <a:lnTo>
                    <a:pt x="1254" y="376"/>
                  </a:lnTo>
                  <a:lnTo>
                    <a:pt x="1257" y="371"/>
                  </a:lnTo>
                  <a:lnTo>
                    <a:pt x="1256" y="367"/>
                  </a:lnTo>
                  <a:lnTo>
                    <a:pt x="1250" y="365"/>
                  </a:lnTo>
                  <a:lnTo>
                    <a:pt x="1240" y="362"/>
                  </a:lnTo>
                  <a:lnTo>
                    <a:pt x="1233" y="358"/>
                  </a:lnTo>
                  <a:lnTo>
                    <a:pt x="1230" y="354"/>
                  </a:lnTo>
                  <a:lnTo>
                    <a:pt x="1232" y="350"/>
                  </a:lnTo>
                  <a:lnTo>
                    <a:pt x="1235" y="346"/>
                  </a:lnTo>
                  <a:lnTo>
                    <a:pt x="1235" y="342"/>
                  </a:lnTo>
                  <a:lnTo>
                    <a:pt x="1235" y="337"/>
                  </a:lnTo>
                  <a:lnTo>
                    <a:pt x="1236" y="333"/>
                  </a:lnTo>
                  <a:lnTo>
                    <a:pt x="1240" y="330"/>
                  </a:lnTo>
                  <a:lnTo>
                    <a:pt x="1245" y="327"/>
                  </a:lnTo>
                  <a:lnTo>
                    <a:pt x="1250" y="325"/>
                  </a:lnTo>
                  <a:lnTo>
                    <a:pt x="1254" y="322"/>
                  </a:lnTo>
                  <a:lnTo>
                    <a:pt x="1258" y="319"/>
                  </a:lnTo>
                  <a:lnTo>
                    <a:pt x="1264" y="318"/>
                  </a:lnTo>
                  <a:lnTo>
                    <a:pt x="1271" y="318"/>
                  </a:lnTo>
                  <a:lnTo>
                    <a:pt x="1277" y="317"/>
                  </a:lnTo>
                  <a:lnTo>
                    <a:pt x="1281" y="314"/>
                  </a:lnTo>
                  <a:lnTo>
                    <a:pt x="1285" y="307"/>
                  </a:lnTo>
                  <a:lnTo>
                    <a:pt x="1291" y="301"/>
                  </a:lnTo>
                  <a:lnTo>
                    <a:pt x="1299" y="299"/>
                  </a:lnTo>
                  <a:lnTo>
                    <a:pt x="1306" y="302"/>
                  </a:lnTo>
                  <a:lnTo>
                    <a:pt x="1313" y="307"/>
                  </a:lnTo>
                  <a:lnTo>
                    <a:pt x="1319" y="311"/>
                  </a:lnTo>
                  <a:lnTo>
                    <a:pt x="1324" y="313"/>
                  </a:lnTo>
                  <a:lnTo>
                    <a:pt x="1330" y="314"/>
                  </a:lnTo>
                  <a:lnTo>
                    <a:pt x="1335" y="316"/>
                  </a:lnTo>
                  <a:lnTo>
                    <a:pt x="1340" y="319"/>
                  </a:lnTo>
                  <a:lnTo>
                    <a:pt x="1344" y="321"/>
                  </a:lnTo>
                  <a:lnTo>
                    <a:pt x="1350" y="322"/>
                  </a:lnTo>
                  <a:lnTo>
                    <a:pt x="1357" y="323"/>
                  </a:lnTo>
                  <a:lnTo>
                    <a:pt x="1362" y="325"/>
                  </a:lnTo>
                  <a:lnTo>
                    <a:pt x="1364" y="330"/>
                  </a:lnTo>
                  <a:lnTo>
                    <a:pt x="1363" y="334"/>
                  </a:lnTo>
                  <a:lnTo>
                    <a:pt x="1364" y="338"/>
                  </a:lnTo>
                  <a:lnTo>
                    <a:pt x="1369" y="341"/>
                  </a:lnTo>
                  <a:lnTo>
                    <a:pt x="1374" y="345"/>
                  </a:lnTo>
                  <a:lnTo>
                    <a:pt x="1375" y="349"/>
                  </a:lnTo>
                  <a:close/>
                </a:path>
              </a:pathLst>
            </a:custGeom>
            <a:solidFill>
              <a:srgbClr val="CC79A7">
                <a:alpha val="11100"/>
              </a:srgbClr>
            </a:solidFill>
            <a:ln>
              <a:noFill/>
            </a:ln>
          </p:spPr>
          <p:txBody>
            <a:bodyPr anchor="ctr"/>
            <a:lstStyle/>
            <a:p>
              <a:pPr algn="ctr">
                <a:buNone/>
              </a:pPr>
            </a:p>
          </p:txBody>
        </p:sp>
        <p:sp>
          <p:nvSpPr>
            <p:cNvPr id="2942" name="addition:input:65"/>
            <p:cNvSpPr>
              <a:spLocks noGrp="1"/>
            </p:cNvSpPr>
            <p:nvPr/>
          </p:nvSpPr>
          <p:spPr>
            <a:xfrm>
              <a:off x="209550" y="5438775"/>
              <a:ext cx="2156155" cy="686074"/>
            </a:xfrm>
            <a:custGeom>
              <a:avLst/>
              <a:gdLst/>
              <a:ahLst/>
              <a:cxnLst/>
              <a:rect l="l" t="t" r="r" b="b"/>
              <a:pathLst>
                <a:path w="1310" h="366">
                  <a:moveTo>
                    <a:pt x="0" y="0"/>
                  </a:moveTo>
                  <a:moveTo>
                    <a:pt x="1309" y="341"/>
                  </a:moveTo>
                  <a:lnTo>
                    <a:pt x="1310" y="344"/>
                  </a:lnTo>
                  <a:lnTo>
                    <a:pt x="1309" y="346"/>
                  </a:lnTo>
                  <a:lnTo>
                    <a:pt x="1309" y="348"/>
                  </a:lnTo>
                  <a:lnTo>
                    <a:pt x="1308" y="350"/>
                  </a:lnTo>
                  <a:lnTo>
                    <a:pt x="1306" y="352"/>
                  </a:lnTo>
                  <a:lnTo>
                    <a:pt x="1303" y="353"/>
                  </a:lnTo>
                  <a:lnTo>
                    <a:pt x="1298" y="353"/>
                  </a:lnTo>
                  <a:lnTo>
                    <a:pt x="1295" y="354"/>
                  </a:lnTo>
                  <a:lnTo>
                    <a:pt x="1293" y="355"/>
                  </a:lnTo>
                  <a:lnTo>
                    <a:pt x="1293" y="358"/>
                  </a:lnTo>
                  <a:lnTo>
                    <a:pt x="1293" y="362"/>
                  </a:lnTo>
                  <a:lnTo>
                    <a:pt x="1291" y="364"/>
                  </a:lnTo>
                  <a:lnTo>
                    <a:pt x="1288" y="365"/>
                  </a:lnTo>
                  <a:lnTo>
                    <a:pt x="1284" y="365"/>
                  </a:lnTo>
                  <a:lnTo>
                    <a:pt x="1281" y="365"/>
                  </a:lnTo>
                  <a:lnTo>
                    <a:pt x="1278" y="365"/>
                  </a:lnTo>
                  <a:lnTo>
                    <a:pt x="1275" y="366"/>
                  </a:lnTo>
                  <a:lnTo>
                    <a:pt x="1272" y="365"/>
                  </a:lnTo>
                  <a:lnTo>
                    <a:pt x="1269" y="364"/>
                  </a:lnTo>
                  <a:lnTo>
                    <a:pt x="1266" y="363"/>
                  </a:lnTo>
                  <a:lnTo>
                    <a:pt x="1264" y="363"/>
                  </a:lnTo>
                  <a:lnTo>
                    <a:pt x="1261" y="362"/>
                  </a:lnTo>
                  <a:lnTo>
                    <a:pt x="1259" y="361"/>
                  </a:lnTo>
                  <a:lnTo>
                    <a:pt x="1258" y="359"/>
                  </a:lnTo>
                  <a:lnTo>
                    <a:pt x="1257" y="357"/>
                  </a:lnTo>
                  <a:lnTo>
                    <a:pt x="1255" y="356"/>
                  </a:lnTo>
                  <a:lnTo>
                    <a:pt x="1252" y="356"/>
                  </a:lnTo>
                  <a:lnTo>
                    <a:pt x="1248" y="357"/>
                  </a:lnTo>
                  <a:lnTo>
                    <a:pt x="1244" y="356"/>
                  </a:lnTo>
                  <a:lnTo>
                    <a:pt x="1244" y="353"/>
                  </a:lnTo>
                  <a:lnTo>
                    <a:pt x="1245" y="350"/>
                  </a:lnTo>
                  <a:lnTo>
                    <a:pt x="1248" y="347"/>
                  </a:lnTo>
                  <a:lnTo>
                    <a:pt x="1249" y="345"/>
                  </a:lnTo>
                  <a:lnTo>
                    <a:pt x="1249" y="343"/>
                  </a:lnTo>
                  <a:lnTo>
                    <a:pt x="1250" y="341"/>
                  </a:lnTo>
                  <a:lnTo>
                    <a:pt x="1250" y="339"/>
                  </a:lnTo>
                  <a:lnTo>
                    <a:pt x="1251" y="338"/>
                  </a:lnTo>
                  <a:lnTo>
                    <a:pt x="1250" y="335"/>
                  </a:lnTo>
                  <a:lnTo>
                    <a:pt x="1249" y="333"/>
                  </a:lnTo>
                  <a:lnTo>
                    <a:pt x="1249" y="330"/>
                  </a:lnTo>
                  <a:lnTo>
                    <a:pt x="1250" y="328"/>
                  </a:lnTo>
                  <a:lnTo>
                    <a:pt x="1252" y="327"/>
                  </a:lnTo>
                  <a:lnTo>
                    <a:pt x="1255" y="326"/>
                  </a:lnTo>
                  <a:lnTo>
                    <a:pt x="1256" y="325"/>
                  </a:lnTo>
                  <a:lnTo>
                    <a:pt x="1256" y="322"/>
                  </a:lnTo>
                  <a:lnTo>
                    <a:pt x="1257" y="320"/>
                  </a:lnTo>
                  <a:lnTo>
                    <a:pt x="1260" y="319"/>
                  </a:lnTo>
                  <a:lnTo>
                    <a:pt x="1263" y="320"/>
                  </a:lnTo>
                  <a:lnTo>
                    <a:pt x="1266" y="321"/>
                  </a:lnTo>
                  <a:lnTo>
                    <a:pt x="1268" y="322"/>
                  </a:lnTo>
                  <a:lnTo>
                    <a:pt x="1270" y="321"/>
                  </a:lnTo>
                  <a:lnTo>
                    <a:pt x="1272" y="320"/>
                  </a:lnTo>
                  <a:lnTo>
                    <a:pt x="1274" y="319"/>
                  </a:lnTo>
                  <a:lnTo>
                    <a:pt x="1277" y="318"/>
                  </a:lnTo>
                  <a:lnTo>
                    <a:pt x="1280" y="318"/>
                  </a:lnTo>
                  <a:lnTo>
                    <a:pt x="1283" y="317"/>
                  </a:lnTo>
                  <a:lnTo>
                    <a:pt x="1286" y="317"/>
                  </a:lnTo>
                  <a:lnTo>
                    <a:pt x="1289" y="318"/>
                  </a:lnTo>
                  <a:lnTo>
                    <a:pt x="1291" y="321"/>
                  </a:lnTo>
                  <a:lnTo>
                    <a:pt x="1291" y="324"/>
                  </a:lnTo>
                  <a:lnTo>
                    <a:pt x="1292" y="326"/>
                  </a:lnTo>
                  <a:lnTo>
                    <a:pt x="1294" y="327"/>
                  </a:lnTo>
                  <a:lnTo>
                    <a:pt x="1298" y="328"/>
                  </a:lnTo>
                  <a:lnTo>
                    <a:pt x="1301" y="329"/>
                  </a:lnTo>
                  <a:lnTo>
                    <a:pt x="1302" y="331"/>
                  </a:lnTo>
                  <a:lnTo>
                    <a:pt x="1302" y="334"/>
                  </a:lnTo>
                  <a:lnTo>
                    <a:pt x="1302" y="336"/>
                  </a:lnTo>
                  <a:lnTo>
                    <a:pt x="1304" y="337"/>
                  </a:lnTo>
                  <a:lnTo>
                    <a:pt x="1307" y="339"/>
                  </a:lnTo>
                  <a:close/>
                </a:path>
              </a:pathLst>
            </a:custGeom>
            <a:solidFill>
              <a:srgbClr val="CC79A7">
                <a:alpha val="10800"/>
              </a:srgbClr>
            </a:solidFill>
            <a:ln>
              <a:noFill/>
            </a:ln>
          </p:spPr>
          <p:txBody>
            <a:bodyPr anchor="ctr"/>
            <a:lstStyle/>
            <a:p>
              <a:pPr algn="ctr">
                <a:buNone/>
              </a:pPr>
            </a:p>
          </p:txBody>
        </p:sp>
        <p:sp>
          <p:nvSpPr>
            <p:cNvPr id="2943" name="addition:input:66"/>
            <p:cNvSpPr>
              <a:spLocks noGrp="1"/>
            </p:cNvSpPr>
            <p:nvPr/>
          </p:nvSpPr>
          <p:spPr>
            <a:xfrm>
              <a:off x="209550" y="5438775"/>
              <a:ext cx="2207179" cy="661706"/>
            </a:xfrm>
            <a:custGeom>
              <a:avLst/>
              <a:gdLst/>
              <a:ahLst/>
              <a:cxnLst/>
              <a:rect l="l" t="t" r="r" b="b"/>
              <a:pathLst>
                <a:path w="1341" h="353">
                  <a:moveTo>
                    <a:pt x="0" y="0"/>
                  </a:moveTo>
                  <a:moveTo>
                    <a:pt x="1339" y="334"/>
                  </a:moveTo>
                  <a:lnTo>
                    <a:pt x="1337" y="336"/>
                  </a:lnTo>
                  <a:lnTo>
                    <a:pt x="1336" y="337"/>
                  </a:lnTo>
                  <a:lnTo>
                    <a:pt x="1337" y="338"/>
                  </a:lnTo>
                  <a:lnTo>
                    <a:pt x="1339" y="341"/>
                  </a:lnTo>
                  <a:lnTo>
                    <a:pt x="1341" y="343"/>
                  </a:lnTo>
                  <a:lnTo>
                    <a:pt x="1341" y="345"/>
                  </a:lnTo>
                  <a:lnTo>
                    <a:pt x="1339" y="346"/>
                  </a:lnTo>
                  <a:lnTo>
                    <a:pt x="1337" y="347"/>
                  </a:lnTo>
                  <a:lnTo>
                    <a:pt x="1335" y="347"/>
                  </a:lnTo>
                  <a:lnTo>
                    <a:pt x="1333" y="348"/>
                  </a:lnTo>
                  <a:lnTo>
                    <a:pt x="1331" y="348"/>
                  </a:lnTo>
                  <a:lnTo>
                    <a:pt x="1329" y="348"/>
                  </a:lnTo>
                  <a:lnTo>
                    <a:pt x="1327" y="348"/>
                  </a:lnTo>
                  <a:lnTo>
                    <a:pt x="1326" y="349"/>
                  </a:lnTo>
                  <a:lnTo>
                    <a:pt x="1325" y="351"/>
                  </a:lnTo>
                  <a:lnTo>
                    <a:pt x="1323" y="352"/>
                  </a:lnTo>
                  <a:lnTo>
                    <a:pt x="1321" y="353"/>
                  </a:lnTo>
                  <a:lnTo>
                    <a:pt x="1319" y="352"/>
                  </a:lnTo>
                  <a:lnTo>
                    <a:pt x="1317" y="351"/>
                  </a:lnTo>
                  <a:lnTo>
                    <a:pt x="1314" y="351"/>
                  </a:lnTo>
                  <a:lnTo>
                    <a:pt x="1312" y="352"/>
                  </a:lnTo>
                  <a:lnTo>
                    <a:pt x="1309" y="352"/>
                  </a:lnTo>
                  <a:lnTo>
                    <a:pt x="1306" y="352"/>
                  </a:lnTo>
                  <a:lnTo>
                    <a:pt x="1304" y="350"/>
                  </a:lnTo>
                  <a:lnTo>
                    <a:pt x="1304" y="348"/>
                  </a:lnTo>
                  <a:lnTo>
                    <a:pt x="1303" y="346"/>
                  </a:lnTo>
                  <a:lnTo>
                    <a:pt x="1302" y="345"/>
                  </a:lnTo>
                  <a:lnTo>
                    <a:pt x="1300" y="344"/>
                  </a:lnTo>
                  <a:lnTo>
                    <a:pt x="1299" y="342"/>
                  </a:lnTo>
                  <a:lnTo>
                    <a:pt x="1297" y="341"/>
                  </a:lnTo>
                  <a:lnTo>
                    <a:pt x="1295" y="340"/>
                  </a:lnTo>
                  <a:lnTo>
                    <a:pt x="1292" y="339"/>
                  </a:lnTo>
                  <a:lnTo>
                    <a:pt x="1289" y="338"/>
                  </a:lnTo>
                  <a:lnTo>
                    <a:pt x="1288" y="336"/>
                  </a:lnTo>
                  <a:lnTo>
                    <a:pt x="1289" y="334"/>
                  </a:lnTo>
                  <a:lnTo>
                    <a:pt x="1292" y="333"/>
                  </a:lnTo>
                  <a:lnTo>
                    <a:pt x="1294" y="331"/>
                  </a:lnTo>
                  <a:lnTo>
                    <a:pt x="1295" y="330"/>
                  </a:lnTo>
                  <a:lnTo>
                    <a:pt x="1295" y="328"/>
                  </a:lnTo>
                  <a:lnTo>
                    <a:pt x="1295" y="326"/>
                  </a:lnTo>
                  <a:lnTo>
                    <a:pt x="1297" y="325"/>
                  </a:lnTo>
                  <a:lnTo>
                    <a:pt x="1299" y="324"/>
                  </a:lnTo>
                  <a:lnTo>
                    <a:pt x="1301" y="324"/>
                  </a:lnTo>
                  <a:lnTo>
                    <a:pt x="1303" y="323"/>
                  </a:lnTo>
                  <a:lnTo>
                    <a:pt x="1304" y="321"/>
                  </a:lnTo>
                  <a:lnTo>
                    <a:pt x="1305" y="319"/>
                  </a:lnTo>
                  <a:lnTo>
                    <a:pt x="1307" y="318"/>
                  </a:lnTo>
                  <a:lnTo>
                    <a:pt x="1310" y="317"/>
                  </a:lnTo>
                  <a:lnTo>
                    <a:pt x="1312" y="316"/>
                  </a:lnTo>
                  <a:lnTo>
                    <a:pt x="1314" y="315"/>
                  </a:lnTo>
                  <a:lnTo>
                    <a:pt x="1316" y="314"/>
                  </a:lnTo>
                  <a:lnTo>
                    <a:pt x="1319" y="315"/>
                  </a:lnTo>
                  <a:lnTo>
                    <a:pt x="1321" y="317"/>
                  </a:lnTo>
                  <a:lnTo>
                    <a:pt x="1322" y="319"/>
                  </a:lnTo>
                  <a:lnTo>
                    <a:pt x="1324" y="320"/>
                  </a:lnTo>
                  <a:lnTo>
                    <a:pt x="1326" y="320"/>
                  </a:lnTo>
                  <a:lnTo>
                    <a:pt x="1328" y="319"/>
                  </a:lnTo>
                  <a:lnTo>
                    <a:pt x="1331" y="318"/>
                  </a:lnTo>
                  <a:lnTo>
                    <a:pt x="1332" y="319"/>
                  </a:lnTo>
                  <a:lnTo>
                    <a:pt x="1334" y="320"/>
                  </a:lnTo>
                  <a:lnTo>
                    <a:pt x="1335" y="321"/>
                  </a:lnTo>
                  <a:lnTo>
                    <a:pt x="1337" y="322"/>
                  </a:lnTo>
                  <a:lnTo>
                    <a:pt x="1338" y="323"/>
                  </a:lnTo>
                  <a:lnTo>
                    <a:pt x="1339" y="325"/>
                  </a:lnTo>
                  <a:lnTo>
                    <a:pt x="1338" y="326"/>
                  </a:lnTo>
                  <a:lnTo>
                    <a:pt x="1338" y="328"/>
                  </a:lnTo>
                  <a:lnTo>
                    <a:pt x="1339" y="330"/>
                  </a:lnTo>
                  <a:lnTo>
                    <a:pt x="1340" y="331"/>
                  </a:lnTo>
                  <a:lnTo>
                    <a:pt x="1340" y="333"/>
                  </a:lnTo>
                  <a:close/>
                </a:path>
              </a:pathLst>
            </a:custGeom>
            <a:solidFill>
              <a:srgbClr val="CC79A7">
                <a:alpha val="10800"/>
              </a:srgbClr>
            </a:solidFill>
            <a:ln>
              <a:noFill/>
            </a:ln>
          </p:spPr>
          <p:txBody>
            <a:bodyPr anchor="ctr"/>
            <a:lstStyle/>
            <a:p>
              <a:pPr algn="ctr">
                <a:buNone/>
              </a:pPr>
            </a:p>
          </p:txBody>
        </p:sp>
        <p:sp>
          <p:nvSpPr>
            <p:cNvPr id="2944" name="addition:input:67"/>
            <p:cNvSpPr>
              <a:spLocks noGrp="1"/>
            </p:cNvSpPr>
            <p:nvPr/>
          </p:nvSpPr>
          <p:spPr>
            <a:xfrm>
              <a:off x="209550" y="5438775"/>
              <a:ext cx="2261494" cy="731063"/>
            </a:xfrm>
            <a:custGeom>
              <a:avLst/>
              <a:gdLst/>
              <a:ahLst/>
              <a:cxnLst/>
              <a:rect l="l" t="t" r="r" b="b"/>
              <a:pathLst>
                <a:path w="1374" h="390">
                  <a:moveTo>
                    <a:pt x="0" y="0"/>
                  </a:moveTo>
                  <a:moveTo>
                    <a:pt x="1367" y="365"/>
                  </a:moveTo>
                  <a:lnTo>
                    <a:pt x="1366" y="367"/>
                  </a:lnTo>
                  <a:lnTo>
                    <a:pt x="1365" y="369"/>
                  </a:lnTo>
                  <a:lnTo>
                    <a:pt x="1364" y="371"/>
                  </a:lnTo>
                  <a:lnTo>
                    <a:pt x="1362" y="373"/>
                  </a:lnTo>
                  <a:lnTo>
                    <a:pt x="1362" y="375"/>
                  </a:lnTo>
                  <a:lnTo>
                    <a:pt x="1362" y="377"/>
                  </a:lnTo>
                  <a:lnTo>
                    <a:pt x="1362" y="380"/>
                  </a:lnTo>
                  <a:lnTo>
                    <a:pt x="1360" y="382"/>
                  </a:lnTo>
                  <a:lnTo>
                    <a:pt x="1357" y="382"/>
                  </a:lnTo>
                  <a:lnTo>
                    <a:pt x="1354" y="383"/>
                  </a:lnTo>
                  <a:lnTo>
                    <a:pt x="1352" y="385"/>
                  </a:lnTo>
                  <a:lnTo>
                    <a:pt x="1351" y="387"/>
                  </a:lnTo>
                  <a:lnTo>
                    <a:pt x="1349" y="390"/>
                  </a:lnTo>
                  <a:lnTo>
                    <a:pt x="1346" y="390"/>
                  </a:lnTo>
                  <a:lnTo>
                    <a:pt x="1343" y="388"/>
                  </a:lnTo>
                  <a:lnTo>
                    <a:pt x="1340" y="386"/>
                  </a:lnTo>
                  <a:lnTo>
                    <a:pt x="1337" y="385"/>
                  </a:lnTo>
                  <a:lnTo>
                    <a:pt x="1335" y="385"/>
                  </a:lnTo>
                  <a:lnTo>
                    <a:pt x="1333" y="386"/>
                  </a:lnTo>
                  <a:lnTo>
                    <a:pt x="1331" y="387"/>
                  </a:lnTo>
                  <a:lnTo>
                    <a:pt x="1328" y="387"/>
                  </a:lnTo>
                  <a:lnTo>
                    <a:pt x="1326" y="387"/>
                  </a:lnTo>
                  <a:lnTo>
                    <a:pt x="1322" y="388"/>
                  </a:lnTo>
                  <a:lnTo>
                    <a:pt x="1319" y="388"/>
                  </a:lnTo>
                  <a:lnTo>
                    <a:pt x="1316" y="386"/>
                  </a:lnTo>
                  <a:lnTo>
                    <a:pt x="1316" y="383"/>
                  </a:lnTo>
                  <a:lnTo>
                    <a:pt x="1316" y="380"/>
                  </a:lnTo>
                  <a:lnTo>
                    <a:pt x="1316" y="378"/>
                  </a:lnTo>
                  <a:lnTo>
                    <a:pt x="1314" y="376"/>
                  </a:lnTo>
                  <a:lnTo>
                    <a:pt x="1311" y="375"/>
                  </a:lnTo>
                  <a:lnTo>
                    <a:pt x="1308" y="374"/>
                  </a:lnTo>
                  <a:lnTo>
                    <a:pt x="1308" y="371"/>
                  </a:lnTo>
                  <a:lnTo>
                    <a:pt x="1309" y="369"/>
                  </a:lnTo>
                  <a:lnTo>
                    <a:pt x="1309" y="367"/>
                  </a:lnTo>
                  <a:lnTo>
                    <a:pt x="1308" y="365"/>
                  </a:lnTo>
                  <a:lnTo>
                    <a:pt x="1305" y="363"/>
                  </a:lnTo>
                  <a:lnTo>
                    <a:pt x="1303" y="361"/>
                  </a:lnTo>
                  <a:lnTo>
                    <a:pt x="1303" y="359"/>
                  </a:lnTo>
                  <a:lnTo>
                    <a:pt x="1303" y="356"/>
                  </a:lnTo>
                  <a:lnTo>
                    <a:pt x="1304" y="354"/>
                  </a:lnTo>
                  <a:lnTo>
                    <a:pt x="1305" y="352"/>
                  </a:lnTo>
                  <a:lnTo>
                    <a:pt x="1307" y="350"/>
                  </a:lnTo>
                  <a:lnTo>
                    <a:pt x="1310" y="350"/>
                  </a:lnTo>
                  <a:lnTo>
                    <a:pt x="1315" y="350"/>
                  </a:lnTo>
                  <a:lnTo>
                    <a:pt x="1318" y="351"/>
                  </a:lnTo>
                  <a:lnTo>
                    <a:pt x="1320" y="349"/>
                  </a:lnTo>
                  <a:lnTo>
                    <a:pt x="1321" y="346"/>
                  </a:lnTo>
                  <a:lnTo>
                    <a:pt x="1322" y="343"/>
                  </a:lnTo>
                  <a:lnTo>
                    <a:pt x="1324" y="341"/>
                  </a:lnTo>
                  <a:lnTo>
                    <a:pt x="1328" y="341"/>
                  </a:lnTo>
                  <a:lnTo>
                    <a:pt x="1331" y="341"/>
                  </a:lnTo>
                  <a:lnTo>
                    <a:pt x="1335" y="342"/>
                  </a:lnTo>
                  <a:lnTo>
                    <a:pt x="1338" y="341"/>
                  </a:lnTo>
                  <a:lnTo>
                    <a:pt x="1342" y="341"/>
                  </a:lnTo>
                  <a:lnTo>
                    <a:pt x="1345" y="342"/>
                  </a:lnTo>
                  <a:lnTo>
                    <a:pt x="1348" y="343"/>
                  </a:lnTo>
                  <a:lnTo>
                    <a:pt x="1351" y="345"/>
                  </a:lnTo>
                  <a:lnTo>
                    <a:pt x="1353" y="345"/>
                  </a:lnTo>
                  <a:lnTo>
                    <a:pt x="1356" y="346"/>
                  </a:lnTo>
                  <a:lnTo>
                    <a:pt x="1358" y="348"/>
                  </a:lnTo>
                  <a:lnTo>
                    <a:pt x="1359" y="350"/>
                  </a:lnTo>
                  <a:lnTo>
                    <a:pt x="1360" y="352"/>
                  </a:lnTo>
                  <a:lnTo>
                    <a:pt x="1362" y="353"/>
                  </a:lnTo>
                  <a:lnTo>
                    <a:pt x="1366" y="354"/>
                  </a:lnTo>
                  <a:lnTo>
                    <a:pt x="1371" y="354"/>
                  </a:lnTo>
                  <a:lnTo>
                    <a:pt x="1374" y="356"/>
                  </a:lnTo>
                  <a:lnTo>
                    <a:pt x="1374" y="358"/>
                  </a:lnTo>
                  <a:lnTo>
                    <a:pt x="1372" y="361"/>
                  </a:lnTo>
                  <a:lnTo>
                    <a:pt x="1369" y="363"/>
                  </a:lnTo>
                  <a:close/>
                </a:path>
              </a:pathLst>
            </a:custGeom>
            <a:solidFill>
              <a:srgbClr val="CC79A7">
                <a:alpha val="10800"/>
              </a:srgbClr>
            </a:solidFill>
            <a:ln>
              <a:noFill/>
            </a:ln>
          </p:spPr>
          <p:txBody>
            <a:bodyPr anchor="ctr"/>
            <a:lstStyle/>
            <a:p>
              <a:pPr algn="ctr">
                <a:buNone/>
              </a:pPr>
            </a:p>
          </p:txBody>
        </p:sp>
        <p:sp>
          <p:nvSpPr>
            <p:cNvPr id="2945" name="addition:input:68"/>
            <p:cNvSpPr>
              <a:spLocks noGrp="1"/>
            </p:cNvSpPr>
            <p:nvPr/>
          </p:nvSpPr>
          <p:spPr>
            <a:xfrm>
              <a:off x="209550" y="5438775"/>
              <a:ext cx="2177552" cy="749808"/>
            </a:xfrm>
            <a:custGeom>
              <a:avLst/>
              <a:gdLst/>
              <a:ahLst/>
              <a:cxnLst/>
              <a:rect l="l" t="t" r="r" b="b"/>
              <a:pathLst>
                <a:path w="1323" h="400">
                  <a:moveTo>
                    <a:pt x="0" y="0"/>
                  </a:moveTo>
                  <a:moveTo>
                    <a:pt x="1317" y="379"/>
                  </a:moveTo>
                  <a:lnTo>
                    <a:pt x="1314" y="380"/>
                  </a:lnTo>
                  <a:lnTo>
                    <a:pt x="1314" y="382"/>
                  </a:lnTo>
                  <a:lnTo>
                    <a:pt x="1315" y="384"/>
                  </a:lnTo>
                  <a:lnTo>
                    <a:pt x="1317" y="386"/>
                  </a:lnTo>
                  <a:lnTo>
                    <a:pt x="1316" y="388"/>
                  </a:lnTo>
                  <a:lnTo>
                    <a:pt x="1314" y="389"/>
                  </a:lnTo>
                  <a:lnTo>
                    <a:pt x="1312" y="390"/>
                  </a:lnTo>
                  <a:lnTo>
                    <a:pt x="1311" y="392"/>
                  </a:lnTo>
                  <a:lnTo>
                    <a:pt x="1310" y="393"/>
                  </a:lnTo>
                  <a:lnTo>
                    <a:pt x="1309" y="395"/>
                  </a:lnTo>
                  <a:lnTo>
                    <a:pt x="1307" y="397"/>
                  </a:lnTo>
                  <a:lnTo>
                    <a:pt x="1304" y="397"/>
                  </a:lnTo>
                  <a:lnTo>
                    <a:pt x="1302" y="397"/>
                  </a:lnTo>
                  <a:lnTo>
                    <a:pt x="1300" y="398"/>
                  </a:lnTo>
                  <a:lnTo>
                    <a:pt x="1298" y="398"/>
                  </a:lnTo>
                  <a:lnTo>
                    <a:pt x="1296" y="398"/>
                  </a:lnTo>
                  <a:lnTo>
                    <a:pt x="1294" y="396"/>
                  </a:lnTo>
                  <a:lnTo>
                    <a:pt x="1292" y="395"/>
                  </a:lnTo>
                  <a:lnTo>
                    <a:pt x="1290" y="395"/>
                  </a:lnTo>
                  <a:lnTo>
                    <a:pt x="1288" y="397"/>
                  </a:lnTo>
                  <a:lnTo>
                    <a:pt x="1285" y="399"/>
                  </a:lnTo>
                  <a:lnTo>
                    <a:pt x="1281" y="400"/>
                  </a:lnTo>
                  <a:lnTo>
                    <a:pt x="1279" y="399"/>
                  </a:lnTo>
                  <a:lnTo>
                    <a:pt x="1277" y="397"/>
                  </a:lnTo>
                  <a:lnTo>
                    <a:pt x="1277" y="394"/>
                  </a:lnTo>
                  <a:lnTo>
                    <a:pt x="1275" y="393"/>
                  </a:lnTo>
                  <a:lnTo>
                    <a:pt x="1273" y="392"/>
                  </a:lnTo>
                  <a:lnTo>
                    <a:pt x="1272" y="390"/>
                  </a:lnTo>
                  <a:lnTo>
                    <a:pt x="1271" y="388"/>
                  </a:lnTo>
                  <a:lnTo>
                    <a:pt x="1270" y="387"/>
                  </a:lnTo>
                  <a:lnTo>
                    <a:pt x="1269" y="385"/>
                  </a:lnTo>
                  <a:lnTo>
                    <a:pt x="1267" y="384"/>
                  </a:lnTo>
                  <a:lnTo>
                    <a:pt x="1265" y="382"/>
                  </a:lnTo>
                  <a:lnTo>
                    <a:pt x="1264" y="380"/>
                  </a:lnTo>
                  <a:lnTo>
                    <a:pt x="1265" y="379"/>
                  </a:lnTo>
                  <a:lnTo>
                    <a:pt x="1265" y="377"/>
                  </a:lnTo>
                  <a:lnTo>
                    <a:pt x="1263" y="375"/>
                  </a:lnTo>
                  <a:lnTo>
                    <a:pt x="1261" y="373"/>
                  </a:lnTo>
                  <a:lnTo>
                    <a:pt x="1260" y="371"/>
                  </a:lnTo>
                  <a:lnTo>
                    <a:pt x="1261" y="369"/>
                  </a:lnTo>
                  <a:lnTo>
                    <a:pt x="1265" y="368"/>
                  </a:lnTo>
                  <a:lnTo>
                    <a:pt x="1269" y="368"/>
                  </a:lnTo>
                  <a:lnTo>
                    <a:pt x="1272" y="367"/>
                  </a:lnTo>
                  <a:lnTo>
                    <a:pt x="1273" y="366"/>
                  </a:lnTo>
                  <a:lnTo>
                    <a:pt x="1275" y="365"/>
                  </a:lnTo>
                  <a:lnTo>
                    <a:pt x="1276" y="363"/>
                  </a:lnTo>
                  <a:lnTo>
                    <a:pt x="1278" y="362"/>
                  </a:lnTo>
                  <a:lnTo>
                    <a:pt x="1280" y="361"/>
                  </a:lnTo>
                  <a:lnTo>
                    <a:pt x="1282" y="359"/>
                  </a:lnTo>
                  <a:lnTo>
                    <a:pt x="1285" y="357"/>
                  </a:lnTo>
                  <a:lnTo>
                    <a:pt x="1288" y="356"/>
                  </a:lnTo>
                  <a:lnTo>
                    <a:pt x="1291" y="357"/>
                  </a:lnTo>
                  <a:lnTo>
                    <a:pt x="1294" y="359"/>
                  </a:lnTo>
                  <a:lnTo>
                    <a:pt x="1297" y="360"/>
                  </a:lnTo>
                  <a:lnTo>
                    <a:pt x="1300" y="360"/>
                  </a:lnTo>
                  <a:lnTo>
                    <a:pt x="1303" y="359"/>
                  </a:lnTo>
                  <a:lnTo>
                    <a:pt x="1305" y="360"/>
                  </a:lnTo>
                  <a:lnTo>
                    <a:pt x="1307" y="361"/>
                  </a:lnTo>
                  <a:lnTo>
                    <a:pt x="1308" y="364"/>
                  </a:lnTo>
                  <a:lnTo>
                    <a:pt x="1309" y="365"/>
                  </a:lnTo>
                  <a:lnTo>
                    <a:pt x="1311" y="366"/>
                  </a:lnTo>
                  <a:lnTo>
                    <a:pt x="1314" y="366"/>
                  </a:lnTo>
                  <a:lnTo>
                    <a:pt x="1317" y="367"/>
                  </a:lnTo>
                  <a:lnTo>
                    <a:pt x="1319" y="368"/>
                  </a:lnTo>
                  <a:lnTo>
                    <a:pt x="1320" y="369"/>
                  </a:lnTo>
                  <a:lnTo>
                    <a:pt x="1322" y="371"/>
                  </a:lnTo>
                  <a:lnTo>
                    <a:pt x="1323" y="373"/>
                  </a:lnTo>
                  <a:lnTo>
                    <a:pt x="1323" y="375"/>
                  </a:lnTo>
                  <a:lnTo>
                    <a:pt x="1321" y="377"/>
                  </a:lnTo>
                  <a:close/>
                </a:path>
              </a:pathLst>
            </a:custGeom>
            <a:solidFill>
              <a:srgbClr val="CC79A7">
                <a:alpha val="10800"/>
              </a:srgbClr>
            </a:solidFill>
            <a:ln>
              <a:noFill/>
            </a:ln>
          </p:spPr>
          <p:txBody>
            <a:bodyPr anchor="ctr"/>
            <a:lstStyle/>
            <a:p>
              <a:pPr algn="ctr">
                <a:buNone/>
              </a:pPr>
            </a:p>
          </p:txBody>
        </p:sp>
        <p:sp>
          <p:nvSpPr>
            <p:cNvPr id="2946" name="addition:input:69"/>
            <p:cNvSpPr>
              <a:spLocks noGrp="1"/>
            </p:cNvSpPr>
            <p:nvPr/>
          </p:nvSpPr>
          <p:spPr>
            <a:xfrm>
              <a:off x="209550" y="5438775"/>
              <a:ext cx="1107704" cy="1085347"/>
            </a:xfrm>
            <a:custGeom>
              <a:avLst/>
              <a:gdLst/>
              <a:ahLst/>
              <a:cxnLst/>
              <a:rect l="l" t="t" r="r" b="b"/>
              <a:pathLst>
                <a:path w="673" h="579">
                  <a:moveTo>
                    <a:pt x="0" y="0"/>
                  </a:moveTo>
                  <a:moveTo>
                    <a:pt x="662" y="506"/>
                  </a:moveTo>
                  <a:lnTo>
                    <a:pt x="650" y="512"/>
                  </a:lnTo>
                  <a:lnTo>
                    <a:pt x="640" y="516"/>
                  </a:lnTo>
                  <a:lnTo>
                    <a:pt x="639" y="522"/>
                  </a:lnTo>
                  <a:lnTo>
                    <a:pt x="644" y="529"/>
                  </a:lnTo>
                  <a:lnTo>
                    <a:pt x="649" y="537"/>
                  </a:lnTo>
                  <a:lnTo>
                    <a:pt x="647" y="544"/>
                  </a:lnTo>
                  <a:lnTo>
                    <a:pt x="639" y="549"/>
                  </a:lnTo>
                  <a:lnTo>
                    <a:pt x="629" y="551"/>
                  </a:lnTo>
                  <a:lnTo>
                    <a:pt x="622" y="555"/>
                  </a:lnTo>
                  <a:lnTo>
                    <a:pt x="619" y="562"/>
                  </a:lnTo>
                  <a:lnTo>
                    <a:pt x="615" y="569"/>
                  </a:lnTo>
                  <a:lnTo>
                    <a:pt x="607" y="573"/>
                  </a:lnTo>
                  <a:lnTo>
                    <a:pt x="598" y="573"/>
                  </a:lnTo>
                  <a:lnTo>
                    <a:pt x="589" y="572"/>
                  </a:lnTo>
                  <a:lnTo>
                    <a:pt x="581" y="572"/>
                  </a:lnTo>
                  <a:lnTo>
                    <a:pt x="573" y="573"/>
                  </a:lnTo>
                  <a:lnTo>
                    <a:pt x="566" y="571"/>
                  </a:lnTo>
                  <a:lnTo>
                    <a:pt x="559" y="568"/>
                  </a:lnTo>
                  <a:lnTo>
                    <a:pt x="553" y="564"/>
                  </a:lnTo>
                  <a:lnTo>
                    <a:pt x="546" y="565"/>
                  </a:lnTo>
                  <a:lnTo>
                    <a:pt x="537" y="570"/>
                  </a:lnTo>
                  <a:lnTo>
                    <a:pt x="524" y="577"/>
                  </a:lnTo>
                  <a:lnTo>
                    <a:pt x="513" y="579"/>
                  </a:lnTo>
                  <a:lnTo>
                    <a:pt x="505" y="574"/>
                  </a:lnTo>
                  <a:lnTo>
                    <a:pt x="503" y="564"/>
                  </a:lnTo>
                  <a:lnTo>
                    <a:pt x="501" y="556"/>
                  </a:lnTo>
                  <a:lnTo>
                    <a:pt x="498" y="549"/>
                  </a:lnTo>
                  <a:lnTo>
                    <a:pt x="491" y="545"/>
                  </a:lnTo>
                  <a:lnTo>
                    <a:pt x="485" y="541"/>
                  </a:lnTo>
                  <a:lnTo>
                    <a:pt x="482" y="535"/>
                  </a:lnTo>
                  <a:lnTo>
                    <a:pt x="480" y="529"/>
                  </a:lnTo>
                  <a:lnTo>
                    <a:pt x="476" y="523"/>
                  </a:lnTo>
                  <a:lnTo>
                    <a:pt x="469" y="518"/>
                  </a:lnTo>
                  <a:lnTo>
                    <a:pt x="462" y="512"/>
                  </a:lnTo>
                  <a:lnTo>
                    <a:pt x="460" y="506"/>
                  </a:lnTo>
                  <a:lnTo>
                    <a:pt x="461" y="500"/>
                  </a:lnTo>
                  <a:lnTo>
                    <a:pt x="462" y="494"/>
                  </a:lnTo>
                  <a:lnTo>
                    <a:pt x="459" y="487"/>
                  </a:lnTo>
                  <a:lnTo>
                    <a:pt x="453" y="479"/>
                  </a:lnTo>
                  <a:lnTo>
                    <a:pt x="450" y="471"/>
                  </a:lnTo>
                  <a:lnTo>
                    <a:pt x="457" y="465"/>
                  </a:lnTo>
                  <a:lnTo>
                    <a:pt x="470" y="464"/>
                  </a:lnTo>
                  <a:lnTo>
                    <a:pt x="486" y="465"/>
                  </a:lnTo>
                  <a:lnTo>
                    <a:pt x="496" y="464"/>
                  </a:lnTo>
                  <a:lnTo>
                    <a:pt x="501" y="460"/>
                  </a:lnTo>
                  <a:lnTo>
                    <a:pt x="505" y="453"/>
                  </a:lnTo>
                  <a:lnTo>
                    <a:pt x="510" y="447"/>
                  </a:lnTo>
                  <a:lnTo>
                    <a:pt x="518" y="443"/>
                  </a:lnTo>
                  <a:lnTo>
                    <a:pt x="526" y="439"/>
                  </a:lnTo>
                  <a:lnTo>
                    <a:pt x="535" y="434"/>
                  </a:lnTo>
                  <a:lnTo>
                    <a:pt x="545" y="429"/>
                  </a:lnTo>
                  <a:lnTo>
                    <a:pt x="557" y="428"/>
                  </a:lnTo>
                  <a:lnTo>
                    <a:pt x="568" y="432"/>
                  </a:lnTo>
                  <a:lnTo>
                    <a:pt x="578" y="438"/>
                  </a:lnTo>
                  <a:lnTo>
                    <a:pt x="587" y="442"/>
                  </a:lnTo>
                  <a:lnTo>
                    <a:pt x="597" y="442"/>
                  </a:lnTo>
                  <a:lnTo>
                    <a:pt x="608" y="441"/>
                  </a:lnTo>
                  <a:lnTo>
                    <a:pt x="618" y="442"/>
                  </a:lnTo>
                  <a:lnTo>
                    <a:pt x="624" y="449"/>
                  </a:lnTo>
                  <a:lnTo>
                    <a:pt x="627" y="457"/>
                  </a:lnTo>
                  <a:lnTo>
                    <a:pt x="629" y="463"/>
                  </a:lnTo>
                  <a:lnTo>
                    <a:pt x="637" y="466"/>
                  </a:lnTo>
                  <a:lnTo>
                    <a:pt x="648" y="466"/>
                  </a:lnTo>
                  <a:lnTo>
                    <a:pt x="660" y="468"/>
                  </a:lnTo>
                  <a:lnTo>
                    <a:pt x="667" y="473"/>
                  </a:lnTo>
                  <a:lnTo>
                    <a:pt x="671" y="479"/>
                  </a:lnTo>
                  <a:lnTo>
                    <a:pt x="672" y="486"/>
                  </a:lnTo>
                  <a:lnTo>
                    <a:pt x="673" y="492"/>
                  </a:lnTo>
                  <a:lnTo>
                    <a:pt x="670" y="499"/>
                  </a:lnTo>
                  <a:close/>
                </a:path>
              </a:pathLst>
            </a:custGeom>
            <a:solidFill>
              <a:srgbClr val="A7CEE4">
                <a:alpha val="12900"/>
              </a:srgbClr>
            </a:solidFill>
            <a:ln>
              <a:noFill/>
            </a:ln>
          </p:spPr>
          <p:txBody>
            <a:bodyPr anchor="ctr"/>
            <a:lstStyle/>
            <a:p>
              <a:pPr algn="ctr">
                <a:buNone/>
              </a:pPr>
            </a:p>
          </p:txBody>
        </p:sp>
        <p:sp>
          <p:nvSpPr>
            <p:cNvPr id="2947" name="addition:input:70"/>
            <p:cNvSpPr>
              <a:spLocks noGrp="1"/>
            </p:cNvSpPr>
            <p:nvPr/>
          </p:nvSpPr>
          <p:spPr>
            <a:xfrm>
              <a:off x="209550" y="5438775"/>
              <a:ext cx="1059972" cy="1083473"/>
            </a:xfrm>
            <a:custGeom>
              <a:avLst/>
              <a:gdLst/>
              <a:ahLst/>
              <a:cxnLst/>
              <a:rect l="l" t="t" r="r" b="b"/>
              <a:pathLst>
                <a:path w="644" h="578">
                  <a:moveTo>
                    <a:pt x="0" y="0"/>
                  </a:moveTo>
                  <a:moveTo>
                    <a:pt x="633" y="511"/>
                  </a:moveTo>
                  <a:lnTo>
                    <a:pt x="640" y="516"/>
                  </a:lnTo>
                  <a:lnTo>
                    <a:pt x="644" y="522"/>
                  </a:lnTo>
                  <a:lnTo>
                    <a:pt x="643" y="528"/>
                  </a:lnTo>
                  <a:lnTo>
                    <a:pt x="638" y="532"/>
                  </a:lnTo>
                  <a:lnTo>
                    <a:pt x="633" y="536"/>
                  </a:lnTo>
                  <a:lnTo>
                    <a:pt x="631" y="541"/>
                  </a:lnTo>
                  <a:lnTo>
                    <a:pt x="633" y="548"/>
                  </a:lnTo>
                  <a:lnTo>
                    <a:pt x="631" y="554"/>
                  </a:lnTo>
                  <a:lnTo>
                    <a:pt x="625" y="557"/>
                  </a:lnTo>
                  <a:lnTo>
                    <a:pt x="614" y="556"/>
                  </a:lnTo>
                  <a:lnTo>
                    <a:pt x="603" y="554"/>
                  </a:lnTo>
                  <a:lnTo>
                    <a:pt x="596" y="555"/>
                  </a:lnTo>
                  <a:lnTo>
                    <a:pt x="591" y="558"/>
                  </a:lnTo>
                  <a:lnTo>
                    <a:pt x="586" y="564"/>
                  </a:lnTo>
                  <a:lnTo>
                    <a:pt x="580" y="568"/>
                  </a:lnTo>
                  <a:lnTo>
                    <a:pt x="572" y="571"/>
                  </a:lnTo>
                  <a:lnTo>
                    <a:pt x="564" y="574"/>
                  </a:lnTo>
                  <a:lnTo>
                    <a:pt x="554" y="577"/>
                  </a:lnTo>
                  <a:lnTo>
                    <a:pt x="544" y="578"/>
                  </a:lnTo>
                  <a:lnTo>
                    <a:pt x="535" y="576"/>
                  </a:lnTo>
                  <a:lnTo>
                    <a:pt x="528" y="569"/>
                  </a:lnTo>
                  <a:lnTo>
                    <a:pt x="523" y="561"/>
                  </a:lnTo>
                  <a:lnTo>
                    <a:pt x="517" y="557"/>
                  </a:lnTo>
                  <a:lnTo>
                    <a:pt x="509" y="556"/>
                  </a:lnTo>
                  <a:lnTo>
                    <a:pt x="498" y="556"/>
                  </a:lnTo>
                  <a:lnTo>
                    <a:pt x="489" y="555"/>
                  </a:lnTo>
                  <a:lnTo>
                    <a:pt x="485" y="550"/>
                  </a:lnTo>
                  <a:lnTo>
                    <a:pt x="483" y="544"/>
                  </a:lnTo>
                  <a:lnTo>
                    <a:pt x="481" y="539"/>
                  </a:lnTo>
                  <a:lnTo>
                    <a:pt x="474" y="536"/>
                  </a:lnTo>
                  <a:lnTo>
                    <a:pt x="466" y="532"/>
                  </a:lnTo>
                  <a:lnTo>
                    <a:pt x="459" y="528"/>
                  </a:lnTo>
                  <a:lnTo>
                    <a:pt x="457" y="523"/>
                  </a:lnTo>
                  <a:lnTo>
                    <a:pt x="458" y="517"/>
                  </a:lnTo>
                  <a:lnTo>
                    <a:pt x="459" y="511"/>
                  </a:lnTo>
                  <a:lnTo>
                    <a:pt x="461" y="505"/>
                  </a:lnTo>
                  <a:lnTo>
                    <a:pt x="466" y="500"/>
                  </a:lnTo>
                  <a:lnTo>
                    <a:pt x="475" y="496"/>
                  </a:lnTo>
                  <a:lnTo>
                    <a:pt x="487" y="493"/>
                  </a:lnTo>
                  <a:lnTo>
                    <a:pt x="495" y="490"/>
                  </a:lnTo>
                  <a:lnTo>
                    <a:pt x="496" y="485"/>
                  </a:lnTo>
                  <a:lnTo>
                    <a:pt x="493" y="478"/>
                  </a:lnTo>
                  <a:lnTo>
                    <a:pt x="490" y="469"/>
                  </a:lnTo>
                  <a:lnTo>
                    <a:pt x="494" y="463"/>
                  </a:lnTo>
                  <a:lnTo>
                    <a:pt x="503" y="460"/>
                  </a:lnTo>
                  <a:lnTo>
                    <a:pt x="512" y="459"/>
                  </a:lnTo>
                  <a:lnTo>
                    <a:pt x="521" y="458"/>
                  </a:lnTo>
                  <a:lnTo>
                    <a:pt x="527" y="455"/>
                  </a:lnTo>
                  <a:lnTo>
                    <a:pt x="534" y="452"/>
                  </a:lnTo>
                  <a:lnTo>
                    <a:pt x="542" y="452"/>
                  </a:lnTo>
                  <a:lnTo>
                    <a:pt x="549" y="453"/>
                  </a:lnTo>
                  <a:lnTo>
                    <a:pt x="556" y="455"/>
                  </a:lnTo>
                  <a:lnTo>
                    <a:pt x="562" y="455"/>
                  </a:lnTo>
                  <a:lnTo>
                    <a:pt x="569" y="454"/>
                  </a:lnTo>
                  <a:lnTo>
                    <a:pt x="575" y="455"/>
                  </a:lnTo>
                  <a:lnTo>
                    <a:pt x="580" y="459"/>
                  </a:lnTo>
                  <a:lnTo>
                    <a:pt x="584" y="462"/>
                  </a:lnTo>
                  <a:lnTo>
                    <a:pt x="590" y="463"/>
                  </a:lnTo>
                  <a:lnTo>
                    <a:pt x="600" y="461"/>
                  </a:lnTo>
                  <a:lnTo>
                    <a:pt x="611" y="458"/>
                  </a:lnTo>
                  <a:lnTo>
                    <a:pt x="621" y="460"/>
                  </a:lnTo>
                  <a:lnTo>
                    <a:pt x="624" y="466"/>
                  </a:lnTo>
                  <a:lnTo>
                    <a:pt x="621" y="474"/>
                  </a:lnTo>
                  <a:lnTo>
                    <a:pt x="618" y="482"/>
                  </a:lnTo>
                  <a:lnTo>
                    <a:pt x="618" y="488"/>
                  </a:lnTo>
                  <a:lnTo>
                    <a:pt x="621" y="492"/>
                  </a:lnTo>
                  <a:lnTo>
                    <a:pt x="625" y="497"/>
                  </a:lnTo>
                  <a:lnTo>
                    <a:pt x="627" y="501"/>
                  </a:lnTo>
                  <a:lnTo>
                    <a:pt x="629" y="506"/>
                  </a:lnTo>
                  <a:close/>
                </a:path>
              </a:pathLst>
            </a:custGeom>
            <a:solidFill>
              <a:srgbClr val="59A3CD">
                <a:alpha val="12900"/>
              </a:srgbClr>
            </a:solidFill>
            <a:ln>
              <a:noFill/>
            </a:ln>
          </p:spPr>
          <p:txBody>
            <a:bodyPr anchor="ctr"/>
            <a:lstStyle/>
            <a:p>
              <a:pPr algn="ctr">
                <a:buNone/>
              </a:pPr>
            </a:p>
          </p:txBody>
        </p:sp>
        <p:sp>
          <p:nvSpPr>
            <p:cNvPr id="2948" name="addition:input:71"/>
            <p:cNvSpPr>
              <a:spLocks noGrp="1"/>
            </p:cNvSpPr>
            <p:nvPr/>
          </p:nvSpPr>
          <p:spPr>
            <a:xfrm>
              <a:off x="209550" y="5438775"/>
              <a:ext cx="1028700" cy="1077849"/>
            </a:xfrm>
            <a:custGeom>
              <a:avLst/>
              <a:gdLst/>
              <a:ahLst/>
              <a:cxnLst/>
              <a:rect l="l" t="t" r="r" b="b"/>
              <a:pathLst>
                <a:path w="625" h="575">
                  <a:moveTo>
                    <a:pt x="0" y="0"/>
                  </a:moveTo>
                  <a:moveTo>
                    <a:pt x="622" y="516"/>
                  </a:moveTo>
                  <a:lnTo>
                    <a:pt x="622" y="521"/>
                  </a:lnTo>
                  <a:lnTo>
                    <a:pt x="622" y="525"/>
                  </a:lnTo>
                  <a:lnTo>
                    <a:pt x="624" y="530"/>
                  </a:lnTo>
                  <a:lnTo>
                    <a:pt x="625" y="535"/>
                  </a:lnTo>
                  <a:lnTo>
                    <a:pt x="622" y="540"/>
                  </a:lnTo>
                  <a:lnTo>
                    <a:pt x="617" y="543"/>
                  </a:lnTo>
                  <a:lnTo>
                    <a:pt x="613" y="546"/>
                  </a:lnTo>
                  <a:lnTo>
                    <a:pt x="610" y="550"/>
                  </a:lnTo>
                  <a:lnTo>
                    <a:pt x="607" y="555"/>
                  </a:lnTo>
                  <a:lnTo>
                    <a:pt x="601" y="557"/>
                  </a:lnTo>
                  <a:lnTo>
                    <a:pt x="593" y="556"/>
                  </a:lnTo>
                  <a:lnTo>
                    <a:pt x="584" y="555"/>
                  </a:lnTo>
                  <a:lnTo>
                    <a:pt x="577" y="555"/>
                  </a:lnTo>
                  <a:lnTo>
                    <a:pt x="573" y="559"/>
                  </a:lnTo>
                  <a:lnTo>
                    <a:pt x="569" y="567"/>
                  </a:lnTo>
                  <a:lnTo>
                    <a:pt x="563" y="573"/>
                  </a:lnTo>
                  <a:lnTo>
                    <a:pt x="555" y="575"/>
                  </a:lnTo>
                  <a:lnTo>
                    <a:pt x="546" y="574"/>
                  </a:lnTo>
                  <a:lnTo>
                    <a:pt x="538" y="571"/>
                  </a:lnTo>
                  <a:lnTo>
                    <a:pt x="530" y="568"/>
                  </a:lnTo>
                  <a:lnTo>
                    <a:pt x="523" y="566"/>
                  </a:lnTo>
                  <a:lnTo>
                    <a:pt x="517" y="562"/>
                  </a:lnTo>
                  <a:lnTo>
                    <a:pt x="512" y="558"/>
                  </a:lnTo>
                  <a:lnTo>
                    <a:pt x="508" y="554"/>
                  </a:lnTo>
                  <a:lnTo>
                    <a:pt x="501" y="552"/>
                  </a:lnTo>
                  <a:lnTo>
                    <a:pt x="493" y="552"/>
                  </a:lnTo>
                  <a:lnTo>
                    <a:pt x="485" y="551"/>
                  </a:lnTo>
                  <a:lnTo>
                    <a:pt x="480" y="547"/>
                  </a:lnTo>
                  <a:lnTo>
                    <a:pt x="479" y="542"/>
                  </a:lnTo>
                  <a:lnTo>
                    <a:pt x="479" y="537"/>
                  </a:lnTo>
                  <a:lnTo>
                    <a:pt x="476" y="533"/>
                  </a:lnTo>
                  <a:lnTo>
                    <a:pt x="468" y="530"/>
                  </a:lnTo>
                  <a:lnTo>
                    <a:pt x="461" y="526"/>
                  </a:lnTo>
                  <a:lnTo>
                    <a:pt x="459" y="521"/>
                  </a:lnTo>
                  <a:lnTo>
                    <a:pt x="465" y="516"/>
                  </a:lnTo>
                  <a:lnTo>
                    <a:pt x="473" y="511"/>
                  </a:lnTo>
                  <a:lnTo>
                    <a:pt x="480" y="507"/>
                  </a:lnTo>
                  <a:lnTo>
                    <a:pt x="484" y="504"/>
                  </a:lnTo>
                  <a:lnTo>
                    <a:pt x="488" y="500"/>
                  </a:lnTo>
                  <a:lnTo>
                    <a:pt x="491" y="496"/>
                  </a:lnTo>
                  <a:lnTo>
                    <a:pt x="495" y="493"/>
                  </a:lnTo>
                  <a:lnTo>
                    <a:pt x="496" y="488"/>
                  </a:lnTo>
                  <a:lnTo>
                    <a:pt x="496" y="481"/>
                  </a:lnTo>
                  <a:lnTo>
                    <a:pt x="496" y="474"/>
                  </a:lnTo>
                  <a:lnTo>
                    <a:pt x="500" y="469"/>
                  </a:lnTo>
                  <a:lnTo>
                    <a:pt x="508" y="468"/>
                  </a:lnTo>
                  <a:lnTo>
                    <a:pt x="518" y="470"/>
                  </a:lnTo>
                  <a:lnTo>
                    <a:pt x="526" y="471"/>
                  </a:lnTo>
                  <a:lnTo>
                    <a:pt x="531" y="470"/>
                  </a:lnTo>
                  <a:lnTo>
                    <a:pt x="536" y="466"/>
                  </a:lnTo>
                  <a:lnTo>
                    <a:pt x="541" y="463"/>
                  </a:lnTo>
                  <a:lnTo>
                    <a:pt x="547" y="464"/>
                  </a:lnTo>
                  <a:lnTo>
                    <a:pt x="553" y="467"/>
                  </a:lnTo>
                  <a:lnTo>
                    <a:pt x="558" y="470"/>
                  </a:lnTo>
                  <a:lnTo>
                    <a:pt x="563" y="471"/>
                  </a:lnTo>
                  <a:lnTo>
                    <a:pt x="568" y="470"/>
                  </a:lnTo>
                  <a:lnTo>
                    <a:pt x="574" y="469"/>
                  </a:lnTo>
                  <a:lnTo>
                    <a:pt x="580" y="470"/>
                  </a:lnTo>
                  <a:lnTo>
                    <a:pt x="586" y="472"/>
                  </a:lnTo>
                  <a:lnTo>
                    <a:pt x="593" y="473"/>
                  </a:lnTo>
                  <a:lnTo>
                    <a:pt x="601" y="474"/>
                  </a:lnTo>
                  <a:lnTo>
                    <a:pt x="607" y="477"/>
                  </a:lnTo>
                  <a:lnTo>
                    <a:pt x="608" y="483"/>
                  </a:lnTo>
                  <a:lnTo>
                    <a:pt x="605" y="490"/>
                  </a:lnTo>
                  <a:lnTo>
                    <a:pt x="600" y="497"/>
                  </a:lnTo>
                  <a:lnTo>
                    <a:pt x="600" y="501"/>
                  </a:lnTo>
                  <a:lnTo>
                    <a:pt x="606" y="504"/>
                  </a:lnTo>
                  <a:lnTo>
                    <a:pt x="614" y="507"/>
                  </a:lnTo>
                  <a:lnTo>
                    <a:pt x="620" y="511"/>
                  </a:lnTo>
                  <a:close/>
                </a:path>
              </a:pathLst>
            </a:custGeom>
            <a:solidFill>
              <a:srgbClr val="0675B4">
                <a:alpha val="10500"/>
              </a:srgbClr>
            </a:solidFill>
            <a:ln>
              <a:noFill/>
            </a:ln>
          </p:spPr>
          <p:txBody>
            <a:bodyPr anchor="ctr"/>
            <a:lstStyle/>
            <a:p>
              <a:pPr algn="ctr">
                <a:buNone/>
              </a:pPr>
            </a:p>
          </p:txBody>
        </p:sp>
        <p:sp>
          <p:nvSpPr>
            <p:cNvPr id="2949" name="addition:input:72"/>
            <p:cNvSpPr>
              <a:spLocks noGrp="1"/>
            </p:cNvSpPr>
            <p:nvPr/>
          </p:nvSpPr>
          <p:spPr>
            <a:xfrm>
              <a:off x="209550" y="5438775"/>
              <a:ext cx="908548" cy="980374"/>
            </a:xfrm>
            <a:custGeom>
              <a:avLst/>
              <a:gdLst/>
              <a:ahLst/>
              <a:cxnLst/>
              <a:rect l="l" t="t" r="r" b="b"/>
              <a:pathLst>
                <a:path w="552" h="523">
                  <a:moveTo>
                    <a:pt x="0" y="0"/>
                  </a:moveTo>
                  <a:moveTo>
                    <a:pt x="552" y="498"/>
                  </a:moveTo>
                  <a:lnTo>
                    <a:pt x="552" y="501"/>
                  </a:lnTo>
                  <a:lnTo>
                    <a:pt x="550" y="502"/>
                  </a:lnTo>
                  <a:lnTo>
                    <a:pt x="549" y="504"/>
                  </a:lnTo>
                  <a:lnTo>
                    <a:pt x="549" y="506"/>
                  </a:lnTo>
                  <a:lnTo>
                    <a:pt x="550" y="508"/>
                  </a:lnTo>
                  <a:lnTo>
                    <a:pt x="551" y="511"/>
                  </a:lnTo>
                  <a:lnTo>
                    <a:pt x="549" y="513"/>
                  </a:lnTo>
                  <a:lnTo>
                    <a:pt x="545" y="513"/>
                  </a:lnTo>
                  <a:lnTo>
                    <a:pt x="541" y="513"/>
                  </a:lnTo>
                  <a:lnTo>
                    <a:pt x="538" y="513"/>
                  </a:lnTo>
                  <a:lnTo>
                    <a:pt x="536" y="514"/>
                  </a:lnTo>
                  <a:lnTo>
                    <a:pt x="534" y="516"/>
                  </a:lnTo>
                  <a:lnTo>
                    <a:pt x="532" y="517"/>
                  </a:lnTo>
                  <a:lnTo>
                    <a:pt x="530" y="518"/>
                  </a:lnTo>
                  <a:lnTo>
                    <a:pt x="527" y="520"/>
                  </a:lnTo>
                  <a:lnTo>
                    <a:pt x="524" y="522"/>
                  </a:lnTo>
                  <a:lnTo>
                    <a:pt x="521" y="523"/>
                  </a:lnTo>
                  <a:lnTo>
                    <a:pt x="517" y="523"/>
                  </a:lnTo>
                  <a:lnTo>
                    <a:pt x="514" y="521"/>
                  </a:lnTo>
                  <a:lnTo>
                    <a:pt x="511" y="519"/>
                  </a:lnTo>
                  <a:lnTo>
                    <a:pt x="509" y="517"/>
                  </a:lnTo>
                  <a:lnTo>
                    <a:pt x="506" y="516"/>
                  </a:lnTo>
                  <a:lnTo>
                    <a:pt x="503" y="517"/>
                  </a:lnTo>
                  <a:lnTo>
                    <a:pt x="499" y="517"/>
                  </a:lnTo>
                  <a:lnTo>
                    <a:pt x="497" y="515"/>
                  </a:lnTo>
                  <a:lnTo>
                    <a:pt x="496" y="513"/>
                  </a:lnTo>
                  <a:lnTo>
                    <a:pt x="495" y="511"/>
                  </a:lnTo>
                  <a:lnTo>
                    <a:pt x="493" y="510"/>
                  </a:lnTo>
                  <a:lnTo>
                    <a:pt x="490" y="509"/>
                  </a:lnTo>
                  <a:lnTo>
                    <a:pt x="487" y="508"/>
                  </a:lnTo>
                  <a:lnTo>
                    <a:pt x="486" y="507"/>
                  </a:lnTo>
                  <a:lnTo>
                    <a:pt x="485" y="505"/>
                  </a:lnTo>
                  <a:lnTo>
                    <a:pt x="484" y="503"/>
                  </a:lnTo>
                  <a:lnTo>
                    <a:pt x="484" y="501"/>
                  </a:lnTo>
                  <a:lnTo>
                    <a:pt x="484" y="498"/>
                  </a:lnTo>
                  <a:lnTo>
                    <a:pt x="487" y="496"/>
                  </a:lnTo>
                  <a:lnTo>
                    <a:pt x="492" y="495"/>
                  </a:lnTo>
                  <a:lnTo>
                    <a:pt x="495" y="494"/>
                  </a:lnTo>
                  <a:lnTo>
                    <a:pt x="496" y="492"/>
                  </a:lnTo>
                  <a:lnTo>
                    <a:pt x="495" y="490"/>
                  </a:lnTo>
                  <a:lnTo>
                    <a:pt x="493" y="487"/>
                  </a:lnTo>
                  <a:lnTo>
                    <a:pt x="494" y="485"/>
                  </a:lnTo>
                  <a:lnTo>
                    <a:pt x="496" y="483"/>
                  </a:lnTo>
                  <a:lnTo>
                    <a:pt x="499" y="482"/>
                  </a:lnTo>
                  <a:lnTo>
                    <a:pt x="501" y="481"/>
                  </a:lnTo>
                  <a:lnTo>
                    <a:pt x="503" y="480"/>
                  </a:lnTo>
                  <a:lnTo>
                    <a:pt x="505" y="478"/>
                  </a:lnTo>
                  <a:lnTo>
                    <a:pt x="508" y="478"/>
                  </a:lnTo>
                  <a:lnTo>
                    <a:pt x="511" y="478"/>
                  </a:lnTo>
                  <a:lnTo>
                    <a:pt x="513" y="478"/>
                  </a:lnTo>
                  <a:lnTo>
                    <a:pt x="516" y="478"/>
                  </a:lnTo>
                  <a:lnTo>
                    <a:pt x="518" y="477"/>
                  </a:lnTo>
                  <a:lnTo>
                    <a:pt x="520" y="477"/>
                  </a:lnTo>
                  <a:lnTo>
                    <a:pt x="522" y="479"/>
                  </a:lnTo>
                  <a:lnTo>
                    <a:pt x="524" y="480"/>
                  </a:lnTo>
                  <a:lnTo>
                    <a:pt x="526" y="481"/>
                  </a:lnTo>
                  <a:lnTo>
                    <a:pt x="529" y="479"/>
                  </a:lnTo>
                  <a:lnTo>
                    <a:pt x="533" y="478"/>
                  </a:lnTo>
                  <a:lnTo>
                    <a:pt x="537" y="477"/>
                  </a:lnTo>
                  <a:lnTo>
                    <a:pt x="539" y="479"/>
                  </a:lnTo>
                  <a:lnTo>
                    <a:pt x="540" y="481"/>
                  </a:lnTo>
                  <a:lnTo>
                    <a:pt x="540" y="484"/>
                  </a:lnTo>
                  <a:lnTo>
                    <a:pt x="540" y="486"/>
                  </a:lnTo>
                  <a:lnTo>
                    <a:pt x="542" y="488"/>
                  </a:lnTo>
                  <a:lnTo>
                    <a:pt x="543" y="490"/>
                  </a:lnTo>
                  <a:lnTo>
                    <a:pt x="543" y="492"/>
                  </a:lnTo>
                  <a:lnTo>
                    <a:pt x="544" y="493"/>
                  </a:lnTo>
                  <a:lnTo>
                    <a:pt x="546" y="495"/>
                  </a:lnTo>
                  <a:lnTo>
                    <a:pt x="549" y="497"/>
                  </a:lnTo>
                  <a:close/>
                </a:path>
              </a:pathLst>
            </a:custGeom>
            <a:solidFill>
              <a:srgbClr val="59A3CD">
                <a:alpha val="9600"/>
              </a:srgbClr>
            </a:solidFill>
            <a:ln>
              <a:noFill/>
            </a:ln>
          </p:spPr>
          <p:txBody>
            <a:bodyPr anchor="ctr"/>
            <a:lstStyle/>
            <a:p>
              <a:pPr algn="ctr">
                <a:buNone/>
              </a:pPr>
            </a:p>
          </p:txBody>
        </p:sp>
        <p:sp>
          <p:nvSpPr>
            <p:cNvPr id="2950" name="addition:input:73"/>
            <p:cNvSpPr>
              <a:spLocks noGrp="1"/>
            </p:cNvSpPr>
            <p:nvPr/>
          </p:nvSpPr>
          <p:spPr>
            <a:xfrm>
              <a:off x="209550" y="5438775"/>
              <a:ext cx="949696" cy="948507"/>
            </a:xfrm>
            <a:custGeom>
              <a:avLst/>
              <a:gdLst/>
              <a:ahLst/>
              <a:cxnLst/>
              <a:rect l="l" t="t" r="r" b="b"/>
              <a:pathLst>
                <a:path w="577" h="506">
                  <a:moveTo>
                    <a:pt x="0" y="0"/>
                  </a:moveTo>
                  <a:moveTo>
                    <a:pt x="575" y="481"/>
                  </a:moveTo>
                  <a:lnTo>
                    <a:pt x="577" y="483"/>
                  </a:lnTo>
                  <a:lnTo>
                    <a:pt x="576" y="485"/>
                  </a:lnTo>
                  <a:lnTo>
                    <a:pt x="575" y="487"/>
                  </a:lnTo>
                  <a:lnTo>
                    <a:pt x="574" y="489"/>
                  </a:lnTo>
                  <a:lnTo>
                    <a:pt x="573" y="491"/>
                  </a:lnTo>
                  <a:lnTo>
                    <a:pt x="572" y="492"/>
                  </a:lnTo>
                  <a:lnTo>
                    <a:pt x="569" y="493"/>
                  </a:lnTo>
                  <a:lnTo>
                    <a:pt x="567" y="494"/>
                  </a:lnTo>
                  <a:lnTo>
                    <a:pt x="565" y="495"/>
                  </a:lnTo>
                  <a:lnTo>
                    <a:pt x="564" y="497"/>
                  </a:lnTo>
                  <a:lnTo>
                    <a:pt x="562" y="499"/>
                  </a:lnTo>
                  <a:lnTo>
                    <a:pt x="560" y="499"/>
                  </a:lnTo>
                  <a:lnTo>
                    <a:pt x="556" y="499"/>
                  </a:lnTo>
                  <a:lnTo>
                    <a:pt x="553" y="499"/>
                  </a:lnTo>
                  <a:lnTo>
                    <a:pt x="551" y="500"/>
                  </a:lnTo>
                  <a:lnTo>
                    <a:pt x="549" y="503"/>
                  </a:lnTo>
                  <a:lnTo>
                    <a:pt x="546" y="505"/>
                  </a:lnTo>
                  <a:lnTo>
                    <a:pt x="542" y="506"/>
                  </a:lnTo>
                  <a:lnTo>
                    <a:pt x="539" y="505"/>
                  </a:lnTo>
                  <a:lnTo>
                    <a:pt x="536" y="502"/>
                  </a:lnTo>
                  <a:lnTo>
                    <a:pt x="534" y="501"/>
                  </a:lnTo>
                  <a:lnTo>
                    <a:pt x="531" y="499"/>
                  </a:lnTo>
                  <a:lnTo>
                    <a:pt x="529" y="498"/>
                  </a:lnTo>
                  <a:lnTo>
                    <a:pt x="527" y="497"/>
                  </a:lnTo>
                  <a:lnTo>
                    <a:pt x="526" y="495"/>
                  </a:lnTo>
                  <a:lnTo>
                    <a:pt x="523" y="495"/>
                  </a:lnTo>
                  <a:lnTo>
                    <a:pt x="520" y="495"/>
                  </a:lnTo>
                  <a:lnTo>
                    <a:pt x="516" y="494"/>
                  </a:lnTo>
                  <a:lnTo>
                    <a:pt x="513" y="493"/>
                  </a:lnTo>
                  <a:lnTo>
                    <a:pt x="513" y="491"/>
                  </a:lnTo>
                  <a:lnTo>
                    <a:pt x="514" y="489"/>
                  </a:lnTo>
                  <a:lnTo>
                    <a:pt x="515" y="487"/>
                  </a:lnTo>
                  <a:lnTo>
                    <a:pt x="514" y="485"/>
                  </a:lnTo>
                  <a:lnTo>
                    <a:pt x="512" y="483"/>
                  </a:lnTo>
                  <a:lnTo>
                    <a:pt x="512" y="481"/>
                  </a:lnTo>
                  <a:lnTo>
                    <a:pt x="513" y="479"/>
                  </a:lnTo>
                  <a:lnTo>
                    <a:pt x="517" y="478"/>
                  </a:lnTo>
                  <a:lnTo>
                    <a:pt x="520" y="476"/>
                  </a:lnTo>
                  <a:lnTo>
                    <a:pt x="521" y="475"/>
                  </a:lnTo>
                  <a:lnTo>
                    <a:pt x="521" y="473"/>
                  </a:lnTo>
                  <a:lnTo>
                    <a:pt x="522" y="471"/>
                  </a:lnTo>
                  <a:lnTo>
                    <a:pt x="523" y="469"/>
                  </a:lnTo>
                  <a:lnTo>
                    <a:pt x="524" y="467"/>
                  </a:lnTo>
                  <a:lnTo>
                    <a:pt x="525" y="465"/>
                  </a:lnTo>
                  <a:lnTo>
                    <a:pt x="525" y="462"/>
                  </a:lnTo>
                  <a:lnTo>
                    <a:pt x="527" y="460"/>
                  </a:lnTo>
                  <a:lnTo>
                    <a:pt x="530" y="460"/>
                  </a:lnTo>
                  <a:lnTo>
                    <a:pt x="534" y="461"/>
                  </a:lnTo>
                  <a:lnTo>
                    <a:pt x="537" y="463"/>
                  </a:lnTo>
                  <a:lnTo>
                    <a:pt x="539" y="464"/>
                  </a:lnTo>
                  <a:lnTo>
                    <a:pt x="541" y="463"/>
                  </a:lnTo>
                  <a:lnTo>
                    <a:pt x="543" y="461"/>
                  </a:lnTo>
                  <a:lnTo>
                    <a:pt x="545" y="460"/>
                  </a:lnTo>
                  <a:lnTo>
                    <a:pt x="547" y="461"/>
                  </a:lnTo>
                  <a:lnTo>
                    <a:pt x="549" y="462"/>
                  </a:lnTo>
                  <a:lnTo>
                    <a:pt x="551" y="462"/>
                  </a:lnTo>
                  <a:lnTo>
                    <a:pt x="554" y="462"/>
                  </a:lnTo>
                  <a:lnTo>
                    <a:pt x="557" y="462"/>
                  </a:lnTo>
                  <a:lnTo>
                    <a:pt x="559" y="463"/>
                  </a:lnTo>
                  <a:lnTo>
                    <a:pt x="561" y="464"/>
                  </a:lnTo>
                  <a:lnTo>
                    <a:pt x="563" y="465"/>
                  </a:lnTo>
                  <a:lnTo>
                    <a:pt x="565" y="466"/>
                  </a:lnTo>
                  <a:lnTo>
                    <a:pt x="567" y="468"/>
                  </a:lnTo>
                  <a:lnTo>
                    <a:pt x="568" y="470"/>
                  </a:lnTo>
                  <a:lnTo>
                    <a:pt x="567" y="472"/>
                  </a:lnTo>
                  <a:lnTo>
                    <a:pt x="565" y="475"/>
                  </a:lnTo>
                  <a:lnTo>
                    <a:pt x="565" y="477"/>
                  </a:lnTo>
                  <a:lnTo>
                    <a:pt x="567" y="478"/>
                  </a:lnTo>
                  <a:lnTo>
                    <a:pt x="572" y="479"/>
                  </a:lnTo>
                  <a:close/>
                </a:path>
              </a:pathLst>
            </a:custGeom>
            <a:solidFill>
              <a:srgbClr val="59A3CD">
                <a:alpha val="9600"/>
              </a:srgbClr>
            </a:solidFill>
            <a:ln>
              <a:noFill/>
            </a:ln>
          </p:spPr>
          <p:txBody>
            <a:bodyPr anchor="ctr"/>
            <a:lstStyle/>
            <a:p>
              <a:pPr algn="ctr">
                <a:buNone/>
              </a:pPr>
            </a:p>
          </p:txBody>
        </p:sp>
        <p:sp>
          <p:nvSpPr>
            <p:cNvPr id="2951" name="addition:input:74"/>
            <p:cNvSpPr>
              <a:spLocks noGrp="1"/>
            </p:cNvSpPr>
            <p:nvPr/>
          </p:nvSpPr>
          <p:spPr>
            <a:xfrm>
              <a:off x="209550" y="5438775"/>
              <a:ext cx="1002365" cy="956005"/>
            </a:xfrm>
            <a:custGeom>
              <a:avLst/>
              <a:gdLst/>
              <a:ahLst/>
              <a:cxnLst/>
              <a:rect l="l" t="t" r="r" b="b"/>
              <a:pathLst>
                <a:path w="609" h="510">
                  <a:moveTo>
                    <a:pt x="0" y="0"/>
                  </a:moveTo>
                  <a:moveTo>
                    <a:pt x="609" y="486"/>
                  </a:moveTo>
                  <a:lnTo>
                    <a:pt x="609" y="488"/>
                  </a:lnTo>
                  <a:lnTo>
                    <a:pt x="608" y="490"/>
                  </a:lnTo>
                  <a:lnTo>
                    <a:pt x="608" y="492"/>
                  </a:lnTo>
                  <a:lnTo>
                    <a:pt x="607" y="494"/>
                  </a:lnTo>
                  <a:lnTo>
                    <a:pt x="604" y="496"/>
                  </a:lnTo>
                  <a:lnTo>
                    <a:pt x="600" y="497"/>
                  </a:lnTo>
                  <a:lnTo>
                    <a:pt x="596" y="497"/>
                  </a:lnTo>
                  <a:lnTo>
                    <a:pt x="593" y="498"/>
                  </a:lnTo>
                  <a:lnTo>
                    <a:pt x="593" y="500"/>
                  </a:lnTo>
                  <a:lnTo>
                    <a:pt x="593" y="504"/>
                  </a:lnTo>
                  <a:lnTo>
                    <a:pt x="592" y="507"/>
                  </a:lnTo>
                  <a:lnTo>
                    <a:pt x="589" y="508"/>
                  </a:lnTo>
                  <a:lnTo>
                    <a:pt x="586" y="508"/>
                  </a:lnTo>
                  <a:lnTo>
                    <a:pt x="582" y="508"/>
                  </a:lnTo>
                  <a:lnTo>
                    <a:pt x="579" y="509"/>
                  </a:lnTo>
                  <a:lnTo>
                    <a:pt x="576" y="509"/>
                  </a:lnTo>
                  <a:lnTo>
                    <a:pt x="573" y="510"/>
                  </a:lnTo>
                  <a:lnTo>
                    <a:pt x="570" y="509"/>
                  </a:lnTo>
                  <a:lnTo>
                    <a:pt x="568" y="508"/>
                  </a:lnTo>
                  <a:lnTo>
                    <a:pt x="565" y="507"/>
                  </a:lnTo>
                  <a:lnTo>
                    <a:pt x="563" y="507"/>
                  </a:lnTo>
                  <a:lnTo>
                    <a:pt x="560" y="506"/>
                  </a:lnTo>
                  <a:lnTo>
                    <a:pt x="559" y="505"/>
                  </a:lnTo>
                  <a:lnTo>
                    <a:pt x="557" y="503"/>
                  </a:lnTo>
                  <a:lnTo>
                    <a:pt x="556" y="502"/>
                  </a:lnTo>
                  <a:lnTo>
                    <a:pt x="553" y="501"/>
                  </a:lnTo>
                  <a:lnTo>
                    <a:pt x="549" y="502"/>
                  </a:lnTo>
                  <a:lnTo>
                    <a:pt x="545" y="502"/>
                  </a:lnTo>
                  <a:lnTo>
                    <a:pt x="543" y="500"/>
                  </a:lnTo>
                  <a:lnTo>
                    <a:pt x="544" y="497"/>
                  </a:lnTo>
                  <a:lnTo>
                    <a:pt x="547" y="494"/>
                  </a:lnTo>
                  <a:lnTo>
                    <a:pt x="548" y="492"/>
                  </a:lnTo>
                  <a:lnTo>
                    <a:pt x="549" y="490"/>
                  </a:lnTo>
                  <a:lnTo>
                    <a:pt x="548" y="488"/>
                  </a:lnTo>
                  <a:lnTo>
                    <a:pt x="549" y="486"/>
                  </a:lnTo>
                  <a:lnTo>
                    <a:pt x="549" y="484"/>
                  </a:lnTo>
                  <a:lnTo>
                    <a:pt x="549" y="482"/>
                  </a:lnTo>
                  <a:lnTo>
                    <a:pt x="548" y="480"/>
                  </a:lnTo>
                  <a:lnTo>
                    <a:pt x="546" y="477"/>
                  </a:lnTo>
                  <a:lnTo>
                    <a:pt x="546" y="475"/>
                  </a:lnTo>
                  <a:lnTo>
                    <a:pt x="548" y="474"/>
                  </a:lnTo>
                  <a:lnTo>
                    <a:pt x="551" y="473"/>
                  </a:lnTo>
                  <a:lnTo>
                    <a:pt x="553" y="471"/>
                  </a:lnTo>
                  <a:lnTo>
                    <a:pt x="553" y="469"/>
                  </a:lnTo>
                  <a:lnTo>
                    <a:pt x="553" y="466"/>
                  </a:lnTo>
                  <a:lnTo>
                    <a:pt x="555" y="465"/>
                  </a:lnTo>
                  <a:lnTo>
                    <a:pt x="558" y="465"/>
                  </a:lnTo>
                  <a:lnTo>
                    <a:pt x="562" y="466"/>
                  </a:lnTo>
                  <a:lnTo>
                    <a:pt x="565" y="467"/>
                  </a:lnTo>
                  <a:lnTo>
                    <a:pt x="567" y="467"/>
                  </a:lnTo>
                  <a:lnTo>
                    <a:pt x="568" y="466"/>
                  </a:lnTo>
                  <a:lnTo>
                    <a:pt x="570" y="464"/>
                  </a:lnTo>
                  <a:lnTo>
                    <a:pt x="573" y="463"/>
                  </a:lnTo>
                  <a:lnTo>
                    <a:pt x="576" y="463"/>
                  </a:lnTo>
                  <a:lnTo>
                    <a:pt x="579" y="462"/>
                  </a:lnTo>
                  <a:lnTo>
                    <a:pt x="582" y="461"/>
                  </a:lnTo>
                  <a:lnTo>
                    <a:pt x="586" y="462"/>
                  </a:lnTo>
                  <a:lnTo>
                    <a:pt x="588" y="464"/>
                  </a:lnTo>
                  <a:lnTo>
                    <a:pt x="589" y="467"/>
                  </a:lnTo>
                  <a:lnTo>
                    <a:pt x="590" y="470"/>
                  </a:lnTo>
                  <a:lnTo>
                    <a:pt x="592" y="471"/>
                  </a:lnTo>
                  <a:lnTo>
                    <a:pt x="595" y="472"/>
                  </a:lnTo>
                  <a:lnTo>
                    <a:pt x="599" y="473"/>
                  </a:lnTo>
                  <a:lnTo>
                    <a:pt x="601" y="474"/>
                  </a:lnTo>
                  <a:lnTo>
                    <a:pt x="601" y="476"/>
                  </a:lnTo>
                  <a:lnTo>
                    <a:pt x="601" y="479"/>
                  </a:lnTo>
                  <a:lnTo>
                    <a:pt x="603" y="480"/>
                  </a:lnTo>
                  <a:lnTo>
                    <a:pt x="605" y="482"/>
                  </a:lnTo>
                  <a:lnTo>
                    <a:pt x="608" y="484"/>
                  </a:lnTo>
                  <a:close/>
                </a:path>
              </a:pathLst>
            </a:custGeom>
            <a:solidFill>
              <a:srgbClr val="59A3CD">
                <a:alpha val="9600"/>
              </a:srgbClr>
            </a:solidFill>
            <a:ln>
              <a:noFill/>
            </a:ln>
          </p:spPr>
          <p:txBody>
            <a:bodyPr anchor="ctr"/>
            <a:lstStyle/>
            <a:p>
              <a:pPr algn="ctr">
                <a:buNone/>
              </a:pPr>
            </a:p>
          </p:txBody>
        </p:sp>
        <p:sp>
          <p:nvSpPr>
            <p:cNvPr id="2952" name="addition:input:75"/>
            <p:cNvSpPr>
              <a:spLocks noGrp="1"/>
            </p:cNvSpPr>
            <p:nvPr/>
          </p:nvSpPr>
          <p:spPr>
            <a:xfrm>
              <a:off x="209550" y="5438775"/>
              <a:ext cx="1043513" cy="993496"/>
            </a:xfrm>
            <a:custGeom>
              <a:avLst/>
              <a:gdLst/>
              <a:ahLst/>
              <a:cxnLst/>
              <a:rect l="l" t="t" r="r" b="b"/>
              <a:pathLst>
                <a:path w="634" h="530">
                  <a:moveTo>
                    <a:pt x="0" y="0"/>
                  </a:moveTo>
                  <a:moveTo>
                    <a:pt x="626" y="505"/>
                  </a:moveTo>
                  <a:lnTo>
                    <a:pt x="625" y="507"/>
                  </a:lnTo>
                  <a:lnTo>
                    <a:pt x="624" y="509"/>
                  </a:lnTo>
                  <a:lnTo>
                    <a:pt x="623" y="511"/>
                  </a:lnTo>
                  <a:lnTo>
                    <a:pt x="623" y="513"/>
                  </a:lnTo>
                  <a:lnTo>
                    <a:pt x="623" y="515"/>
                  </a:lnTo>
                  <a:lnTo>
                    <a:pt x="624" y="518"/>
                  </a:lnTo>
                  <a:lnTo>
                    <a:pt x="625" y="521"/>
                  </a:lnTo>
                  <a:lnTo>
                    <a:pt x="623" y="523"/>
                  </a:lnTo>
                  <a:lnTo>
                    <a:pt x="620" y="524"/>
                  </a:lnTo>
                  <a:lnTo>
                    <a:pt x="616" y="524"/>
                  </a:lnTo>
                  <a:lnTo>
                    <a:pt x="613" y="525"/>
                  </a:lnTo>
                  <a:lnTo>
                    <a:pt x="611" y="526"/>
                  </a:lnTo>
                  <a:lnTo>
                    <a:pt x="610" y="528"/>
                  </a:lnTo>
                  <a:lnTo>
                    <a:pt x="608" y="530"/>
                  </a:lnTo>
                  <a:lnTo>
                    <a:pt x="605" y="529"/>
                  </a:lnTo>
                  <a:lnTo>
                    <a:pt x="602" y="527"/>
                  </a:lnTo>
                  <a:lnTo>
                    <a:pt x="600" y="526"/>
                  </a:lnTo>
                  <a:lnTo>
                    <a:pt x="598" y="527"/>
                  </a:lnTo>
                  <a:lnTo>
                    <a:pt x="595" y="528"/>
                  </a:lnTo>
                  <a:lnTo>
                    <a:pt x="592" y="529"/>
                  </a:lnTo>
                  <a:lnTo>
                    <a:pt x="589" y="529"/>
                  </a:lnTo>
                  <a:lnTo>
                    <a:pt x="586" y="529"/>
                  </a:lnTo>
                  <a:lnTo>
                    <a:pt x="583" y="529"/>
                  </a:lnTo>
                  <a:lnTo>
                    <a:pt x="579" y="529"/>
                  </a:lnTo>
                  <a:lnTo>
                    <a:pt x="576" y="527"/>
                  </a:lnTo>
                  <a:lnTo>
                    <a:pt x="575" y="524"/>
                  </a:lnTo>
                  <a:lnTo>
                    <a:pt x="576" y="520"/>
                  </a:lnTo>
                  <a:lnTo>
                    <a:pt x="577" y="517"/>
                  </a:lnTo>
                  <a:lnTo>
                    <a:pt x="575" y="516"/>
                  </a:lnTo>
                  <a:lnTo>
                    <a:pt x="571" y="515"/>
                  </a:lnTo>
                  <a:lnTo>
                    <a:pt x="567" y="514"/>
                  </a:lnTo>
                  <a:lnTo>
                    <a:pt x="565" y="512"/>
                  </a:lnTo>
                  <a:lnTo>
                    <a:pt x="564" y="509"/>
                  </a:lnTo>
                  <a:lnTo>
                    <a:pt x="564" y="507"/>
                  </a:lnTo>
                  <a:lnTo>
                    <a:pt x="563" y="505"/>
                  </a:lnTo>
                  <a:lnTo>
                    <a:pt x="562" y="503"/>
                  </a:lnTo>
                  <a:lnTo>
                    <a:pt x="561" y="500"/>
                  </a:lnTo>
                  <a:lnTo>
                    <a:pt x="561" y="498"/>
                  </a:lnTo>
                  <a:lnTo>
                    <a:pt x="563" y="496"/>
                  </a:lnTo>
                  <a:lnTo>
                    <a:pt x="564" y="494"/>
                  </a:lnTo>
                  <a:lnTo>
                    <a:pt x="566" y="492"/>
                  </a:lnTo>
                  <a:lnTo>
                    <a:pt x="567" y="490"/>
                  </a:lnTo>
                  <a:lnTo>
                    <a:pt x="570" y="489"/>
                  </a:lnTo>
                  <a:lnTo>
                    <a:pt x="575" y="489"/>
                  </a:lnTo>
                  <a:lnTo>
                    <a:pt x="579" y="489"/>
                  </a:lnTo>
                  <a:lnTo>
                    <a:pt x="581" y="488"/>
                  </a:lnTo>
                  <a:lnTo>
                    <a:pt x="582" y="485"/>
                  </a:lnTo>
                  <a:lnTo>
                    <a:pt x="583" y="481"/>
                  </a:lnTo>
                  <a:lnTo>
                    <a:pt x="585" y="478"/>
                  </a:lnTo>
                  <a:lnTo>
                    <a:pt x="589" y="478"/>
                  </a:lnTo>
                  <a:lnTo>
                    <a:pt x="593" y="478"/>
                  </a:lnTo>
                  <a:lnTo>
                    <a:pt x="597" y="479"/>
                  </a:lnTo>
                  <a:lnTo>
                    <a:pt x="600" y="480"/>
                  </a:lnTo>
                  <a:lnTo>
                    <a:pt x="604" y="480"/>
                  </a:lnTo>
                  <a:lnTo>
                    <a:pt x="607" y="482"/>
                  </a:lnTo>
                  <a:lnTo>
                    <a:pt x="609" y="483"/>
                  </a:lnTo>
                  <a:lnTo>
                    <a:pt x="612" y="485"/>
                  </a:lnTo>
                  <a:lnTo>
                    <a:pt x="614" y="485"/>
                  </a:lnTo>
                  <a:lnTo>
                    <a:pt x="618" y="485"/>
                  </a:lnTo>
                  <a:lnTo>
                    <a:pt x="621" y="486"/>
                  </a:lnTo>
                  <a:lnTo>
                    <a:pt x="622" y="487"/>
                  </a:lnTo>
                  <a:lnTo>
                    <a:pt x="623" y="490"/>
                  </a:lnTo>
                  <a:lnTo>
                    <a:pt x="624" y="492"/>
                  </a:lnTo>
                  <a:lnTo>
                    <a:pt x="626" y="493"/>
                  </a:lnTo>
                  <a:lnTo>
                    <a:pt x="630" y="493"/>
                  </a:lnTo>
                  <a:lnTo>
                    <a:pt x="634" y="495"/>
                  </a:lnTo>
                  <a:lnTo>
                    <a:pt x="634" y="497"/>
                  </a:lnTo>
                  <a:lnTo>
                    <a:pt x="632" y="500"/>
                  </a:lnTo>
                  <a:lnTo>
                    <a:pt x="628" y="503"/>
                  </a:lnTo>
                  <a:close/>
                </a:path>
              </a:pathLst>
            </a:custGeom>
            <a:solidFill>
              <a:srgbClr val="59A3CD">
                <a:alpha val="9600"/>
              </a:srgbClr>
            </a:solidFill>
            <a:ln>
              <a:noFill/>
            </a:ln>
          </p:spPr>
          <p:txBody>
            <a:bodyPr anchor="ctr"/>
            <a:lstStyle/>
            <a:p>
              <a:pPr algn="ctr">
                <a:buNone/>
              </a:pPr>
            </a:p>
          </p:txBody>
        </p:sp>
        <p:sp>
          <p:nvSpPr>
            <p:cNvPr id="2953" name="addition:input:76"/>
            <p:cNvSpPr>
              <a:spLocks noGrp="1"/>
            </p:cNvSpPr>
            <p:nvPr/>
          </p:nvSpPr>
          <p:spPr>
            <a:xfrm>
              <a:off x="209550" y="5438775"/>
              <a:ext cx="1020470" cy="1034735"/>
            </a:xfrm>
            <a:custGeom>
              <a:avLst/>
              <a:gdLst/>
              <a:ahLst/>
              <a:cxnLst/>
              <a:rect l="l" t="t" r="r" b="b"/>
              <a:pathLst>
                <a:path w="620" h="552">
                  <a:moveTo>
                    <a:pt x="0" y="0"/>
                  </a:moveTo>
                  <a:moveTo>
                    <a:pt x="616" y="526"/>
                  </a:moveTo>
                  <a:lnTo>
                    <a:pt x="615" y="528"/>
                  </a:lnTo>
                  <a:lnTo>
                    <a:pt x="612" y="530"/>
                  </a:lnTo>
                  <a:lnTo>
                    <a:pt x="610" y="532"/>
                  </a:lnTo>
                  <a:lnTo>
                    <a:pt x="609" y="534"/>
                  </a:lnTo>
                  <a:lnTo>
                    <a:pt x="608" y="537"/>
                  </a:lnTo>
                  <a:lnTo>
                    <a:pt x="606" y="538"/>
                  </a:lnTo>
                  <a:lnTo>
                    <a:pt x="603" y="540"/>
                  </a:lnTo>
                  <a:lnTo>
                    <a:pt x="601" y="541"/>
                  </a:lnTo>
                  <a:lnTo>
                    <a:pt x="600" y="544"/>
                  </a:lnTo>
                  <a:lnTo>
                    <a:pt x="600" y="547"/>
                  </a:lnTo>
                  <a:lnTo>
                    <a:pt x="599" y="551"/>
                  </a:lnTo>
                  <a:lnTo>
                    <a:pt x="595" y="552"/>
                  </a:lnTo>
                  <a:lnTo>
                    <a:pt x="590" y="551"/>
                  </a:lnTo>
                  <a:lnTo>
                    <a:pt x="586" y="549"/>
                  </a:lnTo>
                  <a:lnTo>
                    <a:pt x="582" y="548"/>
                  </a:lnTo>
                  <a:lnTo>
                    <a:pt x="579" y="548"/>
                  </a:lnTo>
                  <a:lnTo>
                    <a:pt x="577" y="549"/>
                  </a:lnTo>
                  <a:lnTo>
                    <a:pt x="574" y="549"/>
                  </a:lnTo>
                  <a:lnTo>
                    <a:pt x="571" y="550"/>
                  </a:lnTo>
                  <a:lnTo>
                    <a:pt x="568" y="550"/>
                  </a:lnTo>
                  <a:lnTo>
                    <a:pt x="565" y="550"/>
                  </a:lnTo>
                  <a:lnTo>
                    <a:pt x="561" y="551"/>
                  </a:lnTo>
                  <a:lnTo>
                    <a:pt x="557" y="550"/>
                  </a:lnTo>
                  <a:lnTo>
                    <a:pt x="555" y="548"/>
                  </a:lnTo>
                  <a:lnTo>
                    <a:pt x="554" y="546"/>
                  </a:lnTo>
                  <a:lnTo>
                    <a:pt x="552" y="544"/>
                  </a:lnTo>
                  <a:lnTo>
                    <a:pt x="549" y="542"/>
                  </a:lnTo>
                  <a:lnTo>
                    <a:pt x="545" y="542"/>
                  </a:lnTo>
                  <a:lnTo>
                    <a:pt x="542" y="540"/>
                  </a:lnTo>
                  <a:lnTo>
                    <a:pt x="542" y="537"/>
                  </a:lnTo>
                  <a:lnTo>
                    <a:pt x="544" y="534"/>
                  </a:lnTo>
                  <a:lnTo>
                    <a:pt x="545" y="532"/>
                  </a:lnTo>
                  <a:lnTo>
                    <a:pt x="544" y="530"/>
                  </a:lnTo>
                  <a:lnTo>
                    <a:pt x="540" y="528"/>
                  </a:lnTo>
                  <a:lnTo>
                    <a:pt x="536" y="526"/>
                  </a:lnTo>
                  <a:lnTo>
                    <a:pt x="534" y="524"/>
                  </a:lnTo>
                  <a:lnTo>
                    <a:pt x="533" y="521"/>
                  </a:lnTo>
                  <a:lnTo>
                    <a:pt x="532" y="519"/>
                  </a:lnTo>
                  <a:lnTo>
                    <a:pt x="532" y="516"/>
                  </a:lnTo>
                  <a:lnTo>
                    <a:pt x="533" y="514"/>
                  </a:lnTo>
                  <a:lnTo>
                    <a:pt x="537" y="512"/>
                  </a:lnTo>
                  <a:lnTo>
                    <a:pt x="542" y="512"/>
                  </a:lnTo>
                  <a:lnTo>
                    <a:pt x="547" y="512"/>
                  </a:lnTo>
                  <a:lnTo>
                    <a:pt x="549" y="510"/>
                  </a:lnTo>
                  <a:lnTo>
                    <a:pt x="550" y="508"/>
                  </a:lnTo>
                  <a:lnTo>
                    <a:pt x="551" y="505"/>
                  </a:lnTo>
                  <a:lnTo>
                    <a:pt x="553" y="503"/>
                  </a:lnTo>
                  <a:lnTo>
                    <a:pt x="558" y="503"/>
                  </a:lnTo>
                  <a:lnTo>
                    <a:pt x="562" y="503"/>
                  </a:lnTo>
                  <a:lnTo>
                    <a:pt x="566" y="503"/>
                  </a:lnTo>
                  <a:lnTo>
                    <a:pt x="569" y="501"/>
                  </a:lnTo>
                  <a:lnTo>
                    <a:pt x="573" y="499"/>
                  </a:lnTo>
                  <a:lnTo>
                    <a:pt x="578" y="498"/>
                  </a:lnTo>
                  <a:lnTo>
                    <a:pt x="582" y="499"/>
                  </a:lnTo>
                  <a:lnTo>
                    <a:pt x="586" y="500"/>
                  </a:lnTo>
                  <a:lnTo>
                    <a:pt x="590" y="501"/>
                  </a:lnTo>
                  <a:lnTo>
                    <a:pt x="594" y="503"/>
                  </a:lnTo>
                  <a:lnTo>
                    <a:pt x="597" y="504"/>
                  </a:lnTo>
                  <a:lnTo>
                    <a:pt x="598" y="507"/>
                  </a:lnTo>
                  <a:lnTo>
                    <a:pt x="599" y="510"/>
                  </a:lnTo>
                  <a:lnTo>
                    <a:pt x="602" y="511"/>
                  </a:lnTo>
                  <a:lnTo>
                    <a:pt x="606" y="511"/>
                  </a:lnTo>
                  <a:lnTo>
                    <a:pt x="612" y="511"/>
                  </a:lnTo>
                  <a:lnTo>
                    <a:pt x="618" y="511"/>
                  </a:lnTo>
                  <a:lnTo>
                    <a:pt x="620" y="513"/>
                  </a:lnTo>
                  <a:lnTo>
                    <a:pt x="619" y="516"/>
                  </a:lnTo>
                  <a:lnTo>
                    <a:pt x="617" y="519"/>
                  </a:lnTo>
                  <a:lnTo>
                    <a:pt x="616" y="521"/>
                  </a:lnTo>
                  <a:lnTo>
                    <a:pt x="616" y="524"/>
                  </a:lnTo>
                  <a:close/>
                </a:path>
              </a:pathLst>
            </a:custGeom>
            <a:solidFill>
              <a:srgbClr val="59A3CD">
                <a:alpha val="9600"/>
              </a:srgbClr>
            </a:solidFill>
            <a:ln>
              <a:noFill/>
            </a:ln>
          </p:spPr>
          <p:txBody>
            <a:bodyPr anchor="ctr"/>
            <a:lstStyle/>
            <a:p>
              <a:pPr algn="ctr">
                <a:buNone/>
              </a:pPr>
            </a:p>
          </p:txBody>
        </p:sp>
        <p:sp>
          <p:nvSpPr>
            <p:cNvPr id="2954" name="addition:input:77"/>
            <p:cNvSpPr>
              <a:spLocks noGrp="1"/>
            </p:cNvSpPr>
            <p:nvPr/>
          </p:nvSpPr>
          <p:spPr>
            <a:xfrm>
              <a:off x="209550" y="5438775"/>
              <a:ext cx="941466" cy="1038484"/>
            </a:xfrm>
            <a:custGeom>
              <a:avLst/>
              <a:gdLst/>
              <a:ahLst/>
              <a:cxnLst/>
              <a:rect l="l" t="t" r="r" b="b"/>
              <a:pathLst>
                <a:path w="572" h="554">
                  <a:moveTo>
                    <a:pt x="0" y="0"/>
                  </a:moveTo>
                  <a:moveTo>
                    <a:pt x="571" y="528"/>
                  </a:moveTo>
                  <a:lnTo>
                    <a:pt x="571" y="531"/>
                  </a:lnTo>
                  <a:lnTo>
                    <a:pt x="568" y="533"/>
                  </a:lnTo>
                  <a:lnTo>
                    <a:pt x="565" y="534"/>
                  </a:lnTo>
                  <a:lnTo>
                    <a:pt x="562" y="536"/>
                  </a:lnTo>
                  <a:lnTo>
                    <a:pt x="562" y="538"/>
                  </a:lnTo>
                  <a:lnTo>
                    <a:pt x="565" y="541"/>
                  </a:lnTo>
                  <a:lnTo>
                    <a:pt x="566" y="544"/>
                  </a:lnTo>
                  <a:lnTo>
                    <a:pt x="566" y="547"/>
                  </a:lnTo>
                  <a:lnTo>
                    <a:pt x="563" y="548"/>
                  </a:lnTo>
                  <a:lnTo>
                    <a:pt x="559" y="549"/>
                  </a:lnTo>
                  <a:lnTo>
                    <a:pt x="556" y="549"/>
                  </a:lnTo>
                  <a:lnTo>
                    <a:pt x="553" y="550"/>
                  </a:lnTo>
                  <a:lnTo>
                    <a:pt x="551" y="550"/>
                  </a:lnTo>
                  <a:lnTo>
                    <a:pt x="548" y="550"/>
                  </a:lnTo>
                  <a:lnTo>
                    <a:pt x="545" y="549"/>
                  </a:lnTo>
                  <a:lnTo>
                    <a:pt x="543" y="550"/>
                  </a:lnTo>
                  <a:lnTo>
                    <a:pt x="541" y="552"/>
                  </a:lnTo>
                  <a:lnTo>
                    <a:pt x="538" y="554"/>
                  </a:lnTo>
                  <a:lnTo>
                    <a:pt x="535" y="554"/>
                  </a:lnTo>
                  <a:lnTo>
                    <a:pt x="532" y="553"/>
                  </a:lnTo>
                  <a:lnTo>
                    <a:pt x="530" y="551"/>
                  </a:lnTo>
                  <a:lnTo>
                    <a:pt x="527" y="550"/>
                  </a:lnTo>
                  <a:lnTo>
                    <a:pt x="524" y="550"/>
                  </a:lnTo>
                  <a:lnTo>
                    <a:pt x="519" y="551"/>
                  </a:lnTo>
                  <a:lnTo>
                    <a:pt x="516" y="550"/>
                  </a:lnTo>
                  <a:lnTo>
                    <a:pt x="514" y="548"/>
                  </a:lnTo>
                  <a:lnTo>
                    <a:pt x="514" y="544"/>
                  </a:lnTo>
                  <a:lnTo>
                    <a:pt x="513" y="542"/>
                  </a:lnTo>
                  <a:lnTo>
                    <a:pt x="512" y="540"/>
                  </a:lnTo>
                  <a:lnTo>
                    <a:pt x="510" y="538"/>
                  </a:lnTo>
                  <a:lnTo>
                    <a:pt x="509" y="536"/>
                  </a:lnTo>
                  <a:lnTo>
                    <a:pt x="507" y="534"/>
                  </a:lnTo>
                  <a:lnTo>
                    <a:pt x="505" y="532"/>
                  </a:lnTo>
                  <a:lnTo>
                    <a:pt x="501" y="531"/>
                  </a:lnTo>
                  <a:lnTo>
                    <a:pt x="497" y="528"/>
                  </a:lnTo>
                  <a:lnTo>
                    <a:pt x="495" y="526"/>
                  </a:lnTo>
                  <a:lnTo>
                    <a:pt x="496" y="523"/>
                  </a:lnTo>
                  <a:lnTo>
                    <a:pt x="500" y="522"/>
                  </a:lnTo>
                  <a:lnTo>
                    <a:pt x="504" y="520"/>
                  </a:lnTo>
                  <a:lnTo>
                    <a:pt x="506" y="519"/>
                  </a:lnTo>
                  <a:lnTo>
                    <a:pt x="507" y="516"/>
                  </a:lnTo>
                  <a:lnTo>
                    <a:pt x="507" y="514"/>
                  </a:lnTo>
                  <a:lnTo>
                    <a:pt x="509" y="512"/>
                  </a:lnTo>
                  <a:lnTo>
                    <a:pt x="513" y="511"/>
                  </a:lnTo>
                  <a:lnTo>
                    <a:pt x="516" y="511"/>
                  </a:lnTo>
                  <a:lnTo>
                    <a:pt x="519" y="509"/>
                  </a:lnTo>
                  <a:lnTo>
                    <a:pt x="521" y="507"/>
                  </a:lnTo>
                  <a:lnTo>
                    <a:pt x="524" y="506"/>
                  </a:lnTo>
                  <a:lnTo>
                    <a:pt x="527" y="504"/>
                  </a:lnTo>
                  <a:lnTo>
                    <a:pt x="530" y="504"/>
                  </a:lnTo>
                  <a:lnTo>
                    <a:pt x="534" y="503"/>
                  </a:lnTo>
                  <a:lnTo>
                    <a:pt x="538" y="501"/>
                  </a:lnTo>
                  <a:lnTo>
                    <a:pt x="541" y="500"/>
                  </a:lnTo>
                  <a:lnTo>
                    <a:pt x="545" y="501"/>
                  </a:lnTo>
                  <a:lnTo>
                    <a:pt x="548" y="505"/>
                  </a:lnTo>
                  <a:lnTo>
                    <a:pt x="550" y="508"/>
                  </a:lnTo>
                  <a:lnTo>
                    <a:pt x="551" y="510"/>
                  </a:lnTo>
                  <a:lnTo>
                    <a:pt x="554" y="510"/>
                  </a:lnTo>
                  <a:lnTo>
                    <a:pt x="558" y="509"/>
                  </a:lnTo>
                  <a:lnTo>
                    <a:pt x="562" y="509"/>
                  </a:lnTo>
                  <a:lnTo>
                    <a:pt x="565" y="510"/>
                  </a:lnTo>
                  <a:lnTo>
                    <a:pt x="567" y="512"/>
                  </a:lnTo>
                  <a:lnTo>
                    <a:pt x="568" y="513"/>
                  </a:lnTo>
                  <a:lnTo>
                    <a:pt x="570" y="515"/>
                  </a:lnTo>
                  <a:lnTo>
                    <a:pt x="572" y="517"/>
                  </a:lnTo>
                  <a:lnTo>
                    <a:pt x="572" y="519"/>
                  </a:lnTo>
                  <a:lnTo>
                    <a:pt x="571" y="522"/>
                  </a:lnTo>
                  <a:lnTo>
                    <a:pt x="570" y="524"/>
                  </a:lnTo>
                  <a:lnTo>
                    <a:pt x="570" y="526"/>
                  </a:lnTo>
                  <a:close/>
                </a:path>
              </a:pathLst>
            </a:custGeom>
            <a:solidFill>
              <a:srgbClr val="59A3CD">
                <a:alpha val="9600"/>
              </a:srgbClr>
            </a:solidFill>
            <a:ln>
              <a:noFill/>
            </a:ln>
          </p:spPr>
          <p:txBody>
            <a:bodyPr anchor="ctr"/>
            <a:lstStyle/>
            <a:p>
              <a:pPr algn="ctr">
                <a:buNone/>
              </a:pPr>
            </a:p>
          </p:txBody>
        </p:sp>
        <p:sp>
          <p:nvSpPr>
            <p:cNvPr id="2955" name="addition:input:78"/>
            <p:cNvSpPr>
              <a:spLocks noGrp="1"/>
            </p:cNvSpPr>
            <p:nvPr/>
          </p:nvSpPr>
          <p:spPr>
            <a:xfrm>
              <a:off x="209550" y="5438775"/>
              <a:ext cx="880567" cy="1017864"/>
            </a:xfrm>
            <a:custGeom>
              <a:avLst/>
              <a:gdLst/>
              <a:ahLst/>
              <a:cxnLst/>
              <a:rect l="l" t="t" r="r" b="b"/>
              <a:pathLst>
                <a:path w="535" h="543">
                  <a:moveTo>
                    <a:pt x="0" y="0"/>
                  </a:moveTo>
                  <a:moveTo>
                    <a:pt x="530" y="519"/>
                  </a:moveTo>
                  <a:lnTo>
                    <a:pt x="532" y="521"/>
                  </a:lnTo>
                  <a:lnTo>
                    <a:pt x="533" y="523"/>
                  </a:lnTo>
                  <a:lnTo>
                    <a:pt x="532" y="525"/>
                  </a:lnTo>
                  <a:lnTo>
                    <a:pt x="530" y="526"/>
                  </a:lnTo>
                  <a:lnTo>
                    <a:pt x="529" y="528"/>
                  </a:lnTo>
                  <a:lnTo>
                    <a:pt x="529" y="530"/>
                  </a:lnTo>
                  <a:lnTo>
                    <a:pt x="530" y="532"/>
                  </a:lnTo>
                  <a:lnTo>
                    <a:pt x="529" y="535"/>
                  </a:lnTo>
                  <a:lnTo>
                    <a:pt x="528" y="536"/>
                  </a:lnTo>
                  <a:lnTo>
                    <a:pt x="525" y="537"/>
                  </a:lnTo>
                  <a:lnTo>
                    <a:pt x="523" y="537"/>
                  </a:lnTo>
                  <a:lnTo>
                    <a:pt x="521" y="538"/>
                  </a:lnTo>
                  <a:lnTo>
                    <a:pt x="519" y="538"/>
                  </a:lnTo>
                  <a:lnTo>
                    <a:pt x="516" y="538"/>
                  </a:lnTo>
                  <a:lnTo>
                    <a:pt x="514" y="537"/>
                  </a:lnTo>
                  <a:lnTo>
                    <a:pt x="512" y="536"/>
                  </a:lnTo>
                  <a:lnTo>
                    <a:pt x="511" y="538"/>
                  </a:lnTo>
                  <a:lnTo>
                    <a:pt x="508" y="540"/>
                  </a:lnTo>
                  <a:lnTo>
                    <a:pt x="505" y="543"/>
                  </a:lnTo>
                  <a:lnTo>
                    <a:pt x="503" y="543"/>
                  </a:lnTo>
                  <a:lnTo>
                    <a:pt x="500" y="541"/>
                  </a:lnTo>
                  <a:lnTo>
                    <a:pt x="498" y="539"/>
                  </a:lnTo>
                  <a:lnTo>
                    <a:pt x="496" y="538"/>
                  </a:lnTo>
                  <a:lnTo>
                    <a:pt x="494" y="537"/>
                  </a:lnTo>
                  <a:lnTo>
                    <a:pt x="491" y="536"/>
                  </a:lnTo>
                  <a:lnTo>
                    <a:pt x="489" y="534"/>
                  </a:lnTo>
                  <a:lnTo>
                    <a:pt x="488" y="532"/>
                  </a:lnTo>
                  <a:lnTo>
                    <a:pt x="487" y="531"/>
                  </a:lnTo>
                  <a:lnTo>
                    <a:pt x="485" y="529"/>
                  </a:lnTo>
                  <a:lnTo>
                    <a:pt x="483" y="528"/>
                  </a:lnTo>
                  <a:lnTo>
                    <a:pt x="481" y="527"/>
                  </a:lnTo>
                  <a:lnTo>
                    <a:pt x="481" y="525"/>
                  </a:lnTo>
                  <a:lnTo>
                    <a:pt x="481" y="523"/>
                  </a:lnTo>
                  <a:lnTo>
                    <a:pt x="479" y="521"/>
                  </a:lnTo>
                  <a:lnTo>
                    <a:pt x="476" y="519"/>
                  </a:lnTo>
                  <a:lnTo>
                    <a:pt x="473" y="517"/>
                  </a:lnTo>
                  <a:lnTo>
                    <a:pt x="473" y="515"/>
                  </a:lnTo>
                  <a:lnTo>
                    <a:pt x="475" y="513"/>
                  </a:lnTo>
                  <a:lnTo>
                    <a:pt x="479" y="512"/>
                  </a:lnTo>
                  <a:lnTo>
                    <a:pt x="483" y="511"/>
                  </a:lnTo>
                  <a:lnTo>
                    <a:pt x="485" y="510"/>
                  </a:lnTo>
                  <a:lnTo>
                    <a:pt x="486" y="508"/>
                  </a:lnTo>
                  <a:lnTo>
                    <a:pt x="487" y="507"/>
                  </a:lnTo>
                  <a:lnTo>
                    <a:pt x="489" y="505"/>
                  </a:lnTo>
                  <a:lnTo>
                    <a:pt x="491" y="504"/>
                  </a:lnTo>
                  <a:lnTo>
                    <a:pt x="492" y="502"/>
                  </a:lnTo>
                  <a:lnTo>
                    <a:pt x="494" y="500"/>
                  </a:lnTo>
                  <a:lnTo>
                    <a:pt x="496" y="498"/>
                  </a:lnTo>
                  <a:lnTo>
                    <a:pt x="499" y="498"/>
                  </a:lnTo>
                  <a:lnTo>
                    <a:pt x="503" y="498"/>
                  </a:lnTo>
                  <a:lnTo>
                    <a:pt x="506" y="499"/>
                  </a:lnTo>
                  <a:lnTo>
                    <a:pt x="508" y="499"/>
                  </a:lnTo>
                  <a:lnTo>
                    <a:pt x="511" y="498"/>
                  </a:lnTo>
                  <a:lnTo>
                    <a:pt x="514" y="497"/>
                  </a:lnTo>
                  <a:lnTo>
                    <a:pt x="516" y="498"/>
                  </a:lnTo>
                  <a:lnTo>
                    <a:pt x="518" y="501"/>
                  </a:lnTo>
                  <a:lnTo>
                    <a:pt x="519" y="503"/>
                  </a:lnTo>
                  <a:lnTo>
                    <a:pt x="520" y="504"/>
                  </a:lnTo>
                  <a:lnTo>
                    <a:pt x="523" y="504"/>
                  </a:lnTo>
                  <a:lnTo>
                    <a:pt x="526" y="503"/>
                  </a:lnTo>
                  <a:lnTo>
                    <a:pt x="528" y="504"/>
                  </a:lnTo>
                  <a:lnTo>
                    <a:pt x="530" y="505"/>
                  </a:lnTo>
                  <a:lnTo>
                    <a:pt x="532" y="506"/>
                  </a:lnTo>
                  <a:lnTo>
                    <a:pt x="534" y="507"/>
                  </a:lnTo>
                  <a:lnTo>
                    <a:pt x="535" y="509"/>
                  </a:lnTo>
                  <a:lnTo>
                    <a:pt x="535" y="511"/>
                  </a:lnTo>
                  <a:lnTo>
                    <a:pt x="533" y="514"/>
                  </a:lnTo>
                  <a:lnTo>
                    <a:pt x="530" y="516"/>
                  </a:lnTo>
                  <a:lnTo>
                    <a:pt x="529" y="518"/>
                  </a:lnTo>
                  <a:close/>
                </a:path>
              </a:pathLst>
            </a:custGeom>
            <a:solidFill>
              <a:srgbClr val="59A3CD">
                <a:alpha val="9600"/>
              </a:srgbClr>
            </a:solidFill>
            <a:ln>
              <a:noFill/>
            </a:ln>
          </p:spPr>
          <p:txBody>
            <a:bodyPr anchor="ctr"/>
            <a:lstStyle/>
            <a:p>
              <a:pPr algn="ctr">
                <a:buNone/>
              </a:pPr>
            </a:p>
          </p:txBody>
        </p:sp>
        <p:sp>
          <p:nvSpPr>
            <p:cNvPr id="2956" name="addition:input:79"/>
            <p:cNvSpPr>
              <a:spLocks noGrp="1"/>
            </p:cNvSpPr>
            <p:nvPr/>
          </p:nvSpPr>
          <p:spPr>
            <a:xfrm>
              <a:off x="209550" y="5438775"/>
              <a:ext cx="994136" cy="1019739"/>
            </a:xfrm>
            <a:custGeom>
              <a:avLst/>
              <a:gdLst/>
              <a:ahLst/>
              <a:cxnLst/>
              <a:rect l="l" t="t" r="r" b="b"/>
              <a:pathLst>
                <a:path w="604" h="544">
                  <a:moveTo>
                    <a:pt x="0" y="0"/>
                  </a:moveTo>
                  <a:moveTo>
                    <a:pt x="602" y="516"/>
                  </a:moveTo>
                  <a:lnTo>
                    <a:pt x="599" y="518"/>
                  </a:lnTo>
                  <a:lnTo>
                    <a:pt x="595" y="520"/>
                  </a:lnTo>
                  <a:lnTo>
                    <a:pt x="593" y="522"/>
                  </a:lnTo>
                  <a:lnTo>
                    <a:pt x="593" y="525"/>
                  </a:lnTo>
                  <a:lnTo>
                    <a:pt x="593" y="528"/>
                  </a:lnTo>
                  <a:lnTo>
                    <a:pt x="592" y="530"/>
                  </a:lnTo>
                  <a:lnTo>
                    <a:pt x="588" y="531"/>
                  </a:lnTo>
                  <a:lnTo>
                    <a:pt x="583" y="532"/>
                  </a:lnTo>
                  <a:lnTo>
                    <a:pt x="580" y="533"/>
                  </a:lnTo>
                  <a:lnTo>
                    <a:pt x="579" y="536"/>
                  </a:lnTo>
                  <a:lnTo>
                    <a:pt x="578" y="540"/>
                  </a:lnTo>
                  <a:lnTo>
                    <a:pt x="576" y="543"/>
                  </a:lnTo>
                  <a:lnTo>
                    <a:pt x="572" y="544"/>
                  </a:lnTo>
                  <a:lnTo>
                    <a:pt x="567" y="543"/>
                  </a:lnTo>
                  <a:lnTo>
                    <a:pt x="563" y="542"/>
                  </a:lnTo>
                  <a:lnTo>
                    <a:pt x="559" y="542"/>
                  </a:lnTo>
                  <a:lnTo>
                    <a:pt x="556" y="541"/>
                  </a:lnTo>
                  <a:lnTo>
                    <a:pt x="553" y="540"/>
                  </a:lnTo>
                  <a:lnTo>
                    <a:pt x="551" y="539"/>
                  </a:lnTo>
                  <a:lnTo>
                    <a:pt x="548" y="538"/>
                  </a:lnTo>
                  <a:lnTo>
                    <a:pt x="545" y="540"/>
                  </a:lnTo>
                  <a:lnTo>
                    <a:pt x="540" y="542"/>
                  </a:lnTo>
                  <a:lnTo>
                    <a:pt x="536" y="543"/>
                  </a:lnTo>
                  <a:lnTo>
                    <a:pt x="533" y="541"/>
                  </a:lnTo>
                  <a:lnTo>
                    <a:pt x="531" y="538"/>
                  </a:lnTo>
                  <a:lnTo>
                    <a:pt x="531" y="535"/>
                  </a:lnTo>
                  <a:lnTo>
                    <a:pt x="529" y="533"/>
                  </a:lnTo>
                  <a:lnTo>
                    <a:pt x="526" y="532"/>
                  </a:lnTo>
                  <a:lnTo>
                    <a:pt x="522" y="530"/>
                  </a:lnTo>
                  <a:lnTo>
                    <a:pt x="521" y="528"/>
                  </a:lnTo>
                  <a:lnTo>
                    <a:pt x="522" y="525"/>
                  </a:lnTo>
                  <a:lnTo>
                    <a:pt x="523" y="522"/>
                  </a:lnTo>
                  <a:lnTo>
                    <a:pt x="523" y="520"/>
                  </a:lnTo>
                  <a:lnTo>
                    <a:pt x="521" y="518"/>
                  </a:lnTo>
                  <a:lnTo>
                    <a:pt x="520" y="516"/>
                  </a:lnTo>
                  <a:lnTo>
                    <a:pt x="519" y="514"/>
                  </a:lnTo>
                  <a:lnTo>
                    <a:pt x="519" y="511"/>
                  </a:lnTo>
                  <a:lnTo>
                    <a:pt x="517" y="509"/>
                  </a:lnTo>
                  <a:lnTo>
                    <a:pt x="514" y="505"/>
                  </a:lnTo>
                  <a:lnTo>
                    <a:pt x="512" y="502"/>
                  </a:lnTo>
                  <a:lnTo>
                    <a:pt x="513" y="499"/>
                  </a:lnTo>
                  <a:lnTo>
                    <a:pt x="519" y="499"/>
                  </a:lnTo>
                  <a:lnTo>
                    <a:pt x="525" y="499"/>
                  </a:lnTo>
                  <a:lnTo>
                    <a:pt x="529" y="499"/>
                  </a:lnTo>
                  <a:lnTo>
                    <a:pt x="531" y="497"/>
                  </a:lnTo>
                  <a:lnTo>
                    <a:pt x="532" y="495"/>
                  </a:lnTo>
                  <a:lnTo>
                    <a:pt x="534" y="493"/>
                  </a:lnTo>
                  <a:lnTo>
                    <a:pt x="537" y="491"/>
                  </a:lnTo>
                  <a:lnTo>
                    <a:pt x="541" y="491"/>
                  </a:lnTo>
                  <a:lnTo>
                    <a:pt x="545" y="490"/>
                  </a:lnTo>
                  <a:lnTo>
                    <a:pt x="548" y="489"/>
                  </a:lnTo>
                  <a:lnTo>
                    <a:pt x="552" y="487"/>
                  </a:lnTo>
                  <a:lnTo>
                    <a:pt x="557" y="487"/>
                  </a:lnTo>
                  <a:lnTo>
                    <a:pt x="561" y="488"/>
                  </a:lnTo>
                  <a:lnTo>
                    <a:pt x="565" y="489"/>
                  </a:lnTo>
                  <a:lnTo>
                    <a:pt x="570" y="489"/>
                  </a:lnTo>
                  <a:lnTo>
                    <a:pt x="575" y="489"/>
                  </a:lnTo>
                  <a:lnTo>
                    <a:pt x="579" y="490"/>
                  </a:lnTo>
                  <a:lnTo>
                    <a:pt x="582" y="493"/>
                  </a:lnTo>
                  <a:lnTo>
                    <a:pt x="582" y="497"/>
                  </a:lnTo>
                  <a:lnTo>
                    <a:pt x="582" y="500"/>
                  </a:lnTo>
                  <a:lnTo>
                    <a:pt x="585" y="501"/>
                  </a:lnTo>
                  <a:lnTo>
                    <a:pt x="590" y="501"/>
                  </a:lnTo>
                  <a:lnTo>
                    <a:pt x="596" y="502"/>
                  </a:lnTo>
                  <a:lnTo>
                    <a:pt x="601" y="503"/>
                  </a:lnTo>
                  <a:lnTo>
                    <a:pt x="603" y="505"/>
                  </a:lnTo>
                  <a:lnTo>
                    <a:pt x="603" y="508"/>
                  </a:lnTo>
                  <a:lnTo>
                    <a:pt x="604" y="511"/>
                  </a:lnTo>
                  <a:lnTo>
                    <a:pt x="604" y="513"/>
                  </a:lnTo>
                  <a:close/>
                </a:path>
              </a:pathLst>
            </a:custGeom>
            <a:solidFill>
              <a:srgbClr val="59A3CD">
                <a:alpha val="9600"/>
              </a:srgbClr>
            </a:solidFill>
            <a:ln>
              <a:noFill/>
            </a:ln>
          </p:spPr>
          <p:txBody>
            <a:bodyPr anchor="ctr"/>
            <a:lstStyle/>
            <a:p>
              <a:pPr algn="ctr">
                <a:buNone/>
              </a:pPr>
            </a:p>
          </p:txBody>
        </p:sp>
        <p:sp>
          <p:nvSpPr>
            <p:cNvPr id="2957" name="addition:input:80"/>
            <p:cNvSpPr>
              <a:spLocks noGrp="1"/>
            </p:cNvSpPr>
            <p:nvPr/>
          </p:nvSpPr>
          <p:spPr>
            <a:xfrm>
              <a:off x="209550" y="5438775"/>
              <a:ext cx="1028700" cy="1036610"/>
            </a:xfrm>
            <a:custGeom>
              <a:avLst/>
              <a:gdLst/>
              <a:ahLst/>
              <a:cxnLst/>
              <a:rect l="l" t="t" r="r" b="b"/>
              <a:pathLst>
                <a:path w="625" h="553">
                  <a:moveTo>
                    <a:pt x="0" y="0"/>
                  </a:moveTo>
                  <a:moveTo>
                    <a:pt x="624" y="511"/>
                  </a:moveTo>
                  <a:lnTo>
                    <a:pt x="617" y="515"/>
                  </a:lnTo>
                  <a:lnTo>
                    <a:pt x="609" y="517"/>
                  </a:lnTo>
                  <a:lnTo>
                    <a:pt x="603" y="520"/>
                  </a:lnTo>
                  <a:lnTo>
                    <a:pt x="602" y="523"/>
                  </a:lnTo>
                  <a:lnTo>
                    <a:pt x="603" y="527"/>
                  </a:lnTo>
                  <a:lnTo>
                    <a:pt x="602" y="531"/>
                  </a:lnTo>
                  <a:lnTo>
                    <a:pt x="599" y="534"/>
                  </a:lnTo>
                  <a:lnTo>
                    <a:pt x="594" y="536"/>
                  </a:lnTo>
                  <a:lnTo>
                    <a:pt x="590" y="538"/>
                  </a:lnTo>
                  <a:lnTo>
                    <a:pt x="587" y="542"/>
                  </a:lnTo>
                  <a:lnTo>
                    <a:pt x="584" y="545"/>
                  </a:lnTo>
                  <a:lnTo>
                    <a:pt x="579" y="547"/>
                  </a:lnTo>
                  <a:lnTo>
                    <a:pt x="574" y="548"/>
                  </a:lnTo>
                  <a:lnTo>
                    <a:pt x="568" y="549"/>
                  </a:lnTo>
                  <a:lnTo>
                    <a:pt x="564" y="551"/>
                  </a:lnTo>
                  <a:lnTo>
                    <a:pt x="559" y="552"/>
                  </a:lnTo>
                  <a:lnTo>
                    <a:pt x="554" y="553"/>
                  </a:lnTo>
                  <a:lnTo>
                    <a:pt x="549" y="550"/>
                  </a:lnTo>
                  <a:lnTo>
                    <a:pt x="545" y="545"/>
                  </a:lnTo>
                  <a:lnTo>
                    <a:pt x="543" y="541"/>
                  </a:lnTo>
                  <a:lnTo>
                    <a:pt x="539" y="542"/>
                  </a:lnTo>
                  <a:lnTo>
                    <a:pt x="534" y="544"/>
                  </a:lnTo>
                  <a:lnTo>
                    <a:pt x="527" y="547"/>
                  </a:lnTo>
                  <a:lnTo>
                    <a:pt x="521" y="547"/>
                  </a:lnTo>
                  <a:lnTo>
                    <a:pt x="518" y="545"/>
                  </a:lnTo>
                  <a:lnTo>
                    <a:pt x="515" y="541"/>
                  </a:lnTo>
                  <a:lnTo>
                    <a:pt x="513" y="538"/>
                  </a:lnTo>
                  <a:lnTo>
                    <a:pt x="510" y="535"/>
                  </a:lnTo>
                  <a:lnTo>
                    <a:pt x="509" y="532"/>
                  </a:lnTo>
                  <a:lnTo>
                    <a:pt x="510" y="527"/>
                  </a:lnTo>
                  <a:lnTo>
                    <a:pt x="511" y="523"/>
                  </a:lnTo>
                  <a:lnTo>
                    <a:pt x="511" y="520"/>
                  </a:lnTo>
                  <a:lnTo>
                    <a:pt x="507" y="518"/>
                  </a:lnTo>
                  <a:lnTo>
                    <a:pt x="503" y="515"/>
                  </a:lnTo>
                  <a:lnTo>
                    <a:pt x="502" y="511"/>
                  </a:lnTo>
                  <a:lnTo>
                    <a:pt x="504" y="508"/>
                  </a:lnTo>
                  <a:lnTo>
                    <a:pt x="507" y="505"/>
                  </a:lnTo>
                  <a:lnTo>
                    <a:pt x="507" y="502"/>
                  </a:lnTo>
                  <a:lnTo>
                    <a:pt x="504" y="497"/>
                  </a:lnTo>
                  <a:lnTo>
                    <a:pt x="499" y="492"/>
                  </a:lnTo>
                  <a:lnTo>
                    <a:pt x="498" y="488"/>
                  </a:lnTo>
                  <a:lnTo>
                    <a:pt x="502" y="485"/>
                  </a:lnTo>
                  <a:lnTo>
                    <a:pt x="508" y="484"/>
                  </a:lnTo>
                  <a:lnTo>
                    <a:pt x="514" y="483"/>
                  </a:lnTo>
                  <a:lnTo>
                    <a:pt x="518" y="482"/>
                  </a:lnTo>
                  <a:lnTo>
                    <a:pt x="523" y="481"/>
                  </a:lnTo>
                  <a:lnTo>
                    <a:pt x="527" y="480"/>
                  </a:lnTo>
                  <a:lnTo>
                    <a:pt x="532" y="480"/>
                  </a:lnTo>
                  <a:lnTo>
                    <a:pt x="535" y="479"/>
                  </a:lnTo>
                  <a:lnTo>
                    <a:pt x="539" y="475"/>
                  </a:lnTo>
                  <a:lnTo>
                    <a:pt x="543" y="470"/>
                  </a:lnTo>
                  <a:lnTo>
                    <a:pt x="548" y="467"/>
                  </a:lnTo>
                  <a:lnTo>
                    <a:pt x="554" y="467"/>
                  </a:lnTo>
                  <a:lnTo>
                    <a:pt x="560" y="471"/>
                  </a:lnTo>
                  <a:lnTo>
                    <a:pt x="565" y="474"/>
                  </a:lnTo>
                  <a:lnTo>
                    <a:pt x="570" y="475"/>
                  </a:lnTo>
                  <a:lnTo>
                    <a:pt x="577" y="474"/>
                  </a:lnTo>
                  <a:lnTo>
                    <a:pt x="583" y="475"/>
                  </a:lnTo>
                  <a:lnTo>
                    <a:pt x="588" y="477"/>
                  </a:lnTo>
                  <a:lnTo>
                    <a:pt x="591" y="481"/>
                  </a:lnTo>
                  <a:lnTo>
                    <a:pt x="593" y="485"/>
                  </a:lnTo>
                  <a:lnTo>
                    <a:pt x="596" y="488"/>
                  </a:lnTo>
                  <a:lnTo>
                    <a:pt x="600" y="490"/>
                  </a:lnTo>
                  <a:lnTo>
                    <a:pt x="604" y="492"/>
                  </a:lnTo>
                  <a:lnTo>
                    <a:pt x="608" y="495"/>
                  </a:lnTo>
                  <a:lnTo>
                    <a:pt x="611" y="498"/>
                  </a:lnTo>
                  <a:lnTo>
                    <a:pt x="616" y="500"/>
                  </a:lnTo>
                  <a:lnTo>
                    <a:pt x="621" y="503"/>
                  </a:lnTo>
                  <a:lnTo>
                    <a:pt x="625" y="507"/>
                  </a:lnTo>
                  <a:close/>
                </a:path>
              </a:pathLst>
            </a:custGeom>
            <a:solidFill>
              <a:srgbClr val="0675B4">
                <a:alpha val="11100"/>
              </a:srgbClr>
            </a:solidFill>
            <a:ln>
              <a:noFill/>
            </a:ln>
          </p:spPr>
          <p:txBody>
            <a:bodyPr anchor="ctr"/>
            <a:lstStyle/>
            <a:p>
              <a:pPr algn="ctr">
                <a:buNone/>
              </a:pPr>
            </a:p>
          </p:txBody>
        </p:sp>
        <p:sp>
          <p:nvSpPr>
            <p:cNvPr id="2958" name="addition:input:81"/>
            <p:cNvSpPr>
              <a:spLocks noGrp="1"/>
            </p:cNvSpPr>
            <p:nvPr/>
          </p:nvSpPr>
          <p:spPr>
            <a:xfrm>
              <a:off x="209550" y="5438775"/>
              <a:ext cx="915132" cy="978499"/>
            </a:xfrm>
            <a:custGeom>
              <a:avLst/>
              <a:gdLst/>
              <a:ahLst/>
              <a:cxnLst/>
              <a:rect l="l" t="t" r="r" b="b"/>
              <a:pathLst>
                <a:path w="556" h="522">
                  <a:moveTo>
                    <a:pt x="0" y="0"/>
                  </a:moveTo>
                  <a:moveTo>
                    <a:pt x="556" y="500"/>
                  </a:moveTo>
                  <a:lnTo>
                    <a:pt x="555" y="502"/>
                  </a:lnTo>
                  <a:lnTo>
                    <a:pt x="554" y="504"/>
                  </a:lnTo>
                  <a:lnTo>
                    <a:pt x="553" y="505"/>
                  </a:lnTo>
                  <a:lnTo>
                    <a:pt x="554" y="507"/>
                  </a:lnTo>
                  <a:lnTo>
                    <a:pt x="555" y="509"/>
                  </a:lnTo>
                  <a:lnTo>
                    <a:pt x="555" y="511"/>
                  </a:lnTo>
                  <a:lnTo>
                    <a:pt x="554" y="513"/>
                  </a:lnTo>
                  <a:lnTo>
                    <a:pt x="553" y="514"/>
                  </a:lnTo>
                  <a:lnTo>
                    <a:pt x="551" y="515"/>
                  </a:lnTo>
                  <a:lnTo>
                    <a:pt x="550" y="517"/>
                  </a:lnTo>
                  <a:lnTo>
                    <a:pt x="547" y="517"/>
                  </a:lnTo>
                  <a:lnTo>
                    <a:pt x="545" y="516"/>
                  </a:lnTo>
                  <a:lnTo>
                    <a:pt x="542" y="515"/>
                  </a:lnTo>
                  <a:lnTo>
                    <a:pt x="540" y="515"/>
                  </a:lnTo>
                  <a:lnTo>
                    <a:pt x="539" y="517"/>
                  </a:lnTo>
                  <a:lnTo>
                    <a:pt x="537" y="520"/>
                  </a:lnTo>
                  <a:lnTo>
                    <a:pt x="535" y="522"/>
                  </a:lnTo>
                  <a:lnTo>
                    <a:pt x="532" y="522"/>
                  </a:lnTo>
                  <a:lnTo>
                    <a:pt x="530" y="521"/>
                  </a:lnTo>
                  <a:lnTo>
                    <a:pt x="527" y="520"/>
                  </a:lnTo>
                  <a:lnTo>
                    <a:pt x="525" y="519"/>
                  </a:lnTo>
                  <a:lnTo>
                    <a:pt x="522" y="519"/>
                  </a:lnTo>
                  <a:lnTo>
                    <a:pt x="520" y="518"/>
                  </a:lnTo>
                  <a:lnTo>
                    <a:pt x="518" y="517"/>
                  </a:lnTo>
                  <a:lnTo>
                    <a:pt x="516" y="515"/>
                  </a:lnTo>
                  <a:lnTo>
                    <a:pt x="514" y="514"/>
                  </a:lnTo>
                  <a:lnTo>
                    <a:pt x="512" y="513"/>
                  </a:lnTo>
                  <a:lnTo>
                    <a:pt x="510" y="511"/>
                  </a:lnTo>
                  <a:lnTo>
                    <a:pt x="509" y="510"/>
                  </a:lnTo>
                  <a:lnTo>
                    <a:pt x="509" y="508"/>
                  </a:lnTo>
                  <a:lnTo>
                    <a:pt x="508" y="506"/>
                  </a:lnTo>
                  <a:lnTo>
                    <a:pt x="506" y="505"/>
                  </a:lnTo>
                  <a:lnTo>
                    <a:pt x="503" y="504"/>
                  </a:lnTo>
                  <a:lnTo>
                    <a:pt x="499" y="502"/>
                  </a:lnTo>
                  <a:lnTo>
                    <a:pt x="499" y="500"/>
                  </a:lnTo>
                  <a:lnTo>
                    <a:pt x="500" y="498"/>
                  </a:lnTo>
                  <a:lnTo>
                    <a:pt x="504" y="497"/>
                  </a:lnTo>
                  <a:lnTo>
                    <a:pt x="507" y="495"/>
                  </a:lnTo>
                  <a:lnTo>
                    <a:pt x="509" y="494"/>
                  </a:lnTo>
                  <a:lnTo>
                    <a:pt x="509" y="492"/>
                  </a:lnTo>
                  <a:lnTo>
                    <a:pt x="510" y="491"/>
                  </a:lnTo>
                  <a:lnTo>
                    <a:pt x="512" y="490"/>
                  </a:lnTo>
                  <a:lnTo>
                    <a:pt x="514" y="488"/>
                  </a:lnTo>
                  <a:lnTo>
                    <a:pt x="515" y="486"/>
                  </a:lnTo>
                  <a:lnTo>
                    <a:pt x="516" y="484"/>
                  </a:lnTo>
                  <a:lnTo>
                    <a:pt x="517" y="482"/>
                  </a:lnTo>
                  <a:lnTo>
                    <a:pt x="520" y="482"/>
                  </a:lnTo>
                  <a:lnTo>
                    <a:pt x="523" y="482"/>
                  </a:lnTo>
                  <a:lnTo>
                    <a:pt x="526" y="482"/>
                  </a:lnTo>
                  <a:lnTo>
                    <a:pt x="528" y="481"/>
                  </a:lnTo>
                  <a:lnTo>
                    <a:pt x="530" y="479"/>
                  </a:lnTo>
                  <a:lnTo>
                    <a:pt x="532" y="478"/>
                  </a:lnTo>
                  <a:lnTo>
                    <a:pt x="535" y="479"/>
                  </a:lnTo>
                  <a:lnTo>
                    <a:pt x="537" y="482"/>
                  </a:lnTo>
                  <a:lnTo>
                    <a:pt x="538" y="484"/>
                  </a:lnTo>
                  <a:lnTo>
                    <a:pt x="540" y="485"/>
                  </a:lnTo>
                  <a:lnTo>
                    <a:pt x="542" y="484"/>
                  </a:lnTo>
                  <a:lnTo>
                    <a:pt x="544" y="484"/>
                  </a:lnTo>
                  <a:lnTo>
                    <a:pt x="547" y="484"/>
                  </a:lnTo>
                  <a:lnTo>
                    <a:pt x="549" y="484"/>
                  </a:lnTo>
                  <a:lnTo>
                    <a:pt x="551" y="485"/>
                  </a:lnTo>
                  <a:lnTo>
                    <a:pt x="553" y="486"/>
                  </a:lnTo>
                  <a:lnTo>
                    <a:pt x="555" y="487"/>
                  </a:lnTo>
                  <a:lnTo>
                    <a:pt x="555" y="489"/>
                  </a:lnTo>
                  <a:lnTo>
                    <a:pt x="554" y="492"/>
                  </a:lnTo>
                  <a:lnTo>
                    <a:pt x="552" y="494"/>
                  </a:lnTo>
                  <a:lnTo>
                    <a:pt x="552" y="496"/>
                  </a:lnTo>
                  <a:lnTo>
                    <a:pt x="553" y="497"/>
                  </a:lnTo>
                  <a:lnTo>
                    <a:pt x="555" y="498"/>
                  </a:lnTo>
                  <a:close/>
                </a:path>
              </a:pathLst>
            </a:custGeom>
            <a:solidFill>
              <a:srgbClr val="0072B2">
                <a:alpha val="10800"/>
              </a:srgbClr>
            </a:solidFill>
            <a:ln>
              <a:noFill/>
            </a:ln>
          </p:spPr>
          <p:txBody>
            <a:bodyPr anchor="ctr"/>
            <a:lstStyle/>
            <a:p>
              <a:pPr algn="ctr">
                <a:buNone/>
              </a:pPr>
            </a:p>
          </p:txBody>
        </p:sp>
        <p:sp>
          <p:nvSpPr>
            <p:cNvPr id="2959" name="addition:input:82"/>
            <p:cNvSpPr>
              <a:spLocks noGrp="1"/>
            </p:cNvSpPr>
            <p:nvPr/>
          </p:nvSpPr>
          <p:spPr>
            <a:xfrm>
              <a:off x="209550" y="5438775"/>
              <a:ext cx="979322" cy="957880"/>
            </a:xfrm>
            <a:custGeom>
              <a:avLst/>
              <a:gdLst/>
              <a:ahLst/>
              <a:cxnLst/>
              <a:rect l="l" t="t" r="r" b="b"/>
              <a:pathLst>
                <a:path w="595" h="511">
                  <a:moveTo>
                    <a:pt x="0" y="0"/>
                  </a:moveTo>
                  <a:moveTo>
                    <a:pt x="594" y="494"/>
                  </a:moveTo>
                  <a:lnTo>
                    <a:pt x="591" y="496"/>
                  </a:lnTo>
                  <a:lnTo>
                    <a:pt x="588" y="497"/>
                  </a:lnTo>
                  <a:lnTo>
                    <a:pt x="587" y="498"/>
                  </a:lnTo>
                  <a:lnTo>
                    <a:pt x="587" y="499"/>
                  </a:lnTo>
                  <a:lnTo>
                    <a:pt x="587" y="501"/>
                  </a:lnTo>
                  <a:lnTo>
                    <a:pt x="586" y="502"/>
                  </a:lnTo>
                  <a:lnTo>
                    <a:pt x="585" y="503"/>
                  </a:lnTo>
                  <a:lnTo>
                    <a:pt x="583" y="504"/>
                  </a:lnTo>
                  <a:lnTo>
                    <a:pt x="582" y="505"/>
                  </a:lnTo>
                  <a:lnTo>
                    <a:pt x="581" y="506"/>
                  </a:lnTo>
                  <a:lnTo>
                    <a:pt x="579" y="507"/>
                  </a:lnTo>
                  <a:lnTo>
                    <a:pt x="578" y="508"/>
                  </a:lnTo>
                  <a:lnTo>
                    <a:pt x="576" y="508"/>
                  </a:lnTo>
                  <a:lnTo>
                    <a:pt x="574" y="509"/>
                  </a:lnTo>
                  <a:lnTo>
                    <a:pt x="572" y="510"/>
                  </a:lnTo>
                  <a:lnTo>
                    <a:pt x="570" y="511"/>
                  </a:lnTo>
                  <a:lnTo>
                    <a:pt x="568" y="510"/>
                  </a:lnTo>
                  <a:lnTo>
                    <a:pt x="567" y="508"/>
                  </a:lnTo>
                  <a:lnTo>
                    <a:pt x="565" y="507"/>
                  </a:lnTo>
                  <a:lnTo>
                    <a:pt x="564" y="506"/>
                  </a:lnTo>
                  <a:lnTo>
                    <a:pt x="563" y="507"/>
                  </a:lnTo>
                  <a:lnTo>
                    <a:pt x="560" y="508"/>
                  </a:lnTo>
                  <a:lnTo>
                    <a:pt x="558" y="508"/>
                  </a:lnTo>
                  <a:lnTo>
                    <a:pt x="557" y="508"/>
                  </a:lnTo>
                  <a:lnTo>
                    <a:pt x="555" y="507"/>
                  </a:lnTo>
                  <a:lnTo>
                    <a:pt x="554" y="506"/>
                  </a:lnTo>
                  <a:lnTo>
                    <a:pt x="553" y="505"/>
                  </a:lnTo>
                  <a:lnTo>
                    <a:pt x="552" y="504"/>
                  </a:lnTo>
                  <a:lnTo>
                    <a:pt x="552" y="502"/>
                  </a:lnTo>
                  <a:lnTo>
                    <a:pt x="553" y="500"/>
                  </a:lnTo>
                  <a:lnTo>
                    <a:pt x="553" y="499"/>
                  </a:lnTo>
                  <a:lnTo>
                    <a:pt x="552" y="498"/>
                  </a:lnTo>
                  <a:lnTo>
                    <a:pt x="550" y="497"/>
                  </a:lnTo>
                  <a:lnTo>
                    <a:pt x="549" y="496"/>
                  </a:lnTo>
                  <a:lnTo>
                    <a:pt x="550" y="494"/>
                  </a:lnTo>
                  <a:lnTo>
                    <a:pt x="551" y="493"/>
                  </a:lnTo>
                  <a:lnTo>
                    <a:pt x="552" y="492"/>
                  </a:lnTo>
                  <a:lnTo>
                    <a:pt x="551" y="491"/>
                  </a:lnTo>
                  <a:lnTo>
                    <a:pt x="549" y="489"/>
                  </a:lnTo>
                  <a:lnTo>
                    <a:pt x="548" y="487"/>
                  </a:lnTo>
                  <a:lnTo>
                    <a:pt x="548" y="485"/>
                  </a:lnTo>
                  <a:lnTo>
                    <a:pt x="550" y="484"/>
                  </a:lnTo>
                  <a:lnTo>
                    <a:pt x="552" y="484"/>
                  </a:lnTo>
                  <a:lnTo>
                    <a:pt x="554" y="483"/>
                  </a:lnTo>
                  <a:lnTo>
                    <a:pt x="555" y="483"/>
                  </a:lnTo>
                  <a:lnTo>
                    <a:pt x="557" y="483"/>
                  </a:lnTo>
                  <a:lnTo>
                    <a:pt x="559" y="483"/>
                  </a:lnTo>
                  <a:lnTo>
                    <a:pt x="560" y="483"/>
                  </a:lnTo>
                  <a:lnTo>
                    <a:pt x="561" y="482"/>
                  </a:lnTo>
                  <a:lnTo>
                    <a:pt x="563" y="480"/>
                  </a:lnTo>
                  <a:lnTo>
                    <a:pt x="564" y="478"/>
                  </a:lnTo>
                  <a:lnTo>
                    <a:pt x="566" y="478"/>
                  </a:lnTo>
                  <a:lnTo>
                    <a:pt x="568" y="478"/>
                  </a:lnTo>
                  <a:lnTo>
                    <a:pt x="570" y="479"/>
                  </a:lnTo>
                  <a:lnTo>
                    <a:pt x="572" y="480"/>
                  </a:lnTo>
                  <a:lnTo>
                    <a:pt x="575" y="480"/>
                  </a:lnTo>
                  <a:lnTo>
                    <a:pt x="577" y="479"/>
                  </a:lnTo>
                  <a:lnTo>
                    <a:pt x="579" y="480"/>
                  </a:lnTo>
                  <a:lnTo>
                    <a:pt x="581" y="481"/>
                  </a:lnTo>
                  <a:lnTo>
                    <a:pt x="582" y="483"/>
                  </a:lnTo>
                  <a:lnTo>
                    <a:pt x="583" y="484"/>
                  </a:lnTo>
                  <a:lnTo>
                    <a:pt x="584" y="485"/>
                  </a:lnTo>
                  <a:lnTo>
                    <a:pt x="585" y="486"/>
                  </a:lnTo>
                  <a:lnTo>
                    <a:pt x="587" y="487"/>
                  </a:lnTo>
                  <a:lnTo>
                    <a:pt x="588" y="488"/>
                  </a:lnTo>
                  <a:lnTo>
                    <a:pt x="589" y="489"/>
                  </a:lnTo>
                  <a:lnTo>
                    <a:pt x="592" y="490"/>
                  </a:lnTo>
                  <a:lnTo>
                    <a:pt x="594" y="491"/>
                  </a:lnTo>
                  <a:lnTo>
                    <a:pt x="595" y="493"/>
                  </a:lnTo>
                  <a:close/>
                </a:path>
              </a:pathLst>
            </a:custGeom>
            <a:solidFill>
              <a:srgbClr val="0072B2">
                <a:alpha val="10800"/>
              </a:srgbClr>
            </a:solidFill>
            <a:ln>
              <a:noFill/>
            </a:ln>
          </p:spPr>
          <p:txBody>
            <a:bodyPr anchor="ctr"/>
            <a:lstStyle/>
            <a:p>
              <a:pPr algn="ctr">
                <a:buNone/>
              </a:pPr>
            </a:p>
          </p:txBody>
        </p:sp>
        <p:sp>
          <p:nvSpPr>
            <p:cNvPr id="2960" name="addition:input:83"/>
            <p:cNvSpPr>
              <a:spLocks noGrp="1"/>
            </p:cNvSpPr>
            <p:nvPr/>
          </p:nvSpPr>
          <p:spPr>
            <a:xfrm>
              <a:off x="209550" y="5438775"/>
              <a:ext cx="1018824" cy="1019739"/>
            </a:xfrm>
            <a:custGeom>
              <a:avLst/>
              <a:gdLst/>
              <a:ahLst/>
              <a:cxnLst/>
              <a:rect l="l" t="t" r="r" b="b"/>
              <a:pathLst>
                <a:path w="619" h="544">
                  <a:moveTo>
                    <a:pt x="0" y="0"/>
                  </a:moveTo>
                  <a:moveTo>
                    <a:pt x="617" y="521"/>
                  </a:moveTo>
                  <a:lnTo>
                    <a:pt x="619" y="523"/>
                  </a:lnTo>
                  <a:lnTo>
                    <a:pt x="618" y="525"/>
                  </a:lnTo>
                  <a:lnTo>
                    <a:pt x="615" y="526"/>
                  </a:lnTo>
                  <a:lnTo>
                    <a:pt x="612" y="527"/>
                  </a:lnTo>
                  <a:lnTo>
                    <a:pt x="611" y="529"/>
                  </a:lnTo>
                  <a:lnTo>
                    <a:pt x="611" y="531"/>
                  </a:lnTo>
                  <a:lnTo>
                    <a:pt x="610" y="532"/>
                  </a:lnTo>
                  <a:lnTo>
                    <a:pt x="608" y="533"/>
                  </a:lnTo>
                  <a:lnTo>
                    <a:pt x="605" y="534"/>
                  </a:lnTo>
                  <a:lnTo>
                    <a:pt x="603" y="535"/>
                  </a:lnTo>
                  <a:lnTo>
                    <a:pt x="601" y="536"/>
                  </a:lnTo>
                  <a:lnTo>
                    <a:pt x="599" y="537"/>
                  </a:lnTo>
                  <a:lnTo>
                    <a:pt x="597" y="538"/>
                  </a:lnTo>
                  <a:lnTo>
                    <a:pt x="594" y="539"/>
                  </a:lnTo>
                  <a:lnTo>
                    <a:pt x="591" y="540"/>
                  </a:lnTo>
                  <a:lnTo>
                    <a:pt x="589" y="541"/>
                  </a:lnTo>
                  <a:lnTo>
                    <a:pt x="586" y="543"/>
                  </a:lnTo>
                  <a:lnTo>
                    <a:pt x="583" y="544"/>
                  </a:lnTo>
                  <a:lnTo>
                    <a:pt x="580" y="543"/>
                  </a:lnTo>
                  <a:lnTo>
                    <a:pt x="577" y="540"/>
                  </a:lnTo>
                  <a:lnTo>
                    <a:pt x="576" y="537"/>
                  </a:lnTo>
                  <a:lnTo>
                    <a:pt x="574" y="536"/>
                  </a:lnTo>
                  <a:lnTo>
                    <a:pt x="572" y="536"/>
                  </a:lnTo>
                  <a:lnTo>
                    <a:pt x="569" y="536"/>
                  </a:lnTo>
                  <a:lnTo>
                    <a:pt x="566" y="536"/>
                  </a:lnTo>
                  <a:lnTo>
                    <a:pt x="564" y="535"/>
                  </a:lnTo>
                  <a:lnTo>
                    <a:pt x="562" y="534"/>
                  </a:lnTo>
                  <a:lnTo>
                    <a:pt x="560" y="533"/>
                  </a:lnTo>
                  <a:lnTo>
                    <a:pt x="558" y="531"/>
                  </a:lnTo>
                  <a:lnTo>
                    <a:pt x="557" y="530"/>
                  </a:lnTo>
                  <a:lnTo>
                    <a:pt x="557" y="528"/>
                  </a:lnTo>
                  <a:lnTo>
                    <a:pt x="558" y="526"/>
                  </a:lnTo>
                  <a:lnTo>
                    <a:pt x="559" y="524"/>
                  </a:lnTo>
                  <a:lnTo>
                    <a:pt x="558" y="522"/>
                  </a:lnTo>
                  <a:lnTo>
                    <a:pt x="557" y="521"/>
                  </a:lnTo>
                  <a:lnTo>
                    <a:pt x="558" y="519"/>
                  </a:lnTo>
                  <a:lnTo>
                    <a:pt x="560" y="517"/>
                  </a:lnTo>
                  <a:lnTo>
                    <a:pt x="564" y="516"/>
                  </a:lnTo>
                  <a:lnTo>
                    <a:pt x="566" y="515"/>
                  </a:lnTo>
                  <a:lnTo>
                    <a:pt x="566" y="513"/>
                  </a:lnTo>
                  <a:lnTo>
                    <a:pt x="564" y="511"/>
                  </a:lnTo>
                  <a:lnTo>
                    <a:pt x="563" y="508"/>
                  </a:lnTo>
                  <a:lnTo>
                    <a:pt x="564" y="506"/>
                  </a:lnTo>
                  <a:lnTo>
                    <a:pt x="566" y="505"/>
                  </a:lnTo>
                  <a:lnTo>
                    <a:pt x="568" y="504"/>
                  </a:lnTo>
                  <a:lnTo>
                    <a:pt x="570" y="503"/>
                  </a:lnTo>
                  <a:lnTo>
                    <a:pt x="573" y="502"/>
                  </a:lnTo>
                  <a:lnTo>
                    <a:pt x="575" y="503"/>
                  </a:lnTo>
                  <a:lnTo>
                    <a:pt x="578" y="504"/>
                  </a:lnTo>
                  <a:lnTo>
                    <a:pt x="580" y="504"/>
                  </a:lnTo>
                  <a:lnTo>
                    <a:pt x="582" y="503"/>
                  </a:lnTo>
                  <a:lnTo>
                    <a:pt x="583" y="502"/>
                  </a:lnTo>
                  <a:lnTo>
                    <a:pt x="585" y="500"/>
                  </a:lnTo>
                  <a:lnTo>
                    <a:pt x="588" y="500"/>
                  </a:lnTo>
                  <a:lnTo>
                    <a:pt x="590" y="501"/>
                  </a:lnTo>
                  <a:lnTo>
                    <a:pt x="592" y="503"/>
                  </a:lnTo>
                  <a:lnTo>
                    <a:pt x="594" y="503"/>
                  </a:lnTo>
                  <a:lnTo>
                    <a:pt x="597" y="503"/>
                  </a:lnTo>
                  <a:lnTo>
                    <a:pt x="600" y="502"/>
                  </a:lnTo>
                  <a:lnTo>
                    <a:pt x="603" y="503"/>
                  </a:lnTo>
                  <a:lnTo>
                    <a:pt x="604" y="505"/>
                  </a:lnTo>
                  <a:lnTo>
                    <a:pt x="605" y="507"/>
                  </a:lnTo>
                  <a:lnTo>
                    <a:pt x="605" y="509"/>
                  </a:lnTo>
                  <a:lnTo>
                    <a:pt x="606" y="511"/>
                  </a:lnTo>
                  <a:lnTo>
                    <a:pt x="607" y="513"/>
                  </a:lnTo>
                  <a:lnTo>
                    <a:pt x="607" y="514"/>
                  </a:lnTo>
                  <a:lnTo>
                    <a:pt x="608" y="516"/>
                  </a:lnTo>
                  <a:lnTo>
                    <a:pt x="610" y="517"/>
                  </a:lnTo>
                  <a:lnTo>
                    <a:pt x="613" y="519"/>
                  </a:lnTo>
                  <a:close/>
                </a:path>
              </a:pathLst>
            </a:custGeom>
            <a:solidFill>
              <a:srgbClr val="0072B2">
                <a:alpha val="10800"/>
              </a:srgbClr>
            </a:solidFill>
            <a:ln>
              <a:noFill/>
            </a:ln>
          </p:spPr>
          <p:txBody>
            <a:bodyPr anchor="ctr"/>
            <a:lstStyle/>
            <a:p>
              <a:pPr algn="ctr">
                <a:buNone/>
              </a:pPr>
            </a:p>
          </p:txBody>
        </p:sp>
        <p:sp>
          <p:nvSpPr>
            <p:cNvPr id="2961" name="addition:input:84"/>
            <p:cNvSpPr>
              <a:spLocks noGrp="1"/>
            </p:cNvSpPr>
            <p:nvPr/>
          </p:nvSpPr>
          <p:spPr>
            <a:xfrm>
              <a:off x="209550" y="5438775"/>
              <a:ext cx="936528" cy="1030986"/>
            </a:xfrm>
            <a:custGeom>
              <a:avLst/>
              <a:gdLst/>
              <a:ahLst/>
              <a:cxnLst/>
              <a:rect l="l" t="t" r="r" b="b"/>
              <a:pathLst>
                <a:path w="569" h="550">
                  <a:moveTo>
                    <a:pt x="0" y="0"/>
                  </a:moveTo>
                  <a:moveTo>
                    <a:pt x="567" y="532"/>
                  </a:moveTo>
                  <a:lnTo>
                    <a:pt x="567" y="533"/>
                  </a:lnTo>
                  <a:lnTo>
                    <a:pt x="567" y="535"/>
                  </a:lnTo>
                  <a:lnTo>
                    <a:pt x="567" y="536"/>
                  </a:lnTo>
                  <a:lnTo>
                    <a:pt x="566" y="538"/>
                  </a:lnTo>
                  <a:lnTo>
                    <a:pt x="565" y="539"/>
                  </a:lnTo>
                  <a:lnTo>
                    <a:pt x="565" y="540"/>
                  </a:lnTo>
                  <a:lnTo>
                    <a:pt x="566" y="543"/>
                  </a:lnTo>
                  <a:lnTo>
                    <a:pt x="567" y="545"/>
                  </a:lnTo>
                  <a:lnTo>
                    <a:pt x="566" y="546"/>
                  </a:lnTo>
                  <a:lnTo>
                    <a:pt x="563" y="546"/>
                  </a:lnTo>
                  <a:lnTo>
                    <a:pt x="560" y="546"/>
                  </a:lnTo>
                  <a:lnTo>
                    <a:pt x="557" y="545"/>
                  </a:lnTo>
                  <a:lnTo>
                    <a:pt x="555" y="545"/>
                  </a:lnTo>
                  <a:lnTo>
                    <a:pt x="554" y="546"/>
                  </a:lnTo>
                  <a:lnTo>
                    <a:pt x="553" y="547"/>
                  </a:lnTo>
                  <a:lnTo>
                    <a:pt x="551" y="548"/>
                  </a:lnTo>
                  <a:lnTo>
                    <a:pt x="549" y="548"/>
                  </a:lnTo>
                  <a:lnTo>
                    <a:pt x="547" y="549"/>
                  </a:lnTo>
                  <a:lnTo>
                    <a:pt x="545" y="550"/>
                  </a:lnTo>
                  <a:lnTo>
                    <a:pt x="542" y="550"/>
                  </a:lnTo>
                  <a:lnTo>
                    <a:pt x="540" y="549"/>
                  </a:lnTo>
                  <a:lnTo>
                    <a:pt x="538" y="548"/>
                  </a:lnTo>
                  <a:lnTo>
                    <a:pt x="537" y="546"/>
                  </a:lnTo>
                  <a:lnTo>
                    <a:pt x="534" y="546"/>
                  </a:lnTo>
                  <a:lnTo>
                    <a:pt x="532" y="546"/>
                  </a:lnTo>
                  <a:lnTo>
                    <a:pt x="529" y="545"/>
                  </a:lnTo>
                  <a:lnTo>
                    <a:pt x="528" y="543"/>
                  </a:lnTo>
                  <a:lnTo>
                    <a:pt x="528" y="541"/>
                  </a:lnTo>
                  <a:lnTo>
                    <a:pt x="529" y="539"/>
                  </a:lnTo>
                  <a:lnTo>
                    <a:pt x="528" y="538"/>
                  </a:lnTo>
                  <a:lnTo>
                    <a:pt x="525" y="537"/>
                  </a:lnTo>
                  <a:lnTo>
                    <a:pt x="522" y="536"/>
                  </a:lnTo>
                  <a:lnTo>
                    <a:pt x="519" y="535"/>
                  </a:lnTo>
                  <a:lnTo>
                    <a:pt x="518" y="534"/>
                  </a:lnTo>
                  <a:lnTo>
                    <a:pt x="518" y="532"/>
                  </a:lnTo>
                  <a:lnTo>
                    <a:pt x="518" y="530"/>
                  </a:lnTo>
                  <a:lnTo>
                    <a:pt x="518" y="529"/>
                  </a:lnTo>
                  <a:lnTo>
                    <a:pt x="520" y="527"/>
                  </a:lnTo>
                  <a:lnTo>
                    <a:pt x="523" y="526"/>
                  </a:lnTo>
                  <a:lnTo>
                    <a:pt x="526" y="526"/>
                  </a:lnTo>
                  <a:lnTo>
                    <a:pt x="527" y="525"/>
                  </a:lnTo>
                  <a:lnTo>
                    <a:pt x="527" y="523"/>
                  </a:lnTo>
                  <a:lnTo>
                    <a:pt x="527" y="521"/>
                  </a:lnTo>
                  <a:lnTo>
                    <a:pt x="528" y="519"/>
                  </a:lnTo>
                  <a:lnTo>
                    <a:pt x="531" y="519"/>
                  </a:lnTo>
                  <a:lnTo>
                    <a:pt x="534" y="519"/>
                  </a:lnTo>
                  <a:lnTo>
                    <a:pt x="536" y="518"/>
                  </a:lnTo>
                  <a:lnTo>
                    <a:pt x="538" y="517"/>
                  </a:lnTo>
                  <a:lnTo>
                    <a:pt x="540" y="515"/>
                  </a:lnTo>
                  <a:lnTo>
                    <a:pt x="542" y="514"/>
                  </a:lnTo>
                  <a:lnTo>
                    <a:pt x="544" y="513"/>
                  </a:lnTo>
                  <a:lnTo>
                    <a:pt x="547" y="514"/>
                  </a:lnTo>
                  <a:lnTo>
                    <a:pt x="549" y="515"/>
                  </a:lnTo>
                  <a:lnTo>
                    <a:pt x="552" y="515"/>
                  </a:lnTo>
                  <a:lnTo>
                    <a:pt x="553" y="516"/>
                  </a:lnTo>
                  <a:lnTo>
                    <a:pt x="555" y="517"/>
                  </a:lnTo>
                  <a:lnTo>
                    <a:pt x="556" y="519"/>
                  </a:lnTo>
                  <a:lnTo>
                    <a:pt x="557" y="520"/>
                  </a:lnTo>
                  <a:lnTo>
                    <a:pt x="560" y="519"/>
                  </a:lnTo>
                  <a:lnTo>
                    <a:pt x="563" y="518"/>
                  </a:lnTo>
                  <a:lnTo>
                    <a:pt x="566" y="518"/>
                  </a:lnTo>
                  <a:lnTo>
                    <a:pt x="568" y="519"/>
                  </a:lnTo>
                  <a:lnTo>
                    <a:pt x="568" y="521"/>
                  </a:lnTo>
                  <a:lnTo>
                    <a:pt x="567" y="523"/>
                  </a:lnTo>
                  <a:lnTo>
                    <a:pt x="567" y="525"/>
                  </a:lnTo>
                  <a:lnTo>
                    <a:pt x="568" y="526"/>
                  </a:lnTo>
                  <a:lnTo>
                    <a:pt x="569" y="527"/>
                  </a:lnTo>
                  <a:lnTo>
                    <a:pt x="569" y="529"/>
                  </a:lnTo>
                  <a:lnTo>
                    <a:pt x="568" y="530"/>
                  </a:lnTo>
                  <a:close/>
                </a:path>
              </a:pathLst>
            </a:custGeom>
            <a:solidFill>
              <a:srgbClr val="0072B2">
                <a:alpha val="10800"/>
              </a:srgbClr>
            </a:solidFill>
            <a:ln>
              <a:noFill/>
            </a:ln>
          </p:spPr>
          <p:txBody>
            <a:bodyPr anchor="ctr"/>
            <a:lstStyle/>
            <a:p>
              <a:pPr algn="ctr">
                <a:buNone/>
              </a:pPr>
            </a:p>
          </p:txBody>
        </p:sp>
        <p:sp>
          <p:nvSpPr>
            <p:cNvPr id="2962" name="addition:input:85"/>
            <p:cNvSpPr>
              <a:spLocks noGrp="1"/>
            </p:cNvSpPr>
            <p:nvPr/>
          </p:nvSpPr>
          <p:spPr>
            <a:xfrm>
              <a:off x="209550" y="5438775"/>
              <a:ext cx="1948769" cy="1053480"/>
            </a:xfrm>
            <a:custGeom>
              <a:avLst/>
              <a:gdLst/>
              <a:ahLst/>
              <a:cxnLst/>
              <a:rect l="l" t="t" r="r" b="b"/>
              <a:pathLst>
                <a:path w="1184" h="562">
                  <a:moveTo>
                    <a:pt x="0" y="0"/>
                  </a:moveTo>
                  <a:moveTo>
                    <a:pt x="1181" y="505"/>
                  </a:moveTo>
                  <a:lnTo>
                    <a:pt x="1176" y="510"/>
                  </a:lnTo>
                  <a:lnTo>
                    <a:pt x="1172" y="516"/>
                  </a:lnTo>
                  <a:lnTo>
                    <a:pt x="1168" y="521"/>
                  </a:lnTo>
                  <a:lnTo>
                    <a:pt x="1159" y="525"/>
                  </a:lnTo>
                  <a:lnTo>
                    <a:pt x="1148" y="527"/>
                  </a:lnTo>
                  <a:lnTo>
                    <a:pt x="1139" y="530"/>
                  </a:lnTo>
                  <a:lnTo>
                    <a:pt x="1136" y="534"/>
                  </a:lnTo>
                  <a:lnTo>
                    <a:pt x="1139" y="542"/>
                  </a:lnTo>
                  <a:lnTo>
                    <a:pt x="1141" y="552"/>
                  </a:lnTo>
                  <a:lnTo>
                    <a:pt x="1138" y="558"/>
                  </a:lnTo>
                  <a:lnTo>
                    <a:pt x="1128" y="561"/>
                  </a:lnTo>
                  <a:lnTo>
                    <a:pt x="1116" y="560"/>
                  </a:lnTo>
                  <a:lnTo>
                    <a:pt x="1105" y="559"/>
                  </a:lnTo>
                  <a:lnTo>
                    <a:pt x="1097" y="560"/>
                  </a:lnTo>
                  <a:lnTo>
                    <a:pt x="1089" y="562"/>
                  </a:lnTo>
                  <a:lnTo>
                    <a:pt x="1082" y="562"/>
                  </a:lnTo>
                  <a:lnTo>
                    <a:pt x="1074" y="561"/>
                  </a:lnTo>
                  <a:lnTo>
                    <a:pt x="1067" y="559"/>
                  </a:lnTo>
                  <a:lnTo>
                    <a:pt x="1060" y="559"/>
                  </a:lnTo>
                  <a:lnTo>
                    <a:pt x="1053" y="560"/>
                  </a:lnTo>
                  <a:lnTo>
                    <a:pt x="1046" y="560"/>
                  </a:lnTo>
                  <a:lnTo>
                    <a:pt x="1039" y="558"/>
                  </a:lnTo>
                  <a:lnTo>
                    <a:pt x="1035" y="554"/>
                  </a:lnTo>
                  <a:lnTo>
                    <a:pt x="1029" y="552"/>
                  </a:lnTo>
                  <a:lnTo>
                    <a:pt x="1019" y="552"/>
                  </a:lnTo>
                  <a:lnTo>
                    <a:pt x="1007" y="553"/>
                  </a:lnTo>
                  <a:lnTo>
                    <a:pt x="997" y="551"/>
                  </a:lnTo>
                  <a:lnTo>
                    <a:pt x="994" y="545"/>
                  </a:lnTo>
                  <a:lnTo>
                    <a:pt x="998" y="536"/>
                  </a:lnTo>
                  <a:lnTo>
                    <a:pt x="1003" y="528"/>
                  </a:lnTo>
                  <a:lnTo>
                    <a:pt x="1005" y="523"/>
                  </a:lnTo>
                  <a:lnTo>
                    <a:pt x="1002" y="519"/>
                  </a:lnTo>
                  <a:lnTo>
                    <a:pt x="996" y="514"/>
                  </a:lnTo>
                  <a:lnTo>
                    <a:pt x="992" y="510"/>
                  </a:lnTo>
                  <a:lnTo>
                    <a:pt x="989" y="505"/>
                  </a:lnTo>
                  <a:lnTo>
                    <a:pt x="984" y="500"/>
                  </a:lnTo>
                  <a:lnTo>
                    <a:pt x="978" y="494"/>
                  </a:lnTo>
                  <a:lnTo>
                    <a:pt x="973" y="488"/>
                  </a:lnTo>
                  <a:lnTo>
                    <a:pt x="975" y="482"/>
                  </a:lnTo>
                  <a:lnTo>
                    <a:pt x="983" y="478"/>
                  </a:lnTo>
                  <a:lnTo>
                    <a:pt x="991" y="476"/>
                  </a:lnTo>
                  <a:lnTo>
                    <a:pt x="996" y="472"/>
                  </a:lnTo>
                  <a:lnTo>
                    <a:pt x="998" y="466"/>
                  </a:lnTo>
                  <a:lnTo>
                    <a:pt x="999" y="460"/>
                  </a:lnTo>
                  <a:lnTo>
                    <a:pt x="1005" y="457"/>
                  </a:lnTo>
                  <a:lnTo>
                    <a:pt x="1016" y="457"/>
                  </a:lnTo>
                  <a:lnTo>
                    <a:pt x="1027" y="459"/>
                  </a:lnTo>
                  <a:lnTo>
                    <a:pt x="1036" y="460"/>
                  </a:lnTo>
                  <a:lnTo>
                    <a:pt x="1042" y="456"/>
                  </a:lnTo>
                  <a:lnTo>
                    <a:pt x="1048" y="450"/>
                  </a:lnTo>
                  <a:lnTo>
                    <a:pt x="1056" y="445"/>
                  </a:lnTo>
                  <a:lnTo>
                    <a:pt x="1065" y="443"/>
                  </a:lnTo>
                  <a:lnTo>
                    <a:pt x="1076" y="441"/>
                  </a:lnTo>
                  <a:lnTo>
                    <a:pt x="1086" y="441"/>
                  </a:lnTo>
                  <a:lnTo>
                    <a:pt x="1097" y="441"/>
                  </a:lnTo>
                  <a:lnTo>
                    <a:pt x="1107" y="444"/>
                  </a:lnTo>
                  <a:lnTo>
                    <a:pt x="1114" y="450"/>
                  </a:lnTo>
                  <a:lnTo>
                    <a:pt x="1118" y="458"/>
                  </a:lnTo>
                  <a:lnTo>
                    <a:pt x="1123" y="464"/>
                  </a:lnTo>
                  <a:lnTo>
                    <a:pt x="1131" y="466"/>
                  </a:lnTo>
                  <a:lnTo>
                    <a:pt x="1143" y="465"/>
                  </a:lnTo>
                  <a:lnTo>
                    <a:pt x="1155" y="466"/>
                  </a:lnTo>
                  <a:lnTo>
                    <a:pt x="1162" y="469"/>
                  </a:lnTo>
                  <a:lnTo>
                    <a:pt x="1165" y="475"/>
                  </a:lnTo>
                  <a:lnTo>
                    <a:pt x="1166" y="480"/>
                  </a:lnTo>
                  <a:lnTo>
                    <a:pt x="1170" y="485"/>
                  </a:lnTo>
                  <a:lnTo>
                    <a:pt x="1177" y="489"/>
                  </a:lnTo>
                  <a:lnTo>
                    <a:pt x="1183" y="494"/>
                  </a:lnTo>
                  <a:lnTo>
                    <a:pt x="1184" y="499"/>
                  </a:lnTo>
                  <a:close/>
                </a:path>
              </a:pathLst>
            </a:custGeom>
            <a:solidFill>
              <a:srgbClr val="F5DAC5">
                <a:alpha val="12900"/>
              </a:srgbClr>
            </a:solidFill>
            <a:ln>
              <a:noFill/>
            </a:ln>
          </p:spPr>
          <p:txBody>
            <a:bodyPr anchor="ctr"/>
            <a:lstStyle/>
            <a:p>
              <a:pPr algn="ctr">
                <a:buNone/>
              </a:pPr>
            </a:p>
          </p:txBody>
        </p:sp>
        <p:sp>
          <p:nvSpPr>
            <p:cNvPr id="2963" name="addition:input:86"/>
            <p:cNvSpPr>
              <a:spLocks noGrp="1"/>
            </p:cNvSpPr>
            <p:nvPr/>
          </p:nvSpPr>
          <p:spPr>
            <a:xfrm>
              <a:off x="209550" y="5438775"/>
              <a:ext cx="1915851" cy="1055355"/>
            </a:xfrm>
            <a:custGeom>
              <a:avLst/>
              <a:gdLst/>
              <a:ahLst/>
              <a:cxnLst/>
              <a:rect l="l" t="t" r="r" b="b"/>
              <a:pathLst>
                <a:path w="1164" h="563">
                  <a:moveTo>
                    <a:pt x="0" y="0"/>
                  </a:moveTo>
                  <a:moveTo>
                    <a:pt x="1141" y="510"/>
                  </a:moveTo>
                  <a:lnTo>
                    <a:pt x="1140" y="514"/>
                  </a:lnTo>
                  <a:lnTo>
                    <a:pt x="1140" y="518"/>
                  </a:lnTo>
                  <a:lnTo>
                    <a:pt x="1139" y="523"/>
                  </a:lnTo>
                  <a:lnTo>
                    <a:pt x="1136" y="527"/>
                  </a:lnTo>
                  <a:lnTo>
                    <a:pt x="1132" y="531"/>
                  </a:lnTo>
                  <a:lnTo>
                    <a:pt x="1131" y="535"/>
                  </a:lnTo>
                  <a:lnTo>
                    <a:pt x="1130" y="540"/>
                  </a:lnTo>
                  <a:lnTo>
                    <a:pt x="1126" y="545"/>
                  </a:lnTo>
                  <a:lnTo>
                    <a:pt x="1120" y="548"/>
                  </a:lnTo>
                  <a:lnTo>
                    <a:pt x="1113" y="549"/>
                  </a:lnTo>
                  <a:lnTo>
                    <a:pt x="1107" y="552"/>
                  </a:lnTo>
                  <a:lnTo>
                    <a:pt x="1103" y="556"/>
                  </a:lnTo>
                  <a:lnTo>
                    <a:pt x="1099" y="561"/>
                  </a:lnTo>
                  <a:lnTo>
                    <a:pt x="1092" y="563"/>
                  </a:lnTo>
                  <a:lnTo>
                    <a:pt x="1084" y="560"/>
                  </a:lnTo>
                  <a:lnTo>
                    <a:pt x="1076" y="555"/>
                  </a:lnTo>
                  <a:lnTo>
                    <a:pt x="1071" y="551"/>
                  </a:lnTo>
                  <a:lnTo>
                    <a:pt x="1066" y="551"/>
                  </a:lnTo>
                  <a:lnTo>
                    <a:pt x="1060" y="555"/>
                  </a:lnTo>
                  <a:lnTo>
                    <a:pt x="1053" y="558"/>
                  </a:lnTo>
                  <a:lnTo>
                    <a:pt x="1046" y="560"/>
                  </a:lnTo>
                  <a:lnTo>
                    <a:pt x="1039" y="559"/>
                  </a:lnTo>
                  <a:lnTo>
                    <a:pt x="1032" y="558"/>
                  </a:lnTo>
                  <a:lnTo>
                    <a:pt x="1024" y="556"/>
                  </a:lnTo>
                  <a:lnTo>
                    <a:pt x="1018" y="553"/>
                  </a:lnTo>
                  <a:lnTo>
                    <a:pt x="1015" y="548"/>
                  </a:lnTo>
                  <a:lnTo>
                    <a:pt x="1015" y="542"/>
                  </a:lnTo>
                  <a:lnTo>
                    <a:pt x="1014" y="537"/>
                  </a:lnTo>
                  <a:lnTo>
                    <a:pt x="1010" y="533"/>
                  </a:lnTo>
                  <a:lnTo>
                    <a:pt x="1002" y="531"/>
                  </a:lnTo>
                  <a:lnTo>
                    <a:pt x="995" y="528"/>
                  </a:lnTo>
                  <a:lnTo>
                    <a:pt x="992" y="523"/>
                  </a:lnTo>
                  <a:lnTo>
                    <a:pt x="994" y="518"/>
                  </a:lnTo>
                  <a:lnTo>
                    <a:pt x="996" y="514"/>
                  </a:lnTo>
                  <a:lnTo>
                    <a:pt x="994" y="510"/>
                  </a:lnTo>
                  <a:lnTo>
                    <a:pt x="987" y="506"/>
                  </a:lnTo>
                  <a:lnTo>
                    <a:pt x="979" y="500"/>
                  </a:lnTo>
                  <a:lnTo>
                    <a:pt x="976" y="495"/>
                  </a:lnTo>
                  <a:lnTo>
                    <a:pt x="978" y="490"/>
                  </a:lnTo>
                  <a:lnTo>
                    <a:pt x="983" y="487"/>
                  </a:lnTo>
                  <a:lnTo>
                    <a:pt x="989" y="483"/>
                  </a:lnTo>
                  <a:lnTo>
                    <a:pt x="994" y="480"/>
                  </a:lnTo>
                  <a:lnTo>
                    <a:pt x="1002" y="478"/>
                  </a:lnTo>
                  <a:lnTo>
                    <a:pt x="1011" y="478"/>
                  </a:lnTo>
                  <a:lnTo>
                    <a:pt x="1020" y="478"/>
                  </a:lnTo>
                  <a:lnTo>
                    <a:pt x="1025" y="475"/>
                  </a:lnTo>
                  <a:lnTo>
                    <a:pt x="1027" y="470"/>
                  </a:lnTo>
                  <a:lnTo>
                    <a:pt x="1030" y="462"/>
                  </a:lnTo>
                  <a:lnTo>
                    <a:pt x="1036" y="457"/>
                  </a:lnTo>
                  <a:lnTo>
                    <a:pt x="1045" y="456"/>
                  </a:lnTo>
                  <a:lnTo>
                    <a:pt x="1055" y="458"/>
                  </a:lnTo>
                  <a:lnTo>
                    <a:pt x="1064" y="460"/>
                  </a:lnTo>
                  <a:lnTo>
                    <a:pt x="1072" y="460"/>
                  </a:lnTo>
                  <a:lnTo>
                    <a:pt x="1081" y="458"/>
                  </a:lnTo>
                  <a:lnTo>
                    <a:pt x="1090" y="458"/>
                  </a:lnTo>
                  <a:lnTo>
                    <a:pt x="1098" y="461"/>
                  </a:lnTo>
                  <a:lnTo>
                    <a:pt x="1104" y="465"/>
                  </a:lnTo>
                  <a:lnTo>
                    <a:pt x="1110" y="469"/>
                  </a:lnTo>
                  <a:lnTo>
                    <a:pt x="1116" y="471"/>
                  </a:lnTo>
                  <a:lnTo>
                    <a:pt x="1122" y="473"/>
                  </a:lnTo>
                  <a:lnTo>
                    <a:pt x="1127" y="477"/>
                  </a:lnTo>
                  <a:lnTo>
                    <a:pt x="1130" y="480"/>
                  </a:lnTo>
                  <a:lnTo>
                    <a:pt x="1134" y="483"/>
                  </a:lnTo>
                  <a:lnTo>
                    <a:pt x="1143" y="485"/>
                  </a:lnTo>
                  <a:lnTo>
                    <a:pt x="1154" y="486"/>
                  </a:lnTo>
                  <a:lnTo>
                    <a:pt x="1163" y="489"/>
                  </a:lnTo>
                  <a:lnTo>
                    <a:pt x="1164" y="494"/>
                  </a:lnTo>
                  <a:lnTo>
                    <a:pt x="1157" y="500"/>
                  </a:lnTo>
                  <a:lnTo>
                    <a:pt x="1147" y="506"/>
                  </a:lnTo>
                  <a:close/>
                </a:path>
              </a:pathLst>
            </a:custGeom>
            <a:solidFill>
              <a:srgbClr val="ECB78D">
                <a:alpha val="12900"/>
              </a:srgbClr>
            </a:solidFill>
            <a:ln>
              <a:noFill/>
            </a:ln>
          </p:spPr>
          <p:txBody>
            <a:bodyPr anchor="ctr"/>
            <a:lstStyle/>
            <a:p>
              <a:pPr algn="ctr">
                <a:buNone/>
              </a:pPr>
            </a:p>
          </p:txBody>
        </p:sp>
        <p:sp>
          <p:nvSpPr>
            <p:cNvPr id="2964" name="addition:input:87"/>
            <p:cNvSpPr>
              <a:spLocks noGrp="1"/>
            </p:cNvSpPr>
            <p:nvPr/>
          </p:nvSpPr>
          <p:spPr>
            <a:xfrm>
              <a:off x="209550" y="5438775"/>
              <a:ext cx="1887870" cy="1055355"/>
            </a:xfrm>
            <a:custGeom>
              <a:avLst/>
              <a:gdLst/>
              <a:ahLst/>
              <a:cxnLst/>
              <a:rect l="l" t="t" r="r" b="b"/>
              <a:pathLst>
                <a:path w="1147" h="563">
                  <a:moveTo>
                    <a:pt x="0" y="0"/>
                  </a:moveTo>
                  <a:moveTo>
                    <a:pt x="1132" y="515"/>
                  </a:moveTo>
                  <a:lnTo>
                    <a:pt x="1129" y="519"/>
                  </a:lnTo>
                  <a:lnTo>
                    <a:pt x="1130" y="523"/>
                  </a:lnTo>
                  <a:lnTo>
                    <a:pt x="1131" y="527"/>
                  </a:lnTo>
                  <a:lnTo>
                    <a:pt x="1127" y="530"/>
                  </a:lnTo>
                  <a:lnTo>
                    <a:pt x="1120" y="533"/>
                  </a:lnTo>
                  <a:lnTo>
                    <a:pt x="1115" y="535"/>
                  </a:lnTo>
                  <a:lnTo>
                    <a:pt x="1111" y="539"/>
                  </a:lnTo>
                  <a:lnTo>
                    <a:pt x="1109" y="543"/>
                  </a:lnTo>
                  <a:lnTo>
                    <a:pt x="1105" y="546"/>
                  </a:lnTo>
                  <a:lnTo>
                    <a:pt x="1101" y="549"/>
                  </a:lnTo>
                  <a:lnTo>
                    <a:pt x="1095" y="552"/>
                  </a:lnTo>
                  <a:lnTo>
                    <a:pt x="1091" y="556"/>
                  </a:lnTo>
                  <a:lnTo>
                    <a:pt x="1087" y="560"/>
                  </a:lnTo>
                  <a:lnTo>
                    <a:pt x="1081" y="563"/>
                  </a:lnTo>
                  <a:lnTo>
                    <a:pt x="1073" y="562"/>
                  </a:lnTo>
                  <a:lnTo>
                    <a:pt x="1066" y="558"/>
                  </a:lnTo>
                  <a:lnTo>
                    <a:pt x="1060" y="552"/>
                  </a:lnTo>
                  <a:lnTo>
                    <a:pt x="1055" y="550"/>
                  </a:lnTo>
                  <a:lnTo>
                    <a:pt x="1050" y="552"/>
                  </a:lnTo>
                  <a:lnTo>
                    <a:pt x="1045" y="555"/>
                  </a:lnTo>
                  <a:lnTo>
                    <a:pt x="1038" y="557"/>
                  </a:lnTo>
                  <a:lnTo>
                    <a:pt x="1033" y="556"/>
                  </a:lnTo>
                  <a:lnTo>
                    <a:pt x="1028" y="554"/>
                  </a:lnTo>
                  <a:lnTo>
                    <a:pt x="1023" y="553"/>
                  </a:lnTo>
                  <a:lnTo>
                    <a:pt x="1017" y="551"/>
                  </a:lnTo>
                  <a:lnTo>
                    <a:pt x="1012" y="549"/>
                  </a:lnTo>
                  <a:lnTo>
                    <a:pt x="1009" y="545"/>
                  </a:lnTo>
                  <a:lnTo>
                    <a:pt x="1009" y="541"/>
                  </a:lnTo>
                  <a:lnTo>
                    <a:pt x="1007" y="537"/>
                  </a:lnTo>
                  <a:lnTo>
                    <a:pt x="1004" y="534"/>
                  </a:lnTo>
                  <a:lnTo>
                    <a:pt x="999" y="531"/>
                  </a:lnTo>
                  <a:lnTo>
                    <a:pt x="997" y="527"/>
                  </a:lnTo>
                  <a:lnTo>
                    <a:pt x="999" y="522"/>
                  </a:lnTo>
                  <a:lnTo>
                    <a:pt x="1004" y="518"/>
                  </a:lnTo>
                  <a:lnTo>
                    <a:pt x="1006" y="515"/>
                  </a:lnTo>
                  <a:lnTo>
                    <a:pt x="1002" y="512"/>
                  </a:lnTo>
                  <a:lnTo>
                    <a:pt x="993" y="507"/>
                  </a:lnTo>
                  <a:lnTo>
                    <a:pt x="986" y="502"/>
                  </a:lnTo>
                  <a:lnTo>
                    <a:pt x="985" y="497"/>
                  </a:lnTo>
                  <a:lnTo>
                    <a:pt x="988" y="494"/>
                  </a:lnTo>
                  <a:lnTo>
                    <a:pt x="994" y="491"/>
                  </a:lnTo>
                  <a:lnTo>
                    <a:pt x="998" y="488"/>
                  </a:lnTo>
                  <a:lnTo>
                    <a:pt x="1003" y="486"/>
                  </a:lnTo>
                  <a:lnTo>
                    <a:pt x="1009" y="485"/>
                  </a:lnTo>
                  <a:lnTo>
                    <a:pt x="1016" y="484"/>
                  </a:lnTo>
                  <a:lnTo>
                    <a:pt x="1022" y="484"/>
                  </a:lnTo>
                  <a:lnTo>
                    <a:pt x="1026" y="481"/>
                  </a:lnTo>
                  <a:lnTo>
                    <a:pt x="1029" y="477"/>
                  </a:lnTo>
                  <a:lnTo>
                    <a:pt x="1033" y="472"/>
                  </a:lnTo>
                  <a:lnTo>
                    <a:pt x="1039" y="470"/>
                  </a:lnTo>
                  <a:lnTo>
                    <a:pt x="1047" y="471"/>
                  </a:lnTo>
                  <a:lnTo>
                    <a:pt x="1054" y="473"/>
                  </a:lnTo>
                  <a:lnTo>
                    <a:pt x="1061" y="473"/>
                  </a:lnTo>
                  <a:lnTo>
                    <a:pt x="1068" y="471"/>
                  </a:lnTo>
                  <a:lnTo>
                    <a:pt x="1077" y="468"/>
                  </a:lnTo>
                  <a:lnTo>
                    <a:pt x="1085" y="468"/>
                  </a:lnTo>
                  <a:lnTo>
                    <a:pt x="1092" y="472"/>
                  </a:lnTo>
                  <a:lnTo>
                    <a:pt x="1096" y="477"/>
                  </a:lnTo>
                  <a:lnTo>
                    <a:pt x="1100" y="481"/>
                  </a:lnTo>
                  <a:lnTo>
                    <a:pt x="1104" y="484"/>
                  </a:lnTo>
                  <a:lnTo>
                    <a:pt x="1109" y="487"/>
                  </a:lnTo>
                  <a:lnTo>
                    <a:pt x="1113" y="490"/>
                  </a:lnTo>
                  <a:lnTo>
                    <a:pt x="1117" y="492"/>
                  </a:lnTo>
                  <a:lnTo>
                    <a:pt x="1123" y="494"/>
                  </a:lnTo>
                  <a:lnTo>
                    <a:pt x="1132" y="496"/>
                  </a:lnTo>
                  <a:lnTo>
                    <a:pt x="1141" y="498"/>
                  </a:lnTo>
                  <a:lnTo>
                    <a:pt x="1147" y="501"/>
                  </a:lnTo>
                  <a:lnTo>
                    <a:pt x="1145" y="506"/>
                  </a:lnTo>
                  <a:lnTo>
                    <a:pt x="1139" y="511"/>
                  </a:lnTo>
                  <a:close/>
                </a:path>
              </a:pathLst>
            </a:custGeom>
            <a:solidFill>
              <a:srgbClr val="E18B48">
                <a:alpha val="10500"/>
              </a:srgbClr>
            </a:solidFill>
            <a:ln>
              <a:noFill/>
            </a:ln>
          </p:spPr>
          <p:txBody>
            <a:bodyPr anchor="ctr"/>
            <a:lstStyle/>
            <a:p>
              <a:pPr algn="ctr">
                <a:buNone/>
              </a:pPr>
            </a:p>
          </p:txBody>
        </p:sp>
        <p:sp>
          <p:nvSpPr>
            <p:cNvPr id="2965" name="addition:input:88"/>
            <p:cNvSpPr>
              <a:spLocks noGrp="1"/>
            </p:cNvSpPr>
            <p:nvPr/>
          </p:nvSpPr>
          <p:spPr>
            <a:xfrm>
              <a:off x="209550" y="5438775"/>
              <a:ext cx="1756197" cy="972876"/>
            </a:xfrm>
            <a:custGeom>
              <a:avLst/>
              <a:gdLst/>
              <a:ahLst/>
              <a:cxnLst/>
              <a:rect l="l" t="t" r="r" b="b"/>
              <a:pathLst>
                <a:path w="1067" h="519">
                  <a:moveTo>
                    <a:pt x="0" y="0"/>
                  </a:moveTo>
                  <a:moveTo>
                    <a:pt x="1065" y="499"/>
                  </a:moveTo>
                  <a:lnTo>
                    <a:pt x="1066" y="501"/>
                  </a:lnTo>
                  <a:lnTo>
                    <a:pt x="1067" y="503"/>
                  </a:lnTo>
                  <a:lnTo>
                    <a:pt x="1065" y="505"/>
                  </a:lnTo>
                  <a:lnTo>
                    <a:pt x="1061" y="506"/>
                  </a:lnTo>
                  <a:lnTo>
                    <a:pt x="1057" y="506"/>
                  </a:lnTo>
                  <a:lnTo>
                    <a:pt x="1055" y="507"/>
                  </a:lnTo>
                  <a:lnTo>
                    <a:pt x="1054" y="509"/>
                  </a:lnTo>
                  <a:lnTo>
                    <a:pt x="1053" y="511"/>
                  </a:lnTo>
                  <a:lnTo>
                    <a:pt x="1052" y="512"/>
                  </a:lnTo>
                  <a:lnTo>
                    <a:pt x="1050" y="514"/>
                  </a:lnTo>
                  <a:lnTo>
                    <a:pt x="1049" y="515"/>
                  </a:lnTo>
                  <a:lnTo>
                    <a:pt x="1047" y="517"/>
                  </a:lnTo>
                  <a:lnTo>
                    <a:pt x="1045" y="519"/>
                  </a:lnTo>
                  <a:lnTo>
                    <a:pt x="1042" y="519"/>
                  </a:lnTo>
                  <a:lnTo>
                    <a:pt x="1038" y="518"/>
                  </a:lnTo>
                  <a:lnTo>
                    <a:pt x="1035" y="516"/>
                  </a:lnTo>
                  <a:lnTo>
                    <a:pt x="1033" y="515"/>
                  </a:lnTo>
                  <a:lnTo>
                    <a:pt x="1030" y="516"/>
                  </a:lnTo>
                  <a:lnTo>
                    <a:pt x="1028" y="517"/>
                  </a:lnTo>
                  <a:lnTo>
                    <a:pt x="1026" y="517"/>
                  </a:lnTo>
                  <a:lnTo>
                    <a:pt x="1024" y="517"/>
                  </a:lnTo>
                  <a:lnTo>
                    <a:pt x="1022" y="515"/>
                  </a:lnTo>
                  <a:lnTo>
                    <a:pt x="1020" y="515"/>
                  </a:lnTo>
                  <a:lnTo>
                    <a:pt x="1018" y="514"/>
                  </a:lnTo>
                  <a:lnTo>
                    <a:pt x="1015" y="514"/>
                  </a:lnTo>
                  <a:lnTo>
                    <a:pt x="1013" y="514"/>
                  </a:lnTo>
                  <a:lnTo>
                    <a:pt x="1011" y="512"/>
                  </a:lnTo>
                  <a:lnTo>
                    <a:pt x="1010" y="511"/>
                  </a:lnTo>
                  <a:lnTo>
                    <a:pt x="1009" y="509"/>
                  </a:lnTo>
                  <a:lnTo>
                    <a:pt x="1007" y="508"/>
                  </a:lnTo>
                  <a:lnTo>
                    <a:pt x="1007" y="506"/>
                  </a:lnTo>
                  <a:lnTo>
                    <a:pt x="1008" y="504"/>
                  </a:lnTo>
                  <a:lnTo>
                    <a:pt x="1011" y="502"/>
                  </a:lnTo>
                  <a:lnTo>
                    <a:pt x="1012" y="501"/>
                  </a:lnTo>
                  <a:lnTo>
                    <a:pt x="1011" y="499"/>
                  </a:lnTo>
                  <a:lnTo>
                    <a:pt x="1007" y="498"/>
                  </a:lnTo>
                  <a:lnTo>
                    <a:pt x="1004" y="496"/>
                  </a:lnTo>
                  <a:lnTo>
                    <a:pt x="1002" y="494"/>
                  </a:lnTo>
                  <a:lnTo>
                    <a:pt x="1003" y="492"/>
                  </a:lnTo>
                  <a:lnTo>
                    <a:pt x="1005" y="491"/>
                  </a:lnTo>
                  <a:lnTo>
                    <a:pt x="1007" y="490"/>
                  </a:lnTo>
                  <a:lnTo>
                    <a:pt x="1008" y="488"/>
                  </a:lnTo>
                  <a:lnTo>
                    <a:pt x="1010" y="487"/>
                  </a:lnTo>
                  <a:lnTo>
                    <a:pt x="1012" y="486"/>
                  </a:lnTo>
                  <a:lnTo>
                    <a:pt x="1014" y="486"/>
                  </a:lnTo>
                  <a:lnTo>
                    <a:pt x="1016" y="485"/>
                  </a:lnTo>
                  <a:lnTo>
                    <a:pt x="1018" y="484"/>
                  </a:lnTo>
                  <a:lnTo>
                    <a:pt x="1020" y="483"/>
                  </a:lnTo>
                  <a:lnTo>
                    <a:pt x="1022" y="482"/>
                  </a:lnTo>
                  <a:lnTo>
                    <a:pt x="1025" y="483"/>
                  </a:lnTo>
                  <a:lnTo>
                    <a:pt x="1028" y="483"/>
                  </a:lnTo>
                  <a:lnTo>
                    <a:pt x="1030" y="483"/>
                  </a:lnTo>
                  <a:lnTo>
                    <a:pt x="1033" y="481"/>
                  </a:lnTo>
                  <a:lnTo>
                    <a:pt x="1036" y="479"/>
                  </a:lnTo>
                  <a:lnTo>
                    <a:pt x="1040" y="478"/>
                  </a:lnTo>
                  <a:lnTo>
                    <a:pt x="1043" y="480"/>
                  </a:lnTo>
                  <a:lnTo>
                    <a:pt x="1045" y="482"/>
                  </a:lnTo>
                  <a:lnTo>
                    <a:pt x="1047" y="484"/>
                  </a:lnTo>
                  <a:lnTo>
                    <a:pt x="1049" y="485"/>
                  </a:lnTo>
                  <a:lnTo>
                    <a:pt x="1051" y="486"/>
                  </a:lnTo>
                  <a:lnTo>
                    <a:pt x="1053" y="488"/>
                  </a:lnTo>
                  <a:lnTo>
                    <a:pt x="1055" y="489"/>
                  </a:lnTo>
                  <a:lnTo>
                    <a:pt x="1057" y="490"/>
                  </a:lnTo>
                  <a:lnTo>
                    <a:pt x="1060" y="490"/>
                  </a:lnTo>
                  <a:lnTo>
                    <a:pt x="1064" y="491"/>
                  </a:lnTo>
                  <a:lnTo>
                    <a:pt x="1067" y="492"/>
                  </a:lnTo>
                  <a:lnTo>
                    <a:pt x="1067" y="494"/>
                  </a:lnTo>
                  <a:lnTo>
                    <a:pt x="1066" y="496"/>
                  </a:lnTo>
                  <a:lnTo>
                    <a:pt x="1064" y="498"/>
                  </a:lnTo>
                  <a:close/>
                </a:path>
              </a:pathLst>
            </a:custGeom>
            <a:solidFill>
              <a:srgbClr val="ECB78D">
                <a:alpha val="9600"/>
              </a:srgbClr>
            </a:solidFill>
            <a:ln>
              <a:noFill/>
            </a:ln>
          </p:spPr>
          <p:txBody>
            <a:bodyPr anchor="ctr"/>
            <a:lstStyle/>
            <a:p>
              <a:pPr algn="ctr">
                <a:buNone/>
              </a:pPr>
            </a:p>
          </p:txBody>
        </p:sp>
        <p:sp>
          <p:nvSpPr>
            <p:cNvPr id="2966" name="addition:input:89"/>
            <p:cNvSpPr>
              <a:spLocks noGrp="1"/>
            </p:cNvSpPr>
            <p:nvPr/>
          </p:nvSpPr>
          <p:spPr>
            <a:xfrm>
              <a:off x="209550" y="5438775"/>
              <a:ext cx="1794053" cy="944758"/>
            </a:xfrm>
            <a:custGeom>
              <a:avLst/>
              <a:gdLst/>
              <a:ahLst/>
              <a:cxnLst/>
              <a:rect l="l" t="t" r="r" b="b"/>
              <a:pathLst>
                <a:path w="1090" h="504">
                  <a:moveTo>
                    <a:pt x="0" y="0"/>
                  </a:moveTo>
                  <a:moveTo>
                    <a:pt x="1089" y="485"/>
                  </a:moveTo>
                  <a:lnTo>
                    <a:pt x="1088" y="486"/>
                  </a:lnTo>
                  <a:lnTo>
                    <a:pt x="1085" y="488"/>
                  </a:lnTo>
                  <a:lnTo>
                    <a:pt x="1082" y="489"/>
                  </a:lnTo>
                  <a:lnTo>
                    <a:pt x="1081" y="490"/>
                  </a:lnTo>
                  <a:lnTo>
                    <a:pt x="1081" y="492"/>
                  </a:lnTo>
                  <a:lnTo>
                    <a:pt x="1081" y="494"/>
                  </a:lnTo>
                  <a:lnTo>
                    <a:pt x="1080" y="496"/>
                  </a:lnTo>
                  <a:lnTo>
                    <a:pt x="1078" y="497"/>
                  </a:lnTo>
                  <a:lnTo>
                    <a:pt x="1074" y="497"/>
                  </a:lnTo>
                  <a:lnTo>
                    <a:pt x="1072" y="498"/>
                  </a:lnTo>
                  <a:lnTo>
                    <a:pt x="1070" y="499"/>
                  </a:lnTo>
                  <a:lnTo>
                    <a:pt x="1069" y="501"/>
                  </a:lnTo>
                  <a:lnTo>
                    <a:pt x="1068" y="503"/>
                  </a:lnTo>
                  <a:lnTo>
                    <a:pt x="1065" y="504"/>
                  </a:lnTo>
                  <a:lnTo>
                    <a:pt x="1062" y="503"/>
                  </a:lnTo>
                  <a:lnTo>
                    <a:pt x="1059" y="502"/>
                  </a:lnTo>
                  <a:lnTo>
                    <a:pt x="1057" y="502"/>
                  </a:lnTo>
                  <a:lnTo>
                    <a:pt x="1054" y="501"/>
                  </a:lnTo>
                  <a:lnTo>
                    <a:pt x="1053" y="501"/>
                  </a:lnTo>
                  <a:lnTo>
                    <a:pt x="1051" y="500"/>
                  </a:lnTo>
                  <a:lnTo>
                    <a:pt x="1049" y="499"/>
                  </a:lnTo>
                  <a:lnTo>
                    <a:pt x="1047" y="500"/>
                  </a:lnTo>
                  <a:lnTo>
                    <a:pt x="1044" y="501"/>
                  </a:lnTo>
                  <a:lnTo>
                    <a:pt x="1040" y="502"/>
                  </a:lnTo>
                  <a:lnTo>
                    <a:pt x="1038" y="501"/>
                  </a:lnTo>
                  <a:lnTo>
                    <a:pt x="1037" y="499"/>
                  </a:lnTo>
                  <a:lnTo>
                    <a:pt x="1038" y="496"/>
                  </a:lnTo>
                  <a:lnTo>
                    <a:pt x="1037" y="495"/>
                  </a:lnTo>
                  <a:lnTo>
                    <a:pt x="1036" y="494"/>
                  </a:lnTo>
                  <a:lnTo>
                    <a:pt x="1034" y="493"/>
                  </a:lnTo>
                  <a:lnTo>
                    <a:pt x="1033" y="491"/>
                  </a:lnTo>
                  <a:lnTo>
                    <a:pt x="1033" y="489"/>
                  </a:lnTo>
                  <a:lnTo>
                    <a:pt x="1034" y="488"/>
                  </a:lnTo>
                  <a:lnTo>
                    <a:pt x="1034" y="486"/>
                  </a:lnTo>
                  <a:lnTo>
                    <a:pt x="1033" y="485"/>
                  </a:lnTo>
                  <a:lnTo>
                    <a:pt x="1032" y="483"/>
                  </a:lnTo>
                  <a:lnTo>
                    <a:pt x="1032" y="482"/>
                  </a:lnTo>
                  <a:lnTo>
                    <a:pt x="1032" y="480"/>
                  </a:lnTo>
                  <a:lnTo>
                    <a:pt x="1032" y="479"/>
                  </a:lnTo>
                  <a:lnTo>
                    <a:pt x="1030" y="476"/>
                  </a:lnTo>
                  <a:lnTo>
                    <a:pt x="1029" y="474"/>
                  </a:lnTo>
                  <a:lnTo>
                    <a:pt x="1030" y="473"/>
                  </a:lnTo>
                  <a:lnTo>
                    <a:pt x="1033" y="472"/>
                  </a:lnTo>
                  <a:lnTo>
                    <a:pt x="1037" y="473"/>
                  </a:lnTo>
                  <a:lnTo>
                    <a:pt x="1041" y="473"/>
                  </a:lnTo>
                  <a:lnTo>
                    <a:pt x="1042" y="472"/>
                  </a:lnTo>
                  <a:lnTo>
                    <a:pt x="1043" y="471"/>
                  </a:lnTo>
                  <a:lnTo>
                    <a:pt x="1045" y="469"/>
                  </a:lnTo>
                  <a:lnTo>
                    <a:pt x="1047" y="468"/>
                  </a:lnTo>
                  <a:lnTo>
                    <a:pt x="1049" y="468"/>
                  </a:lnTo>
                  <a:lnTo>
                    <a:pt x="1051" y="467"/>
                  </a:lnTo>
                  <a:lnTo>
                    <a:pt x="1054" y="467"/>
                  </a:lnTo>
                  <a:lnTo>
                    <a:pt x="1057" y="466"/>
                  </a:lnTo>
                  <a:lnTo>
                    <a:pt x="1060" y="466"/>
                  </a:lnTo>
                  <a:lnTo>
                    <a:pt x="1063" y="467"/>
                  </a:lnTo>
                  <a:lnTo>
                    <a:pt x="1065" y="468"/>
                  </a:lnTo>
                  <a:lnTo>
                    <a:pt x="1068" y="468"/>
                  </a:lnTo>
                  <a:lnTo>
                    <a:pt x="1071" y="468"/>
                  </a:lnTo>
                  <a:lnTo>
                    <a:pt x="1074" y="469"/>
                  </a:lnTo>
                  <a:lnTo>
                    <a:pt x="1076" y="471"/>
                  </a:lnTo>
                  <a:lnTo>
                    <a:pt x="1076" y="473"/>
                  </a:lnTo>
                  <a:lnTo>
                    <a:pt x="1076" y="475"/>
                  </a:lnTo>
                  <a:lnTo>
                    <a:pt x="1078" y="476"/>
                  </a:lnTo>
                  <a:lnTo>
                    <a:pt x="1081" y="477"/>
                  </a:lnTo>
                  <a:lnTo>
                    <a:pt x="1085" y="477"/>
                  </a:lnTo>
                  <a:lnTo>
                    <a:pt x="1088" y="478"/>
                  </a:lnTo>
                  <a:lnTo>
                    <a:pt x="1090" y="480"/>
                  </a:lnTo>
                  <a:lnTo>
                    <a:pt x="1090" y="481"/>
                  </a:lnTo>
                  <a:lnTo>
                    <a:pt x="1090" y="483"/>
                  </a:lnTo>
                  <a:close/>
                </a:path>
              </a:pathLst>
            </a:custGeom>
            <a:solidFill>
              <a:srgbClr val="ECB78D">
                <a:alpha val="9600"/>
              </a:srgbClr>
            </a:solidFill>
            <a:ln>
              <a:noFill/>
            </a:ln>
          </p:spPr>
          <p:txBody>
            <a:bodyPr anchor="ctr"/>
            <a:lstStyle/>
            <a:p>
              <a:pPr algn="ctr">
                <a:buNone/>
              </a:pPr>
            </a:p>
          </p:txBody>
        </p:sp>
        <p:sp>
          <p:nvSpPr>
            <p:cNvPr id="2967" name="addition:input:90"/>
            <p:cNvSpPr>
              <a:spLocks noGrp="1"/>
            </p:cNvSpPr>
            <p:nvPr/>
          </p:nvSpPr>
          <p:spPr>
            <a:xfrm>
              <a:off x="209550" y="5438775"/>
              <a:ext cx="1836847" cy="954131"/>
            </a:xfrm>
            <a:custGeom>
              <a:avLst/>
              <a:gdLst/>
              <a:ahLst/>
              <a:cxnLst/>
              <a:rect l="l" t="t" r="r" b="b"/>
              <a:pathLst>
                <a:path w="1116" h="509">
                  <a:moveTo>
                    <a:pt x="0" y="0"/>
                  </a:moveTo>
                  <a:moveTo>
                    <a:pt x="1109" y="489"/>
                  </a:moveTo>
                  <a:lnTo>
                    <a:pt x="1108" y="490"/>
                  </a:lnTo>
                  <a:lnTo>
                    <a:pt x="1109" y="492"/>
                  </a:lnTo>
                  <a:lnTo>
                    <a:pt x="1110" y="494"/>
                  </a:lnTo>
                  <a:lnTo>
                    <a:pt x="1110" y="495"/>
                  </a:lnTo>
                  <a:lnTo>
                    <a:pt x="1110" y="497"/>
                  </a:lnTo>
                  <a:lnTo>
                    <a:pt x="1110" y="499"/>
                  </a:lnTo>
                  <a:lnTo>
                    <a:pt x="1110" y="501"/>
                  </a:lnTo>
                  <a:lnTo>
                    <a:pt x="1110" y="503"/>
                  </a:lnTo>
                  <a:lnTo>
                    <a:pt x="1107" y="504"/>
                  </a:lnTo>
                  <a:lnTo>
                    <a:pt x="1104" y="504"/>
                  </a:lnTo>
                  <a:lnTo>
                    <a:pt x="1101" y="504"/>
                  </a:lnTo>
                  <a:lnTo>
                    <a:pt x="1098" y="504"/>
                  </a:lnTo>
                  <a:lnTo>
                    <a:pt x="1097" y="505"/>
                  </a:lnTo>
                  <a:lnTo>
                    <a:pt x="1096" y="507"/>
                  </a:lnTo>
                  <a:lnTo>
                    <a:pt x="1094" y="508"/>
                  </a:lnTo>
                  <a:lnTo>
                    <a:pt x="1092" y="507"/>
                  </a:lnTo>
                  <a:lnTo>
                    <a:pt x="1089" y="507"/>
                  </a:lnTo>
                  <a:lnTo>
                    <a:pt x="1087" y="506"/>
                  </a:lnTo>
                  <a:lnTo>
                    <a:pt x="1085" y="507"/>
                  </a:lnTo>
                  <a:lnTo>
                    <a:pt x="1082" y="508"/>
                  </a:lnTo>
                  <a:lnTo>
                    <a:pt x="1079" y="509"/>
                  </a:lnTo>
                  <a:lnTo>
                    <a:pt x="1076" y="508"/>
                  </a:lnTo>
                  <a:lnTo>
                    <a:pt x="1073" y="507"/>
                  </a:lnTo>
                  <a:lnTo>
                    <a:pt x="1071" y="506"/>
                  </a:lnTo>
                  <a:lnTo>
                    <a:pt x="1068" y="505"/>
                  </a:lnTo>
                  <a:lnTo>
                    <a:pt x="1067" y="503"/>
                  </a:lnTo>
                  <a:lnTo>
                    <a:pt x="1066" y="501"/>
                  </a:lnTo>
                  <a:lnTo>
                    <a:pt x="1067" y="498"/>
                  </a:lnTo>
                  <a:lnTo>
                    <a:pt x="1066" y="497"/>
                  </a:lnTo>
                  <a:lnTo>
                    <a:pt x="1064" y="496"/>
                  </a:lnTo>
                  <a:lnTo>
                    <a:pt x="1059" y="495"/>
                  </a:lnTo>
                  <a:lnTo>
                    <a:pt x="1055" y="494"/>
                  </a:lnTo>
                  <a:lnTo>
                    <a:pt x="1053" y="493"/>
                  </a:lnTo>
                  <a:lnTo>
                    <a:pt x="1053" y="491"/>
                  </a:lnTo>
                  <a:lnTo>
                    <a:pt x="1054" y="489"/>
                  </a:lnTo>
                  <a:lnTo>
                    <a:pt x="1055" y="487"/>
                  </a:lnTo>
                  <a:lnTo>
                    <a:pt x="1054" y="485"/>
                  </a:lnTo>
                  <a:lnTo>
                    <a:pt x="1055" y="483"/>
                  </a:lnTo>
                  <a:lnTo>
                    <a:pt x="1056" y="482"/>
                  </a:lnTo>
                  <a:lnTo>
                    <a:pt x="1059" y="481"/>
                  </a:lnTo>
                  <a:lnTo>
                    <a:pt x="1061" y="479"/>
                  </a:lnTo>
                  <a:lnTo>
                    <a:pt x="1062" y="478"/>
                  </a:lnTo>
                  <a:lnTo>
                    <a:pt x="1064" y="477"/>
                  </a:lnTo>
                  <a:lnTo>
                    <a:pt x="1066" y="476"/>
                  </a:lnTo>
                  <a:lnTo>
                    <a:pt x="1069" y="475"/>
                  </a:lnTo>
                  <a:lnTo>
                    <a:pt x="1072" y="475"/>
                  </a:lnTo>
                  <a:lnTo>
                    <a:pt x="1074" y="473"/>
                  </a:lnTo>
                  <a:lnTo>
                    <a:pt x="1075" y="471"/>
                  </a:lnTo>
                  <a:lnTo>
                    <a:pt x="1077" y="468"/>
                  </a:lnTo>
                  <a:lnTo>
                    <a:pt x="1080" y="466"/>
                  </a:lnTo>
                  <a:lnTo>
                    <a:pt x="1083" y="467"/>
                  </a:lnTo>
                  <a:lnTo>
                    <a:pt x="1087" y="469"/>
                  </a:lnTo>
                  <a:lnTo>
                    <a:pt x="1089" y="471"/>
                  </a:lnTo>
                  <a:lnTo>
                    <a:pt x="1092" y="471"/>
                  </a:lnTo>
                  <a:lnTo>
                    <a:pt x="1094" y="472"/>
                  </a:lnTo>
                  <a:lnTo>
                    <a:pt x="1097" y="472"/>
                  </a:lnTo>
                  <a:lnTo>
                    <a:pt x="1099" y="473"/>
                  </a:lnTo>
                  <a:lnTo>
                    <a:pt x="1101" y="473"/>
                  </a:lnTo>
                  <a:lnTo>
                    <a:pt x="1103" y="473"/>
                  </a:lnTo>
                  <a:lnTo>
                    <a:pt x="1106" y="473"/>
                  </a:lnTo>
                  <a:lnTo>
                    <a:pt x="1109" y="474"/>
                  </a:lnTo>
                  <a:lnTo>
                    <a:pt x="1110" y="475"/>
                  </a:lnTo>
                  <a:lnTo>
                    <a:pt x="1110" y="477"/>
                  </a:lnTo>
                  <a:lnTo>
                    <a:pt x="1110" y="479"/>
                  </a:lnTo>
                  <a:lnTo>
                    <a:pt x="1112" y="480"/>
                  </a:lnTo>
                  <a:lnTo>
                    <a:pt x="1114" y="482"/>
                  </a:lnTo>
                  <a:lnTo>
                    <a:pt x="1116" y="483"/>
                  </a:lnTo>
                  <a:lnTo>
                    <a:pt x="1115" y="485"/>
                  </a:lnTo>
                  <a:lnTo>
                    <a:pt x="1112" y="487"/>
                  </a:lnTo>
                  <a:close/>
                </a:path>
              </a:pathLst>
            </a:custGeom>
            <a:solidFill>
              <a:srgbClr val="ECB78D">
                <a:alpha val="9600"/>
              </a:srgbClr>
            </a:solidFill>
            <a:ln>
              <a:noFill/>
            </a:ln>
          </p:spPr>
          <p:txBody>
            <a:bodyPr anchor="ctr"/>
            <a:lstStyle/>
            <a:p>
              <a:pPr algn="ctr">
                <a:buNone/>
              </a:pPr>
            </a:p>
          </p:txBody>
        </p:sp>
        <p:sp>
          <p:nvSpPr>
            <p:cNvPr id="2968" name="addition:input:91"/>
            <p:cNvSpPr>
              <a:spLocks noGrp="1"/>
            </p:cNvSpPr>
            <p:nvPr/>
          </p:nvSpPr>
          <p:spPr>
            <a:xfrm>
              <a:off x="209550" y="5438775"/>
              <a:ext cx="1879641" cy="987872"/>
            </a:xfrm>
            <a:custGeom>
              <a:avLst/>
              <a:gdLst/>
              <a:ahLst/>
              <a:cxnLst/>
              <a:rect l="l" t="t" r="r" b="b"/>
              <a:pathLst>
                <a:path w="1142" h="527">
                  <a:moveTo>
                    <a:pt x="0" y="0"/>
                  </a:moveTo>
                  <a:moveTo>
                    <a:pt x="1134" y="505"/>
                  </a:moveTo>
                  <a:lnTo>
                    <a:pt x="1136" y="507"/>
                  </a:lnTo>
                  <a:lnTo>
                    <a:pt x="1137" y="509"/>
                  </a:lnTo>
                  <a:lnTo>
                    <a:pt x="1136" y="510"/>
                  </a:lnTo>
                  <a:lnTo>
                    <a:pt x="1134" y="512"/>
                  </a:lnTo>
                  <a:lnTo>
                    <a:pt x="1133" y="514"/>
                  </a:lnTo>
                  <a:lnTo>
                    <a:pt x="1132" y="515"/>
                  </a:lnTo>
                  <a:lnTo>
                    <a:pt x="1132" y="518"/>
                  </a:lnTo>
                  <a:lnTo>
                    <a:pt x="1131" y="519"/>
                  </a:lnTo>
                  <a:lnTo>
                    <a:pt x="1129" y="521"/>
                  </a:lnTo>
                  <a:lnTo>
                    <a:pt x="1127" y="522"/>
                  </a:lnTo>
                  <a:lnTo>
                    <a:pt x="1126" y="523"/>
                  </a:lnTo>
                  <a:lnTo>
                    <a:pt x="1124" y="525"/>
                  </a:lnTo>
                  <a:lnTo>
                    <a:pt x="1121" y="525"/>
                  </a:lnTo>
                  <a:lnTo>
                    <a:pt x="1118" y="524"/>
                  </a:lnTo>
                  <a:lnTo>
                    <a:pt x="1115" y="522"/>
                  </a:lnTo>
                  <a:lnTo>
                    <a:pt x="1113" y="521"/>
                  </a:lnTo>
                  <a:lnTo>
                    <a:pt x="1111" y="522"/>
                  </a:lnTo>
                  <a:lnTo>
                    <a:pt x="1109" y="525"/>
                  </a:lnTo>
                  <a:lnTo>
                    <a:pt x="1106" y="527"/>
                  </a:lnTo>
                  <a:lnTo>
                    <a:pt x="1103" y="527"/>
                  </a:lnTo>
                  <a:lnTo>
                    <a:pt x="1100" y="527"/>
                  </a:lnTo>
                  <a:lnTo>
                    <a:pt x="1098" y="525"/>
                  </a:lnTo>
                  <a:lnTo>
                    <a:pt x="1095" y="524"/>
                  </a:lnTo>
                  <a:lnTo>
                    <a:pt x="1093" y="523"/>
                  </a:lnTo>
                  <a:lnTo>
                    <a:pt x="1090" y="522"/>
                  </a:lnTo>
                  <a:lnTo>
                    <a:pt x="1089" y="520"/>
                  </a:lnTo>
                  <a:lnTo>
                    <a:pt x="1088" y="518"/>
                  </a:lnTo>
                  <a:lnTo>
                    <a:pt x="1086" y="516"/>
                  </a:lnTo>
                  <a:lnTo>
                    <a:pt x="1083" y="515"/>
                  </a:lnTo>
                  <a:lnTo>
                    <a:pt x="1080" y="514"/>
                  </a:lnTo>
                  <a:lnTo>
                    <a:pt x="1079" y="512"/>
                  </a:lnTo>
                  <a:lnTo>
                    <a:pt x="1079" y="510"/>
                  </a:lnTo>
                  <a:lnTo>
                    <a:pt x="1080" y="508"/>
                  </a:lnTo>
                  <a:lnTo>
                    <a:pt x="1078" y="507"/>
                  </a:lnTo>
                  <a:lnTo>
                    <a:pt x="1075" y="505"/>
                  </a:lnTo>
                  <a:lnTo>
                    <a:pt x="1071" y="503"/>
                  </a:lnTo>
                  <a:lnTo>
                    <a:pt x="1070" y="501"/>
                  </a:lnTo>
                  <a:lnTo>
                    <a:pt x="1071" y="499"/>
                  </a:lnTo>
                  <a:lnTo>
                    <a:pt x="1075" y="497"/>
                  </a:lnTo>
                  <a:lnTo>
                    <a:pt x="1078" y="496"/>
                  </a:lnTo>
                  <a:lnTo>
                    <a:pt x="1081" y="495"/>
                  </a:lnTo>
                  <a:lnTo>
                    <a:pt x="1083" y="494"/>
                  </a:lnTo>
                  <a:lnTo>
                    <a:pt x="1085" y="493"/>
                  </a:lnTo>
                  <a:lnTo>
                    <a:pt x="1088" y="492"/>
                  </a:lnTo>
                  <a:lnTo>
                    <a:pt x="1089" y="490"/>
                  </a:lnTo>
                  <a:lnTo>
                    <a:pt x="1091" y="488"/>
                  </a:lnTo>
                  <a:lnTo>
                    <a:pt x="1092" y="486"/>
                  </a:lnTo>
                  <a:lnTo>
                    <a:pt x="1094" y="484"/>
                  </a:lnTo>
                  <a:lnTo>
                    <a:pt x="1098" y="483"/>
                  </a:lnTo>
                  <a:lnTo>
                    <a:pt x="1102" y="484"/>
                  </a:lnTo>
                  <a:lnTo>
                    <a:pt x="1105" y="485"/>
                  </a:lnTo>
                  <a:lnTo>
                    <a:pt x="1108" y="485"/>
                  </a:lnTo>
                  <a:lnTo>
                    <a:pt x="1112" y="483"/>
                  </a:lnTo>
                  <a:lnTo>
                    <a:pt x="1115" y="483"/>
                  </a:lnTo>
                  <a:lnTo>
                    <a:pt x="1118" y="484"/>
                  </a:lnTo>
                  <a:lnTo>
                    <a:pt x="1120" y="486"/>
                  </a:lnTo>
                  <a:lnTo>
                    <a:pt x="1122" y="488"/>
                  </a:lnTo>
                  <a:lnTo>
                    <a:pt x="1124" y="489"/>
                  </a:lnTo>
                  <a:lnTo>
                    <a:pt x="1126" y="490"/>
                  </a:lnTo>
                  <a:lnTo>
                    <a:pt x="1129" y="490"/>
                  </a:lnTo>
                  <a:lnTo>
                    <a:pt x="1131" y="491"/>
                  </a:lnTo>
                  <a:lnTo>
                    <a:pt x="1133" y="491"/>
                  </a:lnTo>
                  <a:lnTo>
                    <a:pt x="1136" y="492"/>
                  </a:lnTo>
                  <a:lnTo>
                    <a:pt x="1139" y="493"/>
                  </a:lnTo>
                  <a:lnTo>
                    <a:pt x="1142" y="494"/>
                  </a:lnTo>
                  <a:lnTo>
                    <a:pt x="1142" y="497"/>
                  </a:lnTo>
                  <a:lnTo>
                    <a:pt x="1139" y="499"/>
                  </a:lnTo>
                  <a:lnTo>
                    <a:pt x="1135" y="502"/>
                  </a:lnTo>
                  <a:lnTo>
                    <a:pt x="1134" y="503"/>
                  </a:lnTo>
                  <a:close/>
                </a:path>
              </a:pathLst>
            </a:custGeom>
            <a:solidFill>
              <a:srgbClr val="ECB78D">
                <a:alpha val="9600"/>
              </a:srgbClr>
            </a:solidFill>
            <a:ln>
              <a:noFill/>
            </a:ln>
          </p:spPr>
          <p:txBody>
            <a:bodyPr anchor="ctr"/>
            <a:lstStyle/>
            <a:p>
              <a:pPr algn="ctr">
                <a:buNone/>
              </a:pPr>
            </a:p>
          </p:txBody>
        </p:sp>
        <p:sp>
          <p:nvSpPr>
            <p:cNvPr id="2969" name="addition:input:92"/>
            <p:cNvSpPr>
              <a:spLocks noGrp="1"/>
            </p:cNvSpPr>
            <p:nvPr/>
          </p:nvSpPr>
          <p:spPr>
            <a:xfrm>
              <a:off x="209550" y="5438775"/>
              <a:ext cx="1851660" cy="1025362"/>
            </a:xfrm>
            <a:custGeom>
              <a:avLst/>
              <a:gdLst/>
              <a:ahLst/>
              <a:cxnLst/>
              <a:rect l="l" t="t" r="r" b="b"/>
              <a:pathLst>
                <a:path w="1125" h="547">
                  <a:moveTo>
                    <a:pt x="0" y="0"/>
                  </a:moveTo>
                  <a:moveTo>
                    <a:pt x="1119" y="523"/>
                  </a:moveTo>
                  <a:lnTo>
                    <a:pt x="1121" y="524"/>
                  </a:lnTo>
                  <a:lnTo>
                    <a:pt x="1124" y="527"/>
                  </a:lnTo>
                  <a:lnTo>
                    <a:pt x="1125" y="529"/>
                  </a:lnTo>
                  <a:lnTo>
                    <a:pt x="1123" y="530"/>
                  </a:lnTo>
                  <a:lnTo>
                    <a:pt x="1120" y="532"/>
                  </a:lnTo>
                  <a:lnTo>
                    <a:pt x="1119" y="533"/>
                  </a:lnTo>
                  <a:lnTo>
                    <a:pt x="1119" y="535"/>
                  </a:lnTo>
                  <a:lnTo>
                    <a:pt x="1119" y="538"/>
                  </a:lnTo>
                  <a:lnTo>
                    <a:pt x="1118" y="540"/>
                  </a:lnTo>
                  <a:lnTo>
                    <a:pt x="1115" y="540"/>
                  </a:lnTo>
                  <a:lnTo>
                    <a:pt x="1110" y="540"/>
                  </a:lnTo>
                  <a:lnTo>
                    <a:pt x="1106" y="539"/>
                  </a:lnTo>
                  <a:lnTo>
                    <a:pt x="1103" y="539"/>
                  </a:lnTo>
                  <a:lnTo>
                    <a:pt x="1101" y="540"/>
                  </a:lnTo>
                  <a:lnTo>
                    <a:pt x="1098" y="542"/>
                  </a:lnTo>
                  <a:lnTo>
                    <a:pt x="1096" y="542"/>
                  </a:lnTo>
                  <a:lnTo>
                    <a:pt x="1092" y="543"/>
                  </a:lnTo>
                  <a:lnTo>
                    <a:pt x="1089" y="545"/>
                  </a:lnTo>
                  <a:lnTo>
                    <a:pt x="1085" y="546"/>
                  </a:lnTo>
                  <a:lnTo>
                    <a:pt x="1080" y="547"/>
                  </a:lnTo>
                  <a:lnTo>
                    <a:pt x="1076" y="545"/>
                  </a:lnTo>
                  <a:lnTo>
                    <a:pt x="1074" y="543"/>
                  </a:lnTo>
                  <a:lnTo>
                    <a:pt x="1072" y="540"/>
                  </a:lnTo>
                  <a:lnTo>
                    <a:pt x="1069" y="538"/>
                  </a:lnTo>
                  <a:lnTo>
                    <a:pt x="1065" y="538"/>
                  </a:lnTo>
                  <a:lnTo>
                    <a:pt x="1061" y="538"/>
                  </a:lnTo>
                  <a:lnTo>
                    <a:pt x="1058" y="537"/>
                  </a:lnTo>
                  <a:lnTo>
                    <a:pt x="1056" y="535"/>
                  </a:lnTo>
                  <a:lnTo>
                    <a:pt x="1056" y="533"/>
                  </a:lnTo>
                  <a:lnTo>
                    <a:pt x="1054" y="531"/>
                  </a:lnTo>
                  <a:lnTo>
                    <a:pt x="1051" y="530"/>
                  </a:lnTo>
                  <a:lnTo>
                    <a:pt x="1047" y="528"/>
                  </a:lnTo>
                  <a:lnTo>
                    <a:pt x="1045" y="527"/>
                  </a:lnTo>
                  <a:lnTo>
                    <a:pt x="1045" y="525"/>
                  </a:lnTo>
                  <a:lnTo>
                    <a:pt x="1044" y="523"/>
                  </a:lnTo>
                  <a:lnTo>
                    <a:pt x="1044" y="521"/>
                  </a:lnTo>
                  <a:lnTo>
                    <a:pt x="1044" y="518"/>
                  </a:lnTo>
                  <a:lnTo>
                    <a:pt x="1047" y="517"/>
                  </a:lnTo>
                  <a:lnTo>
                    <a:pt x="1052" y="515"/>
                  </a:lnTo>
                  <a:lnTo>
                    <a:pt x="1058" y="515"/>
                  </a:lnTo>
                  <a:lnTo>
                    <a:pt x="1061" y="514"/>
                  </a:lnTo>
                  <a:lnTo>
                    <a:pt x="1062" y="512"/>
                  </a:lnTo>
                  <a:lnTo>
                    <a:pt x="1061" y="509"/>
                  </a:lnTo>
                  <a:lnTo>
                    <a:pt x="1061" y="506"/>
                  </a:lnTo>
                  <a:lnTo>
                    <a:pt x="1064" y="505"/>
                  </a:lnTo>
                  <a:lnTo>
                    <a:pt x="1067" y="504"/>
                  </a:lnTo>
                  <a:lnTo>
                    <a:pt x="1071" y="503"/>
                  </a:lnTo>
                  <a:lnTo>
                    <a:pt x="1075" y="502"/>
                  </a:lnTo>
                  <a:lnTo>
                    <a:pt x="1078" y="501"/>
                  </a:lnTo>
                  <a:lnTo>
                    <a:pt x="1082" y="501"/>
                  </a:lnTo>
                  <a:lnTo>
                    <a:pt x="1086" y="501"/>
                  </a:lnTo>
                  <a:lnTo>
                    <a:pt x="1089" y="502"/>
                  </a:lnTo>
                  <a:lnTo>
                    <a:pt x="1092" y="502"/>
                  </a:lnTo>
                  <a:lnTo>
                    <a:pt x="1095" y="502"/>
                  </a:lnTo>
                  <a:lnTo>
                    <a:pt x="1098" y="502"/>
                  </a:lnTo>
                  <a:lnTo>
                    <a:pt x="1101" y="503"/>
                  </a:lnTo>
                  <a:lnTo>
                    <a:pt x="1102" y="505"/>
                  </a:lnTo>
                  <a:lnTo>
                    <a:pt x="1104" y="507"/>
                  </a:lnTo>
                  <a:lnTo>
                    <a:pt x="1107" y="507"/>
                  </a:lnTo>
                  <a:lnTo>
                    <a:pt x="1112" y="506"/>
                  </a:lnTo>
                  <a:lnTo>
                    <a:pt x="1117" y="505"/>
                  </a:lnTo>
                  <a:lnTo>
                    <a:pt x="1120" y="506"/>
                  </a:lnTo>
                  <a:lnTo>
                    <a:pt x="1121" y="508"/>
                  </a:lnTo>
                  <a:lnTo>
                    <a:pt x="1120" y="511"/>
                  </a:lnTo>
                  <a:lnTo>
                    <a:pt x="1119" y="514"/>
                  </a:lnTo>
                  <a:lnTo>
                    <a:pt x="1119" y="515"/>
                  </a:lnTo>
                  <a:lnTo>
                    <a:pt x="1119" y="517"/>
                  </a:lnTo>
                  <a:lnTo>
                    <a:pt x="1119" y="519"/>
                  </a:lnTo>
                  <a:lnTo>
                    <a:pt x="1118" y="521"/>
                  </a:lnTo>
                  <a:close/>
                </a:path>
              </a:pathLst>
            </a:custGeom>
            <a:solidFill>
              <a:srgbClr val="ECB78D">
                <a:alpha val="9600"/>
              </a:srgbClr>
            </a:solidFill>
            <a:ln>
              <a:noFill/>
            </a:ln>
          </p:spPr>
          <p:txBody>
            <a:bodyPr anchor="ctr"/>
            <a:lstStyle/>
            <a:p>
              <a:pPr algn="ctr">
                <a:buNone/>
              </a:pPr>
            </a:p>
          </p:txBody>
        </p:sp>
        <p:sp>
          <p:nvSpPr>
            <p:cNvPr id="2970" name="addition:input:93"/>
            <p:cNvSpPr>
              <a:spLocks noGrp="1"/>
            </p:cNvSpPr>
            <p:nvPr/>
          </p:nvSpPr>
          <p:spPr>
            <a:xfrm>
              <a:off x="209550" y="5438775"/>
              <a:ext cx="1794053" cy="1023488"/>
            </a:xfrm>
            <a:custGeom>
              <a:avLst/>
              <a:gdLst/>
              <a:ahLst/>
              <a:cxnLst/>
              <a:rect l="l" t="t" r="r" b="b"/>
              <a:pathLst>
                <a:path w="1090" h="546">
                  <a:moveTo>
                    <a:pt x="0" y="0"/>
                  </a:moveTo>
                  <a:moveTo>
                    <a:pt x="1088" y="525"/>
                  </a:moveTo>
                  <a:lnTo>
                    <a:pt x="1090" y="527"/>
                  </a:lnTo>
                  <a:lnTo>
                    <a:pt x="1090" y="529"/>
                  </a:lnTo>
                  <a:lnTo>
                    <a:pt x="1089" y="531"/>
                  </a:lnTo>
                  <a:lnTo>
                    <a:pt x="1087" y="532"/>
                  </a:lnTo>
                  <a:lnTo>
                    <a:pt x="1085" y="534"/>
                  </a:lnTo>
                  <a:lnTo>
                    <a:pt x="1083" y="535"/>
                  </a:lnTo>
                  <a:lnTo>
                    <a:pt x="1079" y="536"/>
                  </a:lnTo>
                  <a:lnTo>
                    <a:pt x="1075" y="536"/>
                  </a:lnTo>
                  <a:lnTo>
                    <a:pt x="1072" y="537"/>
                  </a:lnTo>
                  <a:lnTo>
                    <a:pt x="1071" y="539"/>
                  </a:lnTo>
                  <a:lnTo>
                    <a:pt x="1071" y="542"/>
                  </a:lnTo>
                  <a:lnTo>
                    <a:pt x="1069" y="545"/>
                  </a:lnTo>
                  <a:lnTo>
                    <a:pt x="1066" y="546"/>
                  </a:lnTo>
                  <a:lnTo>
                    <a:pt x="1062" y="546"/>
                  </a:lnTo>
                  <a:lnTo>
                    <a:pt x="1058" y="545"/>
                  </a:lnTo>
                  <a:lnTo>
                    <a:pt x="1055" y="545"/>
                  </a:lnTo>
                  <a:lnTo>
                    <a:pt x="1052" y="546"/>
                  </a:lnTo>
                  <a:lnTo>
                    <a:pt x="1048" y="546"/>
                  </a:lnTo>
                  <a:lnTo>
                    <a:pt x="1045" y="546"/>
                  </a:lnTo>
                  <a:lnTo>
                    <a:pt x="1042" y="545"/>
                  </a:lnTo>
                  <a:lnTo>
                    <a:pt x="1039" y="543"/>
                  </a:lnTo>
                  <a:lnTo>
                    <a:pt x="1037" y="543"/>
                  </a:lnTo>
                  <a:lnTo>
                    <a:pt x="1034" y="542"/>
                  </a:lnTo>
                  <a:lnTo>
                    <a:pt x="1032" y="541"/>
                  </a:lnTo>
                  <a:lnTo>
                    <a:pt x="1031" y="539"/>
                  </a:lnTo>
                  <a:lnTo>
                    <a:pt x="1029" y="538"/>
                  </a:lnTo>
                  <a:lnTo>
                    <a:pt x="1027" y="537"/>
                  </a:lnTo>
                  <a:lnTo>
                    <a:pt x="1022" y="537"/>
                  </a:lnTo>
                  <a:lnTo>
                    <a:pt x="1018" y="537"/>
                  </a:lnTo>
                  <a:lnTo>
                    <a:pt x="1016" y="535"/>
                  </a:lnTo>
                  <a:lnTo>
                    <a:pt x="1017" y="533"/>
                  </a:lnTo>
                  <a:lnTo>
                    <a:pt x="1020" y="530"/>
                  </a:lnTo>
                  <a:lnTo>
                    <a:pt x="1023" y="528"/>
                  </a:lnTo>
                  <a:lnTo>
                    <a:pt x="1023" y="526"/>
                  </a:lnTo>
                  <a:lnTo>
                    <a:pt x="1023" y="525"/>
                  </a:lnTo>
                  <a:lnTo>
                    <a:pt x="1023" y="523"/>
                  </a:lnTo>
                  <a:lnTo>
                    <a:pt x="1024" y="521"/>
                  </a:lnTo>
                  <a:lnTo>
                    <a:pt x="1024" y="519"/>
                  </a:lnTo>
                  <a:lnTo>
                    <a:pt x="1024" y="518"/>
                  </a:lnTo>
                  <a:lnTo>
                    <a:pt x="1024" y="515"/>
                  </a:lnTo>
                  <a:lnTo>
                    <a:pt x="1024" y="513"/>
                  </a:lnTo>
                  <a:lnTo>
                    <a:pt x="1026" y="512"/>
                  </a:lnTo>
                  <a:lnTo>
                    <a:pt x="1029" y="511"/>
                  </a:lnTo>
                  <a:lnTo>
                    <a:pt x="1031" y="510"/>
                  </a:lnTo>
                  <a:lnTo>
                    <a:pt x="1032" y="508"/>
                  </a:lnTo>
                  <a:lnTo>
                    <a:pt x="1033" y="506"/>
                  </a:lnTo>
                  <a:lnTo>
                    <a:pt x="1035" y="504"/>
                  </a:lnTo>
                  <a:lnTo>
                    <a:pt x="1038" y="504"/>
                  </a:lnTo>
                  <a:lnTo>
                    <a:pt x="1042" y="506"/>
                  </a:lnTo>
                  <a:lnTo>
                    <a:pt x="1045" y="507"/>
                  </a:lnTo>
                  <a:lnTo>
                    <a:pt x="1047" y="508"/>
                  </a:lnTo>
                  <a:lnTo>
                    <a:pt x="1049" y="507"/>
                  </a:lnTo>
                  <a:lnTo>
                    <a:pt x="1051" y="505"/>
                  </a:lnTo>
                  <a:lnTo>
                    <a:pt x="1054" y="504"/>
                  </a:lnTo>
                  <a:lnTo>
                    <a:pt x="1057" y="504"/>
                  </a:lnTo>
                  <a:lnTo>
                    <a:pt x="1060" y="503"/>
                  </a:lnTo>
                  <a:lnTo>
                    <a:pt x="1063" y="503"/>
                  </a:lnTo>
                  <a:lnTo>
                    <a:pt x="1067" y="504"/>
                  </a:lnTo>
                  <a:lnTo>
                    <a:pt x="1069" y="506"/>
                  </a:lnTo>
                  <a:lnTo>
                    <a:pt x="1070" y="508"/>
                  </a:lnTo>
                  <a:lnTo>
                    <a:pt x="1070" y="511"/>
                  </a:lnTo>
                  <a:lnTo>
                    <a:pt x="1072" y="513"/>
                  </a:lnTo>
                  <a:lnTo>
                    <a:pt x="1075" y="513"/>
                  </a:lnTo>
                  <a:lnTo>
                    <a:pt x="1079" y="514"/>
                  </a:lnTo>
                  <a:lnTo>
                    <a:pt x="1081" y="515"/>
                  </a:lnTo>
                  <a:lnTo>
                    <a:pt x="1082" y="517"/>
                  </a:lnTo>
                  <a:lnTo>
                    <a:pt x="1081" y="520"/>
                  </a:lnTo>
                  <a:lnTo>
                    <a:pt x="1082" y="521"/>
                  </a:lnTo>
                  <a:lnTo>
                    <a:pt x="1084" y="523"/>
                  </a:lnTo>
                  <a:close/>
                </a:path>
              </a:pathLst>
            </a:custGeom>
            <a:solidFill>
              <a:srgbClr val="ECB78D">
                <a:alpha val="9600"/>
              </a:srgbClr>
            </a:solidFill>
            <a:ln>
              <a:noFill/>
            </a:ln>
          </p:spPr>
          <p:txBody>
            <a:bodyPr anchor="ctr"/>
            <a:lstStyle/>
            <a:p>
              <a:pPr algn="ctr">
                <a:buNone/>
              </a:pPr>
            </a:p>
          </p:txBody>
        </p:sp>
        <p:sp>
          <p:nvSpPr>
            <p:cNvPr id="2971" name="addition:input:94"/>
            <p:cNvSpPr>
              <a:spLocks noGrp="1"/>
            </p:cNvSpPr>
            <p:nvPr/>
          </p:nvSpPr>
          <p:spPr>
            <a:xfrm>
              <a:off x="209550" y="5438775"/>
              <a:ext cx="1729862" cy="1008492"/>
            </a:xfrm>
            <a:custGeom>
              <a:avLst/>
              <a:gdLst/>
              <a:ahLst/>
              <a:cxnLst/>
              <a:rect l="l" t="t" r="r" b="b"/>
              <a:pathLst>
                <a:path w="1051" h="538">
                  <a:moveTo>
                    <a:pt x="0" y="0"/>
                  </a:moveTo>
                  <a:moveTo>
                    <a:pt x="1046" y="517"/>
                  </a:moveTo>
                  <a:lnTo>
                    <a:pt x="1049" y="519"/>
                  </a:lnTo>
                  <a:lnTo>
                    <a:pt x="1051" y="521"/>
                  </a:lnTo>
                  <a:lnTo>
                    <a:pt x="1050" y="522"/>
                  </a:lnTo>
                  <a:lnTo>
                    <a:pt x="1048" y="523"/>
                  </a:lnTo>
                  <a:lnTo>
                    <a:pt x="1046" y="525"/>
                  </a:lnTo>
                  <a:lnTo>
                    <a:pt x="1046" y="526"/>
                  </a:lnTo>
                  <a:lnTo>
                    <a:pt x="1046" y="528"/>
                  </a:lnTo>
                  <a:lnTo>
                    <a:pt x="1045" y="529"/>
                  </a:lnTo>
                  <a:lnTo>
                    <a:pt x="1043" y="530"/>
                  </a:lnTo>
                  <a:lnTo>
                    <a:pt x="1041" y="531"/>
                  </a:lnTo>
                  <a:lnTo>
                    <a:pt x="1038" y="531"/>
                  </a:lnTo>
                  <a:lnTo>
                    <a:pt x="1037" y="532"/>
                  </a:lnTo>
                  <a:lnTo>
                    <a:pt x="1035" y="532"/>
                  </a:lnTo>
                  <a:lnTo>
                    <a:pt x="1032" y="532"/>
                  </a:lnTo>
                  <a:lnTo>
                    <a:pt x="1030" y="532"/>
                  </a:lnTo>
                  <a:lnTo>
                    <a:pt x="1028" y="533"/>
                  </a:lnTo>
                  <a:lnTo>
                    <a:pt x="1026" y="535"/>
                  </a:lnTo>
                  <a:lnTo>
                    <a:pt x="1023" y="537"/>
                  </a:lnTo>
                  <a:lnTo>
                    <a:pt x="1020" y="538"/>
                  </a:lnTo>
                  <a:lnTo>
                    <a:pt x="1017" y="537"/>
                  </a:lnTo>
                  <a:lnTo>
                    <a:pt x="1015" y="535"/>
                  </a:lnTo>
                  <a:lnTo>
                    <a:pt x="1013" y="533"/>
                  </a:lnTo>
                  <a:lnTo>
                    <a:pt x="1011" y="531"/>
                  </a:lnTo>
                  <a:lnTo>
                    <a:pt x="1009" y="531"/>
                  </a:lnTo>
                  <a:lnTo>
                    <a:pt x="1006" y="530"/>
                  </a:lnTo>
                  <a:lnTo>
                    <a:pt x="1004" y="529"/>
                  </a:lnTo>
                  <a:lnTo>
                    <a:pt x="1003" y="528"/>
                  </a:lnTo>
                  <a:lnTo>
                    <a:pt x="1001" y="527"/>
                  </a:lnTo>
                  <a:lnTo>
                    <a:pt x="999" y="526"/>
                  </a:lnTo>
                  <a:lnTo>
                    <a:pt x="996" y="525"/>
                  </a:lnTo>
                  <a:lnTo>
                    <a:pt x="995" y="524"/>
                  </a:lnTo>
                  <a:lnTo>
                    <a:pt x="995" y="522"/>
                  </a:lnTo>
                  <a:lnTo>
                    <a:pt x="995" y="520"/>
                  </a:lnTo>
                  <a:lnTo>
                    <a:pt x="994" y="519"/>
                  </a:lnTo>
                  <a:lnTo>
                    <a:pt x="993" y="517"/>
                  </a:lnTo>
                  <a:lnTo>
                    <a:pt x="992" y="515"/>
                  </a:lnTo>
                  <a:lnTo>
                    <a:pt x="993" y="514"/>
                  </a:lnTo>
                  <a:lnTo>
                    <a:pt x="997" y="512"/>
                  </a:lnTo>
                  <a:lnTo>
                    <a:pt x="1001" y="512"/>
                  </a:lnTo>
                  <a:lnTo>
                    <a:pt x="1004" y="511"/>
                  </a:lnTo>
                  <a:lnTo>
                    <a:pt x="1004" y="509"/>
                  </a:lnTo>
                  <a:lnTo>
                    <a:pt x="1004" y="507"/>
                  </a:lnTo>
                  <a:lnTo>
                    <a:pt x="1004" y="505"/>
                  </a:lnTo>
                  <a:lnTo>
                    <a:pt x="1005" y="504"/>
                  </a:lnTo>
                  <a:lnTo>
                    <a:pt x="1007" y="502"/>
                  </a:lnTo>
                  <a:lnTo>
                    <a:pt x="1009" y="501"/>
                  </a:lnTo>
                  <a:lnTo>
                    <a:pt x="1011" y="500"/>
                  </a:lnTo>
                  <a:lnTo>
                    <a:pt x="1013" y="499"/>
                  </a:lnTo>
                  <a:lnTo>
                    <a:pt x="1016" y="499"/>
                  </a:lnTo>
                  <a:lnTo>
                    <a:pt x="1019" y="500"/>
                  </a:lnTo>
                  <a:lnTo>
                    <a:pt x="1022" y="501"/>
                  </a:lnTo>
                  <a:lnTo>
                    <a:pt x="1023" y="501"/>
                  </a:lnTo>
                  <a:lnTo>
                    <a:pt x="1025" y="500"/>
                  </a:lnTo>
                  <a:lnTo>
                    <a:pt x="1028" y="499"/>
                  </a:lnTo>
                  <a:lnTo>
                    <a:pt x="1030" y="500"/>
                  </a:lnTo>
                  <a:lnTo>
                    <a:pt x="1031" y="501"/>
                  </a:lnTo>
                  <a:lnTo>
                    <a:pt x="1032" y="503"/>
                  </a:lnTo>
                  <a:lnTo>
                    <a:pt x="1034" y="503"/>
                  </a:lnTo>
                  <a:lnTo>
                    <a:pt x="1037" y="502"/>
                  </a:lnTo>
                  <a:lnTo>
                    <a:pt x="1040" y="502"/>
                  </a:lnTo>
                  <a:lnTo>
                    <a:pt x="1042" y="503"/>
                  </a:lnTo>
                  <a:lnTo>
                    <a:pt x="1043" y="504"/>
                  </a:lnTo>
                  <a:lnTo>
                    <a:pt x="1044" y="506"/>
                  </a:lnTo>
                  <a:lnTo>
                    <a:pt x="1045" y="507"/>
                  </a:lnTo>
                  <a:lnTo>
                    <a:pt x="1045" y="509"/>
                  </a:lnTo>
                  <a:lnTo>
                    <a:pt x="1045" y="511"/>
                  </a:lnTo>
                  <a:lnTo>
                    <a:pt x="1043" y="513"/>
                  </a:lnTo>
                  <a:lnTo>
                    <a:pt x="1042" y="514"/>
                  </a:lnTo>
                  <a:lnTo>
                    <a:pt x="1043" y="516"/>
                  </a:lnTo>
                  <a:close/>
                </a:path>
              </a:pathLst>
            </a:custGeom>
            <a:solidFill>
              <a:srgbClr val="ECB78D">
                <a:alpha val="9600"/>
              </a:srgbClr>
            </a:solidFill>
            <a:ln>
              <a:noFill/>
            </a:ln>
          </p:spPr>
          <p:txBody>
            <a:bodyPr anchor="ctr"/>
            <a:lstStyle/>
            <a:p>
              <a:pPr algn="ctr">
                <a:buNone/>
              </a:pPr>
            </a:p>
          </p:txBody>
        </p:sp>
        <p:sp>
          <p:nvSpPr>
            <p:cNvPr id="2972" name="addition:input:95"/>
            <p:cNvSpPr>
              <a:spLocks noGrp="1"/>
            </p:cNvSpPr>
            <p:nvPr/>
          </p:nvSpPr>
          <p:spPr>
            <a:xfrm>
              <a:off x="209550" y="5438775"/>
              <a:ext cx="1825325" cy="1010366"/>
            </a:xfrm>
            <a:custGeom>
              <a:avLst/>
              <a:gdLst/>
              <a:ahLst/>
              <a:cxnLst/>
              <a:rect l="l" t="t" r="r" b="b"/>
              <a:pathLst>
                <a:path w="1109" h="539">
                  <a:moveTo>
                    <a:pt x="0" y="0"/>
                  </a:moveTo>
                  <a:moveTo>
                    <a:pt x="1102" y="514"/>
                  </a:moveTo>
                  <a:lnTo>
                    <a:pt x="1100" y="516"/>
                  </a:lnTo>
                  <a:lnTo>
                    <a:pt x="1100" y="518"/>
                  </a:lnTo>
                  <a:lnTo>
                    <a:pt x="1103" y="520"/>
                  </a:lnTo>
                  <a:lnTo>
                    <a:pt x="1106" y="522"/>
                  </a:lnTo>
                  <a:lnTo>
                    <a:pt x="1107" y="525"/>
                  </a:lnTo>
                  <a:lnTo>
                    <a:pt x="1105" y="527"/>
                  </a:lnTo>
                  <a:lnTo>
                    <a:pt x="1101" y="528"/>
                  </a:lnTo>
                  <a:lnTo>
                    <a:pt x="1097" y="529"/>
                  </a:lnTo>
                  <a:lnTo>
                    <a:pt x="1095" y="530"/>
                  </a:lnTo>
                  <a:lnTo>
                    <a:pt x="1095" y="532"/>
                  </a:lnTo>
                  <a:lnTo>
                    <a:pt x="1093" y="534"/>
                  </a:lnTo>
                  <a:lnTo>
                    <a:pt x="1090" y="535"/>
                  </a:lnTo>
                  <a:lnTo>
                    <a:pt x="1086" y="534"/>
                  </a:lnTo>
                  <a:lnTo>
                    <a:pt x="1082" y="534"/>
                  </a:lnTo>
                  <a:lnTo>
                    <a:pt x="1080" y="534"/>
                  </a:lnTo>
                  <a:lnTo>
                    <a:pt x="1077" y="535"/>
                  </a:lnTo>
                  <a:lnTo>
                    <a:pt x="1074" y="535"/>
                  </a:lnTo>
                  <a:lnTo>
                    <a:pt x="1071" y="535"/>
                  </a:lnTo>
                  <a:lnTo>
                    <a:pt x="1068" y="536"/>
                  </a:lnTo>
                  <a:lnTo>
                    <a:pt x="1064" y="537"/>
                  </a:lnTo>
                  <a:lnTo>
                    <a:pt x="1059" y="538"/>
                  </a:lnTo>
                  <a:lnTo>
                    <a:pt x="1054" y="539"/>
                  </a:lnTo>
                  <a:lnTo>
                    <a:pt x="1050" y="537"/>
                  </a:lnTo>
                  <a:lnTo>
                    <a:pt x="1049" y="534"/>
                  </a:lnTo>
                  <a:lnTo>
                    <a:pt x="1048" y="531"/>
                  </a:lnTo>
                  <a:lnTo>
                    <a:pt x="1047" y="528"/>
                  </a:lnTo>
                  <a:lnTo>
                    <a:pt x="1044" y="527"/>
                  </a:lnTo>
                  <a:lnTo>
                    <a:pt x="1040" y="527"/>
                  </a:lnTo>
                  <a:lnTo>
                    <a:pt x="1036" y="525"/>
                  </a:lnTo>
                  <a:lnTo>
                    <a:pt x="1034" y="524"/>
                  </a:lnTo>
                  <a:lnTo>
                    <a:pt x="1033" y="522"/>
                  </a:lnTo>
                  <a:lnTo>
                    <a:pt x="1031" y="520"/>
                  </a:lnTo>
                  <a:lnTo>
                    <a:pt x="1028" y="518"/>
                  </a:lnTo>
                  <a:lnTo>
                    <a:pt x="1026" y="516"/>
                  </a:lnTo>
                  <a:lnTo>
                    <a:pt x="1025" y="514"/>
                  </a:lnTo>
                  <a:lnTo>
                    <a:pt x="1026" y="512"/>
                  </a:lnTo>
                  <a:lnTo>
                    <a:pt x="1027" y="510"/>
                  </a:lnTo>
                  <a:lnTo>
                    <a:pt x="1027" y="508"/>
                  </a:lnTo>
                  <a:lnTo>
                    <a:pt x="1026" y="505"/>
                  </a:lnTo>
                  <a:lnTo>
                    <a:pt x="1029" y="503"/>
                  </a:lnTo>
                  <a:lnTo>
                    <a:pt x="1033" y="502"/>
                  </a:lnTo>
                  <a:lnTo>
                    <a:pt x="1040" y="502"/>
                  </a:lnTo>
                  <a:lnTo>
                    <a:pt x="1044" y="502"/>
                  </a:lnTo>
                  <a:lnTo>
                    <a:pt x="1046" y="500"/>
                  </a:lnTo>
                  <a:lnTo>
                    <a:pt x="1046" y="498"/>
                  </a:lnTo>
                  <a:lnTo>
                    <a:pt x="1047" y="494"/>
                  </a:lnTo>
                  <a:lnTo>
                    <a:pt x="1050" y="492"/>
                  </a:lnTo>
                  <a:lnTo>
                    <a:pt x="1054" y="491"/>
                  </a:lnTo>
                  <a:lnTo>
                    <a:pt x="1058" y="491"/>
                  </a:lnTo>
                  <a:lnTo>
                    <a:pt x="1062" y="490"/>
                  </a:lnTo>
                  <a:lnTo>
                    <a:pt x="1066" y="490"/>
                  </a:lnTo>
                  <a:lnTo>
                    <a:pt x="1071" y="490"/>
                  </a:lnTo>
                  <a:lnTo>
                    <a:pt x="1074" y="492"/>
                  </a:lnTo>
                  <a:lnTo>
                    <a:pt x="1078" y="494"/>
                  </a:lnTo>
                  <a:lnTo>
                    <a:pt x="1081" y="494"/>
                  </a:lnTo>
                  <a:lnTo>
                    <a:pt x="1084" y="493"/>
                  </a:lnTo>
                  <a:lnTo>
                    <a:pt x="1088" y="493"/>
                  </a:lnTo>
                  <a:lnTo>
                    <a:pt x="1091" y="494"/>
                  </a:lnTo>
                  <a:lnTo>
                    <a:pt x="1093" y="496"/>
                  </a:lnTo>
                  <a:lnTo>
                    <a:pt x="1094" y="498"/>
                  </a:lnTo>
                  <a:lnTo>
                    <a:pt x="1096" y="499"/>
                  </a:lnTo>
                  <a:lnTo>
                    <a:pt x="1100" y="499"/>
                  </a:lnTo>
                  <a:lnTo>
                    <a:pt x="1105" y="499"/>
                  </a:lnTo>
                  <a:lnTo>
                    <a:pt x="1109" y="501"/>
                  </a:lnTo>
                  <a:lnTo>
                    <a:pt x="1109" y="503"/>
                  </a:lnTo>
                  <a:lnTo>
                    <a:pt x="1108" y="506"/>
                  </a:lnTo>
                  <a:lnTo>
                    <a:pt x="1106" y="508"/>
                  </a:lnTo>
                  <a:lnTo>
                    <a:pt x="1105" y="510"/>
                  </a:lnTo>
                  <a:lnTo>
                    <a:pt x="1104" y="512"/>
                  </a:lnTo>
                  <a:close/>
                </a:path>
              </a:pathLst>
            </a:custGeom>
            <a:solidFill>
              <a:srgbClr val="ECB78D">
                <a:alpha val="9600"/>
              </a:srgbClr>
            </a:solidFill>
            <a:ln>
              <a:noFill/>
            </a:ln>
          </p:spPr>
          <p:txBody>
            <a:bodyPr anchor="ctr"/>
            <a:lstStyle/>
            <a:p>
              <a:pPr algn="ctr">
                <a:buNone/>
              </a:pPr>
            </a:p>
          </p:txBody>
        </p:sp>
        <p:sp>
          <p:nvSpPr>
            <p:cNvPr id="2973" name="addition:input:96"/>
            <p:cNvSpPr>
              <a:spLocks noGrp="1"/>
            </p:cNvSpPr>
            <p:nvPr/>
          </p:nvSpPr>
          <p:spPr>
            <a:xfrm>
              <a:off x="209550" y="5438775"/>
              <a:ext cx="1854952" cy="1029111"/>
            </a:xfrm>
            <a:custGeom>
              <a:avLst/>
              <a:gdLst/>
              <a:ahLst/>
              <a:cxnLst/>
              <a:rect l="l" t="t" r="r" b="b"/>
              <a:pathLst>
                <a:path w="1127" h="549">
                  <a:moveTo>
                    <a:pt x="0" y="0"/>
                  </a:moveTo>
                  <a:moveTo>
                    <a:pt x="1127" y="510"/>
                  </a:moveTo>
                  <a:lnTo>
                    <a:pt x="1126" y="513"/>
                  </a:lnTo>
                  <a:lnTo>
                    <a:pt x="1124" y="516"/>
                  </a:lnTo>
                  <a:lnTo>
                    <a:pt x="1124" y="519"/>
                  </a:lnTo>
                  <a:lnTo>
                    <a:pt x="1124" y="522"/>
                  </a:lnTo>
                  <a:lnTo>
                    <a:pt x="1122" y="525"/>
                  </a:lnTo>
                  <a:lnTo>
                    <a:pt x="1118" y="527"/>
                  </a:lnTo>
                  <a:lnTo>
                    <a:pt x="1114" y="529"/>
                  </a:lnTo>
                  <a:lnTo>
                    <a:pt x="1111" y="531"/>
                  </a:lnTo>
                  <a:lnTo>
                    <a:pt x="1108" y="533"/>
                  </a:lnTo>
                  <a:lnTo>
                    <a:pt x="1105" y="535"/>
                  </a:lnTo>
                  <a:lnTo>
                    <a:pt x="1100" y="536"/>
                  </a:lnTo>
                  <a:lnTo>
                    <a:pt x="1094" y="536"/>
                  </a:lnTo>
                  <a:lnTo>
                    <a:pt x="1089" y="536"/>
                  </a:lnTo>
                  <a:lnTo>
                    <a:pt x="1085" y="539"/>
                  </a:lnTo>
                  <a:lnTo>
                    <a:pt x="1082" y="543"/>
                  </a:lnTo>
                  <a:lnTo>
                    <a:pt x="1077" y="547"/>
                  </a:lnTo>
                  <a:lnTo>
                    <a:pt x="1071" y="549"/>
                  </a:lnTo>
                  <a:lnTo>
                    <a:pt x="1064" y="547"/>
                  </a:lnTo>
                  <a:lnTo>
                    <a:pt x="1059" y="544"/>
                  </a:lnTo>
                  <a:lnTo>
                    <a:pt x="1054" y="541"/>
                  </a:lnTo>
                  <a:lnTo>
                    <a:pt x="1049" y="540"/>
                  </a:lnTo>
                  <a:lnTo>
                    <a:pt x="1045" y="538"/>
                  </a:lnTo>
                  <a:lnTo>
                    <a:pt x="1041" y="536"/>
                  </a:lnTo>
                  <a:lnTo>
                    <a:pt x="1038" y="534"/>
                  </a:lnTo>
                  <a:lnTo>
                    <a:pt x="1034" y="533"/>
                  </a:lnTo>
                  <a:lnTo>
                    <a:pt x="1028" y="533"/>
                  </a:lnTo>
                  <a:lnTo>
                    <a:pt x="1022" y="533"/>
                  </a:lnTo>
                  <a:lnTo>
                    <a:pt x="1018" y="531"/>
                  </a:lnTo>
                  <a:lnTo>
                    <a:pt x="1017" y="528"/>
                  </a:lnTo>
                  <a:lnTo>
                    <a:pt x="1017" y="524"/>
                  </a:lnTo>
                  <a:lnTo>
                    <a:pt x="1017" y="521"/>
                  </a:lnTo>
                  <a:lnTo>
                    <a:pt x="1013" y="519"/>
                  </a:lnTo>
                  <a:lnTo>
                    <a:pt x="1009" y="516"/>
                  </a:lnTo>
                  <a:lnTo>
                    <a:pt x="1008" y="513"/>
                  </a:lnTo>
                  <a:lnTo>
                    <a:pt x="1011" y="510"/>
                  </a:lnTo>
                  <a:lnTo>
                    <a:pt x="1018" y="507"/>
                  </a:lnTo>
                  <a:lnTo>
                    <a:pt x="1024" y="505"/>
                  </a:lnTo>
                  <a:lnTo>
                    <a:pt x="1026" y="502"/>
                  </a:lnTo>
                  <a:lnTo>
                    <a:pt x="1027" y="500"/>
                  </a:lnTo>
                  <a:lnTo>
                    <a:pt x="1027" y="497"/>
                  </a:lnTo>
                  <a:lnTo>
                    <a:pt x="1028" y="494"/>
                  </a:lnTo>
                  <a:lnTo>
                    <a:pt x="1029" y="491"/>
                  </a:lnTo>
                  <a:lnTo>
                    <a:pt x="1030" y="487"/>
                  </a:lnTo>
                  <a:lnTo>
                    <a:pt x="1030" y="483"/>
                  </a:lnTo>
                  <a:lnTo>
                    <a:pt x="1033" y="480"/>
                  </a:lnTo>
                  <a:lnTo>
                    <a:pt x="1039" y="479"/>
                  </a:lnTo>
                  <a:lnTo>
                    <a:pt x="1046" y="481"/>
                  </a:lnTo>
                  <a:lnTo>
                    <a:pt x="1051" y="482"/>
                  </a:lnTo>
                  <a:lnTo>
                    <a:pt x="1055" y="482"/>
                  </a:lnTo>
                  <a:lnTo>
                    <a:pt x="1058" y="480"/>
                  </a:lnTo>
                  <a:lnTo>
                    <a:pt x="1061" y="477"/>
                  </a:lnTo>
                  <a:lnTo>
                    <a:pt x="1065" y="477"/>
                  </a:lnTo>
                  <a:lnTo>
                    <a:pt x="1069" y="478"/>
                  </a:lnTo>
                  <a:lnTo>
                    <a:pt x="1073" y="480"/>
                  </a:lnTo>
                  <a:lnTo>
                    <a:pt x="1077" y="481"/>
                  </a:lnTo>
                  <a:lnTo>
                    <a:pt x="1081" y="480"/>
                  </a:lnTo>
                  <a:lnTo>
                    <a:pt x="1086" y="479"/>
                  </a:lnTo>
                  <a:lnTo>
                    <a:pt x="1091" y="479"/>
                  </a:lnTo>
                  <a:lnTo>
                    <a:pt x="1095" y="481"/>
                  </a:lnTo>
                  <a:lnTo>
                    <a:pt x="1100" y="482"/>
                  </a:lnTo>
                  <a:lnTo>
                    <a:pt x="1104" y="484"/>
                  </a:lnTo>
                  <a:lnTo>
                    <a:pt x="1108" y="486"/>
                  </a:lnTo>
                  <a:lnTo>
                    <a:pt x="1110" y="490"/>
                  </a:lnTo>
                  <a:lnTo>
                    <a:pt x="1108" y="494"/>
                  </a:lnTo>
                  <a:lnTo>
                    <a:pt x="1105" y="498"/>
                  </a:lnTo>
                  <a:lnTo>
                    <a:pt x="1105" y="501"/>
                  </a:lnTo>
                  <a:lnTo>
                    <a:pt x="1110" y="503"/>
                  </a:lnTo>
                  <a:lnTo>
                    <a:pt x="1118" y="504"/>
                  </a:lnTo>
                  <a:lnTo>
                    <a:pt x="1125" y="507"/>
                  </a:lnTo>
                  <a:close/>
                </a:path>
              </a:pathLst>
            </a:custGeom>
            <a:solidFill>
              <a:srgbClr val="E18B48">
                <a:alpha val="11100"/>
              </a:srgbClr>
            </a:solidFill>
            <a:ln>
              <a:noFill/>
            </a:ln>
          </p:spPr>
          <p:txBody>
            <a:bodyPr anchor="ctr"/>
            <a:lstStyle/>
            <a:p>
              <a:pPr algn="ctr">
                <a:buNone/>
              </a:pPr>
            </a:p>
          </p:txBody>
        </p:sp>
        <p:sp>
          <p:nvSpPr>
            <p:cNvPr id="2974" name="addition:input:97"/>
            <p:cNvSpPr>
              <a:spLocks noGrp="1"/>
            </p:cNvSpPr>
            <p:nvPr/>
          </p:nvSpPr>
          <p:spPr>
            <a:xfrm>
              <a:off x="209550" y="5438775"/>
              <a:ext cx="1767718" cy="974750"/>
            </a:xfrm>
            <a:custGeom>
              <a:avLst/>
              <a:gdLst/>
              <a:ahLst/>
              <a:cxnLst/>
              <a:rect l="l" t="t" r="r" b="b"/>
              <a:pathLst>
                <a:path w="1074" h="520">
                  <a:moveTo>
                    <a:pt x="0" y="0"/>
                  </a:moveTo>
                  <a:moveTo>
                    <a:pt x="1073" y="501"/>
                  </a:moveTo>
                  <a:lnTo>
                    <a:pt x="1074" y="503"/>
                  </a:lnTo>
                  <a:lnTo>
                    <a:pt x="1074" y="504"/>
                  </a:lnTo>
                  <a:lnTo>
                    <a:pt x="1073" y="506"/>
                  </a:lnTo>
                  <a:lnTo>
                    <a:pt x="1071" y="507"/>
                  </a:lnTo>
                  <a:lnTo>
                    <a:pt x="1069" y="508"/>
                  </a:lnTo>
                  <a:lnTo>
                    <a:pt x="1068" y="509"/>
                  </a:lnTo>
                  <a:lnTo>
                    <a:pt x="1068" y="511"/>
                  </a:lnTo>
                  <a:lnTo>
                    <a:pt x="1066" y="512"/>
                  </a:lnTo>
                  <a:lnTo>
                    <a:pt x="1063" y="512"/>
                  </a:lnTo>
                  <a:lnTo>
                    <a:pt x="1060" y="512"/>
                  </a:lnTo>
                  <a:lnTo>
                    <a:pt x="1058" y="513"/>
                  </a:lnTo>
                  <a:lnTo>
                    <a:pt x="1057" y="514"/>
                  </a:lnTo>
                  <a:lnTo>
                    <a:pt x="1056" y="517"/>
                  </a:lnTo>
                  <a:lnTo>
                    <a:pt x="1054" y="519"/>
                  </a:lnTo>
                  <a:lnTo>
                    <a:pt x="1051" y="520"/>
                  </a:lnTo>
                  <a:lnTo>
                    <a:pt x="1048" y="519"/>
                  </a:lnTo>
                  <a:lnTo>
                    <a:pt x="1046" y="519"/>
                  </a:lnTo>
                  <a:lnTo>
                    <a:pt x="1043" y="518"/>
                  </a:lnTo>
                  <a:lnTo>
                    <a:pt x="1041" y="517"/>
                  </a:lnTo>
                  <a:lnTo>
                    <a:pt x="1039" y="516"/>
                  </a:lnTo>
                  <a:lnTo>
                    <a:pt x="1037" y="515"/>
                  </a:lnTo>
                  <a:lnTo>
                    <a:pt x="1036" y="514"/>
                  </a:lnTo>
                  <a:lnTo>
                    <a:pt x="1034" y="514"/>
                  </a:lnTo>
                  <a:lnTo>
                    <a:pt x="1031" y="514"/>
                  </a:lnTo>
                  <a:lnTo>
                    <a:pt x="1028" y="515"/>
                  </a:lnTo>
                  <a:lnTo>
                    <a:pt x="1026" y="514"/>
                  </a:lnTo>
                  <a:lnTo>
                    <a:pt x="1026" y="512"/>
                  </a:lnTo>
                  <a:lnTo>
                    <a:pt x="1026" y="511"/>
                  </a:lnTo>
                  <a:lnTo>
                    <a:pt x="1025" y="509"/>
                  </a:lnTo>
                  <a:lnTo>
                    <a:pt x="1023" y="508"/>
                  </a:lnTo>
                  <a:lnTo>
                    <a:pt x="1021" y="507"/>
                  </a:lnTo>
                  <a:lnTo>
                    <a:pt x="1020" y="506"/>
                  </a:lnTo>
                  <a:lnTo>
                    <a:pt x="1021" y="504"/>
                  </a:lnTo>
                  <a:lnTo>
                    <a:pt x="1023" y="502"/>
                  </a:lnTo>
                  <a:lnTo>
                    <a:pt x="1025" y="501"/>
                  </a:lnTo>
                  <a:lnTo>
                    <a:pt x="1025" y="500"/>
                  </a:lnTo>
                  <a:lnTo>
                    <a:pt x="1026" y="498"/>
                  </a:lnTo>
                  <a:lnTo>
                    <a:pt x="1026" y="497"/>
                  </a:lnTo>
                  <a:lnTo>
                    <a:pt x="1027" y="496"/>
                  </a:lnTo>
                  <a:lnTo>
                    <a:pt x="1027" y="494"/>
                  </a:lnTo>
                  <a:lnTo>
                    <a:pt x="1026" y="492"/>
                  </a:lnTo>
                  <a:lnTo>
                    <a:pt x="1025" y="490"/>
                  </a:lnTo>
                  <a:lnTo>
                    <a:pt x="1025" y="488"/>
                  </a:lnTo>
                  <a:lnTo>
                    <a:pt x="1028" y="487"/>
                  </a:lnTo>
                  <a:lnTo>
                    <a:pt x="1031" y="488"/>
                  </a:lnTo>
                  <a:lnTo>
                    <a:pt x="1034" y="488"/>
                  </a:lnTo>
                  <a:lnTo>
                    <a:pt x="1035" y="488"/>
                  </a:lnTo>
                  <a:lnTo>
                    <a:pt x="1037" y="486"/>
                  </a:lnTo>
                  <a:lnTo>
                    <a:pt x="1038" y="485"/>
                  </a:lnTo>
                  <a:lnTo>
                    <a:pt x="1040" y="485"/>
                  </a:lnTo>
                  <a:lnTo>
                    <a:pt x="1042" y="485"/>
                  </a:lnTo>
                  <a:lnTo>
                    <a:pt x="1043" y="486"/>
                  </a:lnTo>
                  <a:lnTo>
                    <a:pt x="1045" y="485"/>
                  </a:lnTo>
                  <a:lnTo>
                    <a:pt x="1047" y="485"/>
                  </a:lnTo>
                  <a:lnTo>
                    <a:pt x="1050" y="484"/>
                  </a:lnTo>
                  <a:lnTo>
                    <a:pt x="1052" y="485"/>
                  </a:lnTo>
                  <a:lnTo>
                    <a:pt x="1054" y="485"/>
                  </a:lnTo>
                  <a:lnTo>
                    <a:pt x="1056" y="485"/>
                  </a:lnTo>
                  <a:lnTo>
                    <a:pt x="1059" y="485"/>
                  </a:lnTo>
                  <a:lnTo>
                    <a:pt x="1062" y="486"/>
                  </a:lnTo>
                  <a:lnTo>
                    <a:pt x="1063" y="488"/>
                  </a:lnTo>
                  <a:lnTo>
                    <a:pt x="1063" y="490"/>
                  </a:lnTo>
                  <a:lnTo>
                    <a:pt x="1062" y="493"/>
                  </a:lnTo>
                  <a:lnTo>
                    <a:pt x="1062" y="494"/>
                  </a:lnTo>
                  <a:lnTo>
                    <a:pt x="1065" y="495"/>
                  </a:lnTo>
                  <a:lnTo>
                    <a:pt x="1068" y="495"/>
                  </a:lnTo>
                  <a:lnTo>
                    <a:pt x="1071" y="496"/>
                  </a:lnTo>
                  <a:lnTo>
                    <a:pt x="1072" y="498"/>
                  </a:lnTo>
                  <a:lnTo>
                    <a:pt x="1073" y="499"/>
                  </a:lnTo>
                  <a:close/>
                </a:path>
              </a:pathLst>
            </a:custGeom>
            <a:solidFill>
              <a:srgbClr val="DE8036">
                <a:alpha val="10800"/>
              </a:srgbClr>
            </a:solidFill>
            <a:ln>
              <a:noFill/>
            </a:ln>
          </p:spPr>
          <p:txBody>
            <a:bodyPr anchor="ctr"/>
            <a:lstStyle/>
            <a:p>
              <a:pPr algn="ctr">
                <a:buNone/>
              </a:pPr>
            </a:p>
          </p:txBody>
        </p:sp>
        <p:sp>
          <p:nvSpPr>
            <p:cNvPr id="2975" name="addition:input:98"/>
            <p:cNvSpPr>
              <a:spLocks noGrp="1"/>
            </p:cNvSpPr>
            <p:nvPr/>
          </p:nvSpPr>
          <p:spPr>
            <a:xfrm>
              <a:off x="209550" y="5438775"/>
              <a:ext cx="1817096" cy="957880"/>
            </a:xfrm>
            <a:custGeom>
              <a:avLst/>
              <a:gdLst/>
              <a:ahLst/>
              <a:cxnLst/>
              <a:rect l="l" t="t" r="r" b="b"/>
              <a:pathLst>
                <a:path w="1104" h="511">
                  <a:moveTo>
                    <a:pt x="0" y="0"/>
                  </a:moveTo>
                  <a:moveTo>
                    <a:pt x="1103" y="496"/>
                  </a:moveTo>
                  <a:lnTo>
                    <a:pt x="1102" y="497"/>
                  </a:lnTo>
                  <a:lnTo>
                    <a:pt x="1102" y="498"/>
                  </a:lnTo>
                  <a:lnTo>
                    <a:pt x="1103" y="499"/>
                  </a:lnTo>
                  <a:lnTo>
                    <a:pt x="1102" y="501"/>
                  </a:lnTo>
                  <a:lnTo>
                    <a:pt x="1101" y="502"/>
                  </a:lnTo>
                  <a:lnTo>
                    <a:pt x="1099" y="502"/>
                  </a:lnTo>
                  <a:lnTo>
                    <a:pt x="1097" y="503"/>
                  </a:lnTo>
                  <a:lnTo>
                    <a:pt x="1096" y="504"/>
                  </a:lnTo>
                  <a:lnTo>
                    <a:pt x="1094" y="504"/>
                  </a:lnTo>
                  <a:lnTo>
                    <a:pt x="1093" y="505"/>
                  </a:lnTo>
                  <a:lnTo>
                    <a:pt x="1091" y="506"/>
                  </a:lnTo>
                  <a:lnTo>
                    <a:pt x="1090" y="506"/>
                  </a:lnTo>
                  <a:lnTo>
                    <a:pt x="1089" y="508"/>
                  </a:lnTo>
                  <a:lnTo>
                    <a:pt x="1087" y="510"/>
                  </a:lnTo>
                  <a:lnTo>
                    <a:pt x="1085" y="511"/>
                  </a:lnTo>
                  <a:lnTo>
                    <a:pt x="1083" y="510"/>
                  </a:lnTo>
                  <a:lnTo>
                    <a:pt x="1081" y="509"/>
                  </a:lnTo>
                  <a:lnTo>
                    <a:pt x="1079" y="508"/>
                  </a:lnTo>
                  <a:lnTo>
                    <a:pt x="1077" y="507"/>
                  </a:lnTo>
                  <a:lnTo>
                    <a:pt x="1076" y="507"/>
                  </a:lnTo>
                  <a:lnTo>
                    <a:pt x="1074" y="507"/>
                  </a:lnTo>
                  <a:lnTo>
                    <a:pt x="1072" y="507"/>
                  </a:lnTo>
                  <a:lnTo>
                    <a:pt x="1071" y="507"/>
                  </a:lnTo>
                  <a:lnTo>
                    <a:pt x="1070" y="506"/>
                  </a:lnTo>
                  <a:lnTo>
                    <a:pt x="1068" y="506"/>
                  </a:lnTo>
                  <a:lnTo>
                    <a:pt x="1066" y="505"/>
                  </a:lnTo>
                  <a:lnTo>
                    <a:pt x="1065" y="505"/>
                  </a:lnTo>
                  <a:lnTo>
                    <a:pt x="1064" y="504"/>
                  </a:lnTo>
                  <a:lnTo>
                    <a:pt x="1064" y="502"/>
                  </a:lnTo>
                  <a:lnTo>
                    <a:pt x="1063" y="502"/>
                  </a:lnTo>
                  <a:lnTo>
                    <a:pt x="1062" y="501"/>
                  </a:lnTo>
                  <a:lnTo>
                    <a:pt x="1061" y="500"/>
                  </a:lnTo>
                  <a:lnTo>
                    <a:pt x="1061" y="498"/>
                  </a:lnTo>
                  <a:lnTo>
                    <a:pt x="1063" y="497"/>
                  </a:lnTo>
                  <a:lnTo>
                    <a:pt x="1066" y="496"/>
                  </a:lnTo>
                  <a:lnTo>
                    <a:pt x="1067" y="495"/>
                  </a:lnTo>
                  <a:lnTo>
                    <a:pt x="1066" y="494"/>
                  </a:lnTo>
                  <a:lnTo>
                    <a:pt x="1065" y="493"/>
                  </a:lnTo>
                  <a:lnTo>
                    <a:pt x="1064" y="491"/>
                  </a:lnTo>
                  <a:lnTo>
                    <a:pt x="1063" y="490"/>
                  </a:lnTo>
                  <a:lnTo>
                    <a:pt x="1064" y="489"/>
                  </a:lnTo>
                  <a:lnTo>
                    <a:pt x="1065" y="488"/>
                  </a:lnTo>
                  <a:lnTo>
                    <a:pt x="1066" y="487"/>
                  </a:lnTo>
                  <a:lnTo>
                    <a:pt x="1067" y="486"/>
                  </a:lnTo>
                  <a:lnTo>
                    <a:pt x="1069" y="486"/>
                  </a:lnTo>
                  <a:lnTo>
                    <a:pt x="1071" y="486"/>
                  </a:lnTo>
                  <a:lnTo>
                    <a:pt x="1072" y="486"/>
                  </a:lnTo>
                  <a:lnTo>
                    <a:pt x="1073" y="485"/>
                  </a:lnTo>
                  <a:lnTo>
                    <a:pt x="1074" y="484"/>
                  </a:lnTo>
                  <a:lnTo>
                    <a:pt x="1076" y="483"/>
                  </a:lnTo>
                  <a:lnTo>
                    <a:pt x="1077" y="483"/>
                  </a:lnTo>
                  <a:lnTo>
                    <a:pt x="1079" y="484"/>
                  </a:lnTo>
                  <a:lnTo>
                    <a:pt x="1080" y="485"/>
                  </a:lnTo>
                  <a:lnTo>
                    <a:pt x="1082" y="484"/>
                  </a:lnTo>
                  <a:lnTo>
                    <a:pt x="1084" y="483"/>
                  </a:lnTo>
                  <a:lnTo>
                    <a:pt x="1086" y="482"/>
                  </a:lnTo>
                  <a:lnTo>
                    <a:pt x="1089" y="483"/>
                  </a:lnTo>
                  <a:lnTo>
                    <a:pt x="1090" y="483"/>
                  </a:lnTo>
                  <a:lnTo>
                    <a:pt x="1092" y="485"/>
                  </a:lnTo>
                  <a:lnTo>
                    <a:pt x="1093" y="486"/>
                  </a:lnTo>
                  <a:lnTo>
                    <a:pt x="1094" y="487"/>
                  </a:lnTo>
                  <a:lnTo>
                    <a:pt x="1095" y="488"/>
                  </a:lnTo>
                  <a:lnTo>
                    <a:pt x="1095" y="489"/>
                  </a:lnTo>
                  <a:lnTo>
                    <a:pt x="1095" y="490"/>
                  </a:lnTo>
                  <a:lnTo>
                    <a:pt x="1097" y="491"/>
                  </a:lnTo>
                  <a:lnTo>
                    <a:pt x="1100" y="492"/>
                  </a:lnTo>
                  <a:lnTo>
                    <a:pt x="1103" y="492"/>
                  </a:lnTo>
                  <a:lnTo>
                    <a:pt x="1104" y="493"/>
                  </a:lnTo>
                  <a:lnTo>
                    <a:pt x="1104" y="495"/>
                  </a:lnTo>
                  <a:close/>
                </a:path>
              </a:pathLst>
            </a:custGeom>
            <a:solidFill>
              <a:srgbClr val="DE8036">
                <a:alpha val="10800"/>
              </a:srgbClr>
            </a:solidFill>
            <a:ln>
              <a:noFill/>
            </a:ln>
          </p:spPr>
          <p:txBody>
            <a:bodyPr anchor="ctr"/>
            <a:lstStyle/>
            <a:p>
              <a:pPr algn="ctr">
                <a:buNone/>
              </a:pPr>
            </a:p>
          </p:txBody>
        </p:sp>
        <p:sp>
          <p:nvSpPr>
            <p:cNvPr id="2976" name="addition:input:99"/>
            <p:cNvSpPr>
              <a:spLocks noGrp="1"/>
            </p:cNvSpPr>
            <p:nvPr/>
          </p:nvSpPr>
          <p:spPr>
            <a:xfrm>
              <a:off x="209550" y="5438775"/>
              <a:ext cx="1854952" cy="1002868"/>
            </a:xfrm>
            <a:custGeom>
              <a:avLst/>
              <a:gdLst/>
              <a:ahLst/>
              <a:cxnLst/>
              <a:rect l="l" t="t" r="r" b="b"/>
              <a:pathLst>
                <a:path w="1127" h="535">
                  <a:moveTo>
                    <a:pt x="0" y="0"/>
                  </a:moveTo>
                  <a:moveTo>
                    <a:pt x="1126" y="518"/>
                  </a:moveTo>
                  <a:lnTo>
                    <a:pt x="1123" y="520"/>
                  </a:lnTo>
                  <a:lnTo>
                    <a:pt x="1120" y="521"/>
                  </a:lnTo>
                  <a:lnTo>
                    <a:pt x="1118" y="522"/>
                  </a:lnTo>
                  <a:lnTo>
                    <a:pt x="1118" y="523"/>
                  </a:lnTo>
                  <a:lnTo>
                    <a:pt x="1119" y="525"/>
                  </a:lnTo>
                  <a:lnTo>
                    <a:pt x="1119" y="527"/>
                  </a:lnTo>
                  <a:lnTo>
                    <a:pt x="1118" y="528"/>
                  </a:lnTo>
                  <a:lnTo>
                    <a:pt x="1115" y="529"/>
                  </a:lnTo>
                  <a:lnTo>
                    <a:pt x="1112" y="530"/>
                  </a:lnTo>
                  <a:lnTo>
                    <a:pt x="1111" y="531"/>
                  </a:lnTo>
                  <a:lnTo>
                    <a:pt x="1110" y="533"/>
                  </a:lnTo>
                  <a:lnTo>
                    <a:pt x="1108" y="534"/>
                  </a:lnTo>
                  <a:lnTo>
                    <a:pt x="1106" y="535"/>
                  </a:lnTo>
                  <a:lnTo>
                    <a:pt x="1103" y="535"/>
                  </a:lnTo>
                  <a:lnTo>
                    <a:pt x="1101" y="535"/>
                  </a:lnTo>
                  <a:lnTo>
                    <a:pt x="1099" y="534"/>
                  </a:lnTo>
                  <a:lnTo>
                    <a:pt x="1097" y="534"/>
                  </a:lnTo>
                  <a:lnTo>
                    <a:pt x="1095" y="534"/>
                  </a:lnTo>
                  <a:lnTo>
                    <a:pt x="1093" y="532"/>
                  </a:lnTo>
                  <a:lnTo>
                    <a:pt x="1092" y="532"/>
                  </a:lnTo>
                  <a:lnTo>
                    <a:pt x="1090" y="532"/>
                  </a:lnTo>
                  <a:lnTo>
                    <a:pt x="1087" y="533"/>
                  </a:lnTo>
                  <a:lnTo>
                    <a:pt x="1084" y="535"/>
                  </a:lnTo>
                  <a:lnTo>
                    <a:pt x="1081" y="534"/>
                  </a:lnTo>
                  <a:lnTo>
                    <a:pt x="1080" y="533"/>
                  </a:lnTo>
                  <a:lnTo>
                    <a:pt x="1080" y="531"/>
                  </a:lnTo>
                  <a:lnTo>
                    <a:pt x="1079" y="529"/>
                  </a:lnTo>
                  <a:lnTo>
                    <a:pt x="1078" y="528"/>
                  </a:lnTo>
                  <a:lnTo>
                    <a:pt x="1077" y="526"/>
                  </a:lnTo>
                  <a:lnTo>
                    <a:pt x="1075" y="525"/>
                  </a:lnTo>
                  <a:lnTo>
                    <a:pt x="1075" y="524"/>
                  </a:lnTo>
                  <a:lnTo>
                    <a:pt x="1075" y="522"/>
                  </a:lnTo>
                  <a:lnTo>
                    <a:pt x="1074" y="521"/>
                  </a:lnTo>
                  <a:lnTo>
                    <a:pt x="1073" y="520"/>
                  </a:lnTo>
                  <a:lnTo>
                    <a:pt x="1071" y="518"/>
                  </a:lnTo>
                  <a:lnTo>
                    <a:pt x="1071" y="517"/>
                  </a:lnTo>
                  <a:lnTo>
                    <a:pt x="1072" y="515"/>
                  </a:lnTo>
                  <a:lnTo>
                    <a:pt x="1072" y="514"/>
                  </a:lnTo>
                  <a:lnTo>
                    <a:pt x="1070" y="512"/>
                  </a:lnTo>
                  <a:lnTo>
                    <a:pt x="1069" y="510"/>
                  </a:lnTo>
                  <a:lnTo>
                    <a:pt x="1069" y="508"/>
                  </a:lnTo>
                  <a:lnTo>
                    <a:pt x="1071" y="507"/>
                  </a:lnTo>
                  <a:lnTo>
                    <a:pt x="1075" y="507"/>
                  </a:lnTo>
                  <a:lnTo>
                    <a:pt x="1079" y="507"/>
                  </a:lnTo>
                  <a:lnTo>
                    <a:pt x="1081" y="507"/>
                  </a:lnTo>
                  <a:lnTo>
                    <a:pt x="1082" y="506"/>
                  </a:lnTo>
                  <a:lnTo>
                    <a:pt x="1083" y="505"/>
                  </a:lnTo>
                  <a:lnTo>
                    <a:pt x="1085" y="503"/>
                  </a:lnTo>
                  <a:lnTo>
                    <a:pt x="1087" y="503"/>
                  </a:lnTo>
                  <a:lnTo>
                    <a:pt x="1089" y="502"/>
                  </a:lnTo>
                  <a:lnTo>
                    <a:pt x="1092" y="500"/>
                  </a:lnTo>
                  <a:lnTo>
                    <a:pt x="1094" y="500"/>
                  </a:lnTo>
                  <a:lnTo>
                    <a:pt x="1097" y="500"/>
                  </a:lnTo>
                  <a:lnTo>
                    <a:pt x="1100" y="501"/>
                  </a:lnTo>
                  <a:lnTo>
                    <a:pt x="1102" y="502"/>
                  </a:lnTo>
                  <a:lnTo>
                    <a:pt x="1105" y="503"/>
                  </a:lnTo>
                  <a:lnTo>
                    <a:pt x="1108" y="503"/>
                  </a:lnTo>
                  <a:lnTo>
                    <a:pt x="1111" y="503"/>
                  </a:lnTo>
                  <a:lnTo>
                    <a:pt x="1113" y="504"/>
                  </a:lnTo>
                  <a:lnTo>
                    <a:pt x="1114" y="506"/>
                  </a:lnTo>
                  <a:lnTo>
                    <a:pt x="1114" y="508"/>
                  </a:lnTo>
                  <a:lnTo>
                    <a:pt x="1115" y="509"/>
                  </a:lnTo>
                  <a:lnTo>
                    <a:pt x="1118" y="509"/>
                  </a:lnTo>
                  <a:lnTo>
                    <a:pt x="1121" y="510"/>
                  </a:lnTo>
                  <a:lnTo>
                    <a:pt x="1124" y="510"/>
                  </a:lnTo>
                  <a:lnTo>
                    <a:pt x="1126" y="512"/>
                  </a:lnTo>
                  <a:lnTo>
                    <a:pt x="1126" y="513"/>
                  </a:lnTo>
                  <a:lnTo>
                    <a:pt x="1127" y="515"/>
                  </a:lnTo>
                  <a:lnTo>
                    <a:pt x="1127" y="516"/>
                  </a:lnTo>
                  <a:close/>
                </a:path>
              </a:pathLst>
            </a:custGeom>
            <a:solidFill>
              <a:srgbClr val="DE8036">
                <a:alpha val="10800"/>
              </a:srgbClr>
            </a:solidFill>
            <a:ln>
              <a:noFill/>
            </a:ln>
          </p:spPr>
          <p:txBody>
            <a:bodyPr anchor="ctr"/>
            <a:lstStyle/>
            <a:p>
              <a:pPr algn="ctr">
                <a:buNone/>
              </a:pPr>
            </a:p>
          </p:txBody>
        </p:sp>
        <p:sp>
          <p:nvSpPr>
            <p:cNvPr id="2977" name="addition:input:100"/>
            <p:cNvSpPr>
              <a:spLocks noGrp="1"/>
            </p:cNvSpPr>
            <p:nvPr/>
          </p:nvSpPr>
          <p:spPr>
            <a:xfrm>
              <a:off x="209550" y="5438775"/>
              <a:ext cx="1782531" cy="1015990"/>
            </a:xfrm>
            <a:custGeom>
              <a:avLst/>
              <a:gdLst/>
              <a:ahLst/>
              <a:cxnLst/>
              <a:rect l="l" t="t" r="r" b="b"/>
              <a:pathLst>
                <a:path w="1083" h="542">
                  <a:moveTo>
                    <a:pt x="0" y="0"/>
                  </a:moveTo>
                  <a:moveTo>
                    <a:pt x="1080" y="528"/>
                  </a:moveTo>
                  <a:lnTo>
                    <a:pt x="1079" y="529"/>
                  </a:lnTo>
                  <a:lnTo>
                    <a:pt x="1079" y="530"/>
                  </a:lnTo>
                  <a:lnTo>
                    <a:pt x="1078" y="531"/>
                  </a:lnTo>
                  <a:lnTo>
                    <a:pt x="1078" y="532"/>
                  </a:lnTo>
                  <a:lnTo>
                    <a:pt x="1077" y="533"/>
                  </a:lnTo>
                  <a:lnTo>
                    <a:pt x="1077" y="535"/>
                  </a:lnTo>
                  <a:lnTo>
                    <a:pt x="1078" y="537"/>
                  </a:lnTo>
                  <a:lnTo>
                    <a:pt x="1079" y="539"/>
                  </a:lnTo>
                  <a:lnTo>
                    <a:pt x="1078" y="540"/>
                  </a:lnTo>
                  <a:lnTo>
                    <a:pt x="1075" y="540"/>
                  </a:lnTo>
                  <a:lnTo>
                    <a:pt x="1072" y="539"/>
                  </a:lnTo>
                  <a:lnTo>
                    <a:pt x="1069" y="539"/>
                  </a:lnTo>
                  <a:lnTo>
                    <a:pt x="1068" y="539"/>
                  </a:lnTo>
                  <a:lnTo>
                    <a:pt x="1067" y="540"/>
                  </a:lnTo>
                  <a:lnTo>
                    <a:pt x="1065" y="541"/>
                  </a:lnTo>
                  <a:lnTo>
                    <a:pt x="1064" y="541"/>
                  </a:lnTo>
                  <a:lnTo>
                    <a:pt x="1062" y="541"/>
                  </a:lnTo>
                  <a:lnTo>
                    <a:pt x="1060" y="541"/>
                  </a:lnTo>
                  <a:lnTo>
                    <a:pt x="1058" y="542"/>
                  </a:lnTo>
                  <a:lnTo>
                    <a:pt x="1056" y="542"/>
                  </a:lnTo>
                  <a:lnTo>
                    <a:pt x="1054" y="542"/>
                  </a:lnTo>
                  <a:lnTo>
                    <a:pt x="1052" y="541"/>
                  </a:lnTo>
                  <a:lnTo>
                    <a:pt x="1050" y="540"/>
                  </a:lnTo>
                  <a:lnTo>
                    <a:pt x="1048" y="540"/>
                  </a:lnTo>
                  <a:lnTo>
                    <a:pt x="1046" y="540"/>
                  </a:lnTo>
                  <a:lnTo>
                    <a:pt x="1043" y="539"/>
                  </a:lnTo>
                  <a:lnTo>
                    <a:pt x="1043" y="537"/>
                  </a:lnTo>
                  <a:lnTo>
                    <a:pt x="1043" y="535"/>
                  </a:lnTo>
                  <a:lnTo>
                    <a:pt x="1044" y="534"/>
                  </a:lnTo>
                  <a:lnTo>
                    <a:pt x="1043" y="533"/>
                  </a:lnTo>
                  <a:lnTo>
                    <a:pt x="1041" y="532"/>
                  </a:lnTo>
                  <a:lnTo>
                    <a:pt x="1037" y="531"/>
                  </a:lnTo>
                  <a:lnTo>
                    <a:pt x="1035" y="530"/>
                  </a:lnTo>
                  <a:lnTo>
                    <a:pt x="1034" y="529"/>
                  </a:lnTo>
                  <a:lnTo>
                    <a:pt x="1033" y="528"/>
                  </a:lnTo>
                  <a:lnTo>
                    <a:pt x="1033" y="526"/>
                  </a:lnTo>
                  <a:lnTo>
                    <a:pt x="1033" y="525"/>
                  </a:lnTo>
                  <a:lnTo>
                    <a:pt x="1034" y="524"/>
                  </a:lnTo>
                  <a:lnTo>
                    <a:pt x="1036" y="523"/>
                  </a:lnTo>
                  <a:lnTo>
                    <a:pt x="1039" y="522"/>
                  </a:lnTo>
                  <a:lnTo>
                    <a:pt x="1040" y="521"/>
                  </a:lnTo>
                  <a:lnTo>
                    <a:pt x="1041" y="520"/>
                  </a:lnTo>
                  <a:lnTo>
                    <a:pt x="1041" y="518"/>
                  </a:lnTo>
                  <a:lnTo>
                    <a:pt x="1042" y="517"/>
                  </a:lnTo>
                  <a:lnTo>
                    <a:pt x="1045" y="517"/>
                  </a:lnTo>
                  <a:lnTo>
                    <a:pt x="1048" y="517"/>
                  </a:lnTo>
                  <a:lnTo>
                    <a:pt x="1050" y="517"/>
                  </a:lnTo>
                  <a:lnTo>
                    <a:pt x="1051" y="515"/>
                  </a:lnTo>
                  <a:lnTo>
                    <a:pt x="1053" y="513"/>
                  </a:lnTo>
                  <a:lnTo>
                    <a:pt x="1055" y="512"/>
                  </a:lnTo>
                  <a:lnTo>
                    <a:pt x="1057" y="511"/>
                  </a:lnTo>
                  <a:lnTo>
                    <a:pt x="1060" y="512"/>
                  </a:lnTo>
                  <a:lnTo>
                    <a:pt x="1062" y="513"/>
                  </a:lnTo>
                  <a:lnTo>
                    <a:pt x="1065" y="514"/>
                  </a:lnTo>
                  <a:lnTo>
                    <a:pt x="1067" y="514"/>
                  </a:lnTo>
                  <a:lnTo>
                    <a:pt x="1068" y="515"/>
                  </a:lnTo>
                  <a:lnTo>
                    <a:pt x="1069" y="516"/>
                  </a:lnTo>
                  <a:lnTo>
                    <a:pt x="1071" y="517"/>
                  </a:lnTo>
                  <a:lnTo>
                    <a:pt x="1073" y="517"/>
                  </a:lnTo>
                  <a:lnTo>
                    <a:pt x="1076" y="517"/>
                  </a:lnTo>
                  <a:lnTo>
                    <a:pt x="1079" y="516"/>
                  </a:lnTo>
                  <a:lnTo>
                    <a:pt x="1080" y="517"/>
                  </a:lnTo>
                  <a:lnTo>
                    <a:pt x="1080" y="519"/>
                  </a:lnTo>
                  <a:lnTo>
                    <a:pt x="1080" y="520"/>
                  </a:lnTo>
                  <a:lnTo>
                    <a:pt x="1080" y="522"/>
                  </a:lnTo>
                  <a:lnTo>
                    <a:pt x="1081" y="523"/>
                  </a:lnTo>
                  <a:lnTo>
                    <a:pt x="1083" y="524"/>
                  </a:lnTo>
                  <a:lnTo>
                    <a:pt x="1083" y="525"/>
                  </a:lnTo>
                  <a:lnTo>
                    <a:pt x="1082" y="526"/>
                  </a:lnTo>
                  <a:close/>
                </a:path>
              </a:pathLst>
            </a:custGeom>
            <a:solidFill>
              <a:srgbClr val="DE8036">
                <a:alpha val="10800"/>
              </a:srgbClr>
            </a:solidFill>
            <a:ln>
              <a:noFill/>
            </a:ln>
          </p:spPr>
          <p:txBody>
            <a:bodyPr anchor="ctr"/>
            <a:lstStyle/>
            <a:p>
              <a:pPr algn="ctr">
                <a:buNone/>
              </a:pPr>
            </a:p>
          </p:txBody>
        </p:sp>
        <p:sp>
          <p:nvSpPr>
            <p:cNvPr id="2978" name="addition:input:101"/>
            <p:cNvSpPr>
              <a:spLocks noGrp="1"/>
            </p:cNvSpPr>
            <p:nvPr/>
          </p:nvSpPr>
          <p:spPr>
            <a:xfrm>
              <a:off x="209550" y="5438775"/>
              <a:ext cx="1752905" cy="1589593"/>
            </a:xfrm>
            <a:custGeom>
              <a:avLst/>
              <a:gdLst/>
              <a:ahLst/>
              <a:cxnLst/>
              <a:rect l="l" t="t" r="r" b="b"/>
              <a:pathLst>
                <a:path w="1065" h="848">
                  <a:moveTo>
                    <a:pt x="0" y="0"/>
                  </a:moveTo>
                  <a:moveTo>
                    <a:pt x="203" y="266"/>
                  </a:moveTo>
                  <a:lnTo>
                    <a:pt x="1065" y="266"/>
                  </a:lnTo>
                  <a:lnTo>
                    <a:pt x="1065" y="848"/>
                  </a:lnTo>
                  <a:lnTo>
                    <a:pt x="203" y="762"/>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79" name="addition:input:102"/>
            <p:cNvSpPr>
              <a:spLocks noGrp="1"/>
            </p:cNvSpPr>
            <p:nvPr/>
          </p:nvSpPr>
          <p:spPr>
            <a:xfrm>
              <a:off x="209550" y="5438775"/>
              <a:ext cx="1910913" cy="1486494"/>
            </a:xfrm>
            <a:custGeom>
              <a:avLst/>
              <a:gdLst/>
              <a:ahLst/>
              <a:cxnLst/>
              <a:rect l="l" t="t" r="r" b="b"/>
              <a:pathLst>
                <a:path w="1161" h="793">
                  <a:moveTo>
                    <a:pt x="0" y="0"/>
                  </a:moveTo>
                  <a:moveTo>
                    <a:pt x="299" y="211"/>
                  </a:moveTo>
                  <a:lnTo>
                    <a:pt x="1161" y="211"/>
                  </a:lnTo>
                  <a:lnTo>
                    <a:pt x="1161" y="793"/>
                  </a:lnTo>
                  <a:lnTo>
                    <a:pt x="299" y="707"/>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80" name="addition:input:103"/>
            <p:cNvSpPr>
              <a:spLocks noGrp="1"/>
            </p:cNvSpPr>
            <p:nvPr/>
          </p:nvSpPr>
          <p:spPr>
            <a:xfrm>
              <a:off x="209550" y="5438775"/>
              <a:ext cx="2070567" cy="1381521"/>
            </a:xfrm>
            <a:custGeom>
              <a:avLst/>
              <a:gdLst/>
              <a:ahLst/>
              <a:cxnLst/>
              <a:rect l="l" t="t" r="r" b="b"/>
              <a:pathLst>
                <a:path w="1258" h="737">
                  <a:moveTo>
                    <a:pt x="0" y="0"/>
                  </a:moveTo>
                  <a:moveTo>
                    <a:pt x="396" y="155"/>
                  </a:moveTo>
                  <a:lnTo>
                    <a:pt x="1258" y="155"/>
                  </a:lnTo>
                  <a:lnTo>
                    <a:pt x="1258" y="737"/>
                  </a:lnTo>
                  <a:lnTo>
                    <a:pt x="396" y="651"/>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81" name="addition:input:104"/>
            <p:cNvSpPr>
              <a:spLocks noGrp="1"/>
            </p:cNvSpPr>
            <p:nvPr/>
          </p:nvSpPr>
          <p:spPr>
            <a:xfrm>
              <a:off x="209550" y="5438775"/>
              <a:ext cx="2228576" cy="1278423"/>
            </a:xfrm>
            <a:custGeom>
              <a:avLst/>
              <a:gdLst/>
              <a:ahLst/>
              <a:cxnLst/>
              <a:rect l="l" t="t" r="r" b="b"/>
              <a:pathLst>
                <a:path w="1354" h="682">
                  <a:moveTo>
                    <a:pt x="0" y="0"/>
                  </a:moveTo>
                  <a:moveTo>
                    <a:pt x="492" y="100"/>
                  </a:moveTo>
                  <a:lnTo>
                    <a:pt x="1354" y="100"/>
                  </a:lnTo>
                  <a:lnTo>
                    <a:pt x="1354" y="682"/>
                  </a:lnTo>
                  <a:lnTo>
                    <a:pt x="492" y="596"/>
                  </a:lnTo>
                  <a:close/>
                </a:path>
              </a:pathLst>
            </a:custGeom>
            <a:solidFill>
              <a:srgbClr val="7AB5D7">
                <a:alpha val="4500"/>
              </a:srgbClr>
            </a:solidFill>
            <a:ln w="4286">
              <a:solidFill>
                <a:srgbClr val="338EC1">
                  <a:alpha val="28000"/>
                </a:srgbClr>
              </a:solidFill>
            </a:ln>
          </p:spPr>
          <p:txBody>
            <a:bodyPr anchor="ctr"/>
            <a:lstStyle/>
            <a:p>
              <a:pPr algn="ctr">
                <a:buNone/>
              </a:pPr>
            </a:p>
          </p:txBody>
        </p:sp>
        <p:sp>
          <p:nvSpPr>
            <p:cNvPr id="2982" name="addition:input:105"/>
            <p:cNvSpPr>
              <a:spLocks noGrp="1"/>
            </p:cNvSpPr>
            <p:nvPr/>
          </p:nvSpPr>
          <p:spPr>
            <a:xfrm>
              <a:off x="209550" y="5438775"/>
              <a:ext cx="870692" cy="1392768"/>
            </a:xfrm>
            <a:custGeom>
              <a:avLst/>
              <a:gdLst/>
              <a:ahLst/>
              <a:cxnLst/>
              <a:rect l="l" t="t" r="r" b="b"/>
              <a:pathLst>
                <a:path w="529" h="743">
                  <a:moveTo>
                    <a:pt x="0" y="0"/>
                  </a:moveTo>
                  <a:moveTo>
                    <a:pt x="529" y="580"/>
                  </a:moveTo>
                  <a:lnTo>
                    <a:pt x="518" y="596"/>
                  </a:lnTo>
                  <a:lnTo>
                    <a:pt x="493" y="608"/>
                  </a:lnTo>
                  <a:lnTo>
                    <a:pt x="467" y="617"/>
                  </a:lnTo>
                  <a:lnTo>
                    <a:pt x="451" y="626"/>
                  </a:lnTo>
                  <a:lnTo>
                    <a:pt x="449" y="639"/>
                  </a:lnTo>
                  <a:lnTo>
                    <a:pt x="452" y="655"/>
                  </a:lnTo>
                  <a:lnTo>
                    <a:pt x="450" y="672"/>
                  </a:lnTo>
                  <a:lnTo>
                    <a:pt x="441" y="685"/>
                  </a:lnTo>
                  <a:lnTo>
                    <a:pt x="431" y="697"/>
                  </a:lnTo>
                  <a:lnTo>
                    <a:pt x="421" y="711"/>
                  </a:lnTo>
                  <a:lnTo>
                    <a:pt x="410" y="725"/>
                  </a:lnTo>
                  <a:lnTo>
                    <a:pt x="395" y="733"/>
                  </a:lnTo>
                  <a:lnTo>
                    <a:pt x="376" y="732"/>
                  </a:lnTo>
                  <a:lnTo>
                    <a:pt x="358" y="728"/>
                  </a:lnTo>
                  <a:lnTo>
                    <a:pt x="343" y="727"/>
                  </a:lnTo>
                  <a:lnTo>
                    <a:pt x="330" y="734"/>
                  </a:lnTo>
                  <a:lnTo>
                    <a:pt x="317" y="743"/>
                  </a:lnTo>
                  <a:lnTo>
                    <a:pt x="303" y="743"/>
                  </a:lnTo>
                  <a:lnTo>
                    <a:pt x="290" y="732"/>
                  </a:lnTo>
                  <a:lnTo>
                    <a:pt x="281" y="716"/>
                  </a:lnTo>
                  <a:lnTo>
                    <a:pt x="273" y="706"/>
                  </a:lnTo>
                  <a:lnTo>
                    <a:pt x="260" y="709"/>
                  </a:lnTo>
                  <a:lnTo>
                    <a:pt x="241" y="718"/>
                  </a:lnTo>
                  <a:lnTo>
                    <a:pt x="222" y="723"/>
                  </a:lnTo>
                  <a:lnTo>
                    <a:pt x="206" y="719"/>
                  </a:lnTo>
                  <a:lnTo>
                    <a:pt x="196" y="707"/>
                  </a:lnTo>
                  <a:lnTo>
                    <a:pt x="189" y="694"/>
                  </a:lnTo>
                  <a:lnTo>
                    <a:pt x="182" y="680"/>
                  </a:lnTo>
                  <a:lnTo>
                    <a:pt x="178" y="665"/>
                  </a:lnTo>
                  <a:lnTo>
                    <a:pt x="181" y="647"/>
                  </a:lnTo>
                  <a:lnTo>
                    <a:pt x="189" y="629"/>
                  </a:lnTo>
                  <a:lnTo>
                    <a:pt x="193" y="615"/>
                  </a:lnTo>
                  <a:lnTo>
                    <a:pt x="185" y="604"/>
                  </a:lnTo>
                  <a:lnTo>
                    <a:pt x="166" y="594"/>
                  </a:lnTo>
                  <a:lnTo>
                    <a:pt x="149" y="580"/>
                  </a:lnTo>
                  <a:lnTo>
                    <a:pt x="143" y="565"/>
                  </a:lnTo>
                  <a:lnTo>
                    <a:pt x="151" y="551"/>
                  </a:lnTo>
                  <a:lnTo>
                    <a:pt x="160" y="539"/>
                  </a:lnTo>
                  <a:lnTo>
                    <a:pt x="162" y="526"/>
                  </a:lnTo>
                  <a:lnTo>
                    <a:pt x="157" y="509"/>
                  </a:lnTo>
                  <a:lnTo>
                    <a:pt x="153" y="491"/>
                  </a:lnTo>
                  <a:lnTo>
                    <a:pt x="158" y="477"/>
                  </a:lnTo>
                  <a:lnTo>
                    <a:pt x="172" y="469"/>
                  </a:lnTo>
                  <a:lnTo>
                    <a:pt x="190" y="466"/>
                  </a:lnTo>
                  <a:lnTo>
                    <a:pt x="204" y="461"/>
                  </a:lnTo>
                  <a:lnTo>
                    <a:pt x="217" y="456"/>
                  </a:lnTo>
                  <a:lnTo>
                    <a:pt x="231" y="452"/>
                  </a:lnTo>
                  <a:lnTo>
                    <a:pt x="246" y="452"/>
                  </a:lnTo>
                  <a:lnTo>
                    <a:pt x="260" y="451"/>
                  </a:lnTo>
                  <a:lnTo>
                    <a:pt x="272" y="441"/>
                  </a:lnTo>
                  <a:lnTo>
                    <a:pt x="284" y="422"/>
                  </a:lnTo>
                  <a:lnTo>
                    <a:pt x="300" y="402"/>
                  </a:lnTo>
                  <a:lnTo>
                    <a:pt x="320" y="392"/>
                  </a:lnTo>
                  <a:lnTo>
                    <a:pt x="339" y="400"/>
                  </a:lnTo>
                  <a:lnTo>
                    <a:pt x="355" y="419"/>
                  </a:lnTo>
                  <a:lnTo>
                    <a:pt x="369" y="435"/>
                  </a:lnTo>
                  <a:lnTo>
                    <a:pt x="383" y="443"/>
                  </a:lnTo>
                  <a:lnTo>
                    <a:pt x="401" y="446"/>
                  </a:lnTo>
                  <a:lnTo>
                    <a:pt x="418" y="450"/>
                  </a:lnTo>
                  <a:lnTo>
                    <a:pt x="431" y="460"/>
                  </a:lnTo>
                  <a:lnTo>
                    <a:pt x="440" y="473"/>
                  </a:lnTo>
                  <a:lnTo>
                    <a:pt x="450" y="484"/>
                  </a:lnTo>
                  <a:lnTo>
                    <a:pt x="464" y="491"/>
                  </a:lnTo>
                  <a:lnTo>
                    <a:pt x="479" y="500"/>
                  </a:lnTo>
                  <a:lnTo>
                    <a:pt x="488" y="511"/>
                  </a:lnTo>
                  <a:lnTo>
                    <a:pt x="492" y="525"/>
                  </a:lnTo>
                  <a:lnTo>
                    <a:pt x="497" y="538"/>
                  </a:lnTo>
                  <a:lnTo>
                    <a:pt x="508" y="551"/>
                  </a:lnTo>
                  <a:lnTo>
                    <a:pt x="522" y="564"/>
                  </a:lnTo>
                  <a:close/>
                </a:path>
              </a:pathLst>
            </a:custGeom>
            <a:solidFill>
              <a:srgbClr val="A7CEE4">
                <a:alpha val="43000"/>
              </a:srgbClr>
            </a:solidFill>
            <a:ln>
              <a:noFill/>
            </a:ln>
          </p:spPr>
          <p:txBody>
            <a:bodyPr anchor="ctr"/>
            <a:lstStyle/>
            <a:p>
              <a:pPr algn="ctr">
                <a:buNone/>
              </a:pPr>
            </a:p>
          </p:txBody>
        </p:sp>
        <p:sp>
          <p:nvSpPr>
            <p:cNvPr id="2983" name="addition:input:106"/>
            <p:cNvSpPr>
              <a:spLocks noGrp="1"/>
            </p:cNvSpPr>
            <p:nvPr/>
          </p:nvSpPr>
          <p:spPr>
            <a:xfrm>
              <a:off x="209550" y="5438775"/>
              <a:ext cx="806501" cy="1372149"/>
            </a:xfrm>
            <a:custGeom>
              <a:avLst/>
              <a:gdLst/>
              <a:ahLst/>
              <a:cxnLst/>
              <a:rect l="l" t="t" r="r" b="b"/>
              <a:pathLst>
                <a:path w="490" h="732">
                  <a:moveTo>
                    <a:pt x="0" y="0"/>
                  </a:moveTo>
                  <a:moveTo>
                    <a:pt x="464" y="585"/>
                  </a:moveTo>
                  <a:lnTo>
                    <a:pt x="458" y="597"/>
                  </a:lnTo>
                  <a:lnTo>
                    <a:pt x="452" y="608"/>
                  </a:lnTo>
                  <a:lnTo>
                    <a:pt x="444" y="618"/>
                  </a:lnTo>
                  <a:lnTo>
                    <a:pt x="434" y="628"/>
                  </a:lnTo>
                  <a:lnTo>
                    <a:pt x="428" y="638"/>
                  </a:lnTo>
                  <a:lnTo>
                    <a:pt x="427" y="651"/>
                  </a:lnTo>
                  <a:lnTo>
                    <a:pt x="426" y="666"/>
                  </a:lnTo>
                  <a:lnTo>
                    <a:pt x="420" y="679"/>
                  </a:lnTo>
                  <a:lnTo>
                    <a:pt x="406" y="685"/>
                  </a:lnTo>
                  <a:lnTo>
                    <a:pt x="391" y="688"/>
                  </a:lnTo>
                  <a:lnTo>
                    <a:pt x="379" y="694"/>
                  </a:lnTo>
                  <a:lnTo>
                    <a:pt x="372" y="707"/>
                  </a:lnTo>
                  <a:lnTo>
                    <a:pt x="365" y="723"/>
                  </a:lnTo>
                  <a:lnTo>
                    <a:pt x="353" y="732"/>
                  </a:lnTo>
                  <a:lnTo>
                    <a:pt x="338" y="729"/>
                  </a:lnTo>
                  <a:lnTo>
                    <a:pt x="323" y="717"/>
                  </a:lnTo>
                  <a:lnTo>
                    <a:pt x="311" y="705"/>
                  </a:lnTo>
                  <a:lnTo>
                    <a:pt x="301" y="701"/>
                  </a:lnTo>
                  <a:lnTo>
                    <a:pt x="291" y="703"/>
                  </a:lnTo>
                  <a:lnTo>
                    <a:pt x="281" y="705"/>
                  </a:lnTo>
                  <a:lnTo>
                    <a:pt x="270" y="705"/>
                  </a:lnTo>
                  <a:lnTo>
                    <a:pt x="259" y="706"/>
                  </a:lnTo>
                  <a:lnTo>
                    <a:pt x="245" y="708"/>
                  </a:lnTo>
                  <a:lnTo>
                    <a:pt x="228" y="711"/>
                  </a:lnTo>
                  <a:lnTo>
                    <a:pt x="214" y="707"/>
                  </a:lnTo>
                  <a:lnTo>
                    <a:pt x="207" y="695"/>
                  </a:lnTo>
                  <a:lnTo>
                    <a:pt x="209" y="677"/>
                  </a:lnTo>
                  <a:lnTo>
                    <a:pt x="212" y="660"/>
                  </a:lnTo>
                  <a:lnTo>
                    <a:pt x="208" y="648"/>
                  </a:lnTo>
                  <a:lnTo>
                    <a:pt x="197" y="641"/>
                  </a:lnTo>
                  <a:lnTo>
                    <a:pt x="184" y="633"/>
                  </a:lnTo>
                  <a:lnTo>
                    <a:pt x="179" y="621"/>
                  </a:lnTo>
                  <a:lnTo>
                    <a:pt x="182" y="608"/>
                  </a:lnTo>
                  <a:lnTo>
                    <a:pt x="188" y="596"/>
                  </a:lnTo>
                  <a:lnTo>
                    <a:pt x="187" y="585"/>
                  </a:lnTo>
                  <a:lnTo>
                    <a:pt x="179" y="574"/>
                  </a:lnTo>
                  <a:lnTo>
                    <a:pt x="169" y="561"/>
                  </a:lnTo>
                  <a:lnTo>
                    <a:pt x="163" y="547"/>
                  </a:lnTo>
                  <a:lnTo>
                    <a:pt x="164" y="534"/>
                  </a:lnTo>
                  <a:lnTo>
                    <a:pt x="165" y="522"/>
                  </a:lnTo>
                  <a:lnTo>
                    <a:pt x="167" y="508"/>
                  </a:lnTo>
                  <a:lnTo>
                    <a:pt x="172" y="496"/>
                  </a:lnTo>
                  <a:lnTo>
                    <a:pt x="184" y="489"/>
                  </a:lnTo>
                  <a:lnTo>
                    <a:pt x="203" y="490"/>
                  </a:lnTo>
                  <a:lnTo>
                    <a:pt x="223" y="495"/>
                  </a:lnTo>
                  <a:lnTo>
                    <a:pt x="236" y="495"/>
                  </a:lnTo>
                  <a:lnTo>
                    <a:pt x="241" y="484"/>
                  </a:lnTo>
                  <a:lnTo>
                    <a:pt x="245" y="466"/>
                  </a:lnTo>
                  <a:lnTo>
                    <a:pt x="253" y="450"/>
                  </a:lnTo>
                  <a:lnTo>
                    <a:pt x="267" y="444"/>
                  </a:lnTo>
                  <a:lnTo>
                    <a:pt x="283" y="446"/>
                  </a:lnTo>
                  <a:lnTo>
                    <a:pt x="298" y="448"/>
                  </a:lnTo>
                  <a:lnTo>
                    <a:pt x="313" y="446"/>
                  </a:lnTo>
                  <a:lnTo>
                    <a:pt x="329" y="444"/>
                  </a:lnTo>
                  <a:lnTo>
                    <a:pt x="345" y="445"/>
                  </a:lnTo>
                  <a:lnTo>
                    <a:pt x="360" y="452"/>
                  </a:lnTo>
                  <a:lnTo>
                    <a:pt x="372" y="462"/>
                  </a:lnTo>
                  <a:lnTo>
                    <a:pt x="385" y="469"/>
                  </a:lnTo>
                  <a:lnTo>
                    <a:pt x="399" y="473"/>
                  </a:lnTo>
                  <a:lnTo>
                    <a:pt x="411" y="480"/>
                  </a:lnTo>
                  <a:lnTo>
                    <a:pt x="418" y="493"/>
                  </a:lnTo>
                  <a:lnTo>
                    <a:pt x="420" y="507"/>
                  </a:lnTo>
                  <a:lnTo>
                    <a:pt x="423" y="518"/>
                  </a:lnTo>
                  <a:lnTo>
                    <a:pt x="436" y="523"/>
                  </a:lnTo>
                  <a:lnTo>
                    <a:pt x="458" y="526"/>
                  </a:lnTo>
                  <a:lnTo>
                    <a:pt x="480" y="531"/>
                  </a:lnTo>
                  <a:lnTo>
                    <a:pt x="490" y="542"/>
                  </a:lnTo>
                  <a:lnTo>
                    <a:pt x="486" y="558"/>
                  </a:lnTo>
                  <a:lnTo>
                    <a:pt x="475" y="572"/>
                  </a:lnTo>
                  <a:close/>
                </a:path>
              </a:pathLst>
            </a:custGeom>
            <a:solidFill>
              <a:srgbClr val="59A3CD">
                <a:alpha val="43000"/>
              </a:srgbClr>
            </a:solidFill>
            <a:ln>
              <a:noFill/>
            </a:ln>
          </p:spPr>
          <p:txBody>
            <a:bodyPr anchor="ctr"/>
            <a:lstStyle/>
            <a:p>
              <a:pPr algn="ctr">
                <a:buNone/>
              </a:pPr>
            </a:p>
          </p:txBody>
        </p:sp>
        <p:sp>
          <p:nvSpPr>
            <p:cNvPr id="2984" name="addition:input:107"/>
            <p:cNvSpPr>
              <a:spLocks noGrp="1"/>
            </p:cNvSpPr>
            <p:nvPr/>
          </p:nvSpPr>
          <p:spPr>
            <a:xfrm>
              <a:off x="209550" y="5438775"/>
              <a:ext cx="766999" cy="1347780"/>
            </a:xfrm>
            <a:custGeom>
              <a:avLst/>
              <a:gdLst/>
              <a:ahLst/>
              <a:cxnLst/>
              <a:rect l="l" t="t" r="r" b="b"/>
              <a:pathLst>
                <a:path w="466" h="719">
                  <a:moveTo>
                    <a:pt x="0" y="0"/>
                  </a:moveTo>
                  <a:moveTo>
                    <a:pt x="455" y="590"/>
                  </a:moveTo>
                  <a:lnTo>
                    <a:pt x="437" y="600"/>
                  </a:lnTo>
                  <a:lnTo>
                    <a:pt x="423" y="609"/>
                  </a:lnTo>
                  <a:lnTo>
                    <a:pt x="418" y="618"/>
                  </a:lnTo>
                  <a:lnTo>
                    <a:pt x="418" y="628"/>
                  </a:lnTo>
                  <a:lnTo>
                    <a:pt x="415" y="639"/>
                  </a:lnTo>
                  <a:lnTo>
                    <a:pt x="408" y="648"/>
                  </a:lnTo>
                  <a:lnTo>
                    <a:pt x="400" y="655"/>
                  </a:lnTo>
                  <a:lnTo>
                    <a:pt x="393" y="664"/>
                  </a:lnTo>
                  <a:lnTo>
                    <a:pt x="388" y="676"/>
                  </a:lnTo>
                  <a:lnTo>
                    <a:pt x="381" y="686"/>
                  </a:lnTo>
                  <a:lnTo>
                    <a:pt x="370" y="693"/>
                  </a:lnTo>
                  <a:lnTo>
                    <a:pt x="357" y="695"/>
                  </a:lnTo>
                  <a:lnTo>
                    <a:pt x="345" y="699"/>
                  </a:lnTo>
                  <a:lnTo>
                    <a:pt x="336" y="706"/>
                  </a:lnTo>
                  <a:lnTo>
                    <a:pt x="326" y="716"/>
                  </a:lnTo>
                  <a:lnTo>
                    <a:pt x="315" y="719"/>
                  </a:lnTo>
                  <a:lnTo>
                    <a:pt x="302" y="712"/>
                  </a:lnTo>
                  <a:lnTo>
                    <a:pt x="292" y="698"/>
                  </a:lnTo>
                  <a:lnTo>
                    <a:pt x="285" y="686"/>
                  </a:lnTo>
                  <a:lnTo>
                    <a:pt x="277" y="683"/>
                  </a:lnTo>
                  <a:lnTo>
                    <a:pt x="267" y="689"/>
                  </a:lnTo>
                  <a:lnTo>
                    <a:pt x="254" y="696"/>
                  </a:lnTo>
                  <a:lnTo>
                    <a:pt x="242" y="698"/>
                  </a:lnTo>
                  <a:lnTo>
                    <a:pt x="232" y="695"/>
                  </a:lnTo>
                  <a:lnTo>
                    <a:pt x="223" y="689"/>
                  </a:lnTo>
                  <a:lnTo>
                    <a:pt x="214" y="683"/>
                  </a:lnTo>
                  <a:lnTo>
                    <a:pt x="206" y="675"/>
                  </a:lnTo>
                  <a:lnTo>
                    <a:pt x="203" y="664"/>
                  </a:lnTo>
                  <a:lnTo>
                    <a:pt x="205" y="650"/>
                  </a:lnTo>
                  <a:lnTo>
                    <a:pt x="209" y="637"/>
                  </a:lnTo>
                  <a:lnTo>
                    <a:pt x="208" y="627"/>
                  </a:lnTo>
                  <a:lnTo>
                    <a:pt x="199" y="619"/>
                  </a:lnTo>
                  <a:lnTo>
                    <a:pt x="189" y="611"/>
                  </a:lnTo>
                  <a:lnTo>
                    <a:pt x="185" y="601"/>
                  </a:lnTo>
                  <a:lnTo>
                    <a:pt x="190" y="590"/>
                  </a:lnTo>
                  <a:lnTo>
                    <a:pt x="197" y="581"/>
                  </a:lnTo>
                  <a:lnTo>
                    <a:pt x="198" y="571"/>
                  </a:lnTo>
                  <a:lnTo>
                    <a:pt x="191" y="560"/>
                  </a:lnTo>
                  <a:lnTo>
                    <a:pt x="180" y="546"/>
                  </a:lnTo>
                  <a:lnTo>
                    <a:pt x="175" y="532"/>
                  </a:lnTo>
                  <a:lnTo>
                    <a:pt x="179" y="522"/>
                  </a:lnTo>
                  <a:lnTo>
                    <a:pt x="189" y="515"/>
                  </a:lnTo>
                  <a:lnTo>
                    <a:pt x="199" y="509"/>
                  </a:lnTo>
                  <a:lnTo>
                    <a:pt x="209" y="504"/>
                  </a:lnTo>
                  <a:lnTo>
                    <a:pt x="220" y="501"/>
                  </a:lnTo>
                  <a:lnTo>
                    <a:pt x="232" y="501"/>
                  </a:lnTo>
                  <a:lnTo>
                    <a:pt x="244" y="503"/>
                  </a:lnTo>
                  <a:lnTo>
                    <a:pt x="253" y="500"/>
                  </a:lnTo>
                  <a:lnTo>
                    <a:pt x="259" y="490"/>
                  </a:lnTo>
                  <a:lnTo>
                    <a:pt x="266" y="474"/>
                  </a:lnTo>
                  <a:lnTo>
                    <a:pt x="277" y="461"/>
                  </a:lnTo>
                  <a:lnTo>
                    <a:pt x="290" y="459"/>
                  </a:lnTo>
                  <a:lnTo>
                    <a:pt x="303" y="466"/>
                  </a:lnTo>
                  <a:lnTo>
                    <a:pt x="316" y="474"/>
                  </a:lnTo>
                  <a:lnTo>
                    <a:pt x="328" y="477"/>
                  </a:lnTo>
                  <a:lnTo>
                    <a:pt x="343" y="475"/>
                  </a:lnTo>
                  <a:lnTo>
                    <a:pt x="357" y="475"/>
                  </a:lnTo>
                  <a:lnTo>
                    <a:pt x="369" y="481"/>
                  </a:lnTo>
                  <a:lnTo>
                    <a:pt x="378" y="492"/>
                  </a:lnTo>
                  <a:lnTo>
                    <a:pt x="384" y="504"/>
                  </a:lnTo>
                  <a:lnTo>
                    <a:pt x="392" y="512"/>
                  </a:lnTo>
                  <a:lnTo>
                    <a:pt x="401" y="518"/>
                  </a:lnTo>
                  <a:lnTo>
                    <a:pt x="409" y="526"/>
                  </a:lnTo>
                  <a:lnTo>
                    <a:pt x="414" y="535"/>
                  </a:lnTo>
                  <a:lnTo>
                    <a:pt x="420" y="543"/>
                  </a:lnTo>
                  <a:lnTo>
                    <a:pt x="431" y="550"/>
                  </a:lnTo>
                  <a:lnTo>
                    <a:pt x="448" y="556"/>
                  </a:lnTo>
                  <a:lnTo>
                    <a:pt x="463" y="565"/>
                  </a:lnTo>
                  <a:lnTo>
                    <a:pt x="466" y="577"/>
                  </a:lnTo>
                  <a:close/>
                </a:path>
              </a:pathLst>
            </a:custGeom>
            <a:solidFill>
              <a:srgbClr val="0675B4">
                <a:alpha val="35000"/>
              </a:srgbClr>
            </a:solidFill>
            <a:ln>
              <a:noFill/>
            </a:ln>
          </p:spPr>
          <p:txBody>
            <a:bodyPr anchor="ctr"/>
            <a:lstStyle/>
            <a:p>
              <a:pPr algn="ctr">
                <a:buNone/>
              </a:pPr>
            </a:p>
          </p:txBody>
        </p:sp>
        <p:sp>
          <p:nvSpPr>
            <p:cNvPr id="2985" name="addition:input:108"/>
            <p:cNvSpPr>
              <a:spLocks noGrp="1"/>
            </p:cNvSpPr>
            <p:nvPr/>
          </p:nvSpPr>
          <p:spPr>
            <a:xfrm>
              <a:off x="209550" y="5438775"/>
              <a:ext cx="513527" cy="1145332"/>
            </a:xfrm>
            <a:custGeom>
              <a:avLst/>
              <a:gdLst/>
              <a:ahLst/>
              <a:cxnLst/>
              <a:rect l="l" t="t" r="r" b="b"/>
              <a:pathLst>
                <a:path w="312" h="611">
                  <a:moveTo>
                    <a:pt x="0" y="0"/>
                  </a:moveTo>
                  <a:moveTo>
                    <a:pt x="309" y="556"/>
                  </a:moveTo>
                  <a:lnTo>
                    <a:pt x="308" y="561"/>
                  </a:lnTo>
                  <a:lnTo>
                    <a:pt x="305" y="565"/>
                  </a:lnTo>
                  <a:lnTo>
                    <a:pt x="301" y="569"/>
                  </a:lnTo>
                  <a:lnTo>
                    <a:pt x="298" y="572"/>
                  </a:lnTo>
                  <a:lnTo>
                    <a:pt x="296" y="576"/>
                  </a:lnTo>
                  <a:lnTo>
                    <a:pt x="295" y="581"/>
                  </a:lnTo>
                  <a:lnTo>
                    <a:pt x="292" y="585"/>
                  </a:lnTo>
                  <a:lnTo>
                    <a:pt x="287" y="588"/>
                  </a:lnTo>
                  <a:lnTo>
                    <a:pt x="281" y="589"/>
                  </a:lnTo>
                  <a:lnTo>
                    <a:pt x="277" y="591"/>
                  </a:lnTo>
                  <a:lnTo>
                    <a:pt x="275" y="597"/>
                  </a:lnTo>
                  <a:lnTo>
                    <a:pt x="274" y="604"/>
                  </a:lnTo>
                  <a:lnTo>
                    <a:pt x="271" y="610"/>
                  </a:lnTo>
                  <a:lnTo>
                    <a:pt x="265" y="611"/>
                  </a:lnTo>
                  <a:lnTo>
                    <a:pt x="258" y="608"/>
                  </a:lnTo>
                  <a:lnTo>
                    <a:pt x="253" y="604"/>
                  </a:lnTo>
                  <a:lnTo>
                    <a:pt x="248" y="602"/>
                  </a:lnTo>
                  <a:lnTo>
                    <a:pt x="244" y="601"/>
                  </a:lnTo>
                  <a:lnTo>
                    <a:pt x="240" y="600"/>
                  </a:lnTo>
                  <a:lnTo>
                    <a:pt x="237" y="599"/>
                  </a:lnTo>
                  <a:lnTo>
                    <a:pt x="233" y="598"/>
                  </a:lnTo>
                  <a:lnTo>
                    <a:pt x="229" y="599"/>
                  </a:lnTo>
                  <a:lnTo>
                    <a:pt x="223" y="601"/>
                  </a:lnTo>
                  <a:lnTo>
                    <a:pt x="218" y="602"/>
                  </a:lnTo>
                  <a:lnTo>
                    <a:pt x="214" y="599"/>
                  </a:lnTo>
                  <a:lnTo>
                    <a:pt x="213" y="594"/>
                  </a:lnTo>
                  <a:lnTo>
                    <a:pt x="213" y="588"/>
                  </a:lnTo>
                  <a:lnTo>
                    <a:pt x="211" y="584"/>
                  </a:lnTo>
                  <a:lnTo>
                    <a:pt x="207" y="582"/>
                  </a:lnTo>
                  <a:lnTo>
                    <a:pt x="202" y="579"/>
                  </a:lnTo>
                  <a:lnTo>
                    <a:pt x="200" y="575"/>
                  </a:lnTo>
                  <a:lnTo>
                    <a:pt x="202" y="570"/>
                  </a:lnTo>
                  <a:lnTo>
                    <a:pt x="206" y="564"/>
                  </a:lnTo>
                  <a:lnTo>
                    <a:pt x="208" y="560"/>
                  </a:lnTo>
                  <a:lnTo>
                    <a:pt x="207" y="556"/>
                  </a:lnTo>
                  <a:lnTo>
                    <a:pt x="204" y="552"/>
                  </a:lnTo>
                  <a:lnTo>
                    <a:pt x="202" y="548"/>
                  </a:lnTo>
                  <a:lnTo>
                    <a:pt x="201" y="543"/>
                  </a:lnTo>
                  <a:lnTo>
                    <a:pt x="200" y="539"/>
                  </a:lnTo>
                  <a:lnTo>
                    <a:pt x="198" y="533"/>
                  </a:lnTo>
                  <a:lnTo>
                    <a:pt x="197" y="527"/>
                  </a:lnTo>
                  <a:lnTo>
                    <a:pt x="199" y="523"/>
                  </a:lnTo>
                  <a:lnTo>
                    <a:pt x="205" y="522"/>
                  </a:lnTo>
                  <a:lnTo>
                    <a:pt x="213" y="523"/>
                  </a:lnTo>
                  <a:lnTo>
                    <a:pt x="218" y="523"/>
                  </a:lnTo>
                  <a:lnTo>
                    <a:pt x="221" y="521"/>
                  </a:lnTo>
                  <a:lnTo>
                    <a:pt x="223" y="516"/>
                  </a:lnTo>
                  <a:lnTo>
                    <a:pt x="225" y="511"/>
                  </a:lnTo>
                  <a:lnTo>
                    <a:pt x="229" y="509"/>
                  </a:lnTo>
                  <a:lnTo>
                    <a:pt x="234" y="510"/>
                  </a:lnTo>
                  <a:lnTo>
                    <a:pt x="239" y="510"/>
                  </a:lnTo>
                  <a:lnTo>
                    <a:pt x="244" y="509"/>
                  </a:lnTo>
                  <a:lnTo>
                    <a:pt x="249" y="506"/>
                  </a:lnTo>
                  <a:lnTo>
                    <a:pt x="254" y="505"/>
                  </a:lnTo>
                  <a:lnTo>
                    <a:pt x="260" y="505"/>
                  </a:lnTo>
                  <a:lnTo>
                    <a:pt x="265" y="507"/>
                  </a:lnTo>
                  <a:lnTo>
                    <a:pt x="271" y="509"/>
                  </a:lnTo>
                  <a:lnTo>
                    <a:pt x="276" y="510"/>
                  </a:lnTo>
                  <a:lnTo>
                    <a:pt x="281" y="513"/>
                  </a:lnTo>
                  <a:lnTo>
                    <a:pt x="284" y="518"/>
                  </a:lnTo>
                  <a:lnTo>
                    <a:pt x="284" y="525"/>
                  </a:lnTo>
                  <a:lnTo>
                    <a:pt x="285" y="530"/>
                  </a:lnTo>
                  <a:lnTo>
                    <a:pt x="288" y="533"/>
                  </a:lnTo>
                  <a:lnTo>
                    <a:pt x="295" y="534"/>
                  </a:lnTo>
                  <a:lnTo>
                    <a:pt x="304" y="534"/>
                  </a:lnTo>
                  <a:lnTo>
                    <a:pt x="310" y="537"/>
                  </a:lnTo>
                  <a:lnTo>
                    <a:pt x="312" y="542"/>
                  </a:lnTo>
                  <a:lnTo>
                    <a:pt x="311" y="547"/>
                  </a:lnTo>
                  <a:lnTo>
                    <a:pt x="309" y="552"/>
                  </a:lnTo>
                  <a:close/>
                </a:path>
              </a:pathLst>
            </a:custGeom>
            <a:solidFill>
              <a:srgbClr val="59A3CD">
                <a:alpha val="32000"/>
              </a:srgbClr>
            </a:solidFill>
            <a:ln>
              <a:noFill/>
            </a:ln>
          </p:spPr>
          <p:txBody>
            <a:bodyPr anchor="ctr"/>
            <a:lstStyle/>
            <a:p>
              <a:pPr algn="ctr">
                <a:buNone/>
              </a:pPr>
            </a:p>
          </p:txBody>
        </p:sp>
        <p:sp>
          <p:nvSpPr>
            <p:cNvPr id="2986" name="addition:input:109"/>
            <p:cNvSpPr>
              <a:spLocks noGrp="1"/>
            </p:cNvSpPr>
            <p:nvPr/>
          </p:nvSpPr>
          <p:spPr>
            <a:xfrm>
              <a:off x="209550" y="5438775"/>
              <a:ext cx="574426" cy="1066602"/>
            </a:xfrm>
            <a:custGeom>
              <a:avLst/>
              <a:gdLst/>
              <a:ahLst/>
              <a:cxnLst/>
              <a:rect l="l" t="t" r="r" b="b"/>
              <a:pathLst>
                <a:path w="349" h="569">
                  <a:moveTo>
                    <a:pt x="0" y="0"/>
                  </a:moveTo>
                  <a:moveTo>
                    <a:pt x="345" y="517"/>
                  </a:moveTo>
                  <a:lnTo>
                    <a:pt x="348" y="521"/>
                  </a:lnTo>
                  <a:lnTo>
                    <a:pt x="349" y="526"/>
                  </a:lnTo>
                  <a:lnTo>
                    <a:pt x="348" y="530"/>
                  </a:lnTo>
                  <a:lnTo>
                    <a:pt x="346" y="534"/>
                  </a:lnTo>
                  <a:lnTo>
                    <a:pt x="344" y="539"/>
                  </a:lnTo>
                  <a:lnTo>
                    <a:pt x="343" y="543"/>
                  </a:lnTo>
                  <a:lnTo>
                    <a:pt x="339" y="546"/>
                  </a:lnTo>
                  <a:lnTo>
                    <a:pt x="333" y="547"/>
                  </a:lnTo>
                  <a:lnTo>
                    <a:pt x="326" y="546"/>
                  </a:lnTo>
                  <a:lnTo>
                    <a:pt x="321" y="547"/>
                  </a:lnTo>
                  <a:lnTo>
                    <a:pt x="319" y="550"/>
                  </a:lnTo>
                  <a:lnTo>
                    <a:pt x="318" y="557"/>
                  </a:lnTo>
                  <a:lnTo>
                    <a:pt x="316" y="564"/>
                  </a:lnTo>
                  <a:lnTo>
                    <a:pt x="311" y="568"/>
                  </a:lnTo>
                  <a:lnTo>
                    <a:pt x="305" y="569"/>
                  </a:lnTo>
                  <a:lnTo>
                    <a:pt x="299" y="567"/>
                  </a:lnTo>
                  <a:lnTo>
                    <a:pt x="294" y="567"/>
                  </a:lnTo>
                  <a:lnTo>
                    <a:pt x="288" y="566"/>
                  </a:lnTo>
                  <a:lnTo>
                    <a:pt x="283" y="565"/>
                  </a:lnTo>
                  <a:lnTo>
                    <a:pt x="279" y="562"/>
                  </a:lnTo>
                  <a:lnTo>
                    <a:pt x="275" y="559"/>
                  </a:lnTo>
                  <a:lnTo>
                    <a:pt x="271" y="557"/>
                  </a:lnTo>
                  <a:lnTo>
                    <a:pt x="266" y="557"/>
                  </a:lnTo>
                  <a:lnTo>
                    <a:pt x="261" y="557"/>
                  </a:lnTo>
                  <a:lnTo>
                    <a:pt x="257" y="554"/>
                  </a:lnTo>
                  <a:lnTo>
                    <a:pt x="256" y="550"/>
                  </a:lnTo>
                  <a:lnTo>
                    <a:pt x="255" y="545"/>
                  </a:lnTo>
                  <a:lnTo>
                    <a:pt x="252" y="543"/>
                  </a:lnTo>
                  <a:lnTo>
                    <a:pt x="246" y="542"/>
                  </a:lnTo>
                  <a:lnTo>
                    <a:pt x="240" y="540"/>
                  </a:lnTo>
                  <a:lnTo>
                    <a:pt x="236" y="537"/>
                  </a:lnTo>
                  <a:lnTo>
                    <a:pt x="237" y="531"/>
                  </a:lnTo>
                  <a:lnTo>
                    <a:pt x="241" y="526"/>
                  </a:lnTo>
                  <a:lnTo>
                    <a:pt x="246" y="521"/>
                  </a:lnTo>
                  <a:lnTo>
                    <a:pt x="248" y="517"/>
                  </a:lnTo>
                  <a:lnTo>
                    <a:pt x="250" y="513"/>
                  </a:lnTo>
                  <a:lnTo>
                    <a:pt x="251" y="509"/>
                  </a:lnTo>
                  <a:lnTo>
                    <a:pt x="253" y="506"/>
                  </a:lnTo>
                  <a:lnTo>
                    <a:pt x="254" y="502"/>
                  </a:lnTo>
                  <a:lnTo>
                    <a:pt x="252" y="497"/>
                  </a:lnTo>
                  <a:lnTo>
                    <a:pt x="251" y="491"/>
                  </a:lnTo>
                  <a:lnTo>
                    <a:pt x="251" y="485"/>
                  </a:lnTo>
                  <a:lnTo>
                    <a:pt x="255" y="482"/>
                  </a:lnTo>
                  <a:lnTo>
                    <a:pt x="260" y="481"/>
                  </a:lnTo>
                  <a:lnTo>
                    <a:pt x="265" y="481"/>
                  </a:lnTo>
                  <a:lnTo>
                    <a:pt x="268" y="478"/>
                  </a:lnTo>
                  <a:lnTo>
                    <a:pt x="270" y="473"/>
                  </a:lnTo>
                  <a:lnTo>
                    <a:pt x="273" y="470"/>
                  </a:lnTo>
                  <a:lnTo>
                    <a:pt x="277" y="469"/>
                  </a:lnTo>
                  <a:lnTo>
                    <a:pt x="282" y="472"/>
                  </a:lnTo>
                  <a:lnTo>
                    <a:pt x="286" y="475"/>
                  </a:lnTo>
                  <a:lnTo>
                    <a:pt x="289" y="476"/>
                  </a:lnTo>
                  <a:lnTo>
                    <a:pt x="293" y="474"/>
                  </a:lnTo>
                  <a:lnTo>
                    <a:pt x="296" y="472"/>
                  </a:lnTo>
                  <a:lnTo>
                    <a:pt x="301" y="471"/>
                  </a:lnTo>
                  <a:lnTo>
                    <a:pt x="305" y="471"/>
                  </a:lnTo>
                  <a:lnTo>
                    <a:pt x="310" y="471"/>
                  </a:lnTo>
                  <a:lnTo>
                    <a:pt x="316" y="470"/>
                  </a:lnTo>
                  <a:lnTo>
                    <a:pt x="321" y="470"/>
                  </a:lnTo>
                  <a:lnTo>
                    <a:pt x="325" y="475"/>
                  </a:lnTo>
                  <a:lnTo>
                    <a:pt x="325" y="482"/>
                  </a:lnTo>
                  <a:lnTo>
                    <a:pt x="324" y="489"/>
                  </a:lnTo>
                  <a:lnTo>
                    <a:pt x="324" y="493"/>
                  </a:lnTo>
                  <a:lnTo>
                    <a:pt x="329" y="495"/>
                  </a:lnTo>
                  <a:lnTo>
                    <a:pt x="335" y="497"/>
                  </a:lnTo>
                  <a:lnTo>
                    <a:pt x="339" y="500"/>
                  </a:lnTo>
                  <a:lnTo>
                    <a:pt x="341" y="504"/>
                  </a:lnTo>
                  <a:lnTo>
                    <a:pt x="341" y="509"/>
                  </a:lnTo>
                  <a:lnTo>
                    <a:pt x="342" y="513"/>
                  </a:lnTo>
                  <a:close/>
                </a:path>
              </a:pathLst>
            </a:custGeom>
            <a:solidFill>
              <a:srgbClr val="59A3CD">
                <a:alpha val="32000"/>
              </a:srgbClr>
            </a:solidFill>
            <a:ln>
              <a:noFill/>
            </a:ln>
          </p:spPr>
          <p:txBody>
            <a:bodyPr anchor="ctr"/>
            <a:lstStyle/>
            <a:p>
              <a:pPr algn="ctr">
                <a:buNone/>
              </a:pPr>
            </a:p>
          </p:txBody>
        </p:sp>
        <p:sp>
          <p:nvSpPr>
            <p:cNvPr id="2987" name="addition:input:110"/>
            <p:cNvSpPr>
              <a:spLocks noGrp="1"/>
            </p:cNvSpPr>
            <p:nvPr/>
          </p:nvSpPr>
          <p:spPr>
            <a:xfrm>
              <a:off x="209550" y="5438775"/>
              <a:ext cx="673181" cy="1100343"/>
            </a:xfrm>
            <a:custGeom>
              <a:avLst/>
              <a:gdLst/>
              <a:ahLst/>
              <a:cxnLst/>
              <a:rect l="l" t="t" r="r" b="b"/>
              <a:pathLst>
                <a:path w="409" h="587">
                  <a:moveTo>
                    <a:pt x="0" y="0"/>
                  </a:moveTo>
                  <a:moveTo>
                    <a:pt x="404" y="528"/>
                  </a:moveTo>
                  <a:lnTo>
                    <a:pt x="399" y="532"/>
                  </a:lnTo>
                  <a:lnTo>
                    <a:pt x="397" y="537"/>
                  </a:lnTo>
                  <a:lnTo>
                    <a:pt x="396" y="541"/>
                  </a:lnTo>
                  <a:lnTo>
                    <a:pt x="395" y="546"/>
                  </a:lnTo>
                  <a:lnTo>
                    <a:pt x="392" y="550"/>
                  </a:lnTo>
                  <a:lnTo>
                    <a:pt x="388" y="553"/>
                  </a:lnTo>
                  <a:lnTo>
                    <a:pt x="384" y="556"/>
                  </a:lnTo>
                  <a:lnTo>
                    <a:pt x="381" y="560"/>
                  </a:lnTo>
                  <a:lnTo>
                    <a:pt x="379" y="564"/>
                  </a:lnTo>
                  <a:lnTo>
                    <a:pt x="375" y="568"/>
                  </a:lnTo>
                  <a:lnTo>
                    <a:pt x="370" y="570"/>
                  </a:lnTo>
                  <a:lnTo>
                    <a:pt x="366" y="573"/>
                  </a:lnTo>
                  <a:lnTo>
                    <a:pt x="362" y="577"/>
                  </a:lnTo>
                  <a:lnTo>
                    <a:pt x="359" y="583"/>
                  </a:lnTo>
                  <a:lnTo>
                    <a:pt x="354" y="587"/>
                  </a:lnTo>
                  <a:lnTo>
                    <a:pt x="348" y="587"/>
                  </a:lnTo>
                  <a:lnTo>
                    <a:pt x="343" y="581"/>
                  </a:lnTo>
                  <a:lnTo>
                    <a:pt x="338" y="574"/>
                  </a:lnTo>
                  <a:lnTo>
                    <a:pt x="335" y="570"/>
                  </a:lnTo>
                  <a:lnTo>
                    <a:pt x="331" y="571"/>
                  </a:lnTo>
                  <a:lnTo>
                    <a:pt x="327" y="573"/>
                  </a:lnTo>
                  <a:lnTo>
                    <a:pt x="322" y="574"/>
                  </a:lnTo>
                  <a:lnTo>
                    <a:pt x="318" y="574"/>
                  </a:lnTo>
                  <a:lnTo>
                    <a:pt x="315" y="572"/>
                  </a:lnTo>
                  <a:lnTo>
                    <a:pt x="311" y="570"/>
                  </a:lnTo>
                  <a:lnTo>
                    <a:pt x="306" y="568"/>
                  </a:lnTo>
                  <a:lnTo>
                    <a:pt x="303" y="565"/>
                  </a:lnTo>
                  <a:lnTo>
                    <a:pt x="302" y="560"/>
                  </a:lnTo>
                  <a:lnTo>
                    <a:pt x="303" y="554"/>
                  </a:lnTo>
                  <a:lnTo>
                    <a:pt x="303" y="550"/>
                  </a:lnTo>
                  <a:lnTo>
                    <a:pt x="300" y="546"/>
                  </a:lnTo>
                  <a:lnTo>
                    <a:pt x="297" y="542"/>
                  </a:lnTo>
                  <a:lnTo>
                    <a:pt x="295" y="538"/>
                  </a:lnTo>
                  <a:lnTo>
                    <a:pt x="298" y="532"/>
                  </a:lnTo>
                  <a:lnTo>
                    <a:pt x="302" y="528"/>
                  </a:lnTo>
                  <a:lnTo>
                    <a:pt x="305" y="524"/>
                  </a:lnTo>
                  <a:lnTo>
                    <a:pt x="304" y="520"/>
                  </a:lnTo>
                  <a:lnTo>
                    <a:pt x="299" y="515"/>
                  </a:lnTo>
                  <a:lnTo>
                    <a:pt x="295" y="508"/>
                  </a:lnTo>
                  <a:lnTo>
                    <a:pt x="294" y="503"/>
                  </a:lnTo>
                  <a:lnTo>
                    <a:pt x="296" y="498"/>
                  </a:lnTo>
                  <a:lnTo>
                    <a:pt x="299" y="494"/>
                  </a:lnTo>
                  <a:lnTo>
                    <a:pt x="302" y="491"/>
                  </a:lnTo>
                  <a:lnTo>
                    <a:pt x="306" y="488"/>
                  </a:lnTo>
                  <a:lnTo>
                    <a:pt x="311" y="487"/>
                  </a:lnTo>
                  <a:lnTo>
                    <a:pt x="316" y="488"/>
                  </a:lnTo>
                  <a:lnTo>
                    <a:pt x="321" y="489"/>
                  </a:lnTo>
                  <a:lnTo>
                    <a:pt x="324" y="487"/>
                  </a:lnTo>
                  <a:lnTo>
                    <a:pt x="326" y="482"/>
                  </a:lnTo>
                  <a:lnTo>
                    <a:pt x="329" y="476"/>
                  </a:lnTo>
                  <a:lnTo>
                    <a:pt x="333" y="474"/>
                  </a:lnTo>
                  <a:lnTo>
                    <a:pt x="338" y="475"/>
                  </a:lnTo>
                  <a:lnTo>
                    <a:pt x="343" y="478"/>
                  </a:lnTo>
                  <a:lnTo>
                    <a:pt x="348" y="478"/>
                  </a:lnTo>
                  <a:lnTo>
                    <a:pt x="353" y="476"/>
                  </a:lnTo>
                  <a:lnTo>
                    <a:pt x="359" y="474"/>
                  </a:lnTo>
                  <a:lnTo>
                    <a:pt x="365" y="475"/>
                  </a:lnTo>
                  <a:lnTo>
                    <a:pt x="370" y="478"/>
                  </a:lnTo>
                  <a:lnTo>
                    <a:pt x="373" y="484"/>
                  </a:lnTo>
                  <a:lnTo>
                    <a:pt x="376" y="489"/>
                  </a:lnTo>
                  <a:lnTo>
                    <a:pt x="379" y="492"/>
                  </a:lnTo>
                  <a:lnTo>
                    <a:pt x="382" y="496"/>
                  </a:lnTo>
                  <a:lnTo>
                    <a:pt x="384" y="501"/>
                  </a:lnTo>
                  <a:lnTo>
                    <a:pt x="385" y="505"/>
                  </a:lnTo>
                  <a:lnTo>
                    <a:pt x="389" y="508"/>
                  </a:lnTo>
                  <a:lnTo>
                    <a:pt x="396" y="510"/>
                  </a:lnTo>
                  <a:lnTo>
                    <a:pt x="404" y="513"/>
                  </a:lnTo>
                  <a:lnTo>
                    <a:pt x="409" y="517"/>
                  </a:lnTo>
                  <a:lnTo>
                    <a:pt x="409" y="523"/>
                  </a:lnTo>
                  <a:close/>
                </a:path>
              </a:pathLst>
            </a:custGeom>
            <a:solidFill>
              <a:srgbClr val="59A3CD">
                <a:alpha val="32000"/>
              </a:srgbClr>
            </a:solidFill>
            <a:ln>
              <a:noFill/>
            </a:ln>
          </p:spPr>
          <p:txBody>
            <a:bodyPr anchor="ctr"/>
            <a:lstStyle/>
            <a:p>
              <a:pPr algn="ctr">
                <a:buNone/>
              </a:pPr>
            </a:p>
          </p:txBody>
        </p:sp>
        <p:sp>
          <p:nvSpPr>
            <p:cNvPr id="2988" name="addition:input:111"/>
            <p:cNvSpPr>
              <a:spLocks noGrp="1"/>
            </p:cNvSpPr>
            <p:nvPr/>
          </p:nvSpPr>
          <p:spPr>
            <a:xfrm>
              <a:off x="209550" y="5438775"/>
              <a:ext cx="729143" cy="1184697"/>
            </a:xfrm>
            <a:custGeom>
              <a:avLst/>
              <a:gdLst/>
              <a:ahLst/>
              <a:cxnLst/>
              <a:rect l="l" t="t" r="r" b="b"/>
              <a:pathLst>
                <a:path w="443" h="632">
                  <a:moveTo>
                    <a:pt x="0" y="0"/>
                  </a:moveTo>
                  <a:moveTo>
                    <a:pt x="435" y="571"/>
                  </a:moveTo>
                  <a:lnTo>
                    <a:pt x="436" y="576"/>
                  </a:lnTo>
                  <a:lnTo>
                    <a:pt x="435" y="581"/>
                  </a:lnTo>
                  <a:lnTo>
                    <a:pt x="435" y="586"/>
                  </a:lnTo>
                  <a:lnTo>
                    <a:pt x="437" y="591"/>
                  </a:lnTo>
                  <a:lnTo>
                    <a:pt x="441" y="598"/>
                  </a:lnTo>
                  <a:lnTo>
                    <a:pt x="443" y="605"/>
                  </a:lnTo>
                  <a:lnTo>
                    <a:pt x="440" y="610"/>
                  </a:lnTo>
                  <a:lnTo>
                    <a:pt x="432" y="611"/>
                  </a:lnTo>
                  <a:lnTo>
                    <a:pt x="424" y="609"/>
                  </a:lnTo>
                  <a:lnTo>
                    <a:pt x="418" y="609"/>
                  </a:lnTo>
                  <a:lnTo>
                    <a:pt x="415" y="612"/>
                  </a:lnTo>
                  <a:lnTo>
                    <a:pt x="413" y="616"/>
                  </a:lnTo>
                  <a:lnTo>
                    <a:pt x="410" y="620"/>
                  </a:lnTo>
                  <a:lnTo>
                    <a:pt x="406" y="623"/>
                  </a:lnTo>
                  <a:lnTo>
                    <a:pt x="401" y="625"/>
                  </a:lnTo>
                  <a:lnTo>
                    <a:pt x="396" y="628"/>
                  </a:lnTo>
                  <a:lnTo>
                    <a:pt x="391" y="631"/>
                  </a:lnTo>
                  <a:lnTo>
                    <a:pt x="385" y="632"/>
                  </a:lnTo>
                  <a:lnTo>
                    <a:pt x="379" y="630"/>
                  </a:lnTo>
                  <a:lnTo>
                    <a:pt x="374" y="626"/>
                  </a:lnTo>
                  <a:lnTo>
                    <a:pt x="368" y="624"/>
                  </a:lnTo>
                  <a:lnTo>
                    <a:pt x="362" y="624"/>
                  </a:lnTo>
                  <a:lnTo>
                    <a:pt x="356" y="624"/>
                  </a:lnTo>
                  <a:lnTo>
                    <a:pt x="350" y="621"/>
                  </a:lnTo>
                  <a:lnTo>
                    <a:pt x="347" y="615"/>
                  </a:lnTo>
                  <a:lnTo>
                    <a:pt x="347" y="608"/>
                  </a:lnTo>
                  <a:lnTo>
                    <a:pt x="346" y="602"/>
                  </a:lnTo>
                  <a:lnTo>
                    <a:pt x="342" y="599"/>
                  </a:lnTo>
                  <a:lnTo>
                    <a:pt x="335" y="598"/>
                  </a:lnTo>
                  <a:lnTo>
                    <a:pt x="328" y="596"/>
                  </a:lnTo>
                  <a:lnTo>
                    <a:pt x="323" y="593"/>
                  </a:lnTo>
                  <a:lnTo>
                    <a:pt x="320" y="588"/>
                  </a:lnTo>
                  <a:lnTo>
                    <a:pt x="319" y="582"/>
                  </a:lnTo>
                  <a:lnTo>
                    <a:pt x="319" y="577"/>
                  </a:lnTo>
                  <a:lnTo>
                    <a:pt x="319" y="571"/>
                  </a:lnTo>
                  <a:lnTo>
                    <a:pt x="323" y="566"/>
                  </a:lnTo>
                  <a:lnTo>
                    <a:pt x="330" y="562"/>
                  </a:lnTo>
                  <a:lnTo>
                    <a:pt x="336" y="558"/>
                  </a:lnTo>
                  <a:lnTo>
                    <a:pt x="338" y="554"/>
                  </a:lnTo>
                  <a:lnTo>
                    <a:pt x="337" y="549"/>
                  </a:lnTo>
                  <a:lnTo>
                    <a:pt x="336" y="542"/>
                  </a:lnTo>
                  <a:lnTo>
                    <a:pt x="339" y="537"/>
                  </a:lnTo>
                  <a:lnTo>
                    <a:pt x="345" y="535"/>
                  </a:lnTo>
                  <a:lnTo>
                    <a:pt x="351" y="533"/>
                  </a:lnTo>
                  <a:lnTo>
                    <a:pt x="355" y="530"/>
                  </a:lnTo>
                  <a:lnTo>
                    <a:pt x="357" y="525"/>
                  </a:lnTo>
                  <a:lnTo>
                    <a:pt x="360" y="518"/>
                  </a:lnTo>
                  <a:lnTo>
                    <a:pt x="364" y="513"/>
                  </a:lnTo>
                  <a:lnTo>
                    <a:pt x="370" y="513"/>
                  </a:lnTo>
                  <a:lnTo>
                    <a:pt x="376" y="514"/>
                  </a:lnTo>
                  <a:lnTo>
                    <a:pt x="381" y="515"/>
                  </a:lnTo>
                  <a:lnTo>
                    <a:pt x="386" y="517"/>
                  </a:lnTo>
                  <a:lnTo>
                    <a:pt x="390" y="519"/>
                  </a:lnTo>
                  <a:lnTo>
                    <a:pt x="394" y="522"/>
                  </a:lnTo>
                  <a:lnTo>
                    <a:pt x="397" y="526"/>
                  </a:lnTo>
                  <a:lnTo>
                    <a:pt x="400" y="526"/>
                  </a:lnTo>
                  <a:lnTo>
                    <a:pt x="406" y="523"/>
                  </a:lnTo>
                  <a:lnTo>
                    <a:pt x="413" y="519"/>
                  </a:lnTo>
                  <a:lnTo>
                    <a:pt x="419" y="518"/>
                  </a:lnTo>
                  <a:lnTo>
                    <a:pt x="423" y="521"/>
                  </a:lnTo>
                  <a:lnTo>
                    <a:pt x="423" y="528"/>
                  </a:lnTo>
                  <a:lnTo>
                    <a:pt x="424" y="535"/>
                  </a:lnTo>
                  <a:lnTo>
                    <a:pt x="425" y="539"/>
                  </a:lnTo>
                  <a:lnTo>
                    <a:pt x="429" y="543"/>
                  </a:lnTo>
                  <a:lnTo>
                    <a:pt x="432" y="547"/>
                  </a:lnTo>
                  <a:lnTo>
                    <a:pt x="433" y="552"/>
                  </a:lnTo>
                  <a:lnTo>
                    <a:pt x="432" y="557"/>
                  </a:lnTo>
                  <a:lnTo>
                    <a:pt x="431" y="562"/>
                  </a:lnTo>
                  <a:lnTo>
                    <a:pt x="433" y="567"/>
                  </a:lnTo>
                  <a:close/>
                </a:path>
              </a:pathLst>
            </a:custGeom>
            <a:solidFill>
              <a:srgbClr val="59A3CD">
                <a:alpha val="32000"/>
              </a:srgbClr>
            </a:solidFill>
            <a:ln>
              <a:noFill/>
            </a:ln>
          </p:spPr>
          <p:txBody>
            <a:bodyPr anchor="ctr"/>
            <a:lstStyle/>
            <a:p>
              <a:pPr algn="ctr">
                <a:buNone/>
              </a:pPr>
            </a:p>
          </p:txBody>
        </p:sp>
        <p:sp>
          <p:nvSpPr>
            <p:cNvPr id="2989" name="addition:input:112"/>
            <p:cNvSpPr>
              <a:spLocks noGrp="1"/>
            </p:cNvSpPr>
            <p:nvPr/>
          </p:nvSpPr>
          <p:spPr>
            <a:xfrm>
              <a:off x="209550" y="5438775"/>
              <a:ext cx="699516" cy="1269050"/>
            </a:xfrm>
            <a:custGeom>
              <a:avLst/>
              <a:gdLst/>
              <a:ahLst/>
              <a:cxnLst/>
              <a:rect l="l" t="t" r="r" b="b"/>
              <a:pathLst>
                <a:path w="425" h="677">
                  <a:moveTo>
                    <a:pt x="0" y="0"/>
                  </a:moveTo>
                  <a:moveTo>
                    <a:pt x="422" y="619"/>
                  </a:moveTo>
                  <a:lnTo>
                    <a:pt x="417" y="624"/>
                  </a:lnTo>
                  <a:lnTo>
                    <a:pt x="409" y="628"/>
                  </a:lnTo>
                  <a:lnTo>
                    <a:pt x="401" y="632"/>
                  </a:lnTo>
                  <a:lnTo>
                    <a:pt x="398" y="635"/>
                  </a:lnTo>
                  <a:lnTo>
                    <a:pt x="399" y="641"/>
                  </a:lnTo>
                  <a:lnTo>
                    <a:pt x="402" y="648"/>
                  </a:lnTo>
                  <a:lnTo>
                    <a:pt x="403" y="656"/>
                  </a:lnTo>
                  <a:lnTo>
                    <a:pt x="399" y="660"/>
                  </a:lnTo>
                  <a:lnTo>
                    <a:pt x="391" y="662"/>
                  </a:lnTo>
                  <a:lnTo>
                    <a:pt x="384" y="663"/>
                  </a:lnTo>
                  <a:lnTo>
                    <a:pt x="380" y="667"/>
                  </a:lnTo>
                  <a:lnTo>
                    <a:pt x="376" y="672"/>
                  </a:lnTo>
                  <a:lnTo>
                    <a:pt x="372" y="676"/>
                  </a:lnTo>
                  <a:lnTo>
                    <a:pt x="365" y="677"/>
                  </a:lnTo>
                  <a:lnTo>
                    <a:pt x="359" y="675"/>
                  </a:lnTo>
                  <a:lnTo>
                    <a:pt x="353" y="674"/>
                  </a:lnTo>
                  <a:lnTo>
                    <a:pt x="348" y="673"/>
                  </a:lnTo>
                  <a:lnTo>
                    <a:pt x="343" y="673"/>
                  </a:lnTo>
                  <a:lnTo>
                    <a:pt x="339" y="671"/>
                  </a:lnTo>
                  <a:lnTo>
                    <a:pt x="335" y="668"/>
                  </a:lnTo>
                  <a:lnTo>
                    <a:pt x="331" y="667"/>
                  </a:lnTo>
                  <a:lnTo>
                    <a:pt x="325" y="669"/>
                  </a:lnTo>
                  <a:lnTo>
                    <a:pt x="316" y="673"/>
                  </a:lnTo>
                  <a:lnTo>
                    <a:pt x="307" y="675"/>
                  </a:lnTo>
                  <a:lnTo>
                    <a:pt x="301" y="672"/>
                  </a:lnTo>
                  <a:lnTo>
                    <a:pt x="300" y="665"/>
                  </a:lnTo>
                  <a:lnTo>
                    <a:pt x="301" y="657"/>
                  </a:lnTo>
                  <a:lnTo>
                    <a:pt x="301" y="650"/>
                  </a:lnTo>
                  <a:lnTo>
                    <a:pt x="299" y="646"/>
                  </a:lnTo>
                  <a:lnTo>
                    <a:pt x="295" y="642"/>
                  </a:lnTo>
                  <a:lnTo>
                    <a:pt x="291" y="638"/>
                  </a:lnTo>
                  <a:lnTo>
                    <a:pt x="290" y="633"/>
                  </a:lnTo>
                  <a:lnTo>
                    <a:pt x="289" y="628"/>
                  </a:lnTo>
                  <a:lnTo>
                    <a:pt x="285" y="624"/>
                  </a:lnTo>
                  <a:lnTo>
                    <a:pt x="280" y="619"/>
                  </a:lnTo>
                  <a:lnTo>
                    <a:pt x="278" y="614"/>
                  </a:lnTo>
                  <a:lnTo>
                    <a:pt x="278" y="609"/>
                  </a:lnTo>
                  <a:lnTo>
                    <a:pt x="281" y="604"/>
                  </a:lnTo>
                  <a:lnTo>
                    <a:pt x="282" y="599"/>
                  </a:lnTo>
                  <a:lnTo>
                    <a:pt x="280" y="593"/>
                  </a:lnTo>
                  <a:lnTo>
                    <a:pt x="278" y="586"/>
                  </a:lnTo>
                  <a:lnTo>
                    <a:pt x="280" y="581"/>
                  </a:lnTo>
                  <a:lnTo>
                    <a:pt x="288" y="579"/>
                  </a:lnTo>
                  <a:lnTo>
                    <a:pt x="298" y="580"/>
                  </a:lnTo>
                  <a:lnTo>
                    <a:pt x="306" y="581"/>
                  </a:lnTo>
                  <a:lnTo>
                    <a:pt x="311" y="580"/>
                  </a:lnTo>
                  <a:lnTo>
                    <a:pt x="314" y="575"/>
                  </a:lnTo>
                  <a:lnTo>
                    <a:pt x="317" y="569"/>
                  </a:lnTo>
                  <a:lnTo>
                    <a:pt x="322" y="564"/>
                  </a:lnTo>
                  <a:lnTo>
                    <a:pt x="328" y="561"/>
                  </a:lnTo>
                  <a:lnTo>
                    <a:pt x="335" y="559"/>
                  </a:lnTo>
                  <a:lnTo>
                    <a:pt x="342" y="556"/>
                  </a:lnTo>
                  <a:lnTo>
                    <a:pt x="350" y="555"/>
                  </a:lnTo>
                  <a:lnTo>
                    <a:pt x="357" y="557"/>
                  </a:lnTo>
                  <a:lnTo>
                    <a:pt x="364" y="563"/>
                  </a:lnTo>
                  <a:lnTo>
                    <a:pt x="369" y="568"/>
                  </a:lnTo>
                  <a:lnTo>
                    <a:pt x="375" y="571"/>
                  </a:lnTo>
                  <a:lnTo>
                    <a:pt x="382" y="570"/>
                  </a:lnTo>
                  <a:lnTo>
                    <a:pt x="390" y="570"/>
                  </a:lnTo>
                  <a:lnTo>
                    <a:pt x="395" y="574"/>
                  </a:lnTo>
                  <a:lnTo>
                    <a:pt x="397" y="580"/>
                  </a:lnTo>
                  <a:lnTo>
                    <a:pt x="398" y="586"/>
                  </a:lnTo>
                  <a:lnTo>
                    <a:pt x="402" y="589"/>
                  </a:lnTo>
                  <a:lnTo>
                    <a:pt x="408" y="591"/>
                  </a:lnTo>
                  <a:lnTo>
                    <a:pt x="417" y="593"/>
                  </a:lnTo>
                  <a:lnTo>
                    <a:pt x="423" y="597"/>
                  </a:lnTo>
                  <a:lnTo>
                    <a:pt x="425" y="602"/>
                  </a:lnTo>
                  <a:lnTo>
                    <a:pt x="425" y="608"/>
                  </a:lnTo>
                  <a:lnTo>
                    <a:pt x="424" y="613"/>
                  </a:lnTo>
                  <a:close/>
                </a:path>
              </a:pathLst>
            </a:custGeom>
            <a:solidFill>
              <a:srgbClr val="59A3CD">
                <a:alpha val="32000"/>
              </a:srgbClr>
            </a:solidFill>
            <a:ln>
              <a:noFill/>
            </a:ln>
          </p:spPr>
          <p:txBody>
            <a:bodyPr anchor="ctr"/>
            <a:lstStyle/>
            <a:p>
              <a:pPr algn="ctr">
                <a:buNone/>
              </a:pPr>
            </a:p>
          </p:txBody>
        </p:sp>
        <p:sp>
          <p:nvSpPr>
            <p:cNvPr id="2990" name="addition:input:113"/>
            <p:cNvSpPr>
              <a:spLocks noGrp="1"/>
            </p:cNvSpPr>
            <p:nvPr/>
          </p:nvSpPr>
          <p:spPr>
            <a:xfrm>
              <a:off x="209550" y="5438775"/>
              <a:ext cx="577718" cy="1280297"/>
            </a:xfrm>
            <a:custGeom>
              <a:avLst/>
              <a:gdLst/>
              <a:ahLst/>
              <a:cxnLst/>
              <a:rect l="l" t="t" r="r" b="b"/>
              <a:pathLst>
                <a:path w="351" h="683">
                  <a:moveTo>
                    <a:pt x="0" y="0"/>
                  </a:moveTo>
                  <a:moveTo>
                    <a:pt x="351" y="624"/>
                  </a:moveTo>
                  <a:lnTo>
                    <a:pt x="350" y="630"/>
                  </a:lnTo>
                  <a:lnTo>
                    <a:pt x="345" y="635"/>
                  </a:lnTo>
                  <a:lnTo>
                    <a:pt x="339" y="639"/>
                  </a:lnTo>
                  <a:lnTo>
                    <a:pt x="334" y="643"/>
                  </a:lnTo>
                  <a:lnTo>
                    <a:pt x="331" y="647"/>
                  </a:lnTo>
                  <a:lnTo>
                    <a:pt x="328" y="651"/>
                  </a:lnTo>
                  <a:lnTo>
                    <a:pt x="323" y="654"/>
                  </a:lnTo>
                  <a:lnTo>
                    <a:pt x="320" y="657"/>
                  </a:lnTo>
                  <a:lnTo>
                    <a:pt x="318" y="663"/>
                  </a:lnTo>
                  <a:lnTo>
                    <a:pt x="317" y="670"/>
                  </a:lnTo>
                  <a:lnTo>
                    <a:pt x="316" y="679"/>
                  </a:lnTo>
                  <a:lnTo>
                    <a:pt x="311" y="683"/>
                  </a:lnTo>
                  <a:lnTo>
                    <a:pt x="304" y="683"/>
                  </a:lnTo>
                  <a:lnTo>
                    <a:pt x="296" y="678"/>
                  </a:lnTo>
                  <a:lnTo>
                    <a:pt x="290" y="675"/>
                  </a:lnTo>
                  <a:lnTo>
                    <a:pt x="285" y="675"/>
                  </a:lnTo>
                  <a:lnTo>
                    <a:pt x="281" y="677"/>
                  </a:lnTo>
                  <a:lnTo>
                    <a:pt x="277" y="679"/>
                  </a:lnTo>
                  <a:lnTo>
                    <a:pt x="272" y="678"/>
                  </a:lnTo>
                  <a:lnTo>
                    <a:pt x="268" y="676"/>
                  </a:lnTo>
                  <a:lnTo>
                    <a:pt x="264" y="674"/>
                  </a:lnTo>
                  <a:lnTo>
                    <a:pt x="260" y="674"/>
                  </a:lnTo>
                  <a:lnTo>
                    <a:pt x="255" y="674"/>
                  </a:lnTo>
                  <a:lnTo>
                    <a:pt x="250" y="672"/>
                  </a:lnTo>
                  <a:lnTo>
                    <a:pt x="247" y="669"/>
                  </a:lnTo>
                  <a:lnTo>
                    <a:pt x="244" y="665"/>
                  </a:lnTo>
                  <a:lnTo>
                    <a:pt x="239" y="663"/>
                  </a:lnTo>
                  <a:lnTo>
                    <a:pt x="233" y="661"/>
                  </a:lnTo>
                  <a:lnTo>
                    <a:pt x="229" y="657"/>
                  </a:lnTo>
                  <a:lnTo>
                    <a:pt x="230" y="651"/>
                  </a:lnTo>
                  <a:lnTo>
                    <a:pt x="234" y="643"/>
                  </a:lnTo>
                  <a:lnTo>
                    <a:pt x="239" y="637"/>
                  </a:lnTo>
                  <a:lnTo>
                    <a:pt x="240" y="632"/>
                  </a:lnTo>
                  <a:lnTo>
                    <a:pt x="235" y="629"/>
                  </a:lnTo>
                  <a:lnTo>
                    <a:pt x="229" y="624"/>
                  </a:lnTo>
                  <a:lnTo>
                    <a:pt x="224" y="619"/>
                  </a:lnTo>
                  <a:lnTo>
                    <a:pt x="223" y="614"/>
                  </a:lnTo>
                  <a:lnTo>
                    <a:pt x="223" y="609"/>
                  </a:lnTo>
                  <a:lnTo>
                    <a:pt x="223" y="603"/>
                  </a:lnTo>
                  <a:lnTo>
                    <a:pt x="223" y="598"/>
                  </a:lnTo>
                  <a:lnTo>
                    <a:pt x="226" y="593"/>
                  </a:lnTo>
                  <a:lnTo>
                    <a:pt x="231" y="591"/>
                  </a:lnTo>
                  <a:lnTo>
                    <a:pt x="237" y="589"/>
                  </a:lnTo>
                  <a:lnTo>
                    <a:pt x="241" y="587"/>
                  </a:lnTo>
                  <a:lnTo>
                    <a:pt x="243" y="582"/>
                  </a:lnTo>
                  <a:lnTo>
                    <a:pt x="245" y="577"/>
                  </a:lnTo>
                  <a:lnTo>
                    <a:pt x="249" y="574"/>
                  </a:lnTo>
                  <a:lnTo>
                    <a:pt x="255" y="575"/>
                  </a:lnTo>
                  <a:lnTo>
                    <a:pt x="262" y="578"/>
                  </a:lnTo>
                  <a:lnTo>
                    <a:pt x="267" y="578"/>
                  </a:lnTo>
                  <a:lnTo>
                    <a:pt x="271" y="573"/>
                  </a:lnTo>
                  <a:lnTo>
                    <a:pt x="276" y="567"/>
                  </a:lnTo>
                  <a:lnTo>
                    <a:pt x="282" y="562"/>
                  </a:lnTo>
                  <a:lnTo>
                    <a:pt x="289" y="561"/>
                  </a:lnTo>
                  <a:lnTo>
                    <a:pt x="295" y="564"/>
                  </a:lnTo>
                  <a:lnTo>
                    <a:pt x="301" y="568"/>
                  </a:lnTo>
                  <a:lnTo>
                    <a:pt x="307" y="571"/>
                  </a:lnTo>
                  <a:lnTo>
                    <a:pt x="311" y="575"/>
                  </a:lnTo>
                  <a:lnTo>
                    <a:pt x="315" y="581"/>
                  </a:lnTo>
                  <a:lnTo>
                    <a:pt x="317" y="587"/>
                  </a:lnTo>
                  <a:lnTo>
                    <a:pt x="320" y="591"/>
                  </a:lnTo>
                  <a:lnTo>
                    <a:pt x="326" y="592"/>
                  </a:lnTo>
                  <a:lnTo>
                    <a:pt x="334" y="592"/>
                  </a:lnTo>
                  <a:lnTo>
                    <a:pt x="342" y="594"/>
                  </a:lnTo>
                  <a:lnTo>
                    <a:pt x="345" y="598"/>
                  </a:lnTo>
                  <a:lnTo>
                    <a:pt x="345" y="604"/>
                  </a:lnTo>
                  <a:lnTo>
                    <a:pt x="343" y="610"/>
                  </a:lnTo>
                  <a:lnTo>
                    <a:pt x="344" y="615"/>
                  </a:lnTo>
                  <a:lnTo>
                    <a:pt x="348" y="619"/>
                  </a:lnTo>
                  <a:close/>
                </a:path>
              </a:pathLst>
            </a:custGeom>
            <a:solidFill>
              <a:srgbClr val="59A3CD">
                <a:alpha val="32000"/>
              </a:srgbClr>
            </a:solidFill>
            <a:ln>
              <a:noFill/>
            </a:ln>
          </p:spPr>
          <p:txBody>
            <a:bodyPr anchor="ctr"/>
            <a:lstStyle/>
            <a:p>
              <a:pPr algn="ctr">
                <a:buNone/>
              </a:pPr>
            </a:p>
          </p:txBody>
        </p:sp>
        <p:sp>
          <p:nvSpPr>
            <p:cNvPr id="2991" name="addition:input:114"/>
            <p:cNvSpPr>
              <a:spLocks noGrp="1"/>
            </p:cNvSpPr>
            <p:nvPr/>
          </p:nvSpPr>
          <p:spPr>
            <a:xfrm>
              <a:off x="209550" y="5438775"/>
              <a:ext cx="454274" cy="1233434"/>
            </a:xfrm>
            <a:custGeom>
              <a:avLst/>
              <a:gdLst/>
              <a:ahLst/>
              <a:cxnLst/>
              <a:rect l="l" t="t" r="r" b="b"/>
              <a:pathLst>
                <a:path w="276" h="658">
                  <a:moveTo>
                    <a:pt x="0" y="0"/>
                  </a:moveTo>
                  <a:moveTo>
                    <a:pt x="275" y="604"/>
                  </a:moveTo>
                  <a:lnTo>
                    <a:pt x="274" y="608"/>
                  </a:lnTo>
                  <a:lnTo>
                    <a:pt x="271" y="612"/>
                  </a:lnTo>
                  <a:lnTo>
                    <a:pt x="269" y="615"/>
                  </a:lnTo>
                  <a:lnTo>
                    <a:pt x="271" y="620"/>
                  </a:lnTo>
                  <a:lnTo>
                    <a:pt x="275" y="626"/>
                  </a:lnTo>
                  <a:lnTo>
                    <a:pt x="276" y="632"/>
                  </a:lnTo>
                  <a:lnTo>
                    <a:pt x="275" y="636"/>
                  </a:lnTo>
                  <a:lnTo>
                    <a:pt x="270" y="638"/>
                  </a:lnTo>
                  <a:lnTo>
                    <a:pt x="266" y="640"/>
                  </a:lnTo>
                  <a:lnTo>
                    <a:pt x="262" y="641"/>
                  </a:lnTo>
                  <a:lnTo>
                    <a:pt x="258" y="642"/>
                  </a:lnTo>
                  <a:lnTo>
                    <a:pt x="254" y="642"/>
                  </a:lnTo>
                  <a:lnTo>
                    <a:pt x="250" y="642"/>
                  </a:lnTo>
                  <a:lnTo>
                    <a:pt x="247" y="642"/>
                  </a:lnTo>
                  <a:lnTo>
                    <a:pt x="244" y="646"/>
                  </a:lnTo>
                  <a:lnTo>
                    <a:pt x="241" y="652"/>
                  </a:lnTo>
                  <a:lnTo>
                    <a:pt x="237" y="657"/>
                  </a:lnTo>
                  <a:lnTo>
                    <a:pt x="232" y="658"/>
                  </a:lnTo>
                  <a:lnTo>
                    <a:pt x="227" y="655"/>
                  </a:lnTo>
                  <a:lnTo>
                    <a:pt x="223" y="651"/>
                  </a:lnTo>
                  <a:lnTo>
                    <a:pt x="219" y="648"/>
                  </a:lnTo>
                  <a:lnTo>
                    <a:pt x="213" y="648"/>
                  </a:lnTo>
                  <a:lnTo>
                    <a:pt x="208" y="648"/>
                  </a:lnTo>
                  <a:lnTo>
                    <a:pt x="203" y="646"/>
                  </a:lnTo>
                  <a:lnTo>
                    <a:pt x="201" y="641"/>
                  </a:lnTo>
                  <a:lnTo>
                    <a:pt x="199" y="636"/>
                  </a:lnTo>
                  <a:lnTo>
                    <a:pt x="197" y="632"/>
                  </a:lnTo>
                  <a:lnTo>
                    <a:pt x="193" y="630"/>
                  </a:lnTo>
                  <a:lnTo>
                    <a:pt x="190" y="627"/>
                  </a:lnTo>
                  <a:lnTo>
                    <a:pt x="187" y="623"/>
                  </a:lnTo>
                  <a:lnTo>
                    <a:pt x="185" y="620"/>
                  </a:lnTo>
                  <a:lnTo>
                    <a:pt x="182" y="617"/>
                  </a:lnTo>
                  <a:lnTo>
                    <a:pt x="176" y="613"/>
                  </a:lnTo>
                  <a:lnTo>
                    <a:pt x="172" y="609"/>
                  </a:lnTo>
                  <a:lnTo>
                    <a:pt x="170" y="604"/>
                  </a:lnTo>
                  <a:lnTo>
                    <a:pt x="175" y="599"/>
                  </a:lnTo>
                  <a:lnTo>
                    <a:pt x="182" y="596"/>
                  </a:lnTo>
                  <a:lnTo>
                    <a:pt x="188" y="593"/>
                  </a:lnTo>
                  <a:lnTo>
                    <a:pt x="190" y="590"/>
                  </a:lnTo>
                  <a:lnTo>
                    <a:pt x="190" y="585"/>
                  </a:lnTo>
                  <a:lnTo>
                    <a:pt x="191" y="580"/>
                  </a:lnTo>
                  <a:lnTo>
                    <a:pt x="193" y="577"/>
                  </a:lnTo>
                  <a:lnTo>
                    <a:pt x="197" y="574"/>
                  </a:lnTo>
                  <a:lnTo>
                    <a:pt x="200" y="571"/>
                  </a:lnTo>
                  <a:lnTo>
                    <a:pt x="203" y="567"/>
                  </a:lnTo>
                  <a:lnTo>
                    <a:pt x="206" y="562"/>
                  </a:lnTo>
                  <a:lnTo>
                    <a:pt x="210" y="560"/>
                  </a:lnTo>
                  <a:lnTo>
                    <a:pt x="215" y="559"/>
                  </a:lnTo>
                  <a:lnTo>
                    <a:pt x="219" y="558"/>
                  </a:lnTo>
                  <a:lnTo>
                    <a:pt x="223" y="556"/>
                  </a:lnTo>
                  <a:lnTo>
                    <a:pt x="228" y="553"/>
                  </a:lnTo>
                  <a:lnTo>
                    <a:pt x="232" y="552"/>
                  </a:lnTo>
                  <a:lnTo>
                    <a:pt x="236" y="554"/>
                  </a:lnTo>
                  <a:lnTo>
                    <a:pt x="240" y="560"/>
                  </a:lnTo>
                  <a:lnTo>
                    <a:pt x="242" y="566"/>
                  </a:lnTo>
                  <a:lnTo>
                    <a:pt x="245" y="567"/>
                  </a:lnTo>
                  <a:lnTo>
                    <a:pt x="249" y="565"/>
                  </a:lnTo>
                  <a:lnTo>
                    <a:pt x="254" y="562"/>
                  </a:lnTo>
                  <a:lnTo>
                    <a:pt x="259" y="561"/>
                  </a:lnTo>
                  <a:lnTo>
                    <a:pt x="263" y="563"/>
                  </a:lnTo>
                  <a:lnTo>
                    <a:pt x="265" y="567"/>
                  </a:lnTo>
                  <a:lnTo>
                    <a:pt x="268" y="570"/>
                  </a:lnTo>
                  <a:lnTo>
                    <a:pt x="270" y="574"/>
                  </a:lnTo>
                  <a:lnTo>
                    <a:pt x="271" y="578"/>
                  </a:lnTo>
                  <a:lnTo>
                    <a:pt x="270" y="583"/>
                  </a:lnTo>
                  <a:lnTo>
                    <a:pt x="268" y="589"/>
                  </a:lnTo>
                  <a:lnTo>
                    <a:pt x="268" y="593"/>
                  </a:lnTo>
                  <a:lnTo>
                    <a:pt x="270" y="596"/>
                  </a:lnTo>
                  <a:lnTo>
                    <a:pt x="274" y="600"/>
                  </a:lnTo>
                  <a:close/>
                </a:path>
              </a:pathLst>
            </a:custGeom>
            <a:solidFill>
              <a:srgbClr val="59A3CD">
                <a:alpha val="32000"/>
              </a:srgbClr>
            </a:solidFill>
            <a:ln>
              <a:noFill/>
            </a:ln>
          </p:spPr>
          <p:txBody>
            <a:bodyPr anchor="ctr"/>
            <a:lstStyle/>
            <a:p>
              <a:pPr algn="ctr">
                <a:buNone/>
              </a:pPr>
            </a:p>
          </p:txBody>
        </p:sp>
        <p:sp>
          <p:nvSpPr>
            <p:cNvPr id="2992" name="addition:input:115"/>
            <p:cNvSpPr>
              <a:spLocks noGrp="1"/>
            </p:cNvSpPr>
            <p:nvPr/>
          </p:nvSpPr>
          <p:spPr>
            <a:xfrm>
              <a:off x="209550" y="5438775"/>
              <a:ext cx="636971" cy="1252179"/>
            </a:xfrm>
            <a:custGeom>
              <a:avLst/>
              <a:gdLst/>
              <a:ahLst/>
              <a:cxnLst/>
              <a:rect l="l" t="t" r="r" b="b"/>
              <a:pathLst>
                <a:path w="387" h="668">
                  <a:moveTo>
                    <a:pt x="0" y="0"/>
                  </a:moveTo>
                  <a:moveTo>
                    <a:pt x="376" y="596"/>
                  </a:moveTo>
                  <a:lnTo>
                    <a:pt x="383" y="602"/>
                  </a:lnTo>
                  <a:lnTo>
                    <a:pt x="387" y="608"/>
                  </a:lnTo>
                  <a:lnTo>
                    <a:pt x="384" y="613"/>
                  </a:lnTo>
                  <a:lnTo>
                    <a:pt x="379" y="617"/>
                  </a:lnTo>
                  <a:lnTo>
                    <a:pt x="376" y="622"/>
                  </a:lnTo>
                  <a:lnTo>
                    <a:pt x="376" y="628"/>
                  </a:lnTo>
                  <a:lnTo>
                    <a:pt x="377" y="635"/>
                  </a:lnTo>
                  <a:lnTo>
                    <a:pt x="376" y="641"/>
                  </a:lnTo>
                  <a:lnTo>
                    <a:pt x="370" y="644"/>
                  </a:lnTo>
                  <a:lnTo>
                    <a:pt x="363" y="644"/>
                  </a:lnTo>
                  <a:lnTo>
                    <a:pt x="356" y="645"/>
                  </a:lnTo>
                  <a:lnTo>
                    <a:pt x="351" y="646"/>
                  </a:lnTo>
                  <a:lnTo>
                    <a:pt x="346" y="648"/>
                  </a:lnTo>
                  <a:lnTo>
                    <a:pt x="340" y="648"/>
                  </a:lnTo>
                  <a:lnTo>
                    <a:pt x="335" y="648"/>
                  </a:lnTo>
                  <a:lnTo>
                    <a:pt x="329" y="651"/>
                  </a:lnTo>
                  <a:lnTo>
                    <a:pt x="324" y="656"/>
                  </a:lnTo>
                  <a:lnTo>
                    <a:pt x="316" y="664"/>
                  </a:lnTo>
                  <a:lnTo>
                    <a:pt x="308" y="668"/>
                  </a:lnTo>
                  <a:lnTo>
                    <a:pt x="300" y="666"/>
                  </a:lnTo>
                  <a:lnTo>
                    <a:pt x="294" y="659"/>
                  </a:lnTo>
                  <a:lnTo>
                    <a:pt x="290" y="650"/>
                  </a:lnTo>
                  <a:lnTo>
                    <a:pt x="285" y="646"/>
                  </a:lnTo>
                  <a:lnTo>
                    <a:pt x="278" y="644"/>
                  </a:lnTo>
                  <a:lnTo>
                    <a:pt x="271" y="643"/>
                  </a:lnTo>
                  <a:lnTo>
                    <a:pt x="265" y="639"/>
                  </a:lnTo>
                  <a:lnTo>
                    <a:pt x="261" y="634"/>
                  </a:lnTo>
                  <a:lnTo>
                    <a:pt x="258" y="629"/>
                  </a:lnTo>
                  <a:lnTo>
                    <a:pt x="253" y="626"/>
                  </a:lnTo>
                  <a:lnTo>
                    <a:pt x="247" y="622"/>
                  </a:lnTo>
                  <a:lnTo>
                    <a:pt x="242" y="618"/>
                  </a:lnTo>
                  <a:lnTo>
                    <a:pt x="240" y="612"/>
                  </a:lnTo>
                  <a:lnTo>
                    <a:pt x="239" y="607"/>
                  </a:lnTo>
                  <a:lnTo>
                    <a:pt x="236" y="602"/>
                  </a:lnTo>
                  <a:lnTo>
                    <a:pt x="232" y="596"/>
                  </a:lnTo>
                  <a:lnTo>
                    <a:pt x="229" y="590"/>
                  </a:lnTo>
                  <a:lnTo>
                    <a:pt x="232" y="584"/>
                  </a:lnTo>
                  <a:lnTo>
                    <a:pt x="241" y="579"/>
                  </a:lnTo>
                  <a:lnTo>
                    <a:pt x="253" y="577"/>
                  </a:lnTo>
                  <a:lnTo>
                    <a:pt x="261" y="574"/>
                  </a:lnTo>
                  <a:lnTo>
                    <a:pt x="264" y="570"/>
                  </a:lnTo>
                  <a:lnTo>
                    <a:pt x="263" y="563"/>
                  </a:lnTo>
                  <a:lnTo>
                    <a:pt x="263" y="556"/>
                  </a:lnTo>
                  <a:lnTo>
                    <a:pt x="267" y="550"/>
                  </a:lnTo>
                  <a:lnTo>
                    <a:pt x="272" y="546"/>
                  </a:lnTo>
                  <a:lnTo>
                    <a:pt x="278" y="542"/>
                  </a:lnTo>
                  <a:lnTo>
                    <a:pt x="283" y="537"/>
                  </a:lnTo>
                  <a:lnTo>
                    <a:pt x="290" y="534"/>
                  </a:lnTo>
                  <a:lnTo>
                    <a:pt x="297" y="534"/>
                  </a:lnTo>
                  <a:lnTo>
                    <a:pt x="305" y="536"/>
                  </a:lnTo>
                  <a:lnTo>
                    <a:pt x="312" y="538"/>
                  </a:lnTo>
                  <a:lnTo>
                    <a:pt x="317" y="537"/>
                  </a:lnTo>
                  <a:lnTo>
                    <a:pt x="323" y="535"/>
                  </a:lnTo>
                  <a:lnTo>
                    <a:pt x="329" y="533"/>
                  </a:lnTo>
                  <a:lnTo>
                    <a:pt x="334" y="537"/>
                  </a:lnTo>
                  <a:lnTo>
                    <a:pt x="338" y="543"/>
                  </a:lnTo>
                  <a:lnTo>
                    <a:pt x="341" y="548"/>
                  </a:lnTo>
                  <a:lnTo>
                    <a:pt x="345" y="549"/>
                  </a:lnTo>
                  <a:lnTo>
                    <a:pt x="353" y="546"/>
                  </a:lnTo>
                  <a:lnTo>
                    <a:pt x="362" y="544"/>
                  </a:lnTo>
                  <a:lnTo>
                    <a:pt x="369" y="545"/>
                  </a:lnTo>
                  <a:lnTo>
                    <a:pt x="373" y="550"/>
                  </a:lnTo>
                  <a:lnTo>
                    <a:pt x="374" y="556"/>
                  </a:lnTo>
                  <a:lnTo>
                    <a:pt x="375" y="562"/>
                  </a:lnTo>
                  <a:lnTo>
                    <a:pt x="376" y="568"/>
                  </a:lnTo>
                  <a:lnTo>
                    <a:pt x="375" y="575"/>
                  </a:lnTo>
                  <a:lnTo>
                    <a:pt x="372" y="581"/>
                  </a:lnTo>
                  <a:lnTo>
                    <a:pt x="369" y="587"/>
                  </a:lnTo>
                  <a:lnTo>
                    <a:pt x="370" y="591"/>
                  </a:lnTo>
                  <a:close/>
                </a:path>
              </a:pathLst>
            </a:custGeom>
            <a:solidFill>
              <a:srgbClr val="59A3CD">
                <a:alpha val="32000"/>
              </a:srgbClr>
            </a:solidFill>
            <a:ln>
              <a:noFill/>
            </a:ln>
          </p:spPr>
          <p:txBody>
            <a:bodyPr anchor="ctr"/>
            <a:lstStyle/>
            <a:p>
              <a:pPr algn="ctr">
                <a:buNone/>
              </a:pPr>
            </a:p>
          </p:txBody>
        </p:sp>
        <p:sp>
          <p:nvSpPr>
            <p:cNvPr id="2993" name="addition:input:116"/>
            <p:cNvSpPr>
              <a:spLocks noGrp="1"/>
            </p:cNvSpPr>
            <p:nvPr/>
          </p:nvSpPr>
          <p:spPr>
            <a:xfrm>
              <a:off x="209550" y="5438775"/>
              <a:ext cx="683057" cy="1308415"/>
            </a:xfrm>
            <a:custGeom>
              <a:avLst/>
              <a:gdLst/>
              <a:ahLst/>
              <a:cxnLst/>
              <a:rect l="l" t="t" r="r" b="b"/>
              <a:pathLst>
                <a:path w="415" h="698">
                  <a:moveTo>
                    <a:pt x="0" y="0"/>
                  </a:moveTo>
                  <a:moveTo>
                    <a:pt x="413" y="585"/>
                  </a:moveTo>
                  <a:lnTo>
                    <a:pt x="415" y="594"/>
                  </a:lnTo>
                  <a:lnTo>
                    <a:pt x="409" y="603"/>
                  </a:lnTo>
                  <a:lnTo>
                    <a:pt x="400" y="610"/>
                  </a:lnTo>
                  <a:lnTo>
                    <a:pt x="396" y="617"/>
                  </a:lnTo>
                  <a:lnTo>
                    <a:pt x="400" y="627"/>
                  </a:lnTo>
                  <a:lnTo>
                    <a:pt x="405" y="640"/>
                  </a:lnTo>
                  <a:lnTo>
                    <a:pt x="407" y="652"/>
                  </a:lnTo>
                  <a:lnTo>
                    <a:pt x="402" y="660"/>
                  </a:lnTo>
                  <a:lnTo>
                    <a:pt x="393" y="665"/>
                  </a:lnTo>
                  <a:lnTo>
                    <a:pt x="384" y="668"/>
                  </a:lnTo>
                  <a:lnTo>
                    <a:pt x="375" y="671"/>
                  </a:lnTo>
                  <a:lnTo>
                    <a:pt x="366" y="672"/>
                  </a:lnTo>
                  <a:lnTo>
                    <a:pt x="356" y="670"/>
                  </a:lnTo>
                  <a:lnTo>
                    <a:pt x="346" y="666"/>
                  </a:lnTo>
                  <a:lnTo>
                    <a:pt x="339" y="666"/>
                  </a:lnTo>
                  <a:lnTo>
                    <a:pt x="333" y="674"/>
                  </a:lnTo>
                  <a:lnTo>
                    <a:pt x="325" y="686"/>
                  </a:lnTo>
                  <a:lnTo>
                    <a:pt x="315" y="696"/>
                  </a:lnTo>
                  <a:lnTo>
                    <a:pt x="304" y="698"/>
                  </a:lnTo>
                  <a:lnTo>
                    <a:pt x="294" y="690"/>
                  </a:lnTo>
                  <a:lnTo>
                    <a:pt x="286" y="681"/>
                  </a:lnTo>
                  <a:lnTo>
                    <a:pt x="277" y="677"/>
                  </a:lnTo>
                  <a:lnTo>
                    <a:pt x="265" y="676"/>
                  </a:lnTo>
                  <a:lnTo>
                    <a:pt x="253" y="674"/>
                  </a:lnTo>
                  <a:lnTo>
                    <a:pt x="244" y="668"/>
                  </a:lnTo>
                  <a:lnTo>
                    <a:pt x="239" y="658"/>
                  </a:lnTo>
                  <a:lnTo>
                    <a:pt x="235" y="648"/>
                  </a:lnTo>
                  <a:lnTo>
                    <a:pt x="229" y="640"/>
                  </a:lnTo>
                  <a:lnTo>
                    <a:pt x="222" y="633"/>
                  </a:lnTo>
                  <a:lnTo>
                    <a:pt x="216" y="626"/>
                  </a:lnTo>
                  <a:lnTo>
                    <a:pt x="213" y="618"/>
                  </a:lnTo>
                  <a:lnTo>
                    <a:pt x="209" y="610"/>
                  </a:lnTo>
                  <a:lnTo>
                    <a:pt x="200" y="602"/>
                  </a:lnTo>
                  <a:lnTo>
                    <a:pt x="187" y="595"/>
                  </a:lnTo>
                  <a:lnTo>
                    <a:pt x="175" y="585"/>
                  </a:lnTo>
                  <a:lnTo>
                    <a:pt x="172" y="574"/>
                  </a:lnTo>
                  <a:lnTo>
                    <a:pt x="182" y="565"/>
                  </a:lnTo>
                  <a:lnTo>
                    <a:pt x="198" y="558"/>
                  </a:lnTo>
                  <a:lnTo>
                    <a:pt x="212" y="553"/>
                  </a:lnTo>
                  <a:lnTo>
                    <a:pt x="218" y="546"/>
                  </a:lnTo>
                  <a:lnTo>
                    <a:pt x="220" y="538"/>
                  </a:lnTo>
                  <a:lnTo>
                    <a:pt x="223" y="529"/>
                  </a:lnTo>
                  <a:lnTo>
                    <a:pt x="230" y="522"/>
                  </a:lnTo>
                  <a:lnTo>
                    <a:pt x="238" y="516"/>
                  </a:lnTo>
                  <a:lnTo>
                    <a:pt x="246" y="509"/>
                  </a:lnTo>
                  <a:lnTo>
                    <a:pt x="252" y="500"/>
                  </a:lnTo>
                  <a:lnTo>
                    <a:pt x="260" y="491"/>
                  </a:lnTo>
                  <a:lnTo>
                    <a:pt x="271" y="487"/>
                  </a:lnTo>
                  <a:lnTo>
                    <a:pt x="283" y="487"/>
                  </a:lnTo>
                  <a:lnTo>
                    <a:pt x="294" y="486"/>
                  </a:lnTo>
                  <a:lnTo>
                    <a:pt x="304" y="482"/>
                  </a:lnTo>
                  <a:lnTo>
                    <a:pt x="315" y="475"/>
                  </a:lnTo>
                  <a:lnTo>
                    <a:pt x="326" y="473"/>
                  </a:lnTo>
                  <a:lnTo>
                    <a:pt x="336" y="480"/>
                  </a:lnTo>
                  <a:lnTo>
                    <a:pt x="343" y="493"/>
                  </a:lnTo>
                  <a:lnTo>
                    <a:pt x="348" y="505"/>
                  </a:lnTo>
                  <a:lnTo>
                    <a:pt x="354" y="510"/>
                  </a:lnTo>
                  <a:lnTo>
                    <a:pt x="364" y="507"/>
                  </a:lnTo>
                  <a:lnTo>
                    <a:pt x="376" y="503"/>
                  </a:lnTo>
                  <a:lnTo>
                    <a:pt x="387" y="503"/>
                  </a:lnTo>
                  <a:lnTo>
                    <a:pt x="396" y="507"/>
                  </a:lnTo>
                  <a:lnTo>
                    <a:pt x="402" y="513"/>
                  </a:lnTo>
                  <a:lnTo>
                    <a:pt x="409" y="520"/>
                  </a:lnTo>
                  <a:lnTo>
                    <a:pt x="414" y="528"/>
                  </a:lnTo>
                  <a:lnTo>
                    <a:pt x="415" y="538"/>
                  </a:lnTo>
                  <a:lnTo>
                    <a:pt x="410" y="550"/>
                  </a:lnTo>
                  <a:lnTo>
                    <a:pt x="403" y="560"/>
                  </a:lnTo>
                  <a:lnTo>
                    <a:pt x="401" y="569"/>
                  </a:lnTo>
                  <a:lnTo>
                    <a:pt x="406" y="577"/>
                  </a:lnTo>
                  <a:close/>
                </a:path>
              </a:pathLst>
            </a:custGeom>
            <a:solidFill>
              <a:srgbClr val="0675B4">
                <a:alpha val="37000"/>
              </a:srgbClr>
            </a:solidFill>
            <a:ln>
              <a:noFill/>
            </a:ln>
          </p:spPr>
          <p:txBody>
            <a:bodyPr anchor="ctr"/>
            <a:lstStyle/>
            <a:p>
              <a:pPr algn="ctr">
                <a:buNone/>
              </a:pPr>
            </a:p>
          </p:txBody>
        </p:sp>
        <p:sp>
          <p:nvSpPr>
            <p:cNvPr id="2994" name="addition:input:117"/>
            <p:cNvSpPr>
              <a:spLocks noGrp="1"/>
            </p:cNvSpPr>
            <p:nvPr/>
          </p:nvSpPr>
          <p:spPr>
            <a:xfrm>
              <a:off x="209550" y="5438775"/>
              <a:ext cx="526694" cy="1139708"/>
            </a:xfrm>
            <a:custGeom>
              <a:avLst/>
              <a:gdLst/>
              <a:ahLst/>
              <a:cxnLst/>
              <a:rect l="l" t="t" r="r" b="b"/>
              <a:pathLst>
                <a:path w="320" h="608">
                  <a:moveTo>
                    <a:pt x="0" y="0"/>
                  </a:moveTo>
                  <a:moveTo>
                    <a:pt x="314" y="561"/>
                  </a:moveTo>
                  <a:lnTo>
                    <a:pt x="315" y="565"/>
                  </a:lnTo>
                  <a:lnTo>
                    <a:pt x="315" y="569"/>
                  </a:lnTo>
                  <a:lnTo>
                    <a:pt x="313" y="573"/>
                  </a:lnTo>
                  <a:lnTo>
                    <a:pt x="308" y="575"/>
                  </a:lnTo>
                  <a:lnTo>
                    <a:pt x="303" y="577"/>
                  </a:lnTo>
                  <a:lnTo>
                    <a:pt x="302" y="580"/>
                  </a:lnTo>
                  <a:lnTo>
                    <a:pt x="303" y="586"/>
                  </a:lnTo>
                  <a:lnTo>
                    <a:pt x="304" y="592"/>
                  </a:lnTo>
                  <a:lnTo>
                    <a:pt x="304" y="598"/>
                  </a:lnTo>
                  <a:lnTo>
                    <a:pt x="300" y="601"/>
                  </a:lnTo>
                  <a:lnTo>
                    <a:pt x="296" y="602"/>
                  </a:lnTo>
                  <a:lnTo>
                    <a:pt x="292" y="602"/>
                  </a:lnTo>
                  <a:lnTo>
                    <a:pt x="288" y="603"/>
                  </a:lnTo>
                  <a:lnTo>
                    <a:pt x="284" y="603"/>
                  </a:lnTo>
                  <a:lnTo>
                    <a:pt x="280" y="601"/>
                  </a:lnTo>
                  <a:lnTo>
                    <a:pt x="277" y="599"/>
                  </a:lnTo>
                  <a:lnTo>
                    <a:pt x="274" y="599"/>
                  </a:lnTo>
                  <a:lnTo>
                    <a:pt x="271" y="601"/>
                  </a:lnTo>
                  <a:lnTo>
                    <a:pt x="267" y="605"/>
                  </a:lnTo>
                  <a:lnTo>
                    <a:pt x="263" y="608"/>
                  </a:lnTo>
                  <a:lnTo>
                    <a:pt x="260" y="606"/>
                  </a:lnTo>
                  <a:lnTo>
                    <a:pt x="257" y="602"/>
                  </a:lnTo>
                  <a:lnTo>
                    <a:pt x="255" y="599"/>
                  </a:lnTo>
                  <a:lnTo>
                    <a:pt x="251" y="598"/>
                  </a:lnTo>
                  <a:lnTo>
                    <a:pt x="246" y="598"/>
                  </a:lnTo>
                  <a:lnTo>
                    <a:pt x="241" y="597"/>
                  </a:lnTo>
                  <a:lnTo>
                    <a:pt x="239" y="593"/>
                  </a:lnTo>
                  <a:lnTo>
                    <a:pt x="238" y="588"/>
                  </a:lnTo>
                  <a:lnTo>
                    <a:pt x="239" y="583"/>
                  </a:lnTo>
                  <a:lnTo>
                    <a:pt x="238" y="578"/>
                  </a:lnTo>
                  <a:lnTo>
                    <a:pt x="236" y="575"/>
                  </a:lnTo>
                  <a:lnTo>
                    <a:pt x="235" y="571"/>
                  </a:lnTo>
                  <a:lnTo>
                    <a:pt x="234" y="568"/>
                  </a:lnTo>
                  <a:lnTo>
                    <a:pt x="232" y="564"/>
                  </a:lnTo>
                  <a:lnTo>
                    <a:pt x="228" y="561"/>
                  </a:lnTo>
                  <a:lnTo>
                    <a:pt x="223" y="556"/>
                  </a:lnTo>
                  <a:lnTo>
                    <a:pt x="219" y="551"/>
                  </a:lnTo>
                  <a:lnTo>
                    <a:pt x="219" y="546"/>
                  </a:lnTo>
                  <a:lnTo>
                    <a:pt x="224" y="543"/>
                  </a:lnTo>
                  <a:lnTo>
                    <a:pt x="230" y="541"/>
                  </a:lnTo>
                  <a:lnTo>
                    <a:pt x="234" y="539"/>
                  </a:lnTo>
                  <a:lnTo>
                    <a:pt x="235" y="536"/>
                  </a:lnTo>
                  <a:lnTo>
                    <a:pt x="236" y="532"/>
                  </a:lnTo>
                  <a:lnTo>
                    <a:pt x="238" y="528"/>
                  </a:lnTo>
                  <a:lnTo>
                    <a:pt x="242" y="527"/>
                  </a:lnTo>
                  <a:lnTo>
                    <a:pt x="246" y="526"/>
                  </a:lnTo>
                  <a:lnTo>
                    <a:pt x="250" y="524"/>
                  </a:lnTo>
                  <a:lnTo>
                    <a:pt x="253" y="521"/>
                  </a:lnTo>
                  <a:lnTo>
                    <a:pt x="256" y="517"/>
                  </a:lnTo>
                  <a:lnTo>
                    <a:pt x="261" y="516"/>
                  </a:lnTo>
                  <a:lnTo>
                    <a:pt x="265" y="515"/>
                  </a:lnTo>
                  <a:lnTo>
                    <a:pt x="270" y="514"/>
                  </a:lnTo>
                  <a:lnTo>
                    <a:pt x="275" y="512"/>
                  </a:lnTo>
                  <a:lnTo>
                    <a:pt x="280" y="510"/>
                  </a:lnTo>
                  <a:lnTo>
                    <a:pt x="285" y="511"/>
                  </a:lnTo>
                  <a:lnTo>
                    <a:pt x="289" y="516"/>
                  </a:lnTo>
                  <a:lnTo>
                    <a:pt x="291" y="523"/>
                  </a:lnTo>
                  <a:lnTo>
                    <a:pt x="292" y="528"/>
                  </a:lnTo>
                  <a:lnTo>
                    <a:pt x="295" y="530"/>
                  </a:lnTo>
                  <a:lnTo>
                    <a:pt x="300" y="529"/>
                  </a:lnTo>
                  <a:lnTo>
                    <a:pt x="306" y="529"/>
                  </a:lnTo>
                  <a:lnTo>
                    <a:pt x="310" y="530"/>
                  </a:lnTo>
                  <a:lnTo>
                    <a:pt x="313" y="533"/>
                  </a:lnTo>
                  <a:lnTo>
                    <a:pt x="315" y="536"/>
                  </a:lnTo>
                  <a:lnTo>
                    <a:pt x="317" y="540"/>
                  </a:lnTo>
                  <a:lnTo>
                    <a:pt x="319" y="543"/>
                  </a:lnTo>
                  <a:lnTo>
                    <a:pt x="320" y="548"/>
                  </a:lnTo>
                  <a:lnTo>
                    <a:pt x="317" y="552"/>
                  </a:lnTo>
                  <a:lnTo>
                    <a:pt x="315" y="557"/>
                  </a:lnTo>
                  <a:close/>
                </a:path>
              </a:pathLst>
            </a:custGeom>
            <a:solidFill>
              <a:srgbClr val="0072B2">
                <a:alpha val="36000"/>
              </a:srgbClr>
            </a:solidFill>
            <a:ln>
              <a:noFill/>
            </a:ln>
          </p:spPr>
          <p:txBody>
            <a:bodyPr anchor="ctr"/>
            <a:lstStyle/>
            <a:p>
              <a:pPr algn="ctr">
                <a:buNone/>
              </a:pPr>
            </a:p>
          </p:txBody>
        </p:sp>
        <p:sp>
          <p:nvSpPr>
            <p:cNvPr id="2995" name="addition:input:118"/>
            <p:cNvSpPr>
              <a:spLocks noGrp="1"/>
            </p:cNvSpPr>
            <p:nvPr/>
          </p:nvSpPr>
          <p:spPr>
            <a:xfrm>
              <a:off x="209550" y="5438775"/>
              <a:ext cx="615574" cy="1094720"/>
            </a:xfrm>
            <a:custGeom>
              <a:avLst/>
              <a:gdLst/>
              <a:ahLst/>
              <a:cxnLst/>
              <a:rect l="l" t="t" r="r" b="b"/>
              <a:pathLst>
                <a:path w="374" h="584">
                  <a:moveTo>
                    <a:pt x="0" y="0"/>
                  </a:moveTo>
                  <a:moveTo>
                    <a:pt x="366" y="547"/>
                  </a:moveTo>
                  <a:lnTo>
                    <a:pt x="363" y="549"/>
                  </a:lnTo>
                  <a:lnTo>
                    <a:pt x="363" y="552"/>
                  </a:lnTo>
                  <a:lnTo>
                    <a:pt x="365" y="555"/>
                  </a:lnTo>
                  <a:lnTo>
                    <a:pt x="367" y="559"/>
                  </a:lnTo>
                  <a:lnTo>
                    <a:pt x="367" y="563"/>
                  </a:lnTo>
                  <a:lnTo>
                    <a:pt x="365" y="565"/>
                  </a:lnTo>
                  <a:lnTo>
                    <a:pt x="362" y="567"/>
                  </a:lnTo>
                  <a:lnTo>
                    <a:pt x="360" y="569"/>
                  </a:lnTo>
                  <a:lnTo>
                    <a:pt x="359" y="572"/>
                  </a:lnTo>
                  <a:lnTo>
                    <a:pt x="357" y="576"/>
                  </a:lnTo>
                  <a:lnTo>
                    <a:pt x="355" y="577"/>
                  </a:lnTo>
                  <a:lnTo>
                    <a:pt x="352" y="578"/>
                  </a:lnTo>
                  <a:lnTo>
                    <a:pt x="349" y="578"/>
                  </a:lnTo>
                  <a:lnTo>
                    <a:pt x="346" y="579"/>
                  </a:lnTo>
                  <a:lnTo>
                    <a:pt x="344" y="580"/>
                  </a:lnTo>
                  <a:lnTo>
                    <a:pt x="341" y="579"/>
                  </a:lnTo>
                  <a:lnTo>
                    <a:pt x="338" y="577"/>
                  </a:lnTo>
                  <a:lnTo>
                    <a:pt x="336" y="576"/>
                  </a:lnTo>
                  <a:lnTo>
                    <a:pt x="334" y="576"/>
                  </a:lnTo>
                  <a:lnTo>
                    <a:pt x="330" y="579"/>
                  </a:lnTo>
                  <a:lnTo>
                    <a:pt x="326" y="583"/>
                  </a:lnTo>
                  <a:lnTo>
                    <a:pt x="322" y="584"/>
                  </a:lnTo>
                  <a:lnTo>
                    <a:pt x="319" y="582"/>
                  </a:lnTo>
                  <a:lnTo>
                    <a:pt x="317" y="578"/>
                  </a:lnTo>
                  <a:lnTo>
                    <a:pt x="316" y="574"/>
                  </a:lnTo>
                  <a:lnTo>
                    <a:pt x="315" y="571"/>
                  </a:lnTo>
                  <a:lnTo>
                    <a:pt x="312" y="568"/>
                  </a:lnTo>
                  <a:lnTo>
                    <a:pt x="310" y="566"/>
                  </a:lnTo>
                  <a:lnTo>
                    <a:pt x="309" y="563"/>
                  </a:lnTo>
                  <a:lnTo>
                    <a:pt x="307" y="560"/>
                  </a:lnTo>
                  <a:lnTo>
                    <a:pt x="305" y="558"/>
                  </a:lnTo>
                  <a:lnTo>
                    <a:pt x="302" y="556"/>
                  </a:lnTo>
                  <a:lnTo>
                    <a:pt x="299" y="553"/>
                  </a:lnTo>
                  <a:lnTo>
                    <a:pt x="298" y="550"/>
                  </a:lnTo>
                  <a:lnTo>
                    <a:pt x="299" y="547"/>
                  </a:lnTo>
                  <a:lnTo>
                    <a:pt x="300" y="544"/>
                  </a:lnTo>
                  <a:lnTo>
                    <a:pt x="298" y="541"/>
                  </a:lnTo>
                  <a:lnTo>
                    <a:pt x="296" y="537"/>
                  </a:lnTo>
                  <a:lnTo>
                    <a:pt x="294" y="533"/>
                  </a:lnTo>
                  <a:lnTo>
                    <a:pt x="296" y="530"/>
                  </a:lnTo>
                  <a:lnTo>
                    <a:pt x="301" y="529"/>
                  </a:lnTo>
                  <a:lnTo>
                    <a:pt x="307" y="529"/>
                  </a:lnTo>
                  <a:lnTo>
                    <a:pt x="310" y="528"/>
                  </a:lnTo>
                  <a:lnTo>
                    <a:pt x="312" y="526"/>
                  </a:lnTo>
                  <a:lnTo>
                    <a:pt x="314" y="523"/>
                  </a:lnTo>
                  <a:lnTo>
                    <a:pt x="315" y="520"/>
                  </a:lnTo>
                  <a:lnTo>
                    <a:pt x="318" y="518"/>
                  </a:lnTo>
                  <a:lnTo>
                    <a:pt x="321" y="515"/>
                  </a:lnTo>
                  <a:lnTo>
                    <a:pt x="324" y="512"/>
                  </a:lnTo>
                  <a:lnTo>
                    <a:pt x="327" y="509"/>
                  </a:lnTo>
                  <a:lnTo>
                    <a:pt x="331" y="509"/>
                  </a:lnTo>
                  <a:lnTo>
                    <a:pt x="335" y="511"/>
                  </a:lnTo>
                  <a:lnTo>
                    <a:pt x="339" y="514"/>
                  </a:lnTo>
                  <a:lnTo>
                    <a:pt x="342" y="516"/>
                  </a:lnTo>
                  <a:lnTo>
                    <a:pt x="346" y="515"/>
                  </a:lnTo>
                  <a:lnTo>
                    <a:pt x="349" y="514"/>
                  </a:lnTo>
                  <a:lnTo>
                    <a:pt x="353" y="515"/>
                  </a:lnTo>
                  <a:lnTo>
                    <a:pt x="355" y="517"/>
                  </a:lnTo>
                  <a:lnTo>
                    <a:pt x="356" y="521"/>
                  </a:lnTo>
                  <a:lnTo>
                    <a:pt x="358" y="524"/>
                  </a:lnTo>
                  <a:lnTo>
                    <a:pt x="360" y="525"/>
                  </a:lnTo>
                  <a:lnTo>
                    <a:pt x="364" y="525"/>
                  </a:lnTo>
                  <a:lnTo>
                    <a:pt x="368" y="526"/>
                  </a:lnTo>
                  <a:lnTo>
                    <a:pt x="370" y="528"/>
                  </a:lnTo>
                  <a:lnTo>
                    <a:pt x="372" y="531"/>
                  </a:lnTo>
                  <a:lnTo>
                    <a:pt x="373" y="534"/>
                  </a:lnTo>
                  <a:lnTo>
                    <a:pt x="374" y="537"/>
                  </a:lnTo>
                  <a:lnTo>
                    <a:pt x="373" y="540"/>
                  </a:lnTo>
                  <a:lnTo>
                    <a:pt x="371" y="544"/>
                  </a:lnTo>
                  <a:close/>
                </a:path>
              </a:pathLst>
            </a:custGeom>
            <a:solidFill>
              <a:srgbClr val="0072B2">
                <a:alpha val="36000"/>
              </a:srgbClr>
            </a:solidFill>
            <a:ln>
              <a:noFill/>
            </a:ln>
          </p:spPr>
          <p:txBody>
            <a:bodyPr anchor="ctr"/>
            <a:lstStyle/>
            <a:p>
              <a:pPr algn="ctr">
                <a:buNone/>
              </a:pPr>
            </a:p>
          </p:txBody>
        </p:sp>
        <p:sp>
          <p:nvSpPr>
            <p:cNvPr id="2996" name="addition:input:119"/>
            <p:cNvSpPr>
              <a:spLocks noGrp="1"/>
            </p:cNvSpPr>
            <p:nvPr/>
          </p:nvSpPr>
          <p:spPr>
            <a:xfrm>
              <a:off x="209550" y="5438775"/>
              <a:ext cx="681411" cy="1233434"/>
            </a:xfrm>
            <a:custGeom>
              <a:avLst/>
              <a:gdLst/>
              <a:ahLst/>
              <a:cxnLst/>
              <a:rect l="l" t="t" r="r" b="b"/>
              <a:pathLst>
                <a:path w="414" h="658">
                  <a:moveTo>
                    <a:pt x="0" y="0"/>
                  </a:moveTo>
                  <a:moveTo>
                    <a:pt x="405" y="607"/>
                  </a:moveTo>
                  <a:lnTo>
                    <a:pt x="411" y="611"/>
                  </a:lnTo>
                  <a:lnTo>
                    <a:pt x="414" y="616"/>
                  </a:lnTo>
                  <a:lnTo>
                    <a:pt x="414" y="620"/>
                  </a:lnTo>
                  <a:lnTo>
                    <a:pt x="413" y="624"/>
                  </a:lnTo>
                  <a:lnTo>
                    <a:pt x="412" y="628"/>
                  </a:lnTo>
                  <a:lnTo>
                    <a:pt x="410" y="632"/>
                  </a:lnTo>
                  <a:lnTo>
                    <a:pt x="406" y="634"/>
                  </a:lnTo>
                  <a:lnTo>
                    <a:pt x="401" y="635"/>
                  </a:lnTo>
                  <a:lnTo>
                    <a:pt x="397" y="636"/>
                  </a:lnTo>
                  <a:lnTo>
                    <a:pt x="393" y="638"/>
                  </a:lnTo>
                  <a:lnTo>
                    <a:pt x="392" y="642"/>
                  </a:lnTo>
                  <a:lnTo>
                    <a:pt x="390" y="646"/>
                  </a:lnTo>
                  <a:lnTo>
                    <a:pt x="387" y="649"/>
                  </a:lnTo>
                  <a:lnTo>
                    <a:pt x="382" y="649"/>
                  </a:lnTo>
                  <a:lnTo>
                    <a:pt x="377" y="647"/>
                  </a:lnTo>
                  <a:lnTo>
                    <a:pt x="373" y="648"/>
                  </a:lnTo>
                  <a:lnTo>
                    <a:pt x="368" y="651"/>
                  </a:lnTo>
                  <a:lnTo>
                    <a:pt x="363" y="655"/>
                  </a:lnTo>
                  <a:lnTo>
                    <a:pt x="358" y="658"/>
                  </a:lnTo>
                  <a:lnTo>
                    <a:pt x="352" y="656"/>
                  </a:lnTo>
                  <a:lnTo>
                    <a:pt x="348" y="653"/>
                  </a:lnTo>
                  <a:lnTo>
                    <a:pt x="344" y="649"/>
                  </a:lnTo>
                  <a:lnTo>
                    <a:pt x="340" y="645"/>
                  </a:lnTo>
                  <a:lnTo>
                    <a:pt x="337" y="642"/>
                  </a:lnTo>
                  <a:lnTo>
                    <a:pt x="335" y="638"/>
                  </a:lnTo>
                  <a:lnTo>
                    <a:pt x="333" y="634"/>
                  </a:lnTo>
                  <a:lnTo>
                    <a:pt x="330" y="632"/>
                  </a:lnTo>
                  <a:lnTo>
                    <a:pt x="325" y="631"/>
                  </a:lnTo>
                  <a:lnTo>
                    <a:pt x="317" y="631"/>
                  </a:lnTo>
                  <a:lnTo>
                    <a:pt x="311" y="629"/>
                  </a:lnTo>
                  <a:lnTo>
                    <a:pt x="310" y="625"/>
                  </a:lnTo>
                  <a:lnTo>
                    <a:pt x="311" y="620"/>
                  </a:lnTo>
                  <a:lnTo>
                    <a:pt x="314" y="615"/>
                  </a:lnTo>
                  <a:lnTo>
                    <a:pt x="315" y="611"/>
                  </a:lnTo>
                  <a:lnTo>
                    <a:pt x="314" y="607"/>
                  </a:lnTo>
                  <a:lnTo>
                    <a:pt x="313" y="603"/>
                  </a:lnTo>
                  <a:lnTo>
                    <a:pt x="315" y="598"/>
                  </a:lnTo>
                  <a:lnTo>
                    <a:pt x="319" y="595"/>
                  </a:lnTo>
                  <a:lnTo>
                    <a:pt x="323" y="592"/>
                  </a:lnTo>
                  <a:lnTo>
                    <a:pt x="326" y="589"/>
                  </a:lnTo>
                  <a:lnTo>
                    <a:pt x="328" y="585"/>
                  </a:lnTo>
                  <a:lnTo>
                    <a:pt x="330" y="582"/>
                  </a:lnTo>
                  <a:lnTo>
                    <a:pt x="333" y="579"/>
                  </a:lnTo>
                  <a:lnTo>
                    <a:pt x="336" y="576"/>
                  </a:lnTo>
                  <a:lnTo>
                    <a:pt x="338" y="571"/>
                  </a:lnTo>
                  <a:lnTo>
                    <a:pt x="339" y="565"/>
                  </a:lnTo>
                  <a:lnTo>
                    <a:pt x="341" y="560"/>
                  </a:lnTo>
                  <a:lnTo>
                    <a:pt x="346" y="558"/>
                  </a:lnTo>
                  <a:lnTo>
                    <a:pt x="351" y="560"/>
                  </a:lnTo>
                  <a:lnTo>
                    <a:pt x="357" y="565"/>
                  </a:lnTo>
                  <a:lnTo>
                    <a:pt x="361" y="568"/>
                  </a:lnTo>
                  <a:lnTo>
                    <a:pt x="364" y="568"/>
                  </a:lnTo>
                  <a:lnTo>
                    <a:pt x="368" y="566"/>
                  </a:lnTo>
                  <a:lnTo>
                    <a:pt x="371" y="564"/>
                  </a:lnTo>
                  <a:lnTo>
                    <a:pt x="375" y="564"/>
                  </a:lnTo>
                  <a:lnTo>
                    <a:pt x="378" y="565"/>
                  </a:lnTo>
                  <a:lnTo>
                    <a:pt x="381" y="566"/>
                  </a:lnTo>
                  <a:lnTo>
                    <a:pt x="385" y="566"/>
                  </a:lnTo>
                  <a:lnTo>
                    <a:pt x="390" y="567"/>
                  </a:lnTo>
                  <a:lnTo>
                    <a:pt x="393" y="569"/>
                  </a:lnTo>
                  <a:lnTo>
                    <a:pt x="394" y="573"/>
                  </a:lnTo>
                  <a:lnTo>
                    <a:pt x="396" y="577"/>
                  </a:lnTo>
                  <a:lnTo>
                    <a:pt x="400" y="580"/>
                  </a:lnTo>
                  <a:lnTo>
                    <a:pt x="404" y="582"/>
                  </a:lnTo>
                  <a:lnTo>
                    <a:pt x="406" y="586"/>
                  </a:lnTo>
                  <a:lnTo>
                    <a:pt x="405" y="591"/>
                  </a:lnTo>
                  <a:lnTo>
                    <a:pt x="402" y="596"/>
                  </a:lnTo>
                  <a:lnTo>
                    <a:pt x="399" y="600"/>
                  </a:lnTo>
                  <a:lnTo>
                    <a:pt x="400" y="603"/>
                  </a:lnTo>
                  <a:close/>
                </a:path>
              </a:pathLst>
            </a:custGeom>
            <a:solidFill>
              <a:srgbClr val="0072B2">
                <a:alpha val="36000"/>
              </a:srgbClr>
            </a:solidFill>
            <a:ln>
              <a:noFill/>
            </a:ln>
          </p:spPr>
          <p:txBody>
            <a:bodyPr anchor="ctr"/>
            <a:lstStyle/>
            <a:p>
              <a:pPr algn="ctr">
                <a:buNone/>
              </a:pPr>
            </a:p>
          </p:txBody>
        </p:sp>
        <p:sp>
          <p:nvSpPr>
            <p:cNvPr id="2997" name="addition:input:120"/>
            <p:cNvSpPr>
              <a:spLocks noGrp="1"/>
            </p:cNvSpPr>
            <p:nvPr/>
          </p:nvSpPr>
          <p:spPr>
            <a:xfrm>
              <a:off x="209550" y="5438775"/>
              <a:ext cx="569488" cy="1259677"/>
            </a:xfrm>
            <a:custGeom>
              <a:avLst/>
              <a:gdLst/>
              <a:ahLst/>
              <a:cxnLst/>
              <a:rect l="l" t="t" r="r" b="b"/>
              <a:pathLst>
                <a:path w="346" h="672">
                  <a:moveTo>
                    <a:pt x="0" y="0"/>
                  </a:moveTo>
                  <a:moveTo>
                    <a:pt x="341" y="633"/>
                  </a:moveTo>
                  <a:lnTo>
                    <a:pt x="339" y="636"/>
                  </a:lnTo>
                  <a:lnTo>
                    <a:pt x="335" y="639"/>
                  </a:lnTo>
                  <a:lnTo>
                    <a:pt x="331" y="641"/>
                  </a:lnTo>
                  <a:lnTo>
                    <a:pt x="329" y="644"/>
                  </a:lnTo>
                  <a:lnTo>
                    <a:pt x="328" y="647"/>
                  </a:lnTo>
                  <a:lnTo>
                    <a:pt x="330" y="652"/>
                  </a:lnTo>
                  <a:lnTo>
                    <a:pt x="331" y="657"/>
                  </a:lnTo>
                  <a:lnTo>
                    <a:pt x="329" y="660"/>
                  </a:lnTo>
                  <a:lnTo>
                    <a:pt x="324" y="662"/>
                  </a:lnTo>
                  <a:lnTo>
                    <a:pt x="320" y="662"/>
                  </a:lnTo>
                  <a:lnTo>
                    <a:pt x="316" y="664"/>
                  </a:lnTo>
                  <a:lnTo>
                    <a:pt x="314" y="667"/>
                  </a:lnTo>
                  <a:lnTo>
                    <a:pt x="312" y="671"/>
                  </a:lnTo>
                  <a:lnTo>
                    <a:pt x="308" y="672"/>
                  </a:lnTo>
                  <a:lnTo>
                    <a:pt x="304" y="671"/>
                  </a:lnTo>
                  <a:lnTo>
                    <a:pt x="301" y="669"/>
                  </a:lnTo>
                  <a:lnTo>
                    <a:pt x="298" y="668"/>
                  </a:lnTo>
                  <a:lnTo>
                    <a:pt x="295" y="667"/>
                  </a:lnTo>
                  <a:lnTo>
                    <a:pt x="292" y="667"/>
                  </a:lnTo>
                  <a:lnTo>
                    <a:pt x="289" y="666"/>
                  </a:lnTo>
                  <a:lnTo>
                    <a:pt x="287" y="665"/>
                  </a:lnTo>
                  <a:lnTo>
                    <a:pt x="283" y="666"/>
                  </a:lnTo>
                  <a:lnTo>
                    <a:pt x="279" y="668"/>
                  </a:lnTo>
                  <a:lnTo>
                    <a:pt x="273" y="669"/>
                  </a:lnTo>
                  <a:lnTo>
                    <a:pt x="269" y="668"/>
                  </a:lnTo>
                  <a:lnTo>
                    <a:pt x="268" y="664"/>
                  </a:lnTo>
                  <a:lnTo>
                    <a:pt x="268" y="658"/>
                  </a:lnTo>
                  <a:lnTo>
                    <a:pt x="269" y="653"/>
                  </a:lnTo>
                  <a:lnTo>
                    <a:pt x="268" y="650"/>
                  </a:lnTo>
                  <a:lnTo>
                    <a:pt x="265" y="648"/>
                  </a:lnTo>
                  <a:lnTo>
                    <a:pt x="262" y="646"/>
                  </a:lnTo>
                  <a:lnTo>
                    <a:pt x="261" y="642"/>
                  </a:lnTo>
                  <a:lnTo>
                    <a:pt x="261" y="639"/>
                  </a:lnTo>
                  <a:lnTo>
                    <a:pt x="260" y="636"/>
                  </a:lnTo>
                  <a:lnTo>
                    <a:pt x="258" y="633"/>
                  </a:lnTo>
                  <a:lnTo>
                    <a:pt x="256" y="629"/>
                  </a:lnTo>
                  <a:lnTo>
                    <a:pt x="255" y="626"/>
                  </a:lnTo>
                  <a:lnTo>
                    <a:pt x="255" y="622"/>
                  </a:lnTo>
                  <a:lnTo>
                    <a:pt x="256" y="619"/>
                  </a:lnTo>
                  <a:lnTo>
                    <a:pt x="256" y="615"/>
                  </a:lnTo>
                  <a:lnTo>
                    <a:pt x="256" y="611"/>
                  </a:lnTo>
                  <a:lnTo>
                    <a:pt x="257" y="607"/>
                  </a:lnTo>
                  <a:lnTo>
                    <a:pt x="260" y="605"/>
                  </a:lnTo>
                  <a:lnTo>
                    <a:pt x="266" y="606"/>
                  </a:lnTo>
                  <a:lnTo>
                    <a:pt x="272" y="607"/>
                  </a:lnTo>
                  <a:lnTo>
                    <a:pt x="276" y="607"/>
                  </a:lnTo>
                  <a:lnTo>
                    <a:pt x="277" y="604"/>
                  </a:lnTo>
                  <a:lnTo>
                    <a:pt x="279" y="599"/>
                  </a:lnTo>
                  <a:lnTo>
                    <a:pt x="281" y="595"/>
                  </a:lnTo>
                  <a:lnTo>
                    <a:pt x="285" y="593"/>
                  </a:lnTo>
                  <a:lnTo>
                    <a:pt x="289" y="592"/>
                  </a:lnTo>
                  <a:lnTo>
                    <a:pt x="294" y="592"/>
                  </a:lnTo>
                  <a:lnTo>
                    <a:pt x="298" y="591"/>
                  </a:lnTo>
                  <a:lnTo>
                    <a:pt x="303" y="592"/>
                  </a:lnTo>
                  <a:lnTo>
                    <a:pt x="307" y="594"/>
                  </a:lnTo>
                  <a:lnTo>
                    <a:pt x="311" y="598"/>
                  </a:lnTo>
                  <a:lnTo>
                    <a:pt x="314" y="600"/>
                  </a:lnTo>
                  <a:lnTo>
                    <a:pt x="318" y="601"/>
                  </a:lnTo>
                  <a:lnTo>
                    <a:pt x="323" y="601"/>
                  </a:lnTo>
                  <a:lnTo>
                    <a:pt x="326" y="602"/>
                  </a:lnTo>
                  <a:lnTo>
                    <a:pt x="328" y="606"/>
                  </a:lnTo>
                  <a:lnTo>
                    <a:pt x="328" y="610"/>
                  </a:lnTo>
                  <a:lnTo>
                    <a:pt x="330" y="613"/>
                  </a:lnTo>
                  <a:lnTo>
                    <a:pt x="333" y="615"/>
                  </a:lnTo>
                  <a:lnTo>
                    <a:pt x="339" y="616"/>
                  </a:lnTo>
                  <a:lnTo>
                    <a:pt x="344" y="618"/>
                  </a:lnTo>
                  <a:lnTo>
                    <a:pt x="346" y="621"/>
                  </a:lnTo>
                  <a:lnTo>
                    <a:pt x="345" y="625"/>
                  </a:lnTo>
                  <a:lnTo>
                    <a:pt x="343" y="629"/>
                  </a:lnTo>
                  <a:close/>
                </a:path>
              </a:pathLst>
            </a:custGeom>
            <a:solidFill>
              <a:srgbClr val="0072B2">
                <a:alpha val="36000"/>
              </a:srgbClr>
            </a:solidFill>
            <a:ln>
              <a:noFill/>
            </a:ln>
          </p:spPr>
          <p:txBody>
            <a:bodyPr anchor="ctr"/>
            <a:lstStyle/>
            <a:p>
              <a:pPr algn="ctr">
                <a:buNone/>
              </a:pPr>
            </a:p>
          </p:txBody>
        </p:sp>
        <p:sp>
          <p:nvSpPr>
            <p:cNvPr id="2998" name="addition:input:121"/>
            <p:cNvSpPr>
              <a:spLocks noGrp="1"/>
            </p:cNvSpPr>
            <p:nvPr/>
          </p:nvSpPr>
          <p:spPr>
            <a:xfrm>
              <a:off x="209550" y="5438775"/>
              <a:ext cx="511881" cy="1132210"/>
            </a:xfrm>
            <a:custGeom>
              <a:avLst/>
              <a:gdLst/>
              <a:ahLst/>
              <a:cxnLst/>
              <a:rect l="l" t="t" r="r" b="b"/>
              <a:pathLst>
                <a:path w="311" h="604">
                  <a:moveTo>
                    <a:pt x="0" y="0"/>
                  </a:moveTo>
                  <a:moveTo>
                    <a:pt x="303" y="565"/>
                  </a:moveTo>
                  <a:lnTo>
                    <a:pt x="307" y="568"/>
                  </a:lnTo>
                  <a:lnTo>
                    <a:pt x="310" y="571"/>
                  </a:lnTo>
                  <a:lnTo>
                    <a:pt x="311" y="575"/>
                  </a:lnTo>
                  <a:lnTo>
                    <a:pt x="309" y="578"/>
                  </a:lnTo>
                  <a:lnTo>
                    <a:pt x="307" y="580"/>
                  </a:lnTo>
                  <a:lnTo>
                    <a:pt x="305" y="582"/>
                  </a:lnTo>
                  <a:lnTo>
                    <a:pt x="304" y="585"/>
                  </a:lnTo>
                  <a:lnTo>
                    <a:pt x="303" y="588"/>
                  </a:lnTo>
                  <a:lnTo>
                    <a:pt x="301" y="590"/>
                  </a:lnTo>
                  <a:lnTo>
                    <a:pt x="299" y="591"/>
                  </a:lnTo>
                  <a:lnTo>
                    <a:pt x="296" y="591"/>
                  </a:lnTo>
                  <a:lnTo>
                    <a:pt x="293" y="593"/>
                  </a:lnTo>
                  <a:lnTo>
                    <a:pt x="291" y="594"/>
                  </a:lnTo>
                  <a:lnTo>
                    <a:pt x="289" y="595"/>
                  </a:lnTo>
                  <a:lnTo>
                    <a:pt x="286" y="596"/>
                  </a:lnTo>
                  <a:lnTo>
                    <a:pt x="283" y="595"/>
                  </a:lnTo>
                  <a:lnTo>
                    <a:pt x="280" y="597"/>
                  </a:lnTo>
                  <a:lnTo>
                    <a:pt x="277" y="600"/>
                  </a:lnTo>
                  <a:lnTo>
                    <a:pt x="273" y="604"/>
                  </a:lnTo>
                  <a:lnTo>
                    <a:pt x="269" y="604"/>
                  </a:lnTo>
                  <a:lnTo>
                    <a:pt x="266" y="602"/>
                  </a:lnTo>
                  <a:lnTo>
                    <a:pt x="264" y="597"/>
                  </a:lnTo>
                  <a:lnTo>
                    <a:pt x="262" y="592"/>
                  </a:lnTo>
                  <a:lnTo>
                    <a:pt x="260" y="590"/>
                  </a:lnTo>
                  <a:lnTo>
                    <a:pt x="257" y="589"/>
                  </a:lnTo>
                  <a:lnTo>
                    <a:pt x="254" y="588"/>
                  </a:lnTo>
                  <a:lnTo>
                    <a:pt x="251" y="586"/>
                  </a:lnTo>
                  <a:lnTo>
                    <a:pt x="249" y="584"/>
                  </a:lnTo>
                  <a:lnTo>
                    <a:pt x="247" y="582"/>
                  </a:lnTo>
                  <a:lnTo>
                    <a:pt x="244" y="580"/>
                  </a:lnTo>
                  <a:lnTo>
                    <a:pt x="241" y="577"/>
                  </a:lnTo>
                  <a:lnTo>
                    <a:pt x="240" y="574"/>
                  </a:lnTo>
                  <a:lnTo>
                    <a:pt x="241" y="571"/>
                  </a:lnTo>
                  <a:lnTo>
                    <a:pt x="242" y="568"/>
                  </a:lnTo>
                  <a:lnTo>
                    <a:pt x="241" y="565"/>
                  </a:lnTo>
                  <a:lnTo>
                    <a:pt x="240" y="561"/>
                  </a:lnTo>
                  <a:lnTo>
                    <a:pt x="240" y="558"/>
                  </a:lnTo>
                  <a:lnTo>
                    <a:pt x="242" y="555"/>
                  </a:lnTo>
                  <a:lnTo>
                    <a:pt x="247" y="553"/>
                  </a:lnTo>
                  <a:lnTo>
                    <a:pt x="251" y="552"/>
                  </a:lnTo>
                  <a:lnTo>
                    <a:pt x="254" y="550"/>
                  </a:lnTo>
                  <a:lnTo>
                    <a:pt x="254" y="547"/>
                  </a:lnTo>
                  <a:lnTo>
                    <a:pt x="254" y="543"/>
                  </a:lnTo>
                  <a:lnTo>
                    <a:pt x="255" y="539"/>
                  </a:lnTo>
                  <a:lnTo>
                    <a:pt x="257" y="536"/>
                  </a:lnTo>
                  <a:lnTo>
                    <a:pt x="259" y="534"/>
                  </a:lnTo>
                  <a:lnTo>
                    <a:pt x="262" y="531"/>
                  </a:lnTo>
                  <a:lnTo>
                    <a:pt x="265" y="529"/>
                  </a:lnTo>
                  <a:lnTo>
                    <a:pt x="268" y="529"/>
                  </a:lnTo>
                  <a:lnTo>
                    <a:pt x="272" y="531"/>
                  </a:lnTo>
                  <a:lnTo>
                    <a:pt x="275" y="534"/>
                  </a:lnTo>
                  <a:lnTo>
                    <a:pt x="277" y="535"/>
                  </a:lnTo>
                  <a:lnTo>
                    <a:pt x="280" y="534"/>
                  </a:lnTo>
                  <a:lnTo>
                    <a:pt x="282" y="531"/>
                  </a:lnTo>
                  <a:lnTo>
                    <a:pt x="285" y="531"/>
                  </a:lnTo>
                  <a:lnTo>
                    <a:pt x="287" y="532"/>
                  </a:lnTo>
                  <a:lnTo>
                    <a:pt x="289" y="535"/>
                  </a:lnTo>
                  <a:lnTo>
                    <a:pt x="290" y="537"/>
                  </a:lnTo>
                  <a:lnTo>
                    <a:pt x="293" y="537"/>
                  </a:lnTo>
                  <a:lnTo>
                    <a:pt x="297" y="537"/>
                  </a:lnTo>
                  <a:lnTo>
                    <a:pt x="300" y="537"/>
                  </a:lnTo>
                  <a:lnTo>
                    <a:pt x="302" y="539"/>
                  </a:lnTo>
                  <a:lnTo>
                    <a:pt x="303" y="543"/>
                  </a:lnTo>
                  <a:lnTo>
                    <a:pt x="304" y="546"/>
                  </a:lnTo>
                  <a:lnTo>
                    <a:pt x="304" y="549"/>
                  </a:lnTo>
                  <a:lnTo>
                    <a:pt x="304" y="553"/>
                  </a:lnTo>
                  <a:lnTo>
                    <a:pt x="303" y="556"/>
                  </a:lnTo>
                  <a:lnTo>
                    <a:pt x="301" y="559"/>
                  </a:lnTo>
                  <a:lnTo>
                    <a:pt x="301" y="562"/>
                  </a:lnTo>
                  <a:close/>
                </a:path>
              </a:pathLst>
            </a:custGeom>
            <a:solidFill>
              <a:srgbClr val="0F7AB7">
                <a:alpha val="32000"/>
              </a:srgbClr>
            </a:solidFill>
            <a:ln>
              <a:noFill/>
            </a:ln>
          </p:spPr>
          <p:txBody>
            <a:bodyPr anchor="ctr"/>
            <a:lstStyle/>
            <a:p>
              <a:pPr algn="ctr">
                <a:buNone/>
              </a:pPr>
            </a:p>
          </p:txBody>
        </p:sp>
        <p:sp>
          <p:nvSpPr>
            <p:cNvPr id="2999" name="addition:input:122"/>
            <p:cNvSpPr>
              <a:spLocks noGrp="1"/>
            </p:cNvSpPr>
            <p:nvPr/>
          </p:nvSpPr>
          <p:spPr>
            <a:xfrm>
              <a:off x="209550" y="5438775"/>
              <a:ext cx="643555" cy="1212814"/>
            </a:xfrm>
            <a:custGeom>
              <a:avLst/>
              <a:gdLst/>
              <a:ahLst/>
              <a:cxnLst/>
              <a:rect l="l" t="t" r="r" b="b"/>
              <a:pathLst>
                <a:path w="391" h="647">
                  <a:moveTo>
                    <a:pt x="0" y="0"/>
                  </a:moveTo>
                  <a:moveTo>
                    <a:pt x="391" y="615"/>
                  </a:moveTo>
                  <a:lnTo>
                    <a:pt x="391" y="618"/>
                  </a:lnTo>
                  <a:lnTo>
                    <a:pt x="387" y="621"/>
                  </a:lnTo>
                  <a:lnTo>
                    <a:pt x="382" y="622"/>
                  </a:lnTo>
                  <a:lnTo>
                    <a:pt x="378" y="624"/>
                  </a:lnTo>
                  <a:lnTo>
                    <a:pt x="377" y="626"/>
                  </a:lnTo>
                  <a:lnTo>
                    <a:pt x="377" y="629"/>
                  </a:lnTo>
                  <a:lnTo>
                    <a:pt x="376" y="632"/>
                  </a:lnTo>
                  <a:lnTo>
                    <a:pt x="375" y="635"/>
                  </a:lnTo>
                  <a:lnTo>
                    <a:pt x="372" y="636"/>
                  </a:lnTo>
                  <a:lnTo>
                    <a:pt x="370" y="638"/>
                  </a:lnTo>
                  <a:lnTo>
                    <a:pt x="367" y="641"/>
                  </a:lnTo>
                  <a:lnTo>
                    <a:pt x="365" y="643"/>
                  </a:lnTo>
                  <a:lnTo>
                    <a:pt x="362" y="644"/>
                  </a:lnTo>
                  <a:lnTo>
                    <a:pt x="359" y="644"/>
                  </a:lnTo>
                  <a:lnTo>
                    <a:pt x="355" y="644"/>
                  </a:lnTo>
                  <a:lnTo>
                    <a:pt x="352" y="645"/>
                  </a:lnTo>
                  <a:lnTo>
                    <a:pt x="349" y="647"/>
                  </a:lnTo>
                  <a:lnTo>
                    <a:pt x="346" y="647"/>
                  </a:lnTo>
                  <a:lnTo>
                    <a:pt x="344" y="645"/>
                  </a:lnTo>
                  <a:lnTo>
                    <a:pt x="342" y="641"/>
                  </a:lnTo>
                  <a:lnTo>
                    <a:pt x="340" y="638"/>
                  </a:lnTo>
                  <a:lnTo>
                    <a:pt x="339" y="638"/>
                  </a:lnTo>
                  <a:lnTo>
                    <a:pt x="335" y="639"/>
                  </a:lnTo>
                  <a:lnTo>
                    <a:pt x="331" y="641"/>
                  </a:lnTo>
                  <a:lnTo>
                    <a:pt x="328" y="641"/>
                  </a:lnTo>
                  <a:lnTo>
                    <a:pt x="326" y="639"/>
                  </a:lnTo>
                  <a:lnTo>
                    <a:pt x="324" y="637"/>
                  </a:lnTo>
                  <a:lnTo>
                    <a:pt x="323" y="634"/>
                  </a:lnTo>
                  <a:lnTo>
                    <a:pt x="322" y="631"/>
                  </a:lnTo>
                  <a:lnTo>
                    <a:pt x="322" y="628"/>
                  </a:lnTo>
                  <a:lnTo>
                    <a:pt x="323" y="625"/>
                  </a:lnTo>
                  <a:lnTo>
                    <a:pt x="325" y="622"/>
                  </a:lnTo>
                  <a:lnTo>
                    <a:pt x="325" y="620"/>
                  </a:lnTo>
                  <a:lnTo>
                    <a:pt x="323" y="617"/>
                  </a:lnTo>
                  <a:lnTo>
                    <a:pt x="320" y="615"/>
                  </a:lnTo>
                  <a:lnTo>
                    <a:pt x="319" y="612"/>
                  </a:lnTo>
                  <a:lnTo>
                    <a:pt x="321" y="610"/>
                  </a:lnTo>
                  <a:lnTo>
                    <a:pt x="323" y="607"/>
                  </a:lnTo>
                  <a:lnTo>
                    <a:pt x="324" y="605"/>
                  </a:lnTo>
                  <a:lnTo>
                    <a:pt x="323" y="602"/>
                  </a:lnTo>
                  <a:lnTo>
                    <a:pt x="321" y="598"/>
                  </a:lnTo>
                  <a:lnTo>
                    <a:pt x="320" y="595"/>
                  </a:lnTo>
                  <a:lnTo>
                    <a:pt x="322" y="593"/>
                  </a:lnTo>
                  <a:lnTo>
                    <a:pt x="326" y="592"/>
                  </a:lnTo>
                  <a:lnTo>
                    <a:pt x="329" y="592"/>
                  </a:lnTo>
                  <a:lnTo>
                    <a:pt x="332" y="591"/>
                  </a:lnTo>
                  <a:lnTo>
                    <a:pt x="334" y="590"/>
                  </a:lnTo>
                  <a:lnTo>
                    <a:pt x="337" y="590"/>
                  </a:lnTo>
                  <a:lnTo>
                    <a:pt x="339" y="590"/>
                  </a:lnTo>
                  <a:lnTo>
                    <a:pt x="342" y="590"/>
                  </a:lnTo>
                  <a:lnTo>
                    <a:pt x="344" y="587"/>
                  </a:lnTo>
                  <a:lnTo>
                    <a:pt x="346" y="583"/>
                  </a:lnTo>
                  <a:lnTo>
                    <a:pt x="350" y="581"/>
                  </a:lnTo>
                  <a:lnTo>
                    <a:pt x="353" y="581"/>
                  </a:lnTo>
                  <a:lnTo>
                    <a:pt x="356" y="584"/>
                  </a:lnTo>
                  <a:lnTo>
                    <a:pt x="359" y="587"/>
                  </a:lnTo>
                  <a:lnTo>
                    <a:pt x="361" y="588"/>
                  </a:lnTo>
                  <a:lnTo>
                    <a:pt x="365" y="589"/>
                  </a:lnTo>
                  <a:lnTo>
                    <a:pt x="369" y="589"/>
                  </a:lnTo>
                  <a:lnTo>
                    <a:pt x="371" y="591"/>
                  </a:lnTo>
                  <a:lnTo>
                    <a:pt x="373" y="594"/>
                  </a:lnTo>
                  <a:lnTo>
                    <a:pt x="374" y="597"/>
                  </a:lnTo>
                  <a:lnTo>
                    <a:pt x="376" y="599"/>
                  </a:lnTo>
                  <a:lnTo>
                    <a:pt x="378" y="601"/>
                  </a:lnTo>
                  <a:lnTo>
                    <a:pt x="380" y="603"/>
                  </a:lnTo>
                  <a:lnTo>
                    <a:pt x="382" y="605"/>
                  </a:lnTo>
                  <a:lnTo>
                    <a:pt x="384" y="607"/>
                  </a:lnTo>
                  <a:lnTo>
                    <a:pt x="386" y="609"/>
                  </a:lnTo>
                  <a:lnTo>
                    <a:pt x="389" y="612"/>
                  </a:lnTo>
                  <a:close/>
                </a:path>
              </a:pathLst>
            </a:custGeom>
            <a:solidFill>
              <a:srgbClr val="0F7AB7">
                <a:alpha val="32000"/>
              </a:srgbClr>
            </a:solidFill>
            <a:ln>
              <a:noFill/>
            </a:ln>
          </p:spPr>
          <p:txBody>
            <a:bodyPr anchor="ctr"/>
            <a:lstStyle/>
            <a:p>
              <a:pPr algn="ctr">
                <a:buNone/>
              </a:pPr>
            </a:p>
          </p:txBody>
        </p:sp>
        <p:sp>
          <p:nvSpPr>
            <p:cNvPr id="3000" name="addition:input:123"/>
            <p:cNvSpPr>
              <a:spLocks noGrp="1"/>
            </p:cNvSpPr>
            <p:nvPr/>
          </p:nvSpPr>
          <p:spPr>
            <a:xfrm>
              <a:off x="209550" y="5438775"/>
              <a:ext cx="722559" cy="1165951"/>
            </a:xfrm>
            <a:custGeom>
              <a:avLst/>
              <a:gdLst/>
              <a:ahLst/>
              <a:cxnLst/>
              <a:rect l="l" t="t" r="r" b="b"/>
              <a:pathLst>
                <a:path w="439" h="622">
                  <a:moveTo>
                    <a:pt x="0" y="0"/>
                  </a:moveTo>
                  <a:moveTo>
                    <a:pt x="439" y="594"/>
                  </a:moveTo>
                  <a:lnTo>
                    <a:pt x="439" y="597"/>
                  </a:lnTo>
                  <a:lnTo>
                    <a:pt x="437" y="599"/>
                  </a:lnTo>
                  <a:lnTo>
                    <a:pt x="434" y="601"/>
                  </a:lnTo>
                  <a:lnTo>
                    <a:pt x="432" y="603"/>
                  </a:lnTo>
                  <a:lnTo>
                    <a:pt x="431" y="605"/>
                  </a:lnTo>
                  <a:lnTo>
                    <a:pt x="430" y="607"/>
                  </a:lnTo>
                  <a:lnTo>
                    <a:pt x="429" y="609"/>
                  </a:lnTo>
                  <a:lnTo>
                    <a:pt x="428" y="611"/>
                  </a:lnTo>
                  <a:lnTo>
                    <a:pt x="428" y="614"/>
                  </a:lnTo>
                  <a:lnTo>
                    <a:pt x="427" y="617"/>
                  </a:lnTo>
                  <a:lnTo>
                    <a:pt x="426" y="621"/>
                  </a:lnTo>
                  <a:lnTo>
                    <a:pt x="424" y="622"/>
                  </a:lnTo>
                  <a:lnTo>
                    <a:pt x="422" y="622"/>
                  </a:lnTo>
                  <a:lnTo>
                    <a:pt x="419" y="619"/>
                  </a:lnTo>
                  <a:lnTo>
                    <a:pt x="416" y="617"/>
                  </a:lnTo>
                  <a:lnTo>
                    <a:pt x="415" y="618"/>
                  </a:lnTo>
                  <a:lnTo>
                    <a:pt x="413" y="619"/>
                  </a:lnTo>
                  <a:lnTo>
                    <a:pt x="412" y="621"/>
                  </a:lnTo>
                  <a:lnTo>
                    <a:pt x="410" y="621"/>
                  </a:lnTo>
                  <a:lnTo>
                    <a:pt x="408" y="619"/>
                  </a:lnTo>
                  <a:lnTo>
                    <a:pt x="407" y="619"/>
                  </a:lnTo>
                  <a:lnTo>
                    <a:pt x="405" y="618"/>
                  </a:lnTo>
                  <a:lnTo>
                    <a:pt x="403" y="619"/>
                  </a:lnTo>
                  <a:lnTo>
                    <a:pt x="401" y="618"/>
                  </a:lnTo>
                  <a:lnTo>
                    <a:pt x="400" y="616"/>
                  </a:lnTo>
                  <a:lnTo>
                    <a:pt x="398" y="614"/>
                  </a:lnTo>
                  <a:lnTo>
                    <a:pt x="397" y="613"/>
                  </a:lnTo>
                  <a:lnTo>
                    <a:pt x="395" y="611"/>
                  </a:lnTo>
                  <a:lnTo>
                    <a:pt x="393" y="609"/>
                  </a:lnTo>
                  <a:lnTo>
                    <a:pt x="394" y="606"/>
                  </a:lnTo>
                  <a:lnTo>
                    <a:pt x="395" y="603"/>
                  </a:lnTo>
                  <a:lnTo>
                    <a:pt x="397" y="600"/>
                  </a:lnTo>
                  <a:lnTo>
                    <a:pt x="396" y="598"/>
                  </a:lnTo>
                  <a:lnTo>
                    <a:pt x="394" y="596"/>
                  </a:lnTo>
                  <a:lnTo>
                    <a:pt x="391" y="594"/>
                  </a:lnTo>
                  <a:lnTo>
                    <a:pt x="389" y="592"/>
                  </a:lnTo>
                  <a:lnTo>
                    <a:pt x="388" y="589"/>
                  </a:lnTo>
                  <a:lnTo>
                    <a:pt x="389" y="587"/>
                  </a:lnTo>
                  <a:lnTo>
                    <a:pt x="390" y="584"/>
                  </a:lnTo>
                  <a:lnTo>
                    <a:pt x="390" y="582"/>
                  </a:lnTo>
                  <a:lnTo>
                    <a:pt x="391" y="580"/>
                  </a:lnTo>
                  <a:lnTo>
                    <a:pt x="393" y="578"/>
                  </a:lnTo>
                  <a:lnTo>
                    <a:pt x="395" y="578"/>
                  </a:lnTo>
                  <a:lnTo>
                    <a:pt x="397" y="577"/>
                  </a:lnTo>
                  <a:lnTo>
                    <a:pt x="398" y="575"/>
                  </a:lnTo>
                  <a:lnTo>
                    <a:pt x="399" y="572"/>
                  </a:lnTo>
                  <a:lnTo>
                    <a:pt x="400" y="571"/>
                  </a:lnTo>
                  <a:lnTo>
                    <a:pt x="403" y="571"/>
                  </a:lnTo>
                  <a:lnTo>
                    <a:pt x="405" y="571"/>
                  </a:lnTo>
                  <a:lnTo>
                    <a:pt x="407" y="571"/>
                  </a:lnTo>
                  <a:lnTo>
                    <a:pt x="409" y="569"/>
                  </a:lnTo>
                  <a:lnTo>
                    <a:pt x="411" y="566"/>
                  </a:lnTo>
                  <a:lnTo>
                    <a:pt x="414" y="563"/>
                  </a:lnTo>
                  <a:lnTo>
                    <a:pt x="417" y="563"/>
                  </a:lnTo>
                  <a:lnTo>
                    <a:pt x="419" y="566"/>
                  </a:lnTo>
                  <a:lnTo>
                    <a:pt x="421" y="568"/>
                  </a:lnTo>
                  <a:lnTo>
                    <a:pt x="423" y="570"/>
                  </a:lnTo>
                  <a:lnTo>
                    <a:pt x="425" y="572"/>
                  </a:lnTo>
                  <a:lnTo>
                    <a:pt x="426" y="574"/>
                  </a:lnTo>
                  <a:lnTo>
                    <a:pt x="427" y="576"/>
                  </a:lnTo>
                  <a:lnTo>
                    <a:pt x="429" y="578"/>
                  </a:lnTo>
                  <a:lnTo>
                    <a:pt x="431" y="578"/>
                  </a:lnTo>
                  <a:lnTo>
                    <a:pt x="434" y="578"/>
                  </a:lnTo>
                  <a:lnTo>
                    <a:pt x="437" y="579"/>
                  </a:lnTo>
                  <a:lnTo>
                    <a:pt x="438" y="581"/>
                  </a:lnTo>
                  <a:lnTo>
                    <a:pt x="438" y="584"/>
                  </a:lnTo>
                  <a:lnTo>
                    <a:pt x="437" y="587"/>
                  </a:lnTo>
                  <a:lnTo>
                    <a:pt x="437" y="590"/>
                  </a:lnTo>
                  <a:lnTo>
                    <a:pt x="438" y="592"/>
                  </a:lnTo>
                  <a:close/>
                </a:path>
              </a:pathLst>
            </a:custGeom>
            <a:solidFill>
              <a:srgbClr val="59A3CD">
                <a:alpha val="24000"/>
              </a:srgbClr>
            </a:solidFill>
            <a:ln>
              <a:noFill/>
            </a:ln>
          </p:spPr>
          <p:txBody>
            <a:bodyPr anchor="ctr"/>
            <a:lstStyle/>
            <a:p>
              <a:pPr algn="ctr">
                <a:buNone/>
              </a:pPr>
            </a:p>
          </p:txBody>
        </p:sp>
        <p:sp>
          <p:nvSpPr>
            <p:cNvPr id="3001" name="addition:input:124"/>
            <p:cNvSpPr>
              <a:spLocks noGrp="1"/>
            </p:cNvSpPr>
            <p:nvPr/>
          </p:nvSpPr>
          <p:spPr>
            <a:xfrm>
              <a:off x="209550" y="5438775"/>
              <a:ext cx="683057" cy="1304666"/>
            </a:xfrm>
            <a:custGeom>
              <a:avLst/>
              <a:gdLst/>
              <a:ahLst/>
              <a:cxnLst/>
              <a:rect l="l" t="t" r="r" b="b"/>
              <a:pathLst>
                <a:path w="415" h="696">
                  <a:moveTo>
                    <a:pt x="0" y="0"/>
                  </a:moveTo>
                  <a:moveTo>
                    <a:pt x="412" y="663"/>
                  </a:moveTo>
                  <a:lnTo>
                    <a:pt x="409" y="666"/>
                  </a:lnTo>
                  <a:lnTo>
                    <a:pt x="407" y="668"/>
                  </a:lnTo>
                  <a:lnTo>
                    <a:pt x="407" y="670"/>
                  </a:lnTo>
                  <a:lnTo>
                    <a:pt x="407" y="673"/>
                  </a:lnTo>
                  <a:lnTo>
                    <a:pt x="406" y="676"/>
                  </a:lnTo>
                  <a:lnTo>
                    <a:pt x="404" y="678"/>
                  </a:lnTo>
                  <a:lnTo>
                    <a:pt x="401" y="679"/>
                  </a:lnTo>
                  <a:lnTo>
                    <a:pt x="399" y="681"/>
                  </a:lnTo>
                  <a:lnTo>
                    <a:pt x="398" y="683"/>
                  </a:lnTo>
                  <a:lnTo>
                    <a:pt x="397" y="686"/>
                  </a:lnTo>
                  <a:lnTo>
                    <a:pt x="395" y="688"/>
                  </a:lnTo>
                  <a:lnTo>
                    <a:pt x="393" y="690"/>
                  </a:lnTo>
                  <a:lnTo>
                    <a:pt x="391" y="692"/>
                  </a:lnTo>
                  <a:lnTo>
                    <a:pt x="388" y="694"/>
                  </a:lnTo>
                  <a:lnTo>
                    <a:pt x="386" y="696"/>
                  </a:lnTo>
                  <a:lnTo>
                    <a:pt x="383" y="696"/>
                  </a:lnTo>
                  <a:lnTo>
                    <a:pt x="381" y="693"/>
                  </a:lnTo>
                  <a:lnTo>
                    <a:pt x="378" y="690"/>
                  </a:lnTo>
                  <a:lnTo>
                    <a:pt x="377" y="687"/>
                  </a:lnTo>
                  <a:lnTo>
                    <a:pt x="375" y="687"/>
                  </a:lnTo>
                  <a:lnTo>
                    <a:pt x="373" y="689"/>
                  </a:lnTo>
                  <a:lnTo>
                    <a:pt x="370" y="691"/>
                  </a:lnTo>
                  <a:lnTo>
                    <a:pt x="368" y="691"/>
                  </a:lnTo>
                  <a:lnTo>
                    <a:pt x="366" y="689"/>
                  </a:lnTo>
                  <a:lnTo>
                    <a:pt x="364" y="687"/>
                  </a:lnTo>
                  <a:lnTo>
                    <a:pt x="363" y="686"/>
                  </a:lnTo>
                  <a:lnTo>
                    <a:pt x="361" y="684"/>
                  </a:lnTo>
                  <a:lnTo>
                    <a:pt x="360" y="682"/>
                  </a:lnTo>
                  <a:lnTo>
                    <a:pt x="360" y="679"/>
                  </a:lnTo>
                  <a:lnTo>
                    <a:pt x="360" y="676"/>
                  </a:lnTo>
                  <a:lnTo>
                    <a:pt x="359" y="673"/>
                  </a:lnTo>
                  <a:lnTo>
                    <a:pt x="358" y="671"/>
                  </a:lnTo>
                  <a:lnTo>
                    <a:pt x="357" y="668"/>
                  </a:lnTo>
                  <a:lnTo>
                    <a:pt x="357" y="666"/>
                  </a:lnTo>
                  <a:lnTo>
                    <a:pt x="359" y="663"/>
                  </a:lnTo>
                  <a:lnTo>
                    <a:pt x="361" y="661"/>
                  </a:lnTo>
                  <a:lnTo>
                    <a:pt x="360" y="658"/>
                  </a:lnTo>
                  <a:lnTo>
                    <a:pt x="358" y="655"/>
                  </a:lnTo>
                  <a:lnTo>
                    <a:pt x="355" y="652"/>
                  </a:lnTo>
                  <a:lnTo>
                    <a:pt x="354" y="648"/>
                  </a:lnTo>
                  <a:lnTo>
                    <a:pt x="355" y="646"/>
                  </a:lnTo>
                  <a:lnTo>
                    <a:pt x="358" y="644"/>
                  </a:lnTo>
                  <a:lnTo>
                    <a:pt x="360" y="643"/>
                  </a:lnTo>
                  <a:lnTo>
                    <a:pt x="362" y="642"/>
                  </a:lnTo>
                  <a:lnTo>
                    <a:pt x="364" y="641"/>
                  </a:lnTo>
                  <a:lnTo>
                    <a:pt x="366" y="640"/>
                  </a:lnTo>
                  <a:lnTo>
                    <a:pt x="369" y="640"/>
                  </a:lnTo>
                  <a:lnTo>
                    <a:pt x="370" y="639"/>
                  </a:lnTo>
                  <a:lnTo>
                    <a:pt x="372" y="637"/>
                  </a:lnTo>
                  <a:lnTo>
                    <a:pt x="373" y="634"/>
                  </a:lnTo>
                  <a:lnTo>
                    <a:pt x="375" y="632"/>
                  </a:lnTo>
                  <a:lnTo>
                    <a:pt x="378" y="632"/>
                  </a:lnTo>
                  <a:lnTo>
                    <a:pt x="381" y="633"/>
                  </a:lnTo>
                  <a:lnTo>
                    <a:pt x="383" y="635"/>
                  </a:lnTo>
                  <a:lnTo>
                    <a:pt x="386" y="634"/>
                  </a:lnTo>
                  <a:lnTo>
                    <a:pt x="389" y="633"/>
                  </a:lnTo>
                  <a:lnTo>
                    <a:pt x="393" y="632"/>
                  </a:lnTo>
                  <a:lnTo>
                    <a:pt x="395" y="634"/>
                  </a:lnTo>
                  <a:lnTo>
                    <a:pt x="397" y="638"/>
                  </a:lnTo>
                  <a:lnTo>
                    <a:pt x="397" y="641"/>
                  </a:lnTo>
                  <a:lnTo>
                    <a:pt x="399" y="644"/>
                  </a:lnTo>
                  <a:lnTo>
                    <a:pt x="401" y="646"/>
                  </a:lnTo>
                  <a:lnTo>
                    <a:pt x="402" y="647"/>
                  </a:lnTo>
                  <a:lnTo>
                    <a:pt x="404" y="649"/>
                  </a:lnTo>
                  <a:lnTo>
                    <a:pt x="406" y="651"/>
                  </a:lnTo>
                  <a:lnTo>
                    <a:pt x="408" y="653"/>
                  </a:lnTo>
                  <a:lnTo>
                    <a:pt x="412" y="654"/>
                  </a:lnTo>
                  <a:lnTo>
                    <a:pt x="414" y="657"/>
                  </a:lnTo>
                  <a:lnTo>
                    <a:pt x="415" y="660"/>
                  </a:lnTo>
                  <a:close/>
                </a:path>
              </a:pathLst>
            </a:custGeom>
            <a:solidFill>
              <a:srgbClr val="59A3CD">
                <a:alpha val="24000"/>
              </a:srgbClr>
            </a:solidFill>
            <a:ln>
              <a:noFill/>
            </a:ln>
          </p:spPr>
          <p:txBody>
            <a:bodyPr anchor="ctr"/>
            <a:lstStyle/>
            <a:p>
              <a:pPr algn="ctr">
                <a:buNone/>
              </a:pPr>
            </a:p>
          </p:txBody>
        </p:sp>
        <p:sp>
          <p:nvSpPr>
            <p:cNvPr id="3002" name="addition:input:125"/>
            <p:cNvSpPr>
              <a:spLocks noGrp="1"/>
            </p:cNvSpPr>
            <p:nvPr/>
          </p:nvSpPr>
          <p:spPr>
            <a:xfrm>
              <a:off x="209550" y="5438775"/>
              <a:ext cx="536570" cy="1338407"/>
            </a:xfrm>
            <a:custGeom>
              <a:avLst/>
              <a:gdLst/>
              <a:ahLst/>
              <a:cxnLst/>
              <a:rect l="l" t="t" r="r" b="b"/>
              <a:pathLst>
                <a:path w="326" h="714">
                  <a:moveTo>
                    <a:pt x="0" y="0"/>
                  </a:moveTo>
                  <a:moveTo>
                    <a:pt x="320" y="680"/>
                  </a:moveTo>
                  <a:lnTo>
                    <a:pt x="323" y="683"/>
                  </a:lnTo>
                  <a:lnTo>
                    <a:pt x="324" y="686"/>
                  </a:lnTo>
                  <a:lnTo>
                    <a:pt x="325" y="689"/>
                  </a:lnTo>
                  <a:lnTo>
                    <a:pt x="324" y="691"/>
                  </a:lnTo>
                  <a:lnTo>
                    <a:pt x="324" y="694"/>
                  </a:lnTo>
                  <a:lnTo>
                    <a:pt x="323" y="697"/>
                  </a:lnTo>
                  <a:lnTo>
                    <a:pt x="323" y="699"/>
                  </a:lnTo>
                  <a:lnTo>
                    <a:pt x="321" y="701"/>
                  </a:lnTo>
                  <a:lnTo>
                    <a:pt x="319" y="702"/>
                  </a:lnTo>
                  <a:lnTo>
                    <a:pt x="317" y="703"/>
                  </a:lnTo>
                  <a:lnTo>
                    <a:pt x="316" y="705"/>
                  </a:lnTo>
                  <a:lnTo>
                    <a:pt x="314" y="707"/>
                  </a:lnTo>
                  <a:lnTo>
                    <a:pt x="313" y="709"/>
                  </a:lnTo>
                  <a:lnTo>
                    <a:pt x="311" y="708"/>
                  </a:lnTo>
                  <a:lnTo>
                    <a:pt x="308" y="706"/>
                  </a:lnTo>
                  <a:lnTo>
                    <a:pt x="306" y="705"/>
                  </a:lnTo>
                  <a:lnTo>
                    <a:pt x="305" y="707"/>
                  </a:lnTo>
                  <a:lnTo>
                    <a:pt x="302" y="710"/>
                  </a:lnTo>
                  <a:lnTo>
                    <a:pt x="300" y="713"/>
                  </a:lnTo>
                  <a:lnTo>
                    <a:pt x="297" y="714"/>
                  </a:lnTo>
                  <a:lnTo>
                    <a:pt x="295" y="713"/>
                  </a:lnTo>
                  <a:lnTo>
                    <a:pt x="292" y="710"/>
                  </a:lnTo>
                  <a:lnTo>
                    <a:pt x="290" y="708"/>
                  </a:lnTo>
                  <a:lnTo>
                    <a:pt x="289" y="706"/>
                  </a:lnTo>
                  <a:lnTo>
                    <a:pt x="287" y="703"/>
                  </a:lnTo>
                  <a:lnTo>
                    <a:pt x="286" y="700"/>
                  </a:lnTo>
                  <a:lnTo>
                    <a:pt x="285" y="697"/>
                  </a:lnTo>
                  <a:lnTo>
                    <a:pt x="284" y="696"/>
                  </a:lnTo>
                  <a:lnTo>
                    <a:pt x="281" y="695"/>
                  </a:lnTo>
                  <a:lnTo>
                    <a:pt x="277" y="694"/>
                  </a:lnTo>
                  <a:lnTo>
                    <a:pt x="275" y="692"/>
                  </a:lnTo>
                  <a:lnTo>
                    <a:pt x="275" y="689"/>
                  </a:lnTo>
                  <a:lnTo>
                    <a:pt x="276" y="686"/>
                  </a:lnTo>
                  <a:lnTo>
                    <a:pt x="276" y="683"/>
                  </a:lnTo>
                  <a:lnTo>
                    <a:pt x="274" y="680"/>
                  </a:lnTo>
                  <a:lnTo>
                    <a:pt x="273" y="678"/>
                  </a:lnTo>
                  <a:lnTo>
                    <a:pt x="272" y="674"/>
                  </a:lnTo>
                  <a:lnTo>
                    <a:pt x="274" y="672"/>
                  </a:lnTo>
                  <a:lnTo>
                    <a:pt x="277" y="670"/>
                  </a:lnTo>
                  <a:lnTo>
                    <a:pt x="279" y="668"/>
                  </a:lnTo>
                  <a:lnTo>
                    <a:pt x="281" y="666"/>
                  </a:lnTo>
                  <a:lnTo>
                    <a:pt x="283" y="665"/>
                  </a:lnTo>
                  <a:lnTo>
                    <a:pt x="285" y="663"/>
                  </a:lnTo>
                  <a:lnTo>
                    <a:pt x="286" y="661"/>
                  </a:lnTo>
                  <a:lnTo>
                    <a:pt x="288" y="659"/>
                  </a:lnTo>
                  <a:lnTo>
                    <a:pt x="289" y="655"/>
                  </a:lnTo>
                  <a:lnTo>
                    <a:pt x="289" y="651"/>
                  </a:lnTo>
                  <a:lnTo>
                    <a:pt x="291" y="648"/>
                  </a:lnTo>
                  <a:lnTo>
                    <a:pt x="294" y="648"/>
                  </a:lnTo>
                  <a:lnTo>
                    <a:pt x="298" y="650"/>
                  </a:lnTo>
                  <a:lnTo>
                    <a:pt x="300" y="652"/>
                  </a:lnTo>
                  <a:lnTo>
                    <a:pt x="303" y="653"/>
                  </a:lnTo>
                  <a:lnTo>
                    <a:pt x="305" y="652"/>
                  </a:lnTo>
                  <a:lnTo>
                    <a:pt x="307" y="651"/>
                  </a:lnTo>
                  <a:lnTo>
                    <a:pt x="309" y="652"/>
                  </a:lnTo>
                  <a:lnTo>
                    <a:pt x="311" y="653"/>
                  </a:lnTo>
                  <a:lnTo>
                    <a:pt x="312" y="655"/>
                  </a:lnTo>
                  <a:lnTo>
                    <a:pt x="314" y="656"/>
                  </a:lnTo>
                  <a:lnTo>
                    <a:pt x="316" y="656"/>
                  </a:lnTo>
                  <a:lnTo>
                    <a:pt x="318" y="657"/>
                  </a:lnTo>
                  <a:lnTo>
                    <a:pt x="319" y="659"/>
                  </a:lnTo>
                  <a:lnTo>
                    <a:pt x="320" y="660"/>
                  </a:lnTo>
                  <a:lnTo>
                    <a:pt x="322" y="662"/>
                  </a:lnTo>
                  <a:lnTo>
                    <a:pt x="324" y="663"/>
                  </a:lnTo>
                  <a:lnTo>
                    <a:pt x="326" y="665"/>
                  </a:lnTo>
                  <a:lnTo>
                    <a:pt x="326" y="669"/>
                  </a:lnTo>
                  <a:lnTo>
                    <a:pt x="324" y="672"/>
                  </a:lnTo>
                  <a:lnTo>
                    <a:pt x="321" y="676"/>
                  </a:lnTo>
                  <a:lnTo>
                    <a:pt x="320" y="678"/>
                  </a:lnTo>
                  <a:close/>
                </a:path>
              </a:pathLst>
            </a:custGeom>
            <a:solidFill>
              <a:srgbClr val="59A3CD">
                <a:alpha val="24000"/>
              </a:srgbClr>
            </a:solidFill>
            <a:ln>
              <a:noFill/>
            </a:ln>
          </p:spPr>
          <p:txBody>
            <a:bodyPr anchor="ctr"/>
            <a:lstStyle/>
            <a:p>
              <a:pPr algn="ctr">
                <a:buNone/>
              </a:pPr>
            </a:p>
          </p:txBody>
        </p:sp>
        <p:sp>
          <p:nvSpPr>
            <p:cNvPr id="3003" name="addition:input:126"/>
            <p:cNvSpPr>
              <a:spLocks noGrp="1"/>
            </p:cNvSpPr>
            <p:nvPr/>
          </p:nvSpPr>
          <p:spPr>
            <a:xfrm>
              <a:off x="209550" y="5438775"/>
              <a:ext cx="429585" cy="1270925"/>
            </a:xfrm>
            <a:custGeom>
              <a:avLst/>
              <a:gdLst/>
              <a:ahLst/>
              <a:cxnLst/>
              <a:rect l="l" t="t" r="r" b="b"/>
              <a:pathLst>
                <a:path w="261" h="678">
                  <a:moveTo>
                    <a:pt x="0" y="0"/>
                  </a:moveTo>
                  <a:moveTo>
                    <a:pt x="254" y="646"/>
                  </a:moveTo>
                  <a:lnTo>
                    <a:pt x="252" y="648"/>
                  </a:lnTo>
                  <a:lnTo>
                    <a:pt x="253" y="650"/>
                  </a:lnTo>
                  <a:lnTo>
                    <a:pt x="255" y="653"/>
                  </a:lnTo>
                  <a:lnTo>
                    <a:pt x="257" y="657"/>
                  </a:lnTo>
                  <a:lnTo>
                    <a:pt x="257" y="660"/>
                  </a:lnTo>
                  <a:lnTo>
                    <a:pt x="255" y="662"/>
                  </a:lnTo>
                  <a:lnTo>
                    <a:pt x="253" y="664"/>
                  </a:lnTo>
                  <a:lnTo>
                    <a:pt x="251" y="666"/>
                  </a:lnTo>
                  <a:lnTo>
                    <a:pt x="250" y="668"/>
                  </a:lnTo>
                  <a:lnTo>
                    <a:pt x="249" y="670"/>
                  </a:lnTo>
                  <a:lnTo>
                    <a:pt x="247" y="672"/>
                  </a:lnTo>
                  <a:lnTo>
                    <a:pt x="244" y="672"/>
                  </a:lnTo>
                  <a:lnTo>
                    <a:pt x="242" y="672"/>
                  </a:lnTo>
                  <a:lnTo>
                    <a:pt x="240" y="674"/>
                  </a:lnTo>
                  <a:lnTo>
                    <a:pt x="238" y="674"/>
                  </a:lnTo>
                  <a:lnTo>
                    <a:pt x="236" y="674"/>
                  </a:lnTo>
                  <a:lnTo>
                    <a:pt x="234" y="672"/>
                  </a:lnTo>
                  <a:lnTo>
                    <a:pt x="232" y="671"/>
                  </a:lnTo>
                  <a:lnTo>
                    <a:pt x="229" y="672"/>
                  </a:lnTo>
                  <a:lnTo>
                    <a:pt x="227" y="675"/>
                  </a:lnTo>
                  <a:lnTo>
                    <a:pt x="223" y="678"/>
                  </a:lnTo>
                  <a:lnTo>
                    <a:pt x="220" y="678"/>
                  </a:lnTo>
                  <a:lnTo>
                    <a:pt x="217" y="676"/>
                  </a:lnTo>
                  <a:lnTo>
                    <a:pt x="216" y="672"/>
                  </a:lnTo>
                  <a:lnTo>
                    <a:pt x="215" y="669"/>
                  </a:lnTo>
                  <a:lnTo>
                    <a:pt x="214" y="666"/>
                  </a:lnTo>
                  <a:lnTo>
                    <a:pt x="212" y="664"/>
                  </a:lnTo>
                  <a:lnTo>
                    <a:pt x="210" y="662"/>
                  </a:lnTo>
                  <a:lnTo>
                    <a:pt x="209" y="660"/>
                  </a:lnTo>
                  <a:lnTo>
                    <a:pt x="208" y="657"/>
                  </a:lnTo>
                  <a:lnTo>
                    <a:pt x="205" y="656"/>
                  </a:lnTo>
                  <a:lnTo>
                    <a:pt x="202" y="654"/>
                  </a:lnTo>
                  <a:lnTo>
                    <a:pt x="200" y="651"/>
                  </a:lnTo>
                  <a:lnTo>
                    <a:pt x="200" y="649"/>
                  </a:lnTo>
                  <a:lnTo>
                    <a:pt x="201" y="646"/>
                  </a:lnTo>
                  <a:lnTo>
                    <a:pt x="201" y="643"/>
                  </a:lnTo>
                  <a:lnTo>
                    <a:pt x="200" y="641"/>
                  </a:lnTo>
                  <a:lnTo>
                    <a:pt x="198" y="637"/>
                  </a:lnTo>
                  <a:lnTo>
                    <a:pt x="198" y="634"/>
                  </a:lnTo>
                  <a:lnTo>
                    <a:pt x="200" y="632"/>
                  </a:lnTo>
                  <a:lnTo>
                    <a:pt x="204" y="631"/>
                  </a:lnTo>
                  <a:lnTo>
                    <a:pt x="208" y="630"/>
                  </a:lnTo>
                  <a:lnTo>
                    <a:pt x="210" y="629"/>
                  </a:lnTo>
                  <a:lnTo>
                    <a:pt x="212" y="627"/>
                  </a:lnTo>
                  <a:lnTo>
                    <a:pt x="213" y="625"/>
                  </a:lnTo>
                  <a:lnTo>
                    <a:pt x="215" y="623"/>
                  </a:lnTo>
                  <a:lnTo>
                    <a:pt x="217" y="621"/>
                  </a:lnTo>
                  <a:lnTo>
                    <a:pt x="219" y="618"/>
                  </a:lnTo>
                  <a:lnTo>
                    <a:pt x="221" y="615"/>
                  </a:lnTo>
                  <a:lnTo>
                    <a:pt x="224" y="613"/>
                  </a:lnTo>
                  <a:lnTo>
                    <a:pt x="228" y="613"/>
                  </a:lnTo>
                  <a:lnTo>
                    <a:pt x="231" y="615"/>
                  </a:lnTo>
                  <a:lnTo>
                    <a:pt x="234" y="618"/>
                  </a:lnTo>
                  <a:lnTo>
                    <a:pt x="236" y="619"/>
                  </a:lnTo>
                  <a:lnTo>
                    <a:pt x="239" y="619"/>
                  </a:lnTo>
                  <a:lnTo>
                    <a:pt x="242" y="618"/>
                  </a:lnTo>
                  <a:lnTo>
                    <a:pt x="245" y="618"/>
                  </a:lnTo>
                  <a:lnTo>
                    <a:pt x="247" y="621"/>
                  </a:lnTo>
                  <a:lnTo>
                    <a:pt x="248" y="623"/>
                  </a:lnTo>
                  <a:lnTo>
                    <a:pt x="249" y="625"/>
                  </a:lnTo>
                  <a:lnTo>
                    <a:pt x="251" y="626"/>
                  </a:lnTo>
                  <a:lnTo>
                    <a:pt x="254" y="626"/>
                  </a:lnTo>
                  <a:lnTo>
                    <a:pt x="257" y="628"/>
                  </a:lnTo>
                  <a:lnTo>
                    <a:pt x="258" y="630"/>
                  </a:lnTo>
                  <a:lnTo>
                    <a:pt x="259" y="632"/>
                  </a:lnTo>
                  <a:lnTo>
                    <a:pt x="261" y="635"/>
                  </a:lnTo>
                  <a:lnTo>
                    <a:pt x="261" y="637"/>
                  </a:lnTo>
                  <a:lnTo>
                    <a:pt x="261" y="640"/>
                  </a:lnTo>
                  <a:lnTo>
                    <a:pt x="258" y="643"/>
                  </a:lnTo>
                  <a:close/>
                </a:path>
              </a:pathLst>
            </a:custGeom>
            <a:solidFill>
              <a:srgbClr val="59A3CD">
                <a:alpha val="24000"/>
              </a:srgbClr>
            </a:solidFill>
            <a:ln>
              <a:noFill/>
            </a:ln>
          </p:spPr>
          <p:txBody>
            <a:bodyPr anchor="ctr"/>
            <a:lstStyle/>
            <a:p>
              <a:pPr algn="ctr">
                <a:buNone/>
              </a:pPr>
            </a:p>
          </p:txBody>
        </p:sp>
        <p:sp>
          <p:nvSpPr>
            <p:cNvPr id="3004" name="addition:input:127"/>
            <p:cNvSpPr>
              <a:spLocks noGrp="1"/>
            </p:cNvSpPr>
            <p:nvPr/>
          </p:nvSpPr>
          <p:spPr>
            <a:xfrm>
              <a:off x="209550" y="5438775"/>
              <a:ext cx="376916" cy="1132210"/>
            </a:xfrm>
            <a:custGeom>
              <a:avLst/>
              <a:gdLst/>
              <a:ahLst/>
              <a:cxnLst/>
              <a:rect l="l" t="t" r="r" b="b"/>
              <a:pathLst>
                <a:path w="229" h="604">
                  <a:moveTo>
                    <a:pt x="0" y="0"/>
                  </a:moveTo>
                  <a:moveTo>
                    <a:pt x="227" y="575"/>
                  </a:moveTo>
                  <a:lnTo>
                    <a:pt x="225" y="577"/>
                  </a:lnTo>
                  <a:lnTo>
                    <a:pt x="224" y="579"/>
                  </a:lnTo>
                  <a:lnTo>
                    <a:pt x="225" y="581"/>
                  </a:lnTo>
                  <a:lnTo>
                    <a:pt x="227" y="585"/>
                  </a:lnTo>
                  <a:lnTo>
                    <a:pt x="229" y="588"/>
                  </a:lnTo>
                  <a:lnTo>
                    <a:pt x="229" y="591"/>
                  </a:lnTo>
                  <a:lnTo>
                    <a:pt x="227" y="593"/>
                  </a:lnTo>
                  <a:lnTo>
                    <a:pt x="224" y="594"/>
                  </a:lnTo>
                  <a:lnTo>
                    <a:pt x="222" y="594"/>
                  </a:lnTo>
                  <a:lnTo>
                    <a:pt x="220" y="595"/>
                  </a:lnTo>
                  <a:lnTo>
                    <a:pt x="218" y="596"/>
                  </a:lnTo>
                  <a:lnTo>
                    <a:pt x="216" y="596"/>
                  </a:lnTo>
                  <a:lnTo>
                    <a:pt x="215" y="597"/>
                  </a:lnTo>
                  <a:lnTo>
                    <a:pt x="213" y="598"/>
                  </a:lnTo>
                  <a:lnTo>
                    <a:pt x="211" y="600"/>
                  </a:lnTo>
                  <a:lnTo>
                    <a:pt x="210" y="603"/>
                  </a:lnTo>
                  <a:lnTo>
                    <a:pt x="207" y="604"/>
                  </a:lnTo>
                  <a:lnTo>
                    <a:pt x="205" y="603"/>
                  </a:lnTo>
                  <a:lnTo>
                    <a:pt x="202" y="602"/>
                  </a:lnTo>
                  <a:lnTo>
                    <a:pt x="200" y="600"/>
                  </a:lnTo>
                  <a:lnTo>
                    <a:pt x="197" y="601"/>
                  </a:lnTo>
                  <a:lnTo>
                    <a:pt x="194" y="602"/>
                  </a:lnTo>
                  <a:lnTo>
                    <a:pt x="191" y="601"/>
                  </a:lnTo>
                  <a:lnTo>
                    <a:pt x="189" y="599"/>
                  </a:lnTo>
                  <a:lnTo>
                    <a:pt x="188" y="595"/>
                  </a:lnTo>
                  <a:lnTo>
                    <a:pt x="188" y="592"/>
                  </a:lnTo>
                  <a:lnTo>
                    <a:pt x="186" y="590"/>
                  </a:lnTo>
                  <a:lnTo>
                    <a:pt x="184" y="589"/>
                  </a:lnTo>
                  <a:lnTo>
                    <a:pt x="182" y="588"/>
                  </a:lnTo>
                  <a:lnTo>
                    <a:pt x="181" y="586"/>
                  </a:lnTo>
                  <a:lnTo>
                    <a:pt x="179" y="584"/>
                  </a:lnTo>
                  <a:lnTo>
                    <a:pt x="176" y="583"/>
                  </a:lnTo>
                  <a:lnTo>
                    <a:pt x="174" y="580"/>
                  </a:lnTo>
                  <a:lnTo>
                    <a:pt x="172" y="578"/>
                  </a:lnTo>
                  <a:lnTo>
                    <a:pt x="173" y="575"/>
                  </a:lnTo>
                  <a:lnTo>
                    <a:pt x="176" y="573"/>
                  </a:lnTo>
                  <a:lnTo>
                    <a:pt x="179" y="571"/>
                  </a:lnTo>
                  <a:lnTo>
                    <a:pt x="181" y="569"/>
                  </a:lnTo>
                  <a:lnTo>
                    <a:pt x="181" y="566"/>
                  </a:lnTo>
                  <a:lnTo>
                    <a:pt x="181" y="564"/>
                  </a:lnTo>
                  <a:lnTo>
                    <a:pt x="182" y="561"/>
                  </a:lnTo>
                  <a:lnTo>
                    <a:pt x="184" y="560"/>
                  </a:lnTo>
                  <a:lnTo>
                    <a:pt x="187" y="559"/>
                  </a:lnTo>
                  <a:lnTo>
                    <a:pt x="188" y="557"/>
                  </a:lnTo>
                  <a:lnTo>
                    <a:pt x="190" y="555"/>
                  </a:lnTo>
                  <a:lnTo>
                    <a:pt x="191" y="552"/>
                  </a:lnTo>
                  <a:lnTo>
                    <a:pt x="193" y="550"/>
                  </a:lnTo>
                  <a:lnTo>
                    <a:pt x="195" y="549"/>
                  </a:lnTo>
                  <a:lnTo>
                    <a:pt x="198" y="548"/>
                  </a:lnTo>
                  <a:lnTo>
                    <a:pt x="200" y="547"/>
                  </a:lnTo>
                  <a:lnTo>
                    <a:pt x="202" y="546"/>
                  </a:lnTo>
                  <a:lnTo>
                    <a:pt x="205" y="547"/>
                  </a:lnTo>
                  <a:lnTo>
                    <a:pt x="207" y="549"/>
                  </a:lnTo>
                  <a:lnTo>
                    <a:pt x="208" y="553"/>
                  </a:lnTo>
                  <a:lnTo>
                    <a:pt x="210" y="554"/>
                  </a:lnTo>
                  <a:lnTo>
                    <a:pt x="212" y="554"/>
                  </a:lnTo>
                  <a:lnTo>
                    <a:pt x="214" y="551"/>
                  </a:lnTo>
                  <a:lnTo>
                    <a:pt x="217" y="550"/>
                  </a:lnTo>
                  <a:lnTo>
                    <a:pt x="219" y="551"/>
                  </a:lnTo>
                  <a:lnTo>
                    <a:pt x="221" y="553"/>
                  </a:lnTo>
                  <a:lnTo>
                    <a:pt x="222" y="555"/>
                  </a:lnTo>
                  <a:lnTo>
                    <a:pt x="223" y="557"/>
                  </a:lnTo>
                  <a:lnTo>
                    <a:pt x="224" y="558"/>
                  </a:lnTo>
                  <a:lnTo>
                    <a:pt x="225" y="561"/>
                  </a:lnTo>
                  <a:lnTo>
                    <a:pt x="225" y="563"/>
                  </a:lnTo>
                  <a:lnTo>
                    <a:pt x="225" y="566"/>
                  </a:lnTo>
                  <a:lnTo>
                    <a:pt x="225" y="568"/>
                  </a:lnTo>
                  <a:lnTo>
                    <a:pt x="226" y="570"/>
                  </a:lnTo>
                  <a:lnTo>
                    <a:pt x="227" y="573"/>
                  </a:lnTo>
                  <a:close/>
                </a:path>
              </a:pathLst>
            </a:custGeom>
            <a:solidFill>
              <a:srgbClr val="59A3CD">
                <a:alpha val="24000"/>
              </a:srgbClr>
            </a:solidFill>
            <a:ln>
              <a:noFill/>
            </a:ln>
          </p:spPr>
          <p:txBody>
            <a:bodyPr anchor="ctr"/>
            <a:lstStyle/>
            <a:p>
              <a:pPr algn="ctr">
                <a:buNone/>
              </a:pPr>
            </a:p>
          </p:txBody>
        </p:sp>
        <p:sp>
          <p:nvSpPr>
            <p:cNvPr id="3005" name="addition:input:128"/>
            <p:cNvSpPr>
              <a:spLocks noGrp="1"/>
            </p:cNvSpPr>
            <p:nvPr/>
          </p:nvSpPr>
          <p:spPr>
            <a:xfrm>
              <a:off x="209550" y="5438775"/>
              <a:ext cx="462504" cy="1021613"/>
            </a:xfrm>
            <a:custGeom>
              <a:avLst/>
              <a:gdLst/>
              <a:ahLst/>
              <a:cxnLst/>
              <a:rect l="l" t="t" r="r" b="b"/>
              <a:pathLst>
                <a:path w="281" h="545">
                  <a:moveTo>
                    <a:pt x="0" y="0"/>
                  </a:moveTo>
                  <a:moveTo>
                    <a:pt x="275" y="515"/>
                  </a:moveTo>
                  <a:lnTo>
                    <a:pt x="276" y="517"/>
                  </a:lnTo>
                  <a:lnTo>
                    <a:pt x="278" y="520"/>
                  </a:lnTo>
                  <a:lnTo>
                    <a:pt x="280" y="523"/>
                  </a:lnTo>
                  <a:lnTo>
                    <a:pt x="281" y="526"/>
                  </a:lnTo>
                  <a:lnTo>
                    <a:pt x="279" y="528"/>
                  </a:lnTo>
                  <a:lnTo>
                    <a:pt x="277" y="530"/>
                  </a:lnTo>
                  <a:lnTo>
                    <a:pt x="275" y="531"/>
                  </a:lnTo>
                  <a:lnTo>
                    <a:pt x="273" y="533"/>
                  </a:lnTo>
                  <a:lnTo>
                    <a:pt x="271" y="534"/>
                  </a:lnTo>
                  <a:lnTo>
                    <a:pt x="268" y="534"/>
                  </a:lnTo>
                  <a:lnTo>
                    <a:pt x="265" y="534"/>
                  </a:lnTo>
                  <a:lnTo>
                    <a:pt x="263" y="535"/>
                  </a:lnTo>
                  <a:lnTo>
                    <a:pt x="262" y="538"/>
                  </a:lnTo>
                  <a:lnTo>
                    <a:pt x="261" y="542"/>
                  </a:lnTo>
                  <a:lnTo>
                    <a:pt x="258" y="545"/>
                  </a:lnTo>
                  <a:lnTo>
                    <a:pt x="255" y="545"/>
                  </a:lnTo>
                  <a:lnTo>
                    <a:pt x="252" y="543"/>
                  </a:lnTo>
                  <a:lnTo>
                    <a:pt x="249" y="542"/>
                  </a:lnTo>
                  <a:lnTo>
                    <a:pt x="246" y="541"/>
                  </a:lnTo>
                  <a:lnTo>
                    <a:pt x="243" y="542"/>
                  </a:lnTo>
                  <a:lnTo>
                    <a:pt x="240" y="542"/>
                  </a:lnTo>
                  <a:lnTo>
                    <a:pt x="237" y="540"/>
                  </a:lnTo>
                  <a:lnTo>
                    <a:pt x="235" y="538"/>
                  </a:lnTo>
                  <a:lnTo>
                    <a:pt x="233" y="536"/>
                  </a:lnTo>
                  <a:lnTo>
                    <a:pt x="231" y="535"/>
                  </a:lnTo>
                  <a:lnTo>
                    <a:pt x="229" y="533"/>
                  </a:lnTo>
                  <a:lnTo>
                    <a:pt x="227" y="532"/>
                  </a:lnTo>
                  <a:lnTo>
                    <a:pt x="226" y="530"/>
                  </a:lnTo>
                  <a:lnTo>
                    <a:pt x="225" y="528"/>
                  </a:lnTo>
                  <a:lnTo>
                    <a:pt x="222" y="527"/>
                  </a:lnTo>
                  <a:lnTo>
                    <a:pt x="219" y="525"/>
                  </a:lnTo>
                  <a:lnTo>
                    <a:pt x="216" y="523"/>
                  </a:lnTo>
                  <a:lnTo>
                    <a:pt x="216" y="521"/>
                  </a:lnTo>
                  <a:lnTo>
                    <a:pt x="218" y="518"/>
                  </a:lnTo>
                  <a:lnTo>
                    <a:pt x="222" y="515"/>
                  </a:lnTo>
                  <a:lnTo>
                    <a:pt x="225" y="513"/>
                  </a:lnTo>
                  <a:lnTo>
                    <a:pt x="225" y="511"/>
                  </a:lnTo>
                  <a:lnTo>
                    <a:pt x="225" y="508"/>
                  </a:lnTo>
                  <a:lnTo>
                    <a:pt x="226" y="506"/>
                  </a:lnTo>
                  <a:lnTo>
                    <a:pt x="227" y="504"/>
                  </a:lnTo>
                  <a:lnTo>
                    <a:pt x="228" y="502"/>
                  </a:lnTo>
                  <a:lnTo>
                    <a:pt x="229" y="499"/>
                  </a:lnTo>
                  <a:lnTo>
                    <a:pt x="229" y="496"/>
                  </a:lnTo>
                  <a:lnTo>
                    <a:pt x="231" y="494"/>
                  </a:lnTo>
                  <a:lnTo>
                    <a:pt x="233" y="493"/>
                  </a:lnTo>
                  <a:lnTo>
                    <a:pt x="236" y="492"/>
                  </a:lnTo>
                  <a:lnTo>
                    <a:pt x="238" y="491"/>
                  </a:lnTo>
                  <a:lnTo>
                    <a:pt x="240" y="489"/>
                  </a:lnTo>
                  <a:lnTo>
                    <a:pt x="242" y="487"/>
                  </a:lnTo>
                  <a:lnTo>
                    <a:pt x="244" y="486"/>
                  </a:lnTo>
                  <a:lnTo>
                    <a:pt x="247" y="488"/>
                  </a:lnTo>
                  <a:lnTo>
                    <a:pt x="249" y="491"/>
                  </a:lnTo>
                  <a:lnTo>
                    <a:pt x="251" y="493"/>
                  </a:lnTo>
                  <a:lnTo>
                    <a:pt x="253" y="493"/>
                  </a:lnTo>
                  <a:lnTo>
                    <a:pt x="255" y="491"/>
                  </a:lnTo>
                  <a:lnTo>
                    <a:pt x="258" y="489"/>
                  </a:lnTo>
                  <a:lnTo>
                    <a:pt x="260" y="489"/>
                  </a:lnTo>
                  <a:lnTo>
                    <a:pt x="263" y="490"/>
                  </a:lnTo>
                  <a:lnTo>
                    <a:pt x="265" y="491"/>
                  </a:lnTo>
                  <a:lnTo>
                    <a:pt x="267" y="492"/>
                  </a:lnTo>
                  <a:lnTo>
                    <a:pt x="269" y="493"/>
                  </a:lnTo>
                  <a:lnTo>
                    <a:pt x="270" y="496"/>
                  </a:lnTo>
                  <a:lnTo>
                    <a:pt x="269" y="500"/>
                  </a:lnTo>
                  <a:lnTo>
                    <a:pt x="269" y="503"/>
                  </a:lnTo>
                  <a:lnTo>
                    <a:pt x="270" y="505"/>
                  </a:lnTo>
                  <a:lnTo>
                    <a:pt x="273" y="506"/>
                  </a:lnTo>
                  <a:lnTo>
                    <a:pt x="276" y="508"/>
                  </a:lnTo>
                  <a:lnTo>
                    <a:pt x="277" y="510"/>
                  </a:lnTo>
                  <a:lnTo>
                    <a:pt x="276" y="513"/>
                  </a:lnTo>
                  <a:close/>
                </a:path>
              </a:pathLst>
            </a:custGeom>
            <a:solidFill>
              <a:srgbClr val="59A3CD">
                <a:alpha val="24000"/>
              </a:srgbClr>
            </a:solidFill>
            <a:ln>
              <a:noFill/>
            </a:ln>
          </p:spPr>
          <p:txBody>
            <a:bodyPr anchor="ctr"/>
            <a:lstStyle/>
            <a:p>
              <a:pPr algn="ctr">
                <a:buNone/>
              </a:pPr>
            </a:p>
          </p:txBody>
        </p:sp>
        <p:sp>
          <p:nvSpPr>
            <p:cNvPr id="3006" name="addition:input:129"/>
            <p:cNvSpPr>
              <a:spLocks noGrp="1"/>
            </p:cNvSpPr>
            <p:nvPr/>
          </p:nvSpPr>
          <p:spPr>
            <a:xfrm>
              <a:off x="209550" y="5438775"/>
              <a:ext cx="585948" cy="971001"/>
            </a:xfrm>
            <a:custGeom>
              <a:avLst/>
              <a:gdLst/>
              <a:ahLst/>
              <a:cxnLst/>
              <a:rect l="l" t="t" r="r" b="b"/>
              <a:pathLst>
                <a:path w="356" h="518">
                  <a:moveTo>
                    <a:pt x="0" y="0"/>
                  </a:moveTo>
                  <a:moveTo>
                    <a:pt x="356" y="488"/>
                  </a:moveTo>
                  <a:lnTo>
                    <a:pt x="353" y="491"/>
                  </a:lnTo>
                  <a:lnTo>
                    <a:pt x="351" y="493"/>
                  </a:lnTo>
                  <a:lnTo>
                    <a:pt x="349" y="495"/>
                  </a:lnTo>
                  <a:lnTo>
                    <a:pt x="350" y="497"/>
                  </a:lnTo>
                  <a:lnTo>
                    <a:pt x="349" y="500"/>
                  </a:lnTo>
                  <a:lnTo>
                    <a:pt x="348" y="502"/>
                  </a:lnTo>
                  <a:lnTo>
                    <a:pt x="345" y="503"/>
                  </a:lnTo>
                  <a:lnTo>
                    <a:pt x="342" y="504"/>
                  </a:lnTo>
                  <a:lnTo>
                    <a:pt x="340" y="505"/>
                  </a:lnTo>
                  <a:lnTo>
                    <a:pt x="339" y="507"/>
                  </a:lnTo>
                  <a:lnTo>
                    <a:pt x="337" y="510"/>
                  </a:lnTo>
                  <a:lnTo>
                    <a:pt x="335" y="511"/>
                  </a:lnTo>
                  <a:lnTo>
                    <a:pt x="332" y="513"/>
                  </a:lnTo>
                  <a:lnTo>
                    <a:pt x="330" y="514"/>
                  </a:lnTo>
                  <a:lnTo>
                    <a:pt x="328" y="517"/>
                  </a:lnTo>
                  <a:lnTo>
                    <a:pt x="325" y="518"/>
                  </a:lnTo>
                  <a:lnTo>
                    <a:pt x="322" y="518"/>
                  </a:lnTo>
                  <a:lnTo>
                    <a:pt x="319" y="515"/>
                  </a:lnTo>
                  <a:lnTo>
                    <a:pt x="317" y="511"/>
                  </a:lnTo>
                  <a:lnTo>
                    <a:pt x="315" y="509"/>
                  </a:lnTo>
                  <a:lnTo>
                    <a:pt x="313" y="509"/>
                  </a:lnTo>
                  <a:lnTo>
                    <a:pt x="311" y="510"/>
                  </a:lnTo>
                  <a:lnTo>
                    <a:pt x="308" y="511"/>
                  </a:lnTo>
                  <a:lnTo>
                    <a:pt x="306" y="511"/>
                  </a:lnTo>
                  <a:lnTo>
                    <a:pt x="304" y="509"/>
                  </a:lnTo>
                  <a:lnTo>
                    <a:pt x="303" y="507"/>
                  </a:lnTo>
                  <a:lnTo>
                    <a:pt x="301" y="506"/>
                  </a:lnTo>
                  <a:lnTo>
                    <a:pt x="299" y="505"/>
                  </a:lnTo>
                  <a:lnTo>
                    <a:pt x="298" y="503"/>
                  </a:lnTo>
                  <a:lnTo>
                    <a:pt x="298" y="500"/>
                  </a:lnTo>
                  <a:lnTo>
                    <a:pt x="298" y="497"/>
                  </a:lnTo>
                  <a:lnTo>
                    <a:pt x="298" y="495"/>
                  </a:lnTo>
                  <a:lnTo>
                    <a:pt x="297" y="493"/>
                  </a:lnTo>
                  <a:lnTo>
                    <a:pt x="296" y="491"/>
                  </a:lnTo>
                  <a:lnTo>
                    <a:pt x="298" y="488"/>
                  </a:lnTo>
                  <a:lnTo>
                    <a:pt x="301" y="486"/>
                  </a:lnTo>
                  <a:lnTo>
                    <a:pt x="303" y="484"/>
                  </a:lnTo>
                  <a:lnTo>
                    <a:pt x="302" y="482"/>
                  </a:lnTo>
                  <a:lnTo>
                    <a:pt x="300" y="479"/>
                  </a:lnTo>
                  <a:lnTo>
                    <a:pt x="298" y="476"/>
                  </a:lnTo>
                  <a:lnTo>
                    <a:pt x="297" y="473"/>
                  </a:lnTo>
                  <a:lnTo>
                    <a:pt x="299" y="471"/>
                  </a:lnTo>
                  <a:lnTo>
                    <a:pt x="301" y="469"/>
                  </a:lnTo>
                  <a:lnTo>
                    <a:pt x="303" y="468"/>
                  </a:lnTo>
                  <a:lnTo>
                    <a:pt x="305" y="467"/>
                  </a:lnTo>
                  <a:lnTo>
                    <a:pt x="307" y="466"/>
                  </a:lnTo>
                  <a:lnTo>
                    <a:pt x="310" y="467"/>
                  </a:lnTo>
                  <a:lnTo>
                    <a:pt x="312" y="467"/>
                  </a:lnTo>
                  <a:lnTo>
                    <a:pt x="314" y="466"/>
                  </a:lnTo>
                  <a:lnTo>
                    <a:pt x="315" y="464"/>
                  </a:lnTo>
                  <a:lnTo>
                    <a:pt x="317" y="462"/>
                  </a:lnTo>
                  <a:lnTo>
                    <a:pt x="319" y="461"/>
                  </a:lnTo>
                  <a:lnTo>
                    <a:pt x="322" y="462"/>
                  </a:lnTo>
                  <a:lnTo>
                    <a:pt x="324" y="463"/>
                  </a:lnTo>
                  <a:lnTo>
                    <a:pt x="326" y="464"/>
                  </a:lnTo>
                  <a:lnTo>
                    <a:pt x="329" y="463"/>
                  </a:lnTo>
                  <a:lnTo>
                    <a:pt x="332" y="462"/>
                  </a:lnTo>
                  <a:lnTo>
                    <a:pt x="336" y="462"/>
                  </a:lnTo>
                  <a:lnTo>
                    <a:pt x="338" y="464"/>
                  </a:lnTo>
                  <a:lnTo>
                    <a:pt x="339" y="467"/>
                  </a:lnTo>
                  <a:lnTo>
                    <a:pt x="340" y="470"/>
                  </a:lnTo>
                  <a:lnTo>
                    <a:pt x="341" y="472"/>
                  </a:lnTo>
                  <a:lnTo>
                    <a:pt x="342" y="474"/>
                  </a:lnTo>
                  <a:lnTo>
                    <a:pt x="344" y="476"/>
                  </a:lnTo>
                  <a:lnTo>
                    <a:pt x="345" y="478"/>
                  </a:lnTo>
                  <a:lnTo>
                    <a:pt x="347" y="480"/>
                  </a:lnTo>
                  <a:lnTo>
                    <a:pt x="350" y="481"/>
                  </a:lnTo>
                  <a:lnTo>
                    <a:pt x="353" y="483"/>
                  </a:lnTo>
                  <a:lnTo>
                    <a:pt x="356" y="485"/>
                  </a:lnTo>
                  <a:close/>
                </a:path>
              </a:pathLst>
            </a:custGeom>
            <a:solidFill>
              <a:srgbClr val="59A3CD">
                <a:alpha val="24000"/>
              </a:srgbClr>
            </a:solidFill>
            <a:ln>
              <a:noFill/>
            </a:ln>
          </p:spPr>
          <p:txBody>
            <a:bodyPr anchor="ctr"/>
            <a:lstStyle/>
            <a:p>
              <a:pPr algn="ctr">
                <a:buNone/>
              </a:pPr>
            </a:p>
          </p:txBody>
        </p:sp>
        <p:sp>
          <p:nvSpPr>
            <p:cNvPr id="3007" name="addition:input:130"/>
            <p:cNvSpPr>
              <a:spLocks noGrp="1"/>
            </p:cNvSpPr>
            <p:nvPr/>
          </p:nvSpPr>
          <p:spPr>
            <a:xfrm>
              <a:off x="209550" y="5438775"/>
              <a:ext cx="684703" cy="1038484"/>
            </a:xfrm>
            <a:custGeom>
              <a:avLst/>
              <a:gdLst/>
              <a:ahLst/>
              <a:cxnLst/>
              <a:rect l="l" t="t" r="r" b="b"/>
              <a:pathLst>
                <a:path w="416" h="554">
                  <a:moveTo>
                    <a:pt x="0" y="0"/>
                  </a:moveTo>
                  <a:moveTo>
                    <a:pt x="414" y="522"/>
                  </a:moveTo>
                  <a:lnTo>
                    <a:pt x="412" y="525"/>
                  </a:lnTo>
                  <a:lnTo>
                    <a:pt x="411" y="527"/>
                  </a:lnTo>
                  <a:lnTo>
                    <a:pt x="412" y="530"/>
                  </a:lnTo>
                  <a:lnTo>
                    <a:pt x="414" y="533"/>
                  </a:lnTo>
                  <a:lnTo>
                    <a:pt x="416" y="537"/>
                  </a:lnTo>
                  <a:lnTo>
                    <a:pt x="416" y="541"/>
                  </a:lnTo>
                  <a:lnTo>
                    <a:pt x="414" y="543"/>
                  </a:lnTo>
                  <a:lnTo>
                    <a:pt x="412" y="543"/>
                  </a:lnTo>
                  <a:lnTo>
                    <a:pt x="410" y="544"/>
                  </a:lnTo>
                  <a:lnTo>
                    <a:pt x="409" y="545"/>
                  </a:lnTo>
                  <a:lnTo>
                    <a:pt x="407" y="547"/>
                  </a:lnTo>
                  <a:lnTo>
                    <a:pt x="406" y="548"/>
                  </a:lnTo>
                  <a:lnTo>
                    <a:pt x="404" y="548"/>
                  </a:lnTo>
                  <a:lnTo>
                    <a:pt x="403" y="549"/>
                  </a:lnTo>
                  <a:lnTo>
                    <a:pt x="401" y="551"/>
                  </a:lnTo>
                  <a:lnTo>
                    <a:pt x="400" y="553"/>
                  </a:lnTo>
                  <a:lnTo>
                    <a:pt x="398" y="554"/>
                  </a:lnTo>
                  <a:lnTo>
                    <a:pt x="396" y="553"/>
                  </a:lnTo>
                  <a:lnTo>
                    <a:pt x="394" y="552"/>
                  </a:lnTo>
                  <a:lnTo>
                    <a:pt x="392" y="551"/>
                  </a:lnTo>
                  <a:lnTo>
                    <a:pt x="390" y="552"/>
                  </a:lnTo>
                  <a:lnTo>
                    <a:pt x="387" y="554"/>
                  </a:lnTo>
                  <a:lnTo>
                    <a:pt x="385" y="553"/>
                  </a:lnTo>
                  <a:lnTo>
                    <a:pt x="383" y="550"/>
                  </a:lnTo>
                  <a:lnTo>
                    <a:pt x="383" y="546"/>
                  </a:lnTo>
                  <a:lnTo>
                    <a:pt x="383" y="542"/>
                  </a:lnTo>
                  <a:lnTo>
                    <a:pt x="382" y="540"/>
                  </a:lnTo>
                  <a:lnTo>
                    <a:pt x="380" y="538"/>
                  </a:lnTo>
                  <a:lnTo>
                    <a:pt x="378" y="537"/>
                  </a:lnTo>
                  <a:lnTo>
                    <a:pt x="376" y="535"/>
                  </a:lnTo>
                  <a:lnTo>
                    <a:pt x="375" y="533"/>
                  </a:lnTo>
                  <a:lnTo>
                    <a:pt x="373" y="531"/>
                  </a:lnTo>
                  <a:lnTo>
                    <a:pt x="371" y="528"/>
                  </a:lnTo>
                  <a:lnTo>
                    <a:pt x="370" y="525"/>
                  </a:lnTo>
                  <a:lnTo>
                    <a:pt x="370" y="522"/>
                  </a:lnTo>
                  <a:lnTo>
                    <a:pt x="372" y="519"/>
                  </a:lnTo>
                  <a:lnTo>
                    <a:pt x="374" y="517"/>
                  </a:lnTo>
                  <a:lnTo>
                    <a:pt x="375" y="515"/>
                  </a:lnTo>
                  <a:lnTo>
                    <a:pt x="375" y="512"/>
                  </a:lnTo>
                  <a:lnTo>
                    <a:pt x="375" y="509"/>
                  </a:lnTo>
                  <a:lnTo>
                    <a:pt x="376" y="506"/>
                  </a:lnTo>
                  <a:lnTo>
                    <a:pt x="379" y="505"/>
                  </a:lnTo>
                  <a:lnTo>
                    <a:pt x="381" y="504"/>
                  </a:lnTo>
                  <a:lnTo>
                    <a:pt x="383" y="503"/>
                  </a:lnTo>
                  <a:lnTo>
                    <a:pt x="384" y="500"/>
                  </a:lnTo>
                  <a:lnTo>
                    <a:pt x="384" y="497"/>
                  </a:lnTo>
                  <a:lnTo>
                    <a:pt x="386" y="494"/>
                  </a:lnTo>
                  <a:lnTo>
                    <a:pt x="388" y="492"/>
                  </a:lnTo>
                  <a:lnTo>
                    <a:pt x="390" y="491"/>
                  </a:lnTo>
                  <a:lnTo>
                    <a:pt x="392" y="489"/>
                  </a:lnTo>
                  <a:lnTo>
                    <a:pt x="394" y="488"/>
                  </a:lnTo>
                  <a:lnTo>
                    <a:pt x="396" y="489"/>
                  </a:lnTo>
                  <a:lnTo>
                    <a:pt x="398" y="493"/>
                  </a:lnTo>
                  <a:lnTo>
                    <a:pt x="399" y="496"/>
                  </a:lnTo>
                  <a:lnTo>
                    <a:pt x="401" y="498"/>
                  </a:lnTo>
                  <a:lnTo>
                    <a:pt x="402" y="497"/>
                  </a:lnTo>
                  <a:lnTo>
                    <a:pt x="405" y="495"/>
                  </a:lnTo>
                  <a:lnTo>
                    <a:pt x="407" y="494"/>
                  </a:lnTo>
                  <a:lnTo>
                    <a:pt x="408" y="495"/>
                  </a:lnTo>
                  <a:lnTo>
                    <a:pt x="409" y="498"/>
                  </a:lnTo>
                  <a:lnTo>
                    <a:pt x="410" y="500"/>
                  </a:lnTo>
                  <a:lnTo>
                    <a:pt x="411" y="502"/>
                  </a:lnTo>
                  <a:lnTo>
                    <a:pt x="413" y="503"/>
                  </a:lnTo>
                  <a:lnTo>
                    <a:pt x="414" y="505"/>
                  </a:lnTo>
                  <a:lnTo>
                    <a:pt x="414" y="508"/>
                  </a:lnTo>
                  <a:lnTo>
                    <a:pt x="414" y="511"/>
                  </a:lnTo>
                  <a:lnTo>
                    <a:pt x="414" y="514"/>
                  </a:lnTo>
                  <a:lnTo>
                    <a:pt x="414" y="517"/>
                  </a:lnTo>
                  <a:lnTo>
                    <a:pt x="415" y="520"/>
                  </a:lnTo>
                  <a:close/>
                </a:path>
              </a:pathLst>
            </a:custGeom>
            <a:solidFill>
              <a:srgbClr val="59A3CD">
                <a:alpha val="24000"/>
              </a:srgbClr>
            </a:solidFill>
            <a:ln>
              <a:noFill/>
            </a:ln>
          </p:spPr>
          <p:txBody>
            <a:bodyPr anchor="ctr"/>
            <a:lstStyle/>
            <a:p>
              <a:pPr algn="ctr">
                <a:buNone/>
              </a:pPr>
            </a:p>
          </p:txBody>
        </p:sp>
        <p:sp>
          <p:nvSpPr>
            <p:cNvPr id="3008" name="addition:input:131"/>
            <p:cNvSpPr>
              <a:spLocks noGrp="1"/>
            </p:cNvSpPr>
            <p:nvPr/>
          </p:nvSpPr>
          <p:spPr>
            <a:xfrm>
              <a:off x="209550" y="5438775"/>
              <a:ext cx="1379281" cy="1396517"/>
            </a:xfrm>
            <a:custGeom>
              <a:avLst/>
              <a:gdLst/>
              <a:ahLst/>
              <a:cxnLst/>
              <a:rect l="l" t="t" r="r" b="b"/>
              <a:pathLst>
                <a:path w="838" h="745">
                  <a:moveTo>
                    <a:pt x="0" y="0"/>
                  </a:moveTo>
                  <a:moveTo>
                    <a:pt x="820" y="596"/>
                  </a:moveTo>
                  <a:lnTo>
                    <a:pt x="825" y="608"/>
                  </a:lnTo>
                  <a:lnTo>
                    <a:pt x="832" y="621"/>
                  </a:lnTo>
                  <a:lnTo>
                    <a:pt x="838" y="635"/>
                  </a:lnTo>
                  <a:lnTo>
                    <a:pt x="836" y="648"/>
                  </a:lnTo>
                  <a:lnTo>
                    <a:pt x="825" y="657"/>
                  </a:lnTo>
                  <a:lnTo>
                    <a:pt x="811" y="664"/>
                  </a:lnTo>
                  <a:lnTo>
                    <a:pt x="802" y="673"/>
                  </a:lnTo>
                  <a:lnTo>
                    <a:pt x="799" y="685"/>
                  </a:lnTo>
                  <a:lnTo>
                    <a:pt x="795" y="699"/>
                  </a:lnTo>
                  <a:lnTo>
                    <a:pt x="784" y="706"/>
                  </a:lnTo>
                  <a:lnTo>
                    <a:pt x="765" y="705"/>
                  </a:lnTo>
                  <a:lnTo>
                    <a:pt x="745" y="700"/>
                  </a:lnTo>
                  <a:lnTo>
                    <a:pt x="730" y="699"/>
                  </a:lnTo>
                  <a:lnTo>
                    <a:pt x="720" y="708"/>
                  </a:lnTo>
                  <a:lnTo>
                    <a:pt x="710" y="724"/>
                  </a:lnTo>
                  <a:lnTo>
                    <a:pt x="696" y="738"/>
                  </a:lnTo>
                  <a:lnTo>
                    <a:pt x="679" y="745"/>
                  </a:lnTo>
                  <a:lnTo>
                    <a:pt x="661" y="745"/>
                  </a:lnTo>
                  <a:lnTo>
                    <a:pt x="642" y="743"/>
                  </a:lnTo>
                  <a:lnTo>
                    <a:pt x="624" y="740"/>
                  </a:lnTo>
                  <a:lnTo>
                    <a:pt x="607" y="733"/>
                  </a:lnTo>
                  <a:lnTo>
                    <a:pt x="594" y="720"/>
                  </a:lnTo>
                  <a:lnTo>
                    <a:pt x="586" y="703"/>
                  </a:lnTo>
                  <a:lnTo>
                    <a:pt x="578" y="691"/>
                  </a:lnTo>
                  <a:lnTo>
                    <a:pt x="563" y="688"/>
                  </a:lnTo>
                  <a:lnTo>
                    <a:pt x="542" y="689"/>
                  </a:lnTo>
                  <a:lnTo>
                    <a:pt x="522" y="688"/>
                  </a:lnTo>
                  <a:lnTo>
                    <a:pt x="509" y="679"/>
                  </a:lnTo>
                  <a:lnTo>
                    <a:pt x="507" y="665"/>
                  </a:lnTo>
                  <a:lnTo>
                    <a:pt x="507" y="652"/>
                  </a:lnTo>
                  <a:lnTo>
                    <a:pt x="500" y="642"/>
                  </a:lnTo>
                  <a:lnTo>
                    <a:pt x="486" y="633"/>
                  </a:lnTo>
                  <a:lnTo>
                    <a:pt x="473" y="622"/>
                  </a:lnTo>
                  <a:lnTo>
                    <a:pt x="470" y="609"/>
                  </a:lnTo>
                  <a:lnTo>
                    <a:pt x="477" y="596"/>
                  </a:lnTo>
                  <a:lnTo>
                    <a:pt x="489" y="584"/>
                  </a:lnTo>
                  <a:lnTo>
                    <a:pt x="499" y="572"/>
                  </a:lnTo>
                  <a:lnTo>
                    <a:pt x="509" y="561"/>
                  </a:lnTo>
                  <a:lnTo>
                    <a:pt x="521" y="552"/>
                  </a:lnTo>
                  <a:lnTo>
                    <a:pt x="537" y="545"/>
                  </a:lnTo>
                  <a:lnTo>
                    <a:pt x="550" y="538"/>
                  </a:lnTo>
                  <a:lnTo>
                    <a:pt x="554" y="527"/>
                  </a:lnTo>
                  <a:lnTo>
                    <a:pt x="550" y="508"/>
                  </a:lnTo>
                  <a:lnTo>
                    <a:pt x="547" y="487"/>
                  </a:lnTo>
                  <a:lnTo>
                    <a:pt x="554" y="472"/>
                  </a:lnTo>
                  <a:lnTo>
                    <a:pt x="572" y="468"/>
                  </a:lnTo>
                  <a:lnTo>
                    <a:pt x="593" y="471"/>
                  </a:lnTo>
                  <a:lnTo>
                    <a:pt x="612" y="475"/>
                  </a:lnTo>
                  <a:lnTo>
                    <a:pt x="626" y="472"/>
                  </a:lnTo>
                  <a:lnTo>
                    <a:pt x="637" y="466"/>
                  </a:lnTo>
                  <a:lnTo>
                    <a:pt x="650" y="462"/>
                  </a:lnTo>
                  <a:lnTo>
                    <a:pt x="664" y="465"/>
                  </a:lnTo>
                  <a:lnTo>
                    <a:pt x="676" y="470"/>
                  </a:lnTo>
                  <a:lnTo>
                    <a:pt x="687" y="473"/>
                  </a:lnTo>
                  <a:lnTo>
                    <a:pt x="699" y="471"/>
                  </a:lnTo>
                  <a:lnTo>
                    <a:pt x="712" y="471"/>
                  </a:lnTo>
                  <a:lnTo>
                    <a:pt x="724" y="474"/>
                  </a:lnTo>
                  <a:lnTo>
                    <a:pt x="733" y="481"/>
                  </a:lnTo>
                  <a:lnTo>
                    <a:pt x="744" y="486"/>
                  </a:lnTo>
                  <a:lnTo>
                    <a:pt x="761" y="486"/>
                  </a:lnTo>
                  <a:lnTo>
                    <a:pt x="782" y="486"/>
                  </a:lnTo>
                  <a:lnTo>
                    <a:pt x="799" y="491"/>
                  </a:lnTo>
                  <a:lnTo>
                    <a:pt x="803" y="506"/>
                  </a:lnTo>
                  <a:lnTo>
                    <a:pt x="795" y="526"/>
                  </a:lnTo>
                  <a:lnTo>
                    <a:pt x="784" y="544"/>
                  </a:lnTo>
                  <a:lnTo>
                    <a:pt x="781" y="556"/>
                  </a:lnTo>
                  <a:lnTo>
                    <a:pt x="790" y="565"/>
                  </a:lnTo>
                  <a:lnTo>
                    <a:pt x="803" y="574"/>
                  </a:lnTo>
                  <a:lnTo>
                    <a:pt x="814" y="584"/>
                  </a:lnTo>
                  <a:close/>
                </a:path>
              </a:pathLst>
            </a:custGeom>
            <a:solidFill>
              <a:srgbClr val="F5DAC5">
                <a:alpha val="43000"/>
              </a:srgbClr>
            </a:solidFill>
            <a:ln>
              <a:noFill/>
            </a:ln>
          </p:spPr>
          <p:txBody>
            <a:bodyPr anchor="ctr"/>
            <a:lstStyle/>
            <a:p>
              <a:pPr algn="ctr">
                <a:buNone/>
              </a:pPr>
            </a:p>
          </p:txBody>
        </p:sp>
        <p:sp>
          <p:nvSpPr>
            <p:cNvPr id="3009" name="addition:input:132"/>
            <p:cNvSpPr>
              <a:spLocks noGrp="1"/>
            </p:cNvSpPr>
            <p:nvPr/>
          </p:nvSpPr>
          <p:spPr>
            <a:xfrm>
              <a:off x="209550" y="5438775"/>
              <a:ext cx="1334841" cy="1355278"/>
            </a:xfrm>
            <a:custGeom>
              <a:avLst/>
              <a:gdLst/>
              <a:ahLst/>
              <a:cxnLst/>
              <a:rect l="l" t="t" r="r" b="b"/>
              <a:pathLst>
                <a:path w="811" h="723">
                  <a:moveTo>
                    <a:pt x="0" y="0"/>
                  </a:moveTo>
                  <a:moveTo>
                    <a:pt x="800" y="601"/>
                  </a:moveTo>
                  <a:lnTo>
                    <a:pt x="808" y="612"/>
                  </a:lnTo>
                  <a:lnTo>
                    <a:pt x="811" y="623"/>
                  </a:lnTo>
                  <a:lnTo>
                    <a:pt x="808" y="633"/>
                  </a:lnTo>
                  <a:lnTo>
                    <a:pt x="805" y="643"/>
                  </a:lnTo>
                  <a:lnTo>
                    <a:pt x="803" y="654"/>
                  </a:lnTo>
                  <a:lnTo>
                    <a:pt x="800" y="666"/>
                  </a:lnTo>
                  <a:lnTo>
                    <a:pt x="789" y="673"/>
                  </a:lnTo>
                  <a:lnTo>
                    <a:pt x="771" y="674"/>
                  </a:lnTo>
                  <a:lnTo>
                    <a:pt x="750" y="672"/>
                  </a:lnTo>
                  <a:lnTo>
                    <a:pt x="736" y="672"/>
                  </a:lnTo>
                  <a:lnTo>
                    <a:pt x="730" y="681"/>
                  </a:lnTo>
                  <a:lnTo>
                    <a:pt x="727" y="698"/>
                  </a:lnTo>
                  <a:lnTo>
                    <a:pt x="721" y="713"/>
                  </a:lnTo>
                  <a:lnTo>
                    <a:pt x="708" y="722"/>
                  </a:lnTo>
                  <a:lnTo>
                    <a:pt x="692" y="723"/>
                  </a:lnTo>
                  <a:lnTo>
                    <a:pt x="676" y="722"/>
                  </a:lnTo>
                  <a:lnTo>
                    <a:pt x="661" y="722"/>
                  </a:lnTo>
                  <a:lnTo>
                    <a:pt x="645" y="722"/>
                  </a:lnTo>
                  <a:lnTo>
                    <a:pt x="630" y="719"/>
                  </a:lnTo>
                  <a:lnTo>
                    <a:pt x="617" y="711"/>
                  </a:lnTo>
                  <a:lnTo>
                    <a:pt x="606" y="703"/>
                  </a:lnTo>
                  <a:lnTo>
                    <a:pt x="594" y="699"/>
                  </a:lnTo>
                  <a:lnTo>
                    <a:pt x="580" y="699"/>
                  </a:lnTo>
                  <a:lnTo>
                    <a:pt x="566" y="697"/>
                  </a:lnTo>
                  <a:lnTo>
                    <a:pt x="557" y="690"/>
                  </a:lnTo>
                  <a:lnTo>
                    <a:pt x="554" y="678"/>
                  </a:lnTo>
                  <a:lnTo>
                    <a:pt x="551" y="668"/>
                  </a:lnTo>
                  <a:lnTo>
                    <a:pt x="542" y="663"/>
                  </a:lnTo>
                  <a:lnTo>
                    <a:pt x="524" y="661"/>
                  </a:lnTo>
                  <a:lnTo>
                    <a:pt x="505" y="657"/>
                  </a:lnTo>
                  <a:lnTo>
                    <a:pt x="494" y="649"/>
                  </a:lnTo>
                  <a:lnTo>
                    <a:pt x="497" y="636"/>
                  </a:lnTo>
                  <a:lnTo>
                    <a:pt x="508" y="623"/>
                  </a:lnTo>
                  <a:lnTo>
                    <a:pt x="518" y="611"/>
                  </a:lnTo>
                  <a:lnTo>
                    <a:pt x="525" y="601"/>
                  </a:lnTo>
                  <a:lnTo>
                    <a:pt x="530" y="591"/>
                  </a:lnTo>
                  <a:lnTo>
                    <a:pt x="538" y="583"/>
                  </a:lnTo>
                  <a:lnTo>
                    <a:pt x="545" y="574"/>
                  </a:lnTo>
                  <a:lnTo>
                    <a:pt x="547" y="565"/>
                  </a:lnTo>
                  <a:lnTo>
                    <a:pt x="543" y="553"/>
                  </a:lnTo>
                  <a:lnTo>
                    <a:pt x="538" y="538"/>
                  </a:lnTo>
                  <a:lnTo>
                    <a:pt x="540" y="526"/>
                  </a:lnTo>
                  <a:lnTo>
                    <a:pt x="551" y="519"/>
                  </a:lnTo>
                  <a:lnTo>
                    <a:pt x="567" y="516"/>
                  </a:lnTo>
                  <a:lnTo>
                    <a:pt x="580" y="513"/>
                  </a:lnTo>
                  <a:lnTo>
                    <a:pt x="587" y="505"/>
                  </a:lnTo>
                  <a:lnTo>
                    <a:pt x="592" y="494"/>
                  </a:lnTo>
                  <a:lnTo>
                    <a:pt x="601" y="485"/>
                  </a:lnTo>
                  <a:lnTo>
                    <a:pt x="614" y="485"/>
                  </a:lnTo>
                  <a:lnTo>
                    <a:pt x="627" y="492"/>
                  </a:lnTo>
                  <a:lnTo>
                    <a:pt x="639" y="499"/>
                  </a:lnTo>
                  <a:lnTo>
                    <a:pt x="648" y="500"/>
                  </a:lnTo>
                  <a:lnTo>
                    <a:pt x="658" y="498"/>
                  </a:lnTo>
                  <a:lnTo>
                    <a:pt x="668" y="495"/>
                  </a:lnTo>
                  <a:lnTo>
                    <a:pt x="679" y="494"/>
                  </a:lnTo>
                  <a:lnTo>
                    <a:pt x="690" y="493"/>
                  </a:lnTo>
                  <a:lnTo>
                    <a:pt x="704" y="490"/>
                  </a:lnTo>
                  <a:lnTo>
                    <a:pt x="721" y="486"/>
                  </a:lnTo>
                  <a:lnTo>
                    <a:pt x="737" y="488"/>
                  </a:lnTo>
                  <a:lnTo>
                    <a:pt x="746" y="498"/>
                  </a:lnTo>
                  <a:lnTo>
                    <a:pt x="746" y="515"/>
                  </a:lnTo>
                  <a:lnTo>
                    <a:pt x="743" y="532"/>
                  </a:lnTo>
                  <a:lnTo>
                    <a:pt x="746" y="542"/>
                  </a:lnTo>
                  <a:lnTo>
                    <a:pt x="757" y="548"/>
                  </a:lnTo>
                  <a:lnTo>
                    <a:pt x="773" y="553"/>
                  </a:lnTo>
                  <a:lnTo>
                    <a:pt x="784" y="561"/>
                  </a:lnTo>
                  <a:lnTo>
                    <a:pt x="787" y="571"/>
                  </a:lnTo>
                  <a:lnTo>
                    <a:pt x="788" y="581"/>
                  </a:lnTo>
                  <a:lnTo>
                    <a:pt x="791" y="591"/>
                  </a:lnTo>
                  <a:close/>
                </a:path>
              </a:pathLst>
            </a:custGeom>
            <a:solidFill>
              <a:srgbClr val="ECB78D">
                <a:alpha val="43000"/>
              </a:srgbClr>
            </a:solidFill>
            <a:ln>
              <a:noFill/>
            </a:ln>
          </p:spPr>
          <p:txBody>
            <a:bodyPr anchor="ctr"/>
            <a:lstStyle/>
            <a:p>
              <a:pPr algn="ctr">
                <a:buNone/>
              </a:pPr>
            </a:p>
          </p:txBody>
        </p:sp>
        <p:sp>
          <p:nvSpPr>
            <p:cNvPr id="3010" name="addition:input:133"/>
            <p:cNvSpPr>
              <a:spLocks noGrp="1"/>
            </p:cNvSpPr>
            <p:nvPr/>
          </p:nvSpPr>
          <p:spPr>
            <a:xfrm>
              <a:off x="209550" y="5438775"/>
              <a:ext cx="1311798" cy="1332784"/>
            </a:xfrm>
            <a:custGeom>
              <a:avLst/>
              <a:gdLst/>
              <a:ahLst/>
              <a:cxnLst/>
              <a:rect l="l" t="t" r="r" b="b"/>
              <a:pathLst>
                <a:path w="797" h="711">
                  <a:moveTo>
                    <a:pt x="0" y="0"/>
                  </a:moveTo>
                  <a:moveTo>
                    <a:pt x="794" y="606"/>
                  </a:moveTo>
                  <a:lnTo>
                    <a:pt x="782" y="615"/>
                  </a:lnTo>
                  <a:lnTo>
                    <a:pt x="770" y="623"/>
                  </a:lnTo>
                  <a:lnTo>
                    <a:pt x="763" y="630"/>
                  </a:lnTo>
                  <a:lnTo>
                    <a:pt x="763" y="639"/>
                  </a:lnTo>
                  <a:lnTo>
                    <a:pt x="764" y="650"/>
                  </a:lnTo>
                  <a:lnTo>
                    <a:pt x="758" y="658"/>
                  </a:lnTo>
                  <a:lnTo>
                    <a:pt x="745" y="663"/>
                  </a:lnTo>
                  <a:lnTo>
                    <a:pt x="730" y="665"/>
                  </a:lnTo>
                  <a:lnTo>
                    <a:pt x="720" y="670"/>
                  </a:lnTo>
                  <a:lnTo>
                    <a:pt x="716" y="679"/>
                  </a:lnTo>
                  <a:lnTo>
                    <a:pt x="712" y="692"/>
                  </a:lnTo>
                  <a:lnTo>
                    <a:pt x="705" y="703"/>
                  </a:lnTo>
                  <a:lnTo>
                    <a:pt x="694" y="708"/>
                  </a:lnTo>
                  <a:lnTo>
                    <a:pt x="681" y="710"/>
                  </a:lnTo>
                  <a:lnTo>
                    <a:pt x="669" y="711"/>
                  </a:lnTo>
                  <a:lnTo>
                    <a:pt x="657" y="711"/>
                  </a:lnTo>
                  <a:lnTo>
                    <a:pt x="645" y="708"/>
                  </a:lnTo>
                  <a:lnTo>
                    <a:pt x="635" y="700"/>
                  </a:lnTo>
                  <a:lnTo>
                    <a:pt x="627" y="690"/>
                  </a:lnTo>
                  <a:lnTo>
                    <a:pt x="620" y="685"/>
                  </a:lnTo>
                  <a:lnTo>
                    <a:pt x="611" y="688"/>
                  </a:lnTo>
                  <a:lnTo>
                    <a:pt x="598" y="696"/>
                  </a:lnTo>
                  <a:lnTo>
                    <a:pt x="584" y="701"/>
                  </a:lnTo>
                  <a:lnTo>
                    <a:pt x="574" y="698"/>
                  </a:lnTo>
                  <a:lnTo>
                    <a:pt x="569" y="689"/>
                  </a:lnTo>
                  <a:lnTo>
                    <a:pt x="566" y="679"/>
                  </a:lnTo>
                  <a:lnTo>
                    <a:pt x="561" y="672"/>
                  </a:lnTo>
                  <a:lnTo>
                    <a:pt x="552" y="667"/>
                  </a:lnTo>
                  <a:lnTo>
                    <a:pt x="543" y="661"/>
                  </a:lnTo>
                  <a:lnTo>
                    <a:pt x="540" y="652"/>
                  </a:lnTo>
                  <a:lnTo>
                    <a:pt x="542" y="641"/>
                  </a:lnTo>
                  <a:lnTo>
                    <a:pt x="544" y="632"/>
                  </a:lnTo>
                  <a:lnTo>
                    <a:pt x="544" y="623"/>
                  </a:lnTo>
                  <a:lnTo>
                    <a:pt x="542" y="615"/>
                  </a:lnTo>
                  <a:lnTo>
                    <a:pt x="543" y="606"/>
                  </a:lnTo>
                  <a:lnTo>
                    <a:pt x="548" y="598"/>
                  </a:lnTo>
                  <a:lnTo>
                    <a:pt x="550" y="590"/>
                  </a:lnTo>
                  <a:lnTo>
                    <a:pt x="545" y="581"/>
                  </a:lnTo>
                  <a:lnTo>
                    <a:pt x="533" y="569"/>
                  </a:lnTo>
                  <a:lnTo>
                    <a:pt x="523" y="556"/>
                  </a:lnTo>
                  <a:lnTo>
                    <a:pt x="523" y="544"/>
                  </a:lnTo>
                  <a:lnTo>
                    <a:pt x="535" y="539"/>
                  </a:lnTo>
                  <a:lnTo>
                    <a:pt x="552" y="539"/>
                  </a:lnTo>
                  <a:lnTo>
                    <a:pt x="565" y="538"/>
                  </a:lnTo>
                  <a:lnTo>
                    <a:pt x="573" y="534"/>
                  </a:lnTo>
                  <a:lnTo>
                    <a:pt x="579" y="528"/>
                  </a:lnTo>
                  <a:lnTo>
                    <a:pt x="586" y="523"/>
                  </a:lnTo>
                  <a:lnTo>
                    <a:pt x="595" y="520"/>
                  </a:lnTo>
                  <a:lnTo>
                    <a:pt x="604" y="518"/>
                  </a:lnTo>
                  <a:lnTo>
                    <a:pt x="613" y="513"/>
                  </a:lnTo>
                  <a:lnTo>
                    <a:pt x="623" y="506"/>
                  </a:lnTo>
                  <a:lnTo>
                    <a:pt x="634" y="501"/>
                  </a:lnTo>
                  <a:lnTo>
                    <a:pt x="646" y="502"/>
                  </a:lnTo>
                  <a:lnTo>
                    <a:pt x="658" y="507"/>
                  </a:lnTo>
                  <a:lnTo>
                    <a:pt x="669" y="509"/>
                  </a:lnTo>
                  <a:lnTo>
                    <a:pt x="683" y="508"/>
                  </a:lnTo>
                  <a:lnTo>
                    <a:pt x="699" y="504"/>
                  </a:lnTo>
                  <a:lnTo>
                    <a:pt x="713" y="506"/>
                  </a:lnTo>
                  <a:lnTo>
                    <a:pt x="722" y="516"/>
                  </a:lnTo>
                  <a:lnTo>
                    <a:pt x="724" y="531"/>
                  </a:lnTo>
                  <a:lnTo>
                    <a:pt x="725" y="544"/>
                  </a:lnTo>
                  <a:lnTo>
                    <a:pt x="730" y="552"/>
                  </a:lnTo>
                  <a:lnTo>
                    <a:pt x="742" y="555"/>
                  </a:lnTo>
                  <a:lnTo>
                    <a:pt x="756" y="558"/>
                  </a:lnTo>
                  <a:lnTo>
                    <a:pt x="769" y="563"/>
                  </a:lnTo>
                  <a:lnTo>
                    <a:pt x="777" y="570"/>
                  </a:lnTo>
                  <a:lnTo>
                    <a:pt x="785" y="578"/>
                  </a:lnTo>
                  <a:lnTo>
                    <a:pt x="793" y="586"/>
                  </a:lnTo>
                  <a:lnTo>
                    <a:pt x="797" y="596"/>
                  </a:lnTo>
                  <a:close/>
                </a:path>
              </a:pathLst>
            </a:custGeom>
            <a:solidFill>
              <a:srgbClr val="E18B48">
                <a:alpha val="35000"/>
              </a:srgbClr>
            </a:solidFill>
            <a:ln>
              <a:noFill/>
            </a:ln>
          </p:spPr>
          <p:txBody>
            <a:bodyPr anchor="ctr"/>
            <a:lstStyle/>
            <a:p>
              <a:pPr algn="ctr">
                <a:buNone/>
              </a:pPr>
            </a:p>
          </p:txBody>
        </p:sp>
        <p:sp>
          <p:nvSpPr>
            <p:cNvPr id="3011" name="addition:input:134"/>
            <p:cNvSpPr>
              <a:spLocks noGrp="1"/>
            </p:cNvSpPr>
            <p:nvPr/>
          </p:nvSpPr>
          <p:spPr>
            <a:xfrm>
              <a:off x="209550" y="5438775"/>
              <a:ext cx="1066556" cy="1167826"/>
            </a:xfrm>
            <a:custGeom>
              <a:avLst/>
              <a:gdLst/>
              <a:ahLst/>
              <a:cxnLst/>
              <a:rect l="l" t="t" r="r" b="b"/>
              <a:pathLst>
                <a:path w="648" h="623">
                  <a:moveTo>
                    <a:pt x="0" y="0"/>
                  </a:moveTo>
                  <a:moveTo>
                    <a:pt x="638" y="577"/>
                  </a:moveTo>
                  <a:lnTo>
                    <a:pt x="642" y="580"/>
                  </a:lnTo>
                  <a:lnTo>
                    <a:pt x="644" y="584"/>
                  </a:lnTo>
                  <a:lnTo>
                    <a:pt x="643" y="588"/>
                  </a:lnTo>
                  <a:lnTo>
                    <a:pt x="641" y="591"/>
                  </a:lnTo>
                  <a:lnTo>
                    <a:pt x="640" y="595"/>
                  </a:lnTo>
                  <a:lnTo>
                    <a:pt x="640" y="599"/>
                  </a:lnTo>
                  <a:lnTo>
                    <a:pt x="639" y="603"/>
                  </a:lnTo>
                  <a:lnTo>
                    <a:pt x="636" y="606"/>
                  </a:lnTo>
                  <a:lnTo>
                    <a:pt x="632" y="607"/>
                  </a:lnTo>
                  <a:lnTo>
                    <a:pt x="629" y="609"/>
                  </a:lnTo>
                  <a:lnTo>
                    <a:pt x="626" y="612"/>
                  </a:lnTo>
                  <a:lnTo>
                    <a:pt x="623" y="615"/>
                  </a:lnTo>
                  <a:lnTo>
                    <a:pt x="619" y="616"/>
                  </a:lnTo>
                  <a:lnTo>
                    <a:pt x="614" y="613"/>
                  </a:lnTo>
                  <a:lnTo>
                    <a:pt x="609" y="611"/>
                  </a:lnTo>
                  <a:lnTo>
                    <a:pt x="605" y="611"/>
                  </a:lnTo>
                  <a:lnTo>
                    <a:pt x="602" y="614"/>
                  </a:lnTo>
                  <a:lnTo>
                    <a:pt x="598" y="620"/>
                  </a:lnTo>
                  <a:lnTo>
                    <a:pt x="592" y="623"/>
                  </a:lnTo>
                  <a:lnTo>
                    <a:pt x="587" y="623"/>
                  </a:lnTo>
                  <a:lnTo>
                    <a:pt x="582" y="621"/>
                  </a:lnTo>
                  <a:lnTo>
                    <a:pt x="578" y="618"/>
                  </a:lnTo>
                  <a:lnTo>
                    <a:pt x="573" y="615"/>
                  </a:lnTo>
                  <a:lnTo>
                    <a:pt x="569" y="612"/>
                  </a:lnTo>
                  <a:lnTo>
                    <a:pt x="566" y="608"/>
                  </a:lnTo>
                  <a:lnTo>
                    <a:pt x="564" y="604"/>
                  </a:lnTo>
                  <a:lnTo>
                    <a:pt x="562" y="601"/>
                  </a:lnTo>
                  <a:lnTo>
                    <a:pt x="557" y="599"/>
                  </a:lnTo>
                  <a:lnTo>
                    <a:pt x="551" y="598"/>
                  </a:lnTo>
                  <a:lnTo>
                    <a:pt x="546" y="595"/>
                  </a:lnTo>
                  <a:lnTo>
                    <a:pt x="544" y="592"/>
                  </a:lnTo>
                  <a:lnTo>
                    <a:pt x="544" y="587"/>
                  </a:lnTo>
                  <a:lnTo>
                    <a:pt x="545" y="584"/>
                  </a:lnTo>
                  <a:lnTo>
                    <a:pt x="542" y="580"/>
                  </a:lnTo>
                  <a:lnTo>
                    <a:pt x="537" y="577"/>
                  </a:lnTo>
                  <a:lnTo>
                    <a:pt x="533" y="572"/>
                  </a:lnTo>
                  <a:lnTo>
                    <a:pt x="534" y="568"/>
                  </a:lnTo>
                  <a:lnTo>
                    <a:pt x="539" y="565"/>
                  </a:lnTo>
                  <a:lnTo>
                    <a:pt x="545" y="562"/>
                  </a:lnTo>
                  <a:lnTo>
                    <a:pt x="550" y="560"/>
                  </a:lnTo>
                  <a:lnTo>
                    <a:pt x="554" y="557"/>
                  </a:lnTo>
                  <a:lnTo>
                    <a:pt x="557" y="555"/>
                  </a:lnTo>
                  <a:lnTo>
                    <a:pt x="561" y="552"/>
                  </a:lnTo>
                  <a:lnTo>
                    <a:pt x="564" y="550"/>
                  </a:lnTo>
                  <a:lnTo>
                    <a:pt x="566" y="546"/>
                  </a:lnTo>
                  <a:lnTo>
                    <a:pt x="568" y="540"/>
                  </a:lnTo>
                  <a:lnTo>
                    <a:pt x="570" y="535"/>
                  </a:lnTo>
                  <a:lnTo>
                    <a:pt x="575" y="532"/>
                  </a:lnTo>
                  <a:lnTo>
                    <a:pt x="581" y="533"/>
                  </a:lnTo>
                  <a:lnTo>
                    <a:pt x="588" y="536"/>
                  </a:lnTo>
                  <a:lnTo>
                    <a:pt x="593" y="537"/>
                  </a:lnTo>
                  <a:lnTo>
                    <a:pt x="598" y="536"/>
                  </a:lnTo>
                  <a:lnTo>
                    <a:pt x="602" y="534"/>
                  </a:lnTo>
                  <a:lnTo>
                    <a:pt x="607" y="534"/>
                  </a:lnTo>
                  <a:lnTo>
                    <a:pt x="611" y="536"/>
                  </a:lnTo>
                  <a:lnTo>
                    <a:pt x="614" y="540"/>
                  </a:lnTo>
                  <a:lnTo>
                    <a:pt x="617" y="542"/>
                  </a:lnTo>
                  <a:lnTo>
                    <a:pt x="621" y="543"/>
                  </a:lnTo>
                  <a:lnTo>
                    <a:pt x="625" y="543"/>
                  </a:lnTo>
                  <a:lnTo>
                    <a:pt x="629" y="544"/>
                  </a:lnTo>
                  <a:lnTo>
                    <a:pt x="632" y="546"/>
                  </a:lnTo>
                  <a:lnTo>
                    <a:pt x="636" y="548"/>
                  </a:lnTo>
                  <a:lnTo>
                    <a:pt x="641" y="550"/>
                  </a:lnTo>
                  <a:lnTo>
                    <a:pt x="645" y="552"/>
                  </a:lnTo>
                  <a:lnTo>
                    <a:pt x="648" y="556"/>
                  </a:lnTo>
                  <a:lnTo>
                    <a:pt x="646" y="561"/>
                  </a:lnTo>
                  <a:lnTo>
                    <a:pt x="640" y="566"/>
                  </a:lnTo>
                  <a:lnTo>
                    <a:pt x="635" y="570"/>
                  </a:lnTo>
                  <a:lnTo>
                    <a:pt x="634" y="574"/>
                  </a:lnTo>
                  <a:close/>
                </a:path>
              </a:pathLst>
            </a:custGeom>
            <a:solidFill>
              <a:srgbClr val="ECB78D">
                <a:alpha val="32000"/>
              </a:srgbClr>
            </a:solidFill>
            <a:ln>
              <a:noFill/>
            </a:ln>
          </p:spPr>
          <p:txBody>
            <a:bodyPr anchor="ctr"/>
            <a:lstStyle/>
            <a:p>
              <a:pPr algn="ctr">
                <a:buNone/>
              </a:pPr>
            </a:p>
          </p:txBody>
        </p:sp>
        <p:sp>
          <p:nvSpPr>
            <p:cNvPr id="3012" name="addition:input:135"/>
            <p:cNvSpPr>
              <a:spLocks noGrp="1"/>
            </p:cNvSpPr>
            <p:nvPr/>
          </p:nvSpPr>
          <p:spPr>
            <a:xfrm>
              <a:off x="209550" y="5438775"/>
              <a:ext cx="1140623" cy="1100343"/>
            </a:xfrm>
            <a:custGeom>
              <a:avLst/>
              <a:gdLst/>
              <a:ahLst/>
              <a:cxnLst/>
              <a:rect l="l" t="t" r="r" b="b"/>
              <a:pathLst>
                <a:path w="693" h="587">
                  <a:moveTo>
                    <a:pt x="0" y="0"/>
                  </a:moveTo>
                  <a:moveTo>
                    <a:pt x="693" y="543"/>
                  </a:moveTo>
                  <a:lnTo>
                    <a:pt x="693" y="547"/>
                  </a:lnTo>
                  <a:lnTo>
                    <a:pt x="691" y="551"/>
                  </a:lnTo>
                  <a:lnTo>
                    <a:pt x="688" y="554"/>
                  </a:lnTo>
                  <a:lnTo>
                    <a:pt x="686" y="557"/>
                  </a:lnTo>
                  <a:lnTo>
                    <a:pt x="685" y="561"/>
                  </a:lnTo>
                  <a:lnTo>
                    <a:pt x="683" y="565"/>
                  </a:lnTo>
                  <a:lnTo>
                    <a:pt x="679" y="567"/>
                  </a:lnTo>
                  <a:lnTo>
                    <a:pt x="672" y="567"/>
                  </a:lnTo>
                  <a:lnTo>
                    <a:pt x="666" y="567"/>
                  </a:lnTo>
                  <a:lnTo>
                    <a:pt x="663" y="570"/>
                  </a:lnTo>
                  <a:lnTo>
                    <a:pt x="662" y="575"/>
                  </a:lnTo>
                  <a:lnTo>
                    <a:pt x="661" y="581"/>
                  </a:lnTo>
                  <a:lnTo>
                    <a:pt x="658" y="586"/>
                  </a:lnTo>
                  <a:lnTo>
                    <a:pt x="652" y="587"/>
                  </a:lnTo>
                  <a:lnTo>
                    <a:pt x="647" y="587"/>
                  </a:lnTo>
                  <a:lnTo>
                    <a:pt x="641" y="586"/>
                  </a:lnTo>
                  <a:lnTo>
                    <a:pt x="636" y="585"/>
                  </a:lnTo>
                  <a:lnTo>
                    <a:pt x="631" y="583"/>
                  </a:lnTo>
                  <a:lnTo>
                    <a:pt x="627" y="581"/>
                  </a:lnTo>
                  <a:lnTo>
                    <a:pt x="624" y="578"/>
                  </a:lnTo>
                  <a:lnTo>
                    <a:pt x="621" y="577"/>
                  </a:lnTo>
                  <a:lnTo>
                    <a:pt x="616" y="577"/>
                  </a:lnTo>
                  <a:lnTo>
                    <a:pt x="611" y="579"/>
                  </a:lnTo>
                  <a:lnTo>
                    <a:pt x="607" y="579"/>
                  </a:lnTo>
                  <a:lnTo>
                    <a:pt x="604" y="576"/>
                  </a:lnTo>
                  <a:lnTo>
                    <a:pt x="603" y="572"/>
                  </a:lnTo>
                  <a:lnTo>
                    <a:pt x="602" y="568"/>
                  </a:lnTo>
                  <a:lnTo>
                    <a:pt x="598" y="567"/>
                  </a:lnTo>
                  <a:lnTo>
                    <a:pt x="593" y="566"/>
                  </a:lnTo>
                  <a:lnTo>
                    <a:pt x="589" y="563"/>
                  </a:lnTo>
                  <a:lnTo>
                    <a:pt x="588" y="559"/>
                  </a:lnTo>
                  <a:lnTo>
                    <a:pt x="591" y="554"/>
                  </a:lnTo>
                  <a:lnTo>
                    <a:pt x="594" y="550"/>
                  </a:lnTo>
                  <a:lnTo>
                    <a:pt x="597" y="546"/>
                  </a:lnTo>
                  <a:lnTo>
                    <a:pt x="597" y="543"/>
                  </a:lnTo>
                  <a:lnTo>
                    <a:pt x="598" y="540"/>
                  </a:lnTo>
                  <a:lnTo>
                    <a:pt x="599" y="537"/>
                  </a:lnTo>
                  <a:lnTo>
                    <a:pt x="599" y="533"/>
                  </a:lnTo>
                  <a:lnTo>
                    <a:pt x="597" y="529"/>
                  </a:lnTo>
                  <a:lnTo>
                    <a:pt x="593" y="524"/>
                  </a:lnTo>
                  <a:lnTo>
                    <a:pt x="592" y="519"/>
                  </a:lnTo>
                  <a:lnTo>
                    <a:pt x="594" y="515"/>
                  </a:lnTo>
                  <a:lnTo>
                    <a:pt x="599" y="514"/>
                  </a:lnTo>
                  <a:lnTo>
                    <a:pt x="605" y="514"/>
                  </a:lnTo>
                  <a:lnTo>
                    <a:pt x="609" y="513"/>
                  </a:lnTo>
                  <a:lnTo>
                    <a:pt x="611" y="510"/>
                  </a:lnTo>
                  <a:lnTo>
                    <a:pt x="613" y="507"/>
                  </a:lnTo>
                  <a:lnTo>
                    <a:pt x="616" y="505"/>
                  </a:lnTo>
                  <a:lnTo>
                    <a:pt x="620" y="505"/>
                  </a:lnTo>
                  <a:lnTo>
                    <a:pt x="625" y="506"/>
                  </a:lnTo>
                  <a:lnTo>
                    <a:pt x="628" y="507"/>
                  </a:lnTo>
                  <a:lnTo>
                    <a:pt x="632" y="505"/>
                  </a:lnTo>
                  <a:lnTo>
                    <a:pt x="636" y="503"/>
                  </a:lnTo>
                  <a:lnTo>
                    <a:pt x="640" y="503"/>
                  </a:lnTo>
                  <a:lnTo>
                    <a:pt x="645" y="503"/>
                  </a:lnTo>
                  <a:lnTo>
                    <a:pt x="649" y="503"/>
                  </a:lnTo>
                  <a:lnTo>
                    <a:pt x="655" y="502"/>
                  </a:lnTo>
                  <a:lnTo>
                    <a:pt x="661" y="502"/>
                  </a:lnTo>
                  <a:lnTo>
                    <a:pt x="666" y="504"/>
                  </a:lnTo>
                  <a:lnTo>
                    <a:pt x="667" y="510"/>
                  </a:lnTo>
                  <a:lnTo>
                    <a:pt x="667" y="516"/>
                  </a:lnTo>
                  <a:lnTo>
                    <a:pt x="667" y="521"/>
                  </a:lnTo>
                  <a:lnTo>
                    <a:pt x="670" y="523"/>
                  </a:lnTo>
                  <a:lnTo>
                    <a:pt x="676" y="524"/>
                  </a:lnTo>
                  <a:lnTo>
                    <a:pt x="682" y="526"/>
                  </a:lnTo>
                  <a:lnTo>
                    <a:pt x="686" y="528"/>
                  </a:lnTo>
                  <a:lnTo>
                    <a:pt x="688" y="532"/>
                  </a:lnTo>
                  <a:lnTo>
                    <a:pt x="689" y="536"/>
                  </a:lnTo>
                  <a:lnTo>
                    <a:pt x="691" y="539"/>
                  </a:lnTo>
                  <a:close/>
                </a:path>
              </a:pathLst>
            </a:custGeom>
            <a:solidFill>
              <a:srgbClr val="ECB78D">
                <a:alpha val="32000"/>
              </a:srgbClr>
            </a:solidFill>
            <a:ln>
              <a:noFill/>
            </a:ln>
          </p:spPr>
          <p:txBody>
            <a:bodyPr anchor="ctr"/>
            <a:lstStyle/>
            <a:p>
              <a:pPr algn="ctr">
                <a:buNone/>
              </a:pPr>
            </a:p>
          </p:txBody>
        </p:sp>
        <p:sp>
          <p:nvSpPr>
            <p:cNvPr id="3013" name="addition:input:136"/>
            <p:cNvSpPr>
              <a:spLocks noGrp="1"/>
            </p:cNvSpPr>
            <p:nvPr/>
          </p:nvSpPr>
          <p:spPr>
            <a:xfrm>
              <a:off x="209550" y="5438775"/>
              <a:ext cx="1213043" cy="1132210"/>
            </a:xfrm>
            <a:custGeom>
              <a:avLst/>
              <a:gdLst/>
              <a:ahLst/>
              <a:cxnLst/>
              <a:rect l="l" t="t" r="r" b="b"/>
              <a:pathLst>
                <a:path w="737" h="604">
                  <a:moveTo>
                    <a:pt x="0" y="0"/>
                  </a:moveTo>
                  <a:moveTo>
                    <a:pt x="728" y="552"/>
                  </a:moveTo>
                  <a:lnTo>
                    <a:pt x="733" y="556"/>
                  </a:lnTo>
                  <a:lnTo>
                    <a:pt x="737" y="561"/>
                  </a:lnTo>
                  <a:lnTo>
                    <a:pt x="737" y="565"/>
                  </a:lnTo>
                  <a:lnTo>
                    <a:pt x="734" y="568"/>
                  </a:lnTo>
                  <a:lnTo>
                    <a:pt x="730" y="571"/>
                  </a:lnTo>
                  <a:lnTo>
                    <a:pt x="729" y="575"/>
                  </a:lnTo>
                  <a:lnTo>
                    <a:pt x="729" y="579"/>
                  </a:lnTo>
                  <a:lnTo>
                    <a:pt x="729" y="584"/>
                  </a:lnTo>
                  <a:lnTo>
                    <a:pt x="727" y="587"/>
                  </a:lnTo>
                  <a:lnTo>
                    <a:pt x="722" y="588"/>
                  </a:lnTo>
                  <a:lnTo>
                    <a:pt x="717" y="588"/>
                  </a:lnTo>
                  <a:lnTo>
                    <a:pt x="713" y="589"/>
                  </a:lnTo>
                  <a:lnTo>
                    <a:pt x="709" y="590"/>
                  </a:lnTo>
                  <a:lnTo>
                    <a:pt x="705" y="591"/>
                  </a:lnTo>
                  <a:lnTo>
                    <a:pt x="701" y="591"/>
                  </a:lnTo>
                  <a:lnTo>
                    <a:pt x="697" y="591"/>
                  </a:lnTo>
                  <a:lnTo>
                    <a:pt x="694" y="594"/>
                  </a:lnTo>
                  <a:lnTo>
                    <a:pt x="689" y="599"/>
                  </a:lnTo>
                  <a:lnTo>
                    <a:pt x="683" y="603"/>
                  </a:lnTo>
                  <a:lnTo>
                    <a:pt x="677" y="604"/>
                  </a:lnTo>
                  <a:lnTo>
                    <a:pt x="672" y="600"/>
                  </a:lnTo>
                  <a:lnTo>
                    <a:pt x="669" y="594"/>
                  </a:lnTo>
                  <a:lnTo>
                    <a:pt x="667" y="588"/>
                  </a:lnTo>
                  <a:lnTo>
                    <a:pt x="663" y="586"/>
                  </a:lnTo>
                  <a:lnTo>
                    <a:pt x="658" y="585"/>
                  </a:lnTo>
                  <a:lnTo>
                    <a:pt x="653" y="583"/>
                  </a:lnTo>
                  <a:lnTo>
                    <a:pt x="650" y="580"/>
                  </a:lnTo>
                  <a:lnTo>
                    <a:pt x="647" y="577"/>
                  </a:lnTo>
                  <a:lnTo>
                    <a:pt x="644" y="574"/>
                  </a:lnTo>
                  <a:lnTo>
                    <a:pt x="640" y="571"/>
                  </a:lnTo>
                  <a:lnTo>
                    <a:pt x="636" y="568"/>
                  </a:lnTo>
                  <a:lnTo>
                    <a:pt x="634" y="564"/>
                  </a:lnTo>
                  <a:lnTo>
                    <a:pt x="634" y="560"/>
                  </a:lnTo>
                  <a:lnTo>
                    <a:pt x="633" y="556"/>
                  </a:lnTo>
                  <a:lnTo>
                    <a:pt x="631" y="552"/>
                  </a:lnTo>
                  <a:lnTo>
                    <a:pt x="628" y="548"/>
                  </a:lnTo>
                  <a:lnTo>
                    <a:pt x="628" y="543"/>
                  </a:lnTo>
                  <a:lnTo>
                    <a:pt x="632" y="540"/>
                  </a:lnTo>
                  <a:lnTo>
                    <a:pt x="640" y="537"/>
                  </a:lnTo>
                  <a:lnTo>
                    <a:pt x="648" y="536"/>
                  </a:lnTo>
                  <a:lnTo>
                    <a:pt x="652" y="534"/>
                  </a:lnTo>
                  <a:lnTo>
                    <a:pt x="652" y="530"/>
                  </a:lnTo>
                  <a:lnTo>
                    <a:pt x="652" y="524"/>
                  </a:lnTo>
                  <a:lnTo>
                    <a:pt x="653" y="520"/>
                  </a:lnTo>
                  <a:lnTo>
                    <a:pt x="657" y="516"/>
                  </a:lnTo>
                  <a:lnTo>
                    <a:pt x="661" y="513"/>
                  </a:lnTo>
                  <a:lnTo>
                    <a:pt x="665" y="510"/>
                  </a:lnTo>
                  <a:lnTo>
                    <a:pt x="669" y="508"/>
                  </a:lnTo>
                  <a:lnTo>
                    <a:pt x="674" y="507"/>
                  </a:lnTo>
                  <a:lnTo>
                    <a:pt x="680" y="508"/>
                  </a:lnTo>
                  <a:lnTo>
                    <a:pt x="685" y="510"/>
                  </a:lnTo>
                  <a:lnTo>
                    <a:pt x="689" y="511"/>
                  </a:lnTo>
                  <a:lnTo>
                    <a:pt x="693" y="510"/>
                  </a:lnTo>
                  <a:lnTo>
                    <a:pt x="698" y="508"/>
                  </a:lnTo>
                  <a:lnTo>
                    <a:pt x="702" y="508"/>
                  </a:lnTo>
                  <a:lnTo>
                    <a:pt x="705" y="512"/>
                  </a:lnTo>
                  <a:lnTo>
                    <a:pt x="707" y="517"/>
                  </a:lnTo>
                  <a:lnTo>
                    <a:pt x="709" y="519"/>
                  </a:lnTo>
                  <a:lnTo>
                    <a:pt x="714" y="518"/>
                  </a:lnTo>
                  <a:lnTo>
                    <a:pt x="720" y="517"/>
                  </a:lnTo>
                  <a:lnTo>
                    <a:pt x="725" y="517"/>
                  </a:lnTo>
                  <a:lnTo>
                    <a:pt x="729" y="519"/>
                  </a:lnTo>
                  <a:lnTo>
                    <a:pt x="730" y="523"/>
                  </a:lnTo>
                  <a:lnTo>
                    <a:pt x="731" y="528"/>
                  </a:lnTo>
                  <a:lnTo>
                    <a:pt x="731" y="532"/>
                  </a:lnTo>
                  <a:lnTo>
                    <a:pt x="731" y="537"/>
                  </a:lnTo>
                  <a:lnTo>
                    <a:pt x="729" y="541"/>
                  </a:lnTo>
                  <a:lnTo>
                    <a:pt x="726" y="545"/>
                  </a:lnTo>
                  <a:lnTo>
                    <a:pt x="725" y="549"/>
                  </a:lnTo>
                  <a:close/>
                </a:path>
              </a:pathLst>
            </a:custGeom>
            <a:solidFill>
              <a:srgbClr val="ECB78D">
                <a:alpha val="32000"/>
              </a:srgbClr>
            </a:solidFill>
            <a:ln>
              <a:noFill/>
            </a:ln>
          </p:spPr>
          <p:txBody>
            <a:bodyPr anchor="ctr"/>
            <a:lstStyle/>
            <a:p>
              <a:pPr algn="ctr">
                <a:buNone/>
              </a:pPr>
            </a:p>
          </p:txBody>
        </p:sp>
        <p:sp>
          <p:nvSpPr>
            <p:cNvPr id="3014" name="addition:input:137"/>
            <p:cNvSpPr>
              <a:spLocks noGrp="1"/>
            </p:cNvSpPr>
            <p:nvPr/>
          </p:nvSpPr>
          <p:spPr>
            <a:xfrm>
              <a:off x="209550" y="5438775"/>
              <a:ext cx="1305215" cy="1201567"/>
            </a:xfrm>
            <a:custGeom>
              <a:avLst/>
              <a:gdLst/>
              <a:ahLst/>
              <a:cxnLst/>
              <a:rect l="l" t="t" r="r" b="b"/>
              <a:pathLst>
                <a:path w="793" h="641">
                  <a:moveTo>
                    <a:pt x="0" y="0"/>
                  </a:moveTo>
                  <a:moveTo>
                    <a:pt x="789" y="589"/>
                  </a:moveTo>
                  <a:lnTo>
                    <a:pt x="792" y="594"/>
                  </a:lnTo>
                  <a:lnTo>
                    <a:pt x="793" y="599"/>
                  </a:lnTo>
                  <a:lnTo>
                    <a:pt x="788" y="603"/>
                  </a:lnTo>
                  <a:lnTo>
                    <a:pt x="780" y="606"/>
                  </a:lnTo>
                  <a:lnTo>
                    <a:pt x="774" y="608"/>
                  </a:lnTo>
                  <a:lnTo>
                    <a:pt x="771" y="611"/>
                  </a:lnTo>
                  <a:lnTo>
                    <a:pt x="771" y="616"/>
                  </a:lnTo>
                  <a:lnTo>
                    <a:pt x="770" y="621"/>
                  </a:lnTo>
                  <a:lnTo>
                    <a:pt x="766" y="624"/>
                  </a:lnTo>
                  <a:lnTo>
                    <a:pt x="761" y="625"/>
                  </a:lnTo>
                  <a:lnTo>
                    <a:pt x="755" y="626"/>
                  </a:lnTo>
                  <a:lnTo>
                    <a:pt x="751" y="629"/>
                  </a:lnTo>
                  <a:lnTo>
                    <a:pt x="747" y="633"/>
                  </a:lnTo>
                  <a:lnTo>
                    <a:pt x="743" y="637"/>
                  </a:lnTo>
                  <a:lnTo>
                    <a:pt x="737" y="639"/>
                  </a:lnTo>
                  <a:lnTo>
                    <a:pt x="731" y="640"/>
                  </a:lnTo>
                  <a:lnTo>
                    <a:pt x="725" y="640"/>
                  </a:lnTo>
                  <a:lnTo>
                    <a:pt x="720" y="641"/>
                  </a:lnTo>
                  <a:lnTo>
                    <a:pt x="714" y="640"/>
                  </a:lnTo>
                  <a:lnTo>
                    <a:pt x="709" y="637"/>
                  </a:lnTo>
                  <a:lnTo>
                    <a:pt x="706" y="631"/>
                  </a:lnTo>
                  <a:lnTo>
                    <a:pt x="704" y="625"/>
                  </a:lnTo>
                  <a:lnTo>
                    <a:pt x="701" y="623"/>
                  </a:lnTo>
                  <a:lnTo>
                    <a:pt x="696" y="625"/>
                  </a:lnTo>
                  <a:lnTo>
                    <a:pt x="688" y="627"/>
                  </a:lnTo>
                  <a:lnTo>
                    <a:pt x="682" y="627"/>
                  </a:lnTo>
                  <a:lnTo>
                    <a:pt x="678" y="624"/>
                  </a:lnTo>
                  <a:lnTo>
                    <a:pt x="677" y="619"/>
                  </a:lnTo>
                  <a:lnTo>
                    <a:pt x="677" y="615"/>
                  </a:lnTo>
                  <a:lnTo>
                    <a:pt x="675" y="611"/>
                  </a:lnTo>
                  <a:lnTo>
                    <a:pt x="674" y="607"/>
                  </a:lnTo>
                  <a:lnTo>
                    <a:pt x="674" y="602"/>
                  </a:lnTo>
                  <a:lnTo>
                    <a:pt x="676" y="598"/>
                  </a:lnTo>
                  <a:lnTo>
                    <a:pt x="678" y="593"/>
                  </a:lnTo>
                  <a:lnTo>
                    <a:pt x="678" y="589"/>
                  </a:lnTo>
                  <a:lnTo>
                    <a:pt x="677" y="585"/>
                  </a:lnTo>
                  <a:lnTo>
                    <a:pt x="677" y="581"/>
                  </a:lnTo>
                  <a:lnTo>
                    <a:pt x="680" y="577"/>
                  </a:lnTo>
                  <a:lnTo>
                    <a:pt x="684" y="574"/>
                  </a:lnTo>
                  <a:lnTo>
                    <a:pt x="687" y="571"/>
                  </a:lnTo>
                  <a:lnTo>
                    <a:pt x="685" y="566"/>
                  </a:lnTo>
                  <a:lnTo>
                    <a:pt x="682" y="559"/>
                  </a:lnTo>
                  <a:lnTo>
                    <a:pt x="681" y="553"/>
                  </a:lnTo>
                  <a:lnTo>
                    <a:pt x="684" y="549"/>
                  </a:lnTo>
                  <a:lnTo>
                    <a:pt x="690" y="548"/>
                  </a:lnTo>
                  <a:lnTo>
                    <a:pt x="697" y="549"/>
                  </a:lnTo>
                  <a:lnTo>
                    <a:pt x="702" y="550"/>
                  </a:lnTo>
                  <a:lnTo>
                    <a:pt x="706" y="549"/>
                  </a:lnTo>
                  <a:lnTo>
                    <a:pt x="709" y="548"/>
                  </a:lnTo>
                  <a:lnTo>
                    <a:pt x="713" y="548"/>
                  </a:lnTo>
                  <a:lnTo>
                    <a:pt x="717" y="547"/>
                  </a:lnTo>
                  <a:lnTo>
                    <a:pt x="721" y="545"/>
                  </a:lnTo>
                  <a:lnTo>
                    <a:pt x="725" y="542"/>
                  </a:lnTo>
                  <a:lnTo>
                    <a:pt x="730" y="538"/>
                  </a:lnTo>
                  <a:lnTo>
                    <a:pt x="735" y="538"/>
                  </a:lnTo>
                  <a:lnTo>
                    <a:pt x="739" y="542"/>
                  </a:lnTo>
                  <a:lnTo>
                    <a:pt x="743" y="546"/>
                  </a:lnTo>
                  <a:lnTo>
                    <a:pt x="747" y="548"/>
                  </a:lnTo>
                  <a:lnTo>
                    <a:pt x="753" y="549"/>
                  </a:lnTo>
                  <a:lnTo>
                    <a:pt x="760" y="549"/>
                  </a:lnTo>
                  <a:lnTo>
                    <a:pt x="765" y="552"/>
                  </a:lnTo>
                  <a:lnTo>
                    <a:pt x="766" y="557"/>
                  </a:lnTo>
                  <a:lnTo>
                    <a:pt x="766" y="563"/>
                  </a:lnTo>
                  <a:lnTo>
                    <a:pt x="766" y="568"/>
                  </a:lnTo>
                  <a:lnTo>
                    <a:pt x="768" y="572"/>
                  </a:lnTo>
                  <a:lnTo>
                    <a:pt x="773" y="574"/>
                  </a:lnTo>
                  <a:lnTo>
                    <a:pt x="778" y="577"/>
                  </a:lnTo>
                  <a:lnTo>
                    <a:pt x="781" y="581"/>
                  </a:lnTo>
                  <a:lnTo>
                    <a:pt x="785" y="585"/>
                  </a:lnTo>
                  <a:close/>
                </a:path>
              </a:pathLst>
            </a:custGeom>
            <a:solidFill>
              <a:srgbClr val="ECB78D">
                <a:alpha val="32000"/>
              </a:srgbClr>
            </a:solidFill>
            <a:ln>
              <a:noFill/>
            </a:ln>
          </p:spPr>
          <p:txBody>
            <a:bodyPr anchor="ctr"/>
            <a:lstStyle/>
            <a:p>
              <a:pPr algn="ctr">
                <a:buNone/>
              </a:pPr>
            </a:p>
          </p:txBody>
        </p:sp>
        <p:sp>
          <p:nvSpPr>
            <p:cNvPr id="3015" name="addition:input:138"/>
            <p:cNvSpPr>
              <a:spLocks noGrp="1"/>
            </p:cNvSpPr>
            <p:nvPr/>
          </p:nvSpPr>
          <p:spPr>
            <a:xfrm>
              <a:off x="209550" y="5438775"/>
              <a:ext cx="1259129" cy="1270925"/>
            </a:xfrm>
            <a:custGeom>
              <a:avLst/>
              <a:gdLst/>
              <a:ahLst/>
              <a:cxnLst/>
              <a:rect l="l" t="t" r="r" b="b"/>
              <a:pathLst>
                <a:path w="765" h="678">
                  <a:moveTo>
                    <a:pt x="0" y="0"/>
                  </a:moveTo>
                  <a:moveTo>
                    <a:pt x="765" y="630"/>
                  </a:moveTo>
                  <a:lnTo>
                    <a:pt x="765" y="635"/>
                  </a:lnTo>
                  <a:lnTo>
                    <a:pt x="760" y="639"/>
                  </a:lnTo>
                  <a:lnTo>
                    <a:pt x="751" y="642"/>
                  </a:lnTo>
                  <a:lnTo>
                    <a:pt x="742" y="644"/>
                  </a:lnTo>
                  <a:lnTo>
                    <a:pt x="736" y="647"/>
                  </a:lnTo>
                  <a:lnTo>
                    <a:pt x="736" y="651"/>
                  </a:lnTo>
                  <a:lnTo>
                    <a:pt x="739" y="658"/>
                  </a:lnTo>
                  <a:lnTo>
                    <a:pt x="740" y="664"/>
                  </a:lnTo>
                  <a:lnTo>
                    <a:pt x="736" y="669"/>
                  </a:lnTo>
                  <a:lnTo>
                    <a:pt x="730" y="671"/>
                  </a:lnTo>
                  <a:lnTo>
                    <a:pt x="723" y="673"/>
                  </a:lnTo>
                  <a:lnTo>
                    <a:pt x="718" y="675"/>
                  </a:lnTo>
                  <a:lnTo>
                    <a:pt x="712" y="677"/>
                  </a:lnTo>
                  <a:lnTo>
                    <a:pt x="706" y="678"/>
                  </a:lnTo>
                  <a:lnTo>
                    <a:pt x="700" y="677"/>
                  </a:lnTo>
                  <a:lnTo>
                    <a:pt x="695" y="676"/>
                  </a:lnTo>
                  <a:lnTo>
                    <a:pt x="690" y="676"/>
                  </a:lnTo>
                  <a:lnTo>
                    <a:pt x="685" y="678"/>
                  </a:lnTo>
                  <a:lnTo>
                    <a:pt x="680" y="678"/>
                  </a:lnTo>
                  <a:lnTo>
                    <a:pt x="675" y="676"/>
                  </a:lnTo>
                  <a:lnTo>
                    <a:pt x="672" y="672"/>
                  </a:lnTo>
                  <a:lnTo>
                    <a:pt x="669" y="669"/>
                  </a:lnTo>
                  <a:lnTo>
                    <a:pt x="663" y="670"/>
                  </a:lnTo>
                  <a:lnTo>
                    <a:pt x="655" y="672"/>
                  </a:lnTo>
                  <a:lnTo>
                    <a:pt x="647" y="674"/>
                  </a:lnTo>
                  <a:lnTo>
                    <a:pt x="641" y="672"/>
                  </a:lnTo>
                  <a:lnTo>
                    <a:pt x="639" y="666"/>
                  </a:lnTo>
                  <a:lnTo>
                    <a:pt x="640" y="660"/>
                  </a:lnTo>
                  <a:lnTo>
                    <a:pt x="640" y="654"/>
                  </a:lnTo>
                  <a:lnTo>
                    <a:pt x="639" y="650"/>
                  </a:lnTo>
                  <a:lnTo>
                    <a:pt x="638" y="646"/>
                  </a:lnTo>
                  <a:lnTo>
                    <a:pt x="638" y="642"/>
                  </a:lnTo>
                  <a:lnTo>
                    <a:pt x="638" y="638"/>
                  </a:lnTo>
                  <a:lnTo>
                    <a:pt x="635" y="634"/>
                  </a:lnTo>
                  <a:lnTo>
                    <a:pt x="629" y="630"/>
                  </a:lnTo>
                  <a:lnTo>
                    <a:pt x="623" y="625"/>
                  </a:lnTo>
                  <a:lnTo>
                    <a:pt x="620" y="620"/>
                  </a:lnTo>
                  <a:lnTo>
                    <a:pt x="623" y="616"/>
                  </a:lnTo>
                  <a:lnTo>
                    <a:pt x="628" y="613"/>
                  </a:lnTo>
                  <a:lnTo>
                    <a:pt x="631" y="609"/>
                  </a:lnTo>
                  <a:lnTo>
                    <a:pt x="631" y="605"/>
                  </a:lnTo>
                  <a:lnTo>
                    <a:pt x="630" y="599"/>
                  </a:lnTo>
                  <a:lnTo>
                    <a:pt x="632" y="595"/>
                  </a:lnTo>
                  <a:lnTo>
                    <a:pt x="638" y="593"/>
                  </a:lnTo>
                  <a:lnTo>
                    <a:pt x="646" y="593"/>
                  </a:lnTo>
                  <a:lnTo>
                    <a:pt x="653" y="594"/>
                  </a:lnTo>
                  <a:lnTo>
                    <a:pt x="658" y="593"/>
                  </a:lnTo>
                  <a:lnTo>
                    <a:pt x="662" y="590"/>
                  </a:lnTo>
                  <a:lnTo>
                    <a:pt x="666" y="587"/>
                  </a:lnTo>
                  <a:lnTo>
                    <a:pt x="672" y="585"/>
                  </a:lnTo>
                  <a:lnTo>
                    <a:pt x="677" y="582"/>
                  </a:lnTo>
                  <a:lnTo>
                    <a:pt x="684" y="578"/>
                  </a:lnTo>
                  <a:lnTo>
                    <a:pt x="691" y="574"/>
                  </a:lnTo>
                  <a:lnTo>
                    <a:pt x="699" y="573"/>
                  </a:lnTo>
                  <a:lnTo>
                    <a:pt x="706" y="576"/>
                  </a:lnTo>
                  <a:lnTo>
                    <a:pt x="711" y="583"/>
                  </a:lnTo>
                  <a:lnTo>
                    <a:pt x="715" y="589"/>
                  </a:lnTo>
                  <a:lnTo>
                    <a:pt x="719" y="592"/>
                  </a:lnTo>
                  <a:lnTo>
                    <a:pt x="726" y="593"/>
                  </a:lnTo>
                  <a:lnTo>
                    <a:pt x="734" y="593"/>
                  </a:lnTo>
                  <a:lnTo>
                    <a:pt x="740" y="595"/>
                  </a:lnTo>
                  <a:lnTo>
                    <a:pt x="743" y="599"/>
                  </a:lnTo>
                  <a:lnTo>
                    <a:pt x="745" y="603"/>
                  </a:lnTo>
                  <a:lnTo>
                    <a:pt x="749" y="606"/>
                  </a:lnTo>
                  <a:lnTo>
                    <a:pt x="754" y="609"/>
                  </a:lnTo>
                  <a:lnTo>
                    <a:pt x="760" y="612"/>
                  </a:lnTo>
                  <a:lnTo>
                    <a:pt x="762" y="616"/>
                  </a:lnTo>
                  <a:lnTo>
                    <a:pt x="763" y="621"/>
                  </a:lnTo>
                  <a:lnTo>
                    <a:pt x="764" y="625"/>
                  </a:lnTo>
                  <a:close/>
                </a:path>
              </a:pathLst>
            </a:custGeom>
            <a:solidFill>
              <a:srgbClr val="ECB78D">
                <a:alpha val="32000"/>
              </a:srgbClr>
            </a:solidFill>
            <a:ln>
              <a:noFill/>
            </a:ln>
          </p:spPr>
          <p:txBody>
            <a:bodyPr anchor="ctr"/>
            <a:lstStyle/>
            <a:p>
              <a:pPr algn="ctr">
                <a:buNone/>
              </a:pPr>
            </a:p>
          </p:txBody>
        </p:sp>
        <p:sp>
          <p:nvSpPr>
            <p:cNvPr id="3016" name="addition:input:139"/>
            <p:cNvSpPr>
              <a:spLocks noGrp="1"/>
            </p:cNvSpPr>
            <p:nvPr/>
          </p:nvSpPr>
          <p:spPr>
            <a:xfrm>
              <a:off x="209550" y="5438775"/>
              <a:ext cx="1137331" cy="1285921"/>
            </a:xfrm>
            <a:custGeom>
              <a:avLst/>
              <a:gdLst/>
              <a:ahLst/>
              <a:cxnLst/>
              <a:rect l="l" t="t" r="r" b="b"/>
              <a:pathLst>
                <a:path w="691" h="686">
                  <a:moveTo>
                    <a:pt x="0" y="0"/>
                  </a:moveTo>
                  <a:moveTo>
                    <a:pt x="687" y="635"/>
                  </a:moveTo>
                  <a:lnTo>
                    <a:pt x="690" y="639"/>
                  </a:lnTo>
                  <a:lnTo>
                    <a:pt x="691" y="644"/>
                  </a:lnTo>
                  <a:lnTo>
                    <a:pt x="690" y="648"/>
                  </a:lnTo>
                  <a:lnTo>
                    <a:pt x="688" y="652"/>
                  </a:lnTo>
                  <a:lnTo>
                    <a:pt x="686" y="656"/>
                  </a:lnTo>
                  <a:lnTo>
                    <a:pt x="684" y="661"/>
                  </a:lnTo>
                  <a:lnTo>
                    <a:pt x="680" y="664"/>
                  </a:lnTo>
                  <a:lnTo>
                    <a:pt x="673" y="665"/>
                  </a:lnTo>
                  <a:lnTo>
                    <a:pt x="665" y="664"/>
                  </a:lnTo>
                  <a:lnTo>
                    <a:pt x="659" y="664"/>
                  </a:lnTo>
                  <a:lnTo>
                    <a:pt x="657" y="668"/>
                  </a:lnTo>
                  <a:lnTo>
                    <a:pt x="656" y="675"/>
                  </a:lnTo>
                  <a:lnTo>
                    <a:pt x="653" y="682"/>
                  </a:lnTo>
                  <a:lnTo>
                    <a:pt x="648" y="686"/>
                  </a:lnTo>
                  <a:lnTo>
                    <a:pt x="641" y="686"/>
                  </a:lnTo>
                  <a:lnTo>
                    <a:pt x="634" y="685"/>
                  </a:lnTo>
                  <a:lnTo>
                    <a:pt x="628" y="684"/>
                  </a:lnTo>
                  <a:lnTo>
                    <a:pt x="622" y="684"/>
                  </a:lnTo>
                  <a:lnTo>
                    <a:pt x="616" y="683"/>
                  </a:lnTo>
                  <a:lnTo>
                    <a:pt x="611" y="680"/>
                  </a:lnTo>
                  <a:lnTo>
                    <a:pt x="607" y="677"/>
                  </a:lnTo>
                  <a:lnTo>
                    <a:pt x="602" y="675"/>
                  </a:lnTo>
                  <a:lnTo>
                    <a:pt x="597" y="675"/>
                  </a:lnTo>
                  <a:lnTo>
                    <a:pt x="591" y="674"/>
                  </a:lnTo>
                  <a:lnTo>
                    <a:pt x="587" y="672"/>
                  </a:lnTo>
                  <a:lnTo>
                    <a:pt x="586" y="667"/>
                  </a:lnTo>
                  <a:lnTo>
                    <a:pt x="585" y="663"/>
                  </a:lnTo>
                  <a:lnTo>
                    <a:pt x="581" y="661"/>
                  </a:lnTo>
                  <a:lnTo>
                    <a:pt x="574" y="660"/>
                  </a:lnTo>
                  <a:lnTo>
                    <a:pt x="567" y="658"/>
                  </a:lnTo>
                  <a:lnTo>
                    <a:pt x="563" y="654"/>
                  </a:lnTo>
                  <a:lnTo>
                    <a:pt x="565" y="649"/>
                  </a:lnTo>
                  <a:lnTo>
                    <a:pt x="570" y="643"/>
                  </a:lnTo>
                  <a:lnTo>
                    <a:pt x="575" y="639"/>
                  </a:lnTo>
                  <a:lnTo>
                    <a:pt x="577" y="635"/>
                  </a:lnTo>
                  <a:lnTo>
                    <a:pt x="579" y="631"/>
                  </a:lnTo>
                  <a:lnTo>
                    <a:pt x="580" y="627"/>
                  </a:lnTo>
                  <a:lnTo>
                    <a:pt x="582" y="623"/>
                  </a:lnTo>
                  <a:lnTo>
                    <a:pt x="583" y="619"/>
                  </a:lnTo>
                  <a:lnTo>
                    <a:pt x="581" y="614"/>
                  </a:lnTo>
                  <a:lnTo>
                    <a:pt x="579" y="608"/>
                  </a:lnTo>
                  <a:lnTo>
                    <a:pt x="580" y="603"/>
                  </a:lnTo>
                  <a:lnTo>
                    <a:pt x="584" y="600"/>
                  </a:lnTo>
                  <a:lnTo>
                    <a:pt x="591" y="599"/>
                  </a:lnTo>
                  <a:lnTo>
                    <a:pt x="596" y="598"/>
                  </a:lnTo>
                  <a:lnTo>
                    <a:pt x="599" y="596"/>
                  </a:lnTo>
                  <a:lnTo>
                    <a:pt x="601" y="591"/>
                  </a:lnTo>
                  <a:lnTo>
                    <a:pt x="604" y="587"/>
                  </a:lnTo>
                  <a:lnTo>
                    <a:pt x="609" y="587"/>
                  </a:lnTo>
                  <a:lnTo>
                    <a:pt x="615" y="590"/>
                  </a:lnTo>
                  <a:lnTo>
                    <a:pt x="620" y="593"/>
                  </a:lnTo>
                  <a:lnTo>
                    <a:pt x="623" y="593"/>
                  </a:lnTo>
                  <a:lnTo>
                    <a:pt x="627" y="592"/>
                  </a:lnTo>
                  <a:lnTo>
                    <a:pt x="631" y="590"/>
                  </a:lnTo>
                  <a:lnTo>
                    <a:pt x="636" y="589"/>
                  </a:lnTo>
                  <a:lnTo>
                    <a:pt x="641" y="589"/>
                  </a:lnTo>
                  <a:lnTo>
                    <a:pt x="647" y="588"/>
                  </a:lnTo>
                  <a:lnTo>
                    <a:pt x="654" y="587"/>
                  </a:lnTo>
                  <a:lnTo>
                    <a:pt x="660" y="588"/>
                  </a:lnTo>
                  <a:lnTo>
                    <a:pt x="663" y="593"/>
                  </a:lnTo>
                  <a:lnTo>
                    <a:pt x="664" y="600"/>
                  </a:lnTo>
                  <a:lnTo>
                    <a:pt x="662" y="607"/>
                  </a:lnTo>
                  <a:lnTo>
                    <a:pt x="664" y="611"/>
                  </a:lnTo>
                  <a:lnTo>
                    <a:pt x="668" y="613"/>
                  </a:lnTo>
                  <a:lnTo>
                    <a:pt x="675" y="615"/>
                  </a:lnTo>
                  <a:lnTo>
                    <a:pt x="681" y="618"/>
                  </a:lnTo>
                  <a:lnTo>
                    <a:pt x="683" y="622"/>
                  </a:lnTo>
                  <a:lnTo>
                    <a:pt x="683" y="626"/>
                  </a:lnTo>
                  <a:lnTo>
                    <a:pt x="684" y="631"/>
                  </a:lnTo>
                  <a:close/>
                </a:path>
              </a:pathLst>
            </a:custGeom>
            <a:solidFill>
              <a:srgbClr val="ECB78D">
                <a:alpha val="32000"/>
              </a:srgbClr>
            </a:solidFill>
            <a:ln>
              <a:noFill/>
            </a:ln>
          </p:spPr>
          <p:txBody>
            <a:bodyPr anchor="ctr"/>
            <a:lstStyle/>
            <a:p>
              <a:pPr algn="ctr">
                <a:buNone/>
              </a:pPr>
            </a:p>
          </p:txBody>
        </p:sp>
        <p:sp>
          <p:nvSpPr>
            <p:cNvPr id="3017" name="addition:input:140"/>
            <p:cNvSpPr>
              <a:spLocks noGrp="1"/>
            </p:cNvSpPr>
            <p:nvPr/>
          </p:nvSpPr>
          <p:spPr>
            <a:xfrm>
              <a:off x="209550" y="5438775"/>
              <a:ext cx="1040221" cy="1237183"/>
            </a:xfrm>
            <a:custGeom>
              <a:avLst/>
              <a:gdLst/>
              <a:ahLst/>
              <a:cxnLst/>
              <a:rect l="l" t="t" r="r" b="b"/>
              <a:pathLst>
                <a:path w="632" h="660">
                  <a:moveTo>
                    <a:pt x="0" y="0"/>
                  </a:moveTo>
                  <a:moveTo>
                    <a:pt x="630" y="617"/>
                  </a:moveTo>
                  <a:lnTo>
                    <a:pt x="631" y="621"/>
                  </a:lnTo>
                  <a:lnTo>
                    <a:pt x="632" y="625"/>
                  </a:lnTo>
                  <a:lnTo>
                    <a:pt x="630" y="629"/>
                  </a:lnTo>
                  <a:lnTo>
                    <a:pt x="625" y="632"/>
                  </a:lnTo>
                  <a:lnTo>
                    <a:pt x="618" y="633"/>
                  </a:lnTo>
                  <a:lnTo>
                    <a:pt x="612" y="634"/>
                  </a:lnTo>
                  <a:lnTo>
                    <a:pt x="610" y="637"/>
                  </a:lnTo>
                  <a:lnTo>
                    <a:pt x="611" y="642"/>
                  </a:lnTo>
                  <a:lnTo>
                    <a:pt x="610" y="647"/>
                  </a:lnTo>
                  <a:lnTo>
                    <a:pt x="608" y="651"/>
                  </a:lnTo>
                  <a:lnTo>
                    <a:pt x="603" y="652"/>
                  </a:lnTo>
                  <a:lnTo>
                    <a:pt x="598" y="653"/>
                  </a:lnTo>
                  <a:lnTo>
                    <a:pt x="594" y="655"/>
                  </a:lnTo>
                  <a:lnTo>
                    <a:pt x="590" y="658"/>
                  </a:lnTo>
                  <a:lnTo>
                    <a:pt x="586" y="660"/>
                  </a:lnTo>
                  <a:lnTo>
                    <a:pt x="581" y="660"/>
                  </a:lnTo>
                  <a:lnTo>
                    <a:pt x="576" y="659"/>
                  </a:lnTo>
                  <a:lnTo>
                    <a:pt x="572" y="658"/>
                  </a:lnTo>
                  <a:lnTo>
                    <a:pt x="568" y="658"/>
                  </a:lnTo>
                  <a:lnTo>
                    <a:pt x="564" y="657"/>
                  </a:lnTo>
                  <a:lnTo>
                    <a:pt x="560" y="655"/>
                  </a:lnTo>
                  <a:lnTo>
                    <a:pt x="558" y="651"/>
                  </a:lnTo>
                  <a:lnTo>
                    <a:pt x="556" y="647"/>
                  </a:lnTo>
                  <a:lnTo>
                    <a:pt x="554" y="646"/>
                  </a:lnTo>
                  <a:lnTo>
                    <a:pt x="548" y="648"/>
                  </a:lnTo>
                  <a:lnTo>
                    <a:pt x="542" y="649"/>
                  </a:lnTo>
                  <a:lnTo>
                    <a:pt x="536" y="649"/>
                  </a:lnTo>
                  <a:lnTo>
                    <a:pt x="534" y="645"/>
                  </a:lnTo>
                  <a:lnTo>
                    <a:pt x="535" y="640"/>
                  </a:lnTo>
                  <a:lnTo>
                    <a:pt x="537" y="635"/>
                  </a:lnTo>
                  <a:lnTo>
                    <a:pt x="537" y="631"/>
                  </a:lnTo>
                  <a:lnTo>
                    <a:pt x="537" y="628"/>
                  </a:lnTo>
                  <a:lnTo>
                    <a:pt x="537" y="624"/>
                  </a:lnTo>
                  <a:lnTo>
                    <a:pt x="538" y="621"/>
                  </a:lnTo>
                  <a:lnTo>
                    <a:pt x="539" y="617"/>
                  </a:lnTo>
                  <a:lnTo>
                    <a:pt x="539" y="614"/>
                  </a:lnTo>
                  <a:lnTo>
                    <a:pt x="537" y="610"/>
                  </a:lnTo>
                  <a:lnTo>
                    <a:pt x="536" y="606"/>
                  </a:lnTo>
                  <a:lnTo>
                    <a:pt x="537" y="603"/>
                  </a:lnTo>
                  <a:lnTo>
                    <a:pt x="540" y="600"/>
                  </a:lnTo>
                  <a:lnTo>
                    <a:pt x="542" y="597"/>
                  </a:lnTo>
                  <a:lnTo>
                    <a:pt x="542" y="593"/>
                  </a:lnTo>
                  <a:lnTo>
                    <a:pt x="541" y="588"/>
                  </a:lnTo>
                  <a:lnTo>
                    <a:pt x="541" y="583"/>
                  </a:lnTo>
                  <a:lnTo>
                    <a:pt x="545" y="581"/>
                  </a:lnTo>
                  <a:lnTo>
                    <a:pt x="551" y="582"/>
                  </a:lnTo>
                  <a:lnTo>
                    <a:pt x="556" y="584"/>
                  </a:lnTo>
                  <a:lnTo>
                    <a:pt x="560" y="585"/>
                  </a:lnTo>
                  <a:lnTo>
                    <a:pt x="563" y="584"/>
                  </a:lnTo>
                  <a:lnTo>
                    <a:pt x="565" y="582"/>
                  </a:lnTo>
                  <a:lnTo>
                    <a:pt x="569" y="580"/>
                  </a:lnTo>
                  <a:lnTo>
                    <a:pt x="572" y="579"/>
                  </a:lnTo>
                  <a:lnTo>
                    <a:pt x="576" y="577"/>
                  </a:lnTo>
                  <a:lnTo>
                    <a:pt x="580" y="574"/>
                  </a:lnTo>
                  <a:lnTo>
                    <a:pt x="585" y="572"/>
                  </a:lnTo>
                  <a:lnTo>
                    <a:pt x="590" y="573"/>
                  </a:lnTo>
                  <a:lnTo>
                    <a:pt x="593" y="577"/>
                  </a:lnTo>
                  <a:lnTo>
                    <a:pt x="596" y="582"/>
                  </a:lnTo>
                  <a:lnTo>
                    <a:pt x="599" y="585"/>
                  </a:lnTo>
                  <a:lnTo>
                    <a:pt x="603" y="586"/>
                  </a:lnTo>
                  <a:lnTo>
                    <a:pt x="609" y="587"/>
                  </a:lnTo>
                  <a:lnTo>
                    <a:pt x="613" y="589"/>
                  </a:lnTo>
                  <a:lnTo>
                    <a:pt x="614" y="594"/>
                  </a:lnTo>
                  <a:lnTo>
                    <a:pt x="614" y="598"/>
                  </a:lnTo>
                  <a:lnTo>
                    <a:pt x="615" y="602"/>
                  </a:lnTo>
                  <a:lnTo>
                    <a:pt x="618" y="604"/>
                  </a:lnTo>
                  <a:lnTo>
                    <a:pt x="623" y="607"/>
                  </a:lnTo>
                  <a:lnTo>
                    <a:pt x="627" y="610"/>
                  </a:lnTo>
                  <a:lnTo>
                    <a:pt x="629" y="613"/>
                  </a:lnTo>
                  <a:close/>
                </a:path>
              </a:pathLst>
            </a:custGeom>
            <a:solidFill>
              <a:srgbClr val="ECB78D">
                <a:alpha val="32000"/>
              </a:srgbClr>
            </a:solidFill>
            <a:ln>
              <a:noFill/>
            </a:ln>
          </p:spPr>
          <p:txBody>
            <a:bodyPr anchor="ctr"/>
            <a:lstStyle/>
            <a:p>
              <a:pPr algn="ctr">
                <a:buNone/>
              </a:pPr>
            </a:p>
          </p:txBody>
        </p:sp>
        <p:sp>
          <p:nvSpPr>
            <p:cNvPr id="3018" name="addition:input:141"/>
            <p:cNvSpPr>
              <a:spLocks noGrp="1"/>
            </p:cNvSpPr>
            <p:nvPr/>
          </p:nvSpPr>
          <p:spPr>
            <a:xfrm>
              <a:off x="209550" y="5438775"/>
              <a:ext cx="1217981" cy="1252179"/>
            </a:xfrm>
            <a:custGeom>
              <a:avLst/>
              <a:gdLst/>
              <a:ahLst/>
              <a:cxnLst/>
              <a:rect l="l" t="t" r="r" b="b"/>
              <a:pathLst>
                <a:path w="740" h="668">
                  <a:moveTo>
                    <a:pt x="0" y="0"/>
                  </a:moveTo>
                  <a:moveTo>
                    <a:pt x="734" y="610"/>
                  </a:moveTo>
                  <a:lnTo>
                    <a:pt x="737" y="615"/>
                  </a:lnTo>
                  <a:lnTo>
                    <a:pt x="740" y="621"/>
                  </a:lnTo>
                  <a:lnTo>
                    <a:pt x="738" y="626"/>
                  </a:lnTo>
                  <a:lnTo>
                    <a:pt x="732" y="630"/>
                  </a:lnTo>
                  <a:lnTo>
                    <a:pt x="723" y="632"/>
                  </a:lnTo>
                  <a:lnTo>
                    <a:pt x="717" y="634"/>
                  </a:lnTo>
                  <a:lnTo>
                    <a:pt x="715" y="638"/>
                  </a:lnTo>
                  <a:lnTo>
                    <a:pt x="714" y="644"/>
                  </a:lnTo>
                  <a:lnTo>
                    <a:pt x="712" y="649"/>
                  </a:lnTo>
                  <a:lnTo>
                    <a:pt x="706" y="651"/>
                  </a:lnTo>
                  <a:lnTo>
                    <a:pt x="698" y="651"/>
                  </a:lnTo>
                  <a:lnTo>
                    <a:pt x="691" y="652"/>
                  </a:lnTo>
                  <a:lnTo>
                    <a:pt x="685" y="655"/>
                  </a:lnTo>
                  <a:lnTo>
                    <a:pt x="681" y="660"/>
                  </a:lnTo>
                  <a:lnTo>
                    <a:pt x="675" y="665"/>
                  </a:lnTo>
                  <a:lnTo>
                    <a:pt x="668" y="668"/>
                  </a:lnTo>
                  <a:lnTo>
                    <a:pt x="660" y="668"/>
                  </a:lnTo>
                  <a:lnTo>
                    <a:pt x="652" y="667"/>
                  </a:lnTo>
                  <a:lnTo>
                    <a:pt x="645" y="666"/>
                  </a:lnTo>
                  <a:lnTo>
                    <a:pt x="638" y="663"/>
                  </a:lnTo>
                  <a:lnTo>
                    <a:pt x="633" y="659"/>
                  </a:lnTo>
                  <a:lnTo>
                    <a:pt x="630" y="652"/>
                  </a:lnTo>
                  <a:lnTo>
                    <a:pt x="627" y="648"/>
                  </a:lnTo>
                  <a:lnTo>
                    <a:pt x="622" y="647"/>
                  </a:lnTo>
                  <a:lnTo>
                    <a:pt x="614" y="649"/>
                  </a:lnTo>
                  <a:lnTo>
                    <a:pt x="604" y="650"/>
                  </a:lnTo>
                  <a:lnTo>
                    <a:pt x="597" y="649"/>
                  </a:lnTo>
                  <a:lnTo>
                    <a:pt x="594" y="644"/>
                  </a:lnTo>
                  <a:lnTo>
                    <a:pt x="595" y="638"/>
                  </a:lnTo>
                  <a:lnTo>
                    <a:pt x="595" y="633"/>
                  </a:lnTo>
                  <a:lnTo>
                    <a:pt x="592" y="629"/>
                  </a:lnTo>
                  <a:lnTo>
                    <a:pt x="589" y="625"/>
                  </a:lnTo>
                  <a:lnTo>
                    <a:pt x="589" y="620"/>
                  </a:lnTo>
                  <a:lnTo>
                    <a:pt x="592" y="615"/>
                  </a:lnTo>
                  <a:lnTo>
                    <a:pt x="595" y="610"/>
                  </a:lnTo>
                  <a:lnTo>
                    <a:pt x="598" y="606"/>
                  </a:lnTo>
                  <a:lnTo>
                    <a:pt x="598" y="601"/>
                  </a:lnTo>
                  <a:lnTo>
                    <a:pt x="600" y="597"/>
                  </a:lnTo>
                  <a:lnTo>
                    <a:pt x="605" y="593"/>
                  </a:lnTo>
                  <a:lnTo>
                    <a:pt x="609" y="590"/>
                  </a:lnTo>
                  <a:lnTo>
                    <a:pt x="611" y="586"/>
                  </a:lnTo>
                  <a:lnTo>
                    <a:pt x="609" y="580"/>
                  </a:lnTo>
                  <a:lnTo>
                    <a:pt x="606" y="572"/>
                  </a:lnTo>
                  <a:lnTo>
                    <a:pt x="607" y="565"/>
                  </a:lnTo>
                  <a:lnTo>
                    <a:pt x="613" y="562"/>
                  </a:lnTo>
                  <a:lnTo>
                    <a:pt x="622" y="564"/>
                  </a:lnTo>
                  <a:lnTo>
                    <a:pt x="630" y="566"/>
                  </a:lnTo>
                  <a:lnTo>
                    <a:pt x="636" y="566"/>
                  </a:lnTo>
                  <a:lnTo>
                    <a:pt x="640" y="565"/>
                  </a:lnTo>
                  <a:lnTo>
                    <a:pt x="644" y="563"/>
                  </a:lnTo>
                  <a:lnTo>
                    <a:pt x="649" y="562"/>
                  </a:lnTo>
                  <a:lnTo>
                    <a:pt x="654" y="562"/>
                  </a:lnTo>
                  <a:lnTo>
                    <a:pt x="659" y="561"/>
                  </a:lnTo>
                  <a:lnTo>
                    <a:pt x="664" y="558"/>
                  </a:lnTo>
                  <a:lnTo>
                    <a:pt x="670" y="557"/>
                  </a:lnTo>
                  <a:lnTo>
                    <a:pt x="676" y="557"/>
                  </a:lnTo>
                  <a:lnTo>
                    <a:pt x="681" y="561"/>
                  </a:lnTo>
                  <a:lnTo>
                    <a:pt x="686" y="565"/>
                  </a:lnTo>
                  <a:lnTo>
                    <a:pt x="691" y="566"/>
                  </a:lnTo>
                  <a:lnTo>
                    <a:pt x="699" y="567"/>
                  </a:lnTo>
                  <a:lnTo>
                    <a:pt x="707" y="568"/>
                  </a:lnTo>
                  <a:lnTo>
                    <a:pt x="712" y="572"/>
                  </a:lnTo>
                  <a:lnTo>
                    <a:pt x="711" y="579"/>
                  </a:lnTo>
                  <a:lnTo>
                    <a:pt x="708" y="586"/>
                  </a:lnTo>
                  <a:lnTo>
                    <a:pt x="708" y="592"/>
                  </a:lnTo>
                  <a:lnTo>
                    <a:pt x="712" y="595"/>
                  </a:lnTo>
                  <a:lnTo>
                    <a:pt x="720" y="597"/>
                  </a:lnTo>
                  <a:lnTo>
                    <a:pt x="726" y="601"/>
                  </a:lnTo>
                  <a:lnTo>
                    <a:pt x="731" y="605"/>
                  </a:lnTo>
                  <a:close/>
                </a:path>
              </a:pathLst>
            </a:custGeom>
            <a:solidFill>
              <a:srgbClr val="ECB78D">
                <a:alpha val="32000"/>
              </a:srgbClr>
            </a:solidFill>
            <a:ln>
              <a:noFill/>
            </a:ln>
          </p:spPr>
          <p:txBody>
            <a:bodyPr anchor="ctr"/>
            <a:lstStyle/>
            <a:p>
              <a:pPr algn="ctr">
                <a:buNone/>
              </a:pPr>
            </a:p>
          </p:txBody>
        </p:sp>
        <p:sp>
          <p:nvSpPr>
            <p:cNvPr id="3019" name="addition:input:142"/>
            <p:cNvSpPr>
              <a:spLocks noGrp="1"/>
            </p:cNvSpPr>
            <p:nvPr/>
          </p:nvSpPr>
          <p:spPr>
            <a:xfrm>
              <a:off x="209550" y="5438775"/>
              <a:ext cx="1275588" cy="1304666"/>
            </a:xfrm>
            <a:custGeom>
              <a:avLst/>
              <a:gdLst/>
              <a:ahLst/>
              <a:cxnLst/>
              <a:rect l="l" t="t" r="r" b="b"/>
              <a:pathLst>
                <a:path w="775" h="696">
                  <a:moveTo>
                    <a:pt x="0" y="0"/>
                  </a:moveTo>
                  <a:moveTo>
                    <a:pt x="774" y="601"/>
                  </a:moveTo>
                  <a:lnTo>
                    <a:pt x="775" y="609"/>
                  </a:lnTo>
                  <a:lnTo>
                    <a:pt x="771" y="617"/>
                  </a:lnTo>
                  <a:lnTo>
                    <a:pt x="762" y="624"/>
                  </a:lnTo>
                  <a:lnTo>
                    <a:pt x="755" y="630"/>
                  </a:lnTo>
                  <a:lnTo>
                    <a:pt x="750" y="637"/>
                  </a:lnTo>
                  <a:lnTo>
                    <a:pt x="744" y="643"/>
                  </a:lnTo>
                  <a:lnTo>
                    <a:pt x="736" y="648"/>
                  </a:lnTo>
                  <a:lnTo>
                    <a:pt x="725" y="652"/>
                  </a:lnTo>
                  <a:lnTo>
                    <a:pt x="716" y="655"/>
                  </a:lnTo>
                  <a:lnTo>
                    <a:pt x="713" y="664"/>
                  </a:lnTo>
                  <a:lnTo>
                    <a:pt x="711" y="677"/>
                  </a:lnTo>
                  <a:lnTo>
                    <a:pt x="708" y="689"/>
                  </a:lnTo>
                  <a:lnTo>
                    <a:pt x="698" y="696"/>
                  </a:lnTo>
                  <a:lnTo>
                    <a:pt x="685" y="694"/>
                  </a:lnTo>
                  <a:lnTo>
                    <a:pt x="672" y="687"/>
                  </a:lnTo>
                  <a:lnTo>
                    <a:pt x="661" y="681"/>
                  </a:lnTo>
                  <a:lnTo>
                    <a:pt x="652" y="680"/>
                  </a:lnTo>
                  <a:lnTo>
                    <a:pt x="644" y="681"/>
                  </a:lnTo>
                  <a:lnTo>
                    <a:pt x="636" y="681"/>
                  </a:lnTo>
                  <a:lnTo>
                    <a:pt x="629" y="679"/>
                  </a:lnTo>
                  <a:lnTo>
                    <a:pt x="621" y="677"/>
                  </a:lnTo>
                  <a:lnTo>
                    <a:pt x="613" y="677"/>
                  </a:lnTo>
                  <a:lnTo>
                    <a:pt x="603" y="678"/>
                  </a:lnTo>
                  <a:lnTo>
                    <a:pt x="594" y="677"/>
                  </a:lnTo>
                  <a:lnTo>
                    <a:pt x="589" y="671"/>
                  </a:lnTo>
                  <a:lnTo>
                    <a:pt x="586" y="663"/>
                  </a:lnTo>
                  <a:lnTo>
                    <a:pt x="582" y="657"/>
                  </a:lnTo>
                  <a:lnTo>
                    <a:pt x="573" y="653"/>
                  </a:lnTo>
                  <a:lnTo>
                    <a:pt x="562" y="650"/>
                  </a:lnTo>
                  <a:lnTo>
                    <a:pt x="555" y="643"/>
                  </a:lnTo>
                  <a:lnTo>
                    <a:pt x="558" y="633"/>
                  </a:lnTo>
                  <a:lnTo>
                    <a:pt x="567" y="623"/>
                  </a:lnTo>
                  <a:lnTo>
                    <a:pt x="576" y="614"/>
                  </a:lnTo>
                  <a:lnTo>
                    <a:pt x="577" y="607"/>
                  </a:lnTo>
                  <a:lnTo>
                    <a:pt x="571" y="601"/>
                  </a:lnTo>
                  <a:lnTo>
                    <a:pt x="563" y="594"/>
                  </a:lnTo>
                  <a:lnTo>
                    <a:pt x="558" y="586"/>
                  </a:lnTo>
                  <a:lnTo>
                    <a:pt x="556" y="577"/>
                  </a:lnTo>
                  <a:lnTo>
                    <a:pt x="554" y="569"/>
                  </a:lnTo>
                  <a:lnTo>
                    <a:pt x="552" y="559"/>
                  </a:lnTo>
                  <a:lnTo>
                    <a:pt x="553" y="551"/>
                  </a:lnTo>
                  <a:lnTo>
                    <a:pt x="561" y="545"/>
                  </a:lnTo>
                  <a:lnTo>
                    <a:pt x="573" y="544"/>
                  </a:lnTo>
                  <a:lnTo>
                    <a:pt x="585" y="544"/>
                  </a:lnTo>
                  <a:lnTo>
                    <a:pt x="591" y="540"/>
                  </a:lnTo>
                  <a:lnTo>
                    <a:pt x="595" y="533"/>
                  </a:lnTo>
                  <a:lnTo>
                    <a:pt x="598" y="525"/>
                  </a:lnTo>
                  <a:lnTo>
                    <a:pt x="606" y="520"/>
                  </a:lnTo>
                  <a:lnTo>
                    <a:pt x="616" y="522"/>
                  </a:lnTo>
                  <a:lnTo>
                    <a:pt x="626" y="525"/>
                  </a:lnTo>
                  <a:lnTo>
                    <a:pt x="635" y="525"/>
                  </a:lnTo>
                  <a:lnTo>
                    <a:pt x="643" y="519"/>
                  </a:lnTo>
                  <a:lnTo>
                    <a:pt x="654" y="512"/>
                  </a:lnTo>
                  <a:lnTo>
                    <a:pt x="665" y="508"/>
                  </a:lnTo>
                  <a:lnTo>
                    <a:pt x="677" y="508"/>
                  </a:lnTo>
                  <a:lnTo>
                    <a:pt x="687" y="512"/>
                  </a:lnTo>
                  <a:lnTo>
                    <a:pt x="698" y="515"/>
                  </a:lnTo>
                  <a:lnTo>
                    <a:pt x="708" y="520"/>
                  </a:lnTo>
                  <a:lnTo>
                    <a:pt x="716" y="528"/>
                  </a:lnTo>
                  <a:lnTo>
                    <a:pt x="719" y="538"/>
                  </a:lnTo>
                  <a:lnTo>
                    <a:pt x="721" y="549"/>
                  </a:lnTo>
                  <a:lnTo>
                    <a:pt x="725" y="555"/>
                  </a:lnTo>
                  <a:lnTo>
                    <a:pt x="736" y="557"/>
                  </a:lnTo>
                  <a:lnTo>
                    <a:pt x="753" y="557"/>
                  </a:lnTo>
                  <a:lnTo>
                    <a:pt x="767" y="560"/>
                  </a:lnTo>
                  <a:lnTo>
                    <a:pt x="774" y="568"/>
                  </a:lnTo>
                  <a:lnTo>
                    <a:pt x="773" y="577"/>
                  </a:lnTo>
                  <a:lnTo>
                    <a:pt x="770" y="585"/>
                  </a:lnTo>
                  <a:lnTo>
                    <a:pt x="771" y="593"/>
                  </a:lnTo>
                  <a:close/>
                </a:path>
              </a:pathLst>
            </a:custGeom>
            <a:solidFill>
              <a:srgbClr val="E18B48">
                <a:alpha val="37000"/>
              </a:srgbClr>
            </a:solidFill>
            <a:ln>
              <a:noFill/>
            </a:ln>
          </p:spPr>
          <p:txBody>
            <a:bodyPr anchor="ctr"/>
            <a:lstStyle/>
            <a:p>
              <a:pPr algn="ctr">
                <a:buNone/>
              </a:pPr>
            </a:p>
          </p:txBody>
        </p:sp>
        <p:sp>
          <p:nvSpPr>
            <p:cNvPr id="3020" name="addition:input:143"/>
            <p:cNvSpPr>
              <a:spLocks noGrp="1"/>
            </p:cNvSpPr>
            <p:nvPr/>
          </p:nvSpPr>
          <p:spPr>
            <a:xfrm>
              <a:off x="209550" y="5438775"/>
              <a:ext cx="1097829" cy="1162202"/>
            </a:xfrm>
            <a:custGeom>
              <a:avLst/>
              <a:gdLst/>
              <a:ahLst/>
              <a:cxnLst/>
              <a:rect l="l" t="t" r="r" b="b"/>
              <a:pathLst>
                <a:path w="667" h="620">
                  <a:moveTo>
                    <a:pt x="0" y="0"/>
                  </a:moveTo>
                  <a:moveTo>
                    <a:pt x="667" y="580"/>
                  </a:moveTo>
                  <a:lnTo>
                    <a:pt x="667" y="584"/>
                  </a:lnTo>
                  <a:lnTo>
                    <a:pt x="666" y="587"/>
                  </a:lnTo>
                  <a:lnTo>
                    <a:pt x="665" y="591"/>
                  </a:lnTo>
                  <a:lnTo>
                    <a:pt x="663" y="595"/>
                  </a:lnTo>
                  <a:lnTo>
                    <a:pt x="660" y="597"/>
                  </a:lnTo>
                  <a:lnTo>
                    <a:pt x="654" y="598"/>
                  </a:lnTo>
                  <a:lnTo>
                    <a:pt x="648" y="599"/>
                  </a:lnTo>
                  <a:lnTo>
                    <a:pt x="645" y="600"/>
                  </a:lnTo>
                  <a:lnTo>
                    <a:pt x="644" y="605"/>
                  </a:lnTo>
                  <a:lnTo>
                    <a:pt x="645" y="610"/>
                  </a:lnTo>
                  <a:lnTo>
                    <a:pt x="643" y="615"/>
                  </a:lnTo>
                  <a:lnTo>
                    <a:pt x="639" y="618"/>
                  </a:lnTo>
                  <a:lnTo>
                    <a:pt x="634" y="618"/>
                  </a:lnTo>
                  <a:lnTo>
                    <a:pt x="629" y="618"/>
                  </a:lnTo>
                  <a:lnTo>
                    <a:pt x="625" y="618"/>
                  </a:lnTo>
                  <a:lnTo>
                    <a:pt x="620" y="620"/>
                  </a:lnTo>
                  <a:lnTo>
                    <a:pt x="616" y="620"/>
                  </a:lnTo>
                  <a:lnTo>
                    <a:pt x="612" y="619"/>
                  </a:lnTo>
                  <a:lnTo>
                    <a:pt x="608" y="617"/>
                  </a:lnTo>
                  <a:lnTo>
                    <a:pt x="605" y="616"/>
                  </a:lnTo>
                  <a:lnTo>
                    <a:pt x="601" y="615"/>
                  </a:lnTo>
                  <a:lnTo>
                    <a:pt x="598" y="614"/>
                  </a:lnTo>
                  <a:lnTo>
                    <a:pt x="595" y="612"/>
                  </a:lnTo>
                  <a:lnTo>
                    <a:pt x="594" y="609"/>
                  </a:lnTo>
                  <a:lnTo>
                    <a:pt x="592" y="607"/>
                  </a:lnTo>
                  <a:lnTo>
                    <a:pt x="588" y="606"/>
                  </a:lnTo>
                  <a:lnTo>
                    <a:pt x="582" y="607"/>
                  </a:lnTo>
                  <a:lnTo>
                    <a:pt x="577" y="607"/>
                  </a:lnTo>
                  <a:lnTo>
                    <a:pt x="574" y="604"/>
                  </a:lnTo>
                  <a:lnTo>
                    <a:pt x="575" y="599"/>
                  </a:lnTo>
                  <a:lnTo>
                    <a:pt x="579" y="594"/>
                  </a:lnTo>
                  <a:lnTo>
                    <a:pt x="581" y="590"/>
                  </a:lnTo>
                  <a:lnTo>
                    <a:pt x="581" y="586"/>
                  </a:lnTo>
                  <a:lnTo>
                    <a:pt x="581" y="583"/>
                  </a:lnTo>
                  <a:lnTo>
                    <a:pt x="581" y="580"/>
                  </a:lnTo>
                  <a:lnTo>
                    <a:pt x="582" y="577"/>
                  </a:lnTo>
                  <a:lnTo>
                    <a:pt x="582" y="574"/>
                  </a:lnTo>
                  <a:lnTo>
                    <a:pt x="580" y="570"/>
                  </a:lnTo>
                  <a:lnTo>
                    <a:pt x="578" y="566"/>
                  </a:lnTo>
                  <a:lnTo>
                    <a:pt x="578" y="562"/>
                  </a:lnTo>
                  <a:lnTo>
                    <a:pt x="581" y="559"/>
                  </a:lnTo>
                  <a:lnTo>
                    <a:pt x="585" y="558"/>
                  </a:lnTo>
                  <a:lnTo>
                    <a:pt x="587" y="555"/>
                  </a:lnTo>
                  <a:lnTo>
                    <a:pt x="588" y="552"/>
                  </a:lnTo>
                  <a:lnTo>
                    <a:pt x="588" y="547"/>
                  </a:lnTo>
                  <a:lnTo>
                    <a:pt x="591" y="545"/>
                  </a:lnTo>
                  <a:lnTo>
                    <a:pt x="595" y="545"/>
                  </a:lnTo>
                  <a:lnTo>
                    <a:pt x="600" y="547"/>
                  </a:lnTo>
                  <a:lnTo>
                    <a:pt x="604" y="549"/>
                  </a:lnTo>
                  <a:lnTo>
                    <a:pt x="607" y="549"/>
                  </a:lnTo>
                  <a:lnTo>
                    <a:pt x="609" y="546"/>
                  </a:lnTo>
                  <a:lnTo>
                    <a:pt x="612" y="544"/>
                  </a:lnTo>
                  <a:lnTo>
                    <a:pt x="616" y="542"/>
                  </a:lnTo>
                  <a:lnTo>
                    <a:pt x="620" y="541"/>
                  </a:lnTo>
                  <a:lnTo>
                    <a:pt x="624" y="540"/>
                  </a:lnTo>
                  <a:lnTo>
                    <a:pt x="629" y="539"/>
                  </a:lnTo>
                  <a:lnTo>
                    <a:pt x="634" y="539"/>
                  </a:lnTo>
                  <a:lnTo>
                    <a:pt x="637" y="543"/>
                  </a:lnTo>
                  <a:lnTo>
                    <a:pt x="639" y="548"/>
                  </a:lnTo>
                  <a:lnTo>
                    <a:pt x="640" y="553"/>
                  </a:lnTo>
                  <a:lnTo>
                    <a:pt x="642" y="556"/>
                  </a:lnTo>
                  <a:lnTo>
                    <a:pt x="647" y="556"/>
                  </a:lnTo>
                  <a:lnTo>
                    <a:pt x="652" y="558"/>
                  </a:lnTo>
                  <a:lnTo>
                    <a:pt x="656" y="560"/>
                  </a:lnTo>
                  <a:lnTo>
                    <a:pt x="656" y="564"/>
                  </a:lnTo>
                  <a:lnTo>
                    <a:pt x="656" y="568"/>
                  </a:lnTo>
                  <a:lnTo>
                    <a:pt x="658" y="571"/>
                  </a:lnTo>
                  <a:lnTo>
                    <a:pt x="662" y="573"/>
                  </a:lnTo>
                  <a:lnTo>
                    <a:pt x="665" y="577"/>
                  </a:lnTo>
                  <a:close/>
                </a:path>
              </a:pathLst>
            </a:custGeom>
            <a:solidFill>
              <a:srgbClr val="DE8036">
                <a:alpha val="36000"/>
              </a:srgbClr>
            </a:solidFill>
            <a:ln>
              <a:noFill/>
            </a:ln>
          </p:spPr>
          <p:txBody>
            <a:bodyPr anchor="ctr"/>
            <a:lstStyle/>
            <a:p>
              <a:pPr algn="ctr">
                <a:buNone/>
              </a:pPr>
            </a:p>
          </p:txBody>
        </p:sp>
        <p:sp>
          <p:nvSpPr>
            <p:cNvPr id="3021" name="addition:input:144"/>
            <p:cNvSpPr>
              <a:spLocks noGrp="1"/>
            </p:cNvSpPr>
            <p:nvPr/>
          </p:nvSpPr>
          <p:spPr>
            <a:xfrm>
              <a:off x="209550" y="5438775"/>
              <a:ext cx="1180125" cy="1120963"/>
            </a:xfrm>
            <a:custGeom>
              <a:avLst/>
              <a:gdLst/>
              <a:ahLst/>
              <a:cxnLst/>
              <a:rect l="l" t="t" r="r" b="b"/>
              <a:pathLst>
                <a:path w="717" h="598">
                  <a:moveTo>
                    <a:pt x="0" y="0"/>
                  </a:moveTo>
                  <a:moveTo>
                    <a:pt x="709" y="569"/>
                  </a:moveTo>
                  <a:lnTo>
                    <a:pt x="708" y="571"/>
                  </a:lnTo>
                  <a:lnTo>
                    <a:pt x="707" y="573"/>
                  </a:lnTo>
                  <a:lnTo>
                    <a:pt x="706" y="575"/>
                  </a:lnTo>
                  <a:lnTo>
                    <a:pt x="705" y="578"/>
                  </a:lnTo>
                  <a:lnTo>
                    <a:pt x="706" y="581"/>
                  </a:lnTo>
                  <a:lnTo>
                    <a:pt x="707" y="584"/>
                  </a:lnTo>
                  <a:lnTo>
                    <a:pt x="707" y="588"/>
                  </a:lnTo>
                  <a:lnTo>
                    <a:pt x="706" y="590"/>
                  </a:lnTo>
                  <a:lnTo>
                    <a:pt x="702" y="591"/>
                  </a:lnTo>
                  <a:lnTo>
                    <a:pt x="698" y="591"/>
                  </a:lnTo>
                  <a:lnTo>
                    <a:pt x="695" y="592"/>
                  </a:lnTo>
                  <a:lnTo>
                    <a:pt x="694" y="594"/>
                  </a:lnTo>
                  <a:lnTo>
                    <a:pt x="692" y="596"/>
                  </a:lnTo>
                  <a:lnTo>
                    <a:pt x="690" y="598"/>
                  </a:lnTo>
                  <a:lnTo>
                    <a:pt x="687" y="597"/>
                  </a:lnTo>
                  <a:lnTo>
                    <a:pt x="684" y="595"/>
                  </a:lnTo>
                  <a:lnTo>
                    <a:pt x="681" y="594"/>
                  </a:lnTo>
                  <a:lnTo>
                    <a:pt x="679" y="594"/>
                  </a:lnTo>
                  <a:lnTo>
                    <a:pt x="676" y="596"/>
                  </a:lnTo>
                  <a:lnTo>
                    <a:pt x="674" y="597"/>
                  </a:lnTo>
                  <a:lnTo>
                    <a:pt x="671" y="597"/>
                  </a:lnTo>
                  <a:lnTo>
                    <a:pt x="667" y="597"/>
                  </a:lnTo>
                  <a:lnTo>
                    <a:pt x="664" y="597"/>
                  </a:lnTo>
                  <a:lnTo>
                    <a:pt x="660" y="596"/>
                  </a:lnTo>
                  <a:lnTo>
                    <a:pt x="657" y="595"/>
                  </a:lnTo>
                  <a:lnTo>
                    <a:pt x="656" y="591"/>
                  </a:lnTo>
                  <a:lnTo>
                    <a:pt x="657" y="586"/>
                  </a:lnTo>
                  <a:lnTo>
                    <a:pt x="657" y="583"/>
                  </a:lnTo>
                  <a:lnTo>
                    <a:pt x="656" y="581"/>
                  </a:lnTo>
                  <a:lnTo>
                    <a:pt x="652" y="580"/>
                  </a:lnTo>
                  <a:lnTo>
                    <a:pt x="648" y="579"/>
                  </a:lnTo>
                  <a:lnTo>
                    <a:pt x="645" y="576"/>
                  </a:lnTo>
                  <a:lnTo>
                    <a:pt x="644" y="574"/>
                  </a:lnTo>
                  <a:lnTo>
                    <a:pt x="644" y="571"/>
                  </a:lnTo>
                  <a:lnTo>
                    <a:pt x="643" y="569"/>
                  </a:lnTo>
                  <a:lnTo>
                    <a:pt x="642" y="566"/>
                  </a:lnTo>
                  <a:lnTo>
                    <a:pt x="641" y="563"/>
                  </a:lnTo>
                  <a:lnTo>
                    <a:pt x="641" y="560"/>
                  </a:lnTo>
                  <a:lnTo>
                    <a:pt x="643" y="558"/>
                  </a:lnTo>
                  <a:lnTo>
                    <a:pt x="644" y="556"/>
                  </a:lnTo>
                  <a:lnTo>
                    <a:pt x="646" y="553"/>
                  </a:lnTo>
                  <a:lnTo>
                    <a:pt x="647" y="551"/>
                  </a:lnTo>
                  <a:lnTo>
                    <a:pt x="651" y="550"/>
                  </a:lnTo>
                  <a:lnTo>
                    <a:pt x="655" y="550"/>
                  </a:lnTo>
                  <a:lnTo>
                    <a:pt x="659" y="550"/>
                  </a:lnTo>
                  <a:lnTo>
                    <a:pt x="662" y="549"/>
                  </a:lnTo>
                  <a:lnTo>
                    <a:pt x="663" y="545"/>
                  </a:lnTo>
                  <a:lnTo>
                    <a:pt x="664" y="541"/>
                  </a:lnTo>
                  <a:lnTo>
                    <a:pt x="666" y="537"/>
                  </a:lnTo>
                  <a:lnTo>
                    <a:pt x="670" y="536"/>
                  </a:lnTo>
                  <a:lnTo>
                    <a:pt x="674" y="537"/>
                  </a:lnTo>
                  <a:lnTo>
                    <a:pt x="678" y="538"/>
                  </a:lnTo>
                  <a:lnTo>
                    <a:pt x="682" y="539"/>
                  </a:lnTo>
                  <a:lnTo>
                    <a:pt x="685" y="539"/>
                  </a:lnTo>
                  <a:lnTo>
                    <a:pt x="689" y="541"/>
                  </a:lnTo>
                  <a:lnTo>
                    <a:pt x="691" y="543"/>
                  </a:lnTo>
                  <a:lnTo>
                    <a:pt x="694" y="544"/>
                  </a:lnTo>
                  <a:lnTo>
                    <a:pt x="697" y="545"/>
                  </a:lnTo>
                  <a:lnTo>
                    <a:pt x="700" y="545"/>
                  </a:lnTo>
                  <a:lnTo>
                    <a:pt x="703" y="545"/>
                  </a:lnTo>
                  <a:lnTo>
                    <a:pt x="705" y="548"/>
                  </a:lnTo>
                  <a:lnTo>
                    <a:pt x="706" y="550"/>
                  </a:lnTo>
                  <a:lnTo>
                    <a:pt x="707" y="553"/>
                  </a:lnTo>
                  <a:lnTo>
                    <a:pt x="709" y="554"/>
                  </a:lnTo>
                  <a:lnTo>
                    <a:pt x="714" y="555"/>
                  </a:lnTo>
                  <a:lnTo>
                    <a:pt x="717" y="557"/>
                  </a:lnTo>
                  <a:lnTo>
                    <a:pt x="717" y="560"/>
                  </a:lnTo>
                  <a:lnTo>
                    <a:pt x="715" y="563"/>
                  </a:lnTo>
                  <a:lnTo>
                    <a:pt x="711" y="566"/>
                  </a:lnTo>
                  <a:close/>
                </a:path>
              </a:pathLst>
            </a:custGeom>
            <a:solidFill>
              <a:srgbClr val="DE8036">
                <a:alpha val="36000"/>
              </a:srgbClr>
            </a:solidFill>
            <a:ln>
              <a:noFill/>
            </a:ln>
          </p:spPr>
          <p:txBody>
            <a:bodyPr anchor="ctr"/>
            <a:lstStyle/>
            <a:p>
              <a:pPr algn="ctr">
                <a:buNone/>
              </a:pPr>
            </a:p>
          </p:txBody>
        </p:sp>
        <p:sp>
          <p:nvSpPr>
            <p:cNvPr id="3022" name="addition:input:145"/>
            <p:cNvSpPr>
              <a:spLocks noGrp="1"/>
            </p:cNvSpPr>
            <p:nvPr/>
          </p:nvSpPr>
          <p:spPr>
            <a:xfrm>
              <a:off x="209550" y="5438775"/>
              <a:ext cx="1245961" cy="1237183"/>
            </a:xfrm>
            <a:custGeom>
              <a:avLst/>
              <a:gdLst/>
              <a:ahLst/>
              <a:cxnLst/>
              <a:rect l="l" t="t" r="r" b="b"/>
              <a:pathLst>
                <a:path w="757" h="660">
                  <a:moveTo>
                    <a:pt x="0" y="0"/>
                  </a:moveTo>
                  <a:moveTo>
                    <a:pt x="753" y="620"/>
                  </a:moveTo>
                  <a:lnTo>
                    <a:pt x="751" y="623"/>
                  </a:lnTo>
                  <a:lnTo>
                    <a:pt x="748" y="626"/>
                  </a:lnTo>
                  <a:lnTo>
                    <a:pt x="745" y="629"/>
                  </a:lnTo>
                  <a:lnTo>
                    <a:pt x="744" y="632"/>
                  </a:lnTo>
                  <a:lnTo>
                    <a:pt x="743" y="636"/>
                  </a:lnTo>
                  <a:lnTo>
                    <a:pt x="741" y="639"/>
                  </a:lnTo>
                  <a:lnTo>
                    <a:pt x="738" y="641"/>
                  </a:lnTo>
                  <a:lnTo>
                    <a:pt x="735" y="643"/>
                  </a:lnTo>
                  <a:lnTo>
                    <a:pt x="734" y="647"/>
                  </a:lnTo>
                  <a:lnTo>
                    <a:pt x="733" y="652"/>
                  </a:lnTo>
                  <a:lnTo>
                    <a:pt x="732" y="657"/>
                  </a:lnTo>
                  <a:lnTo>
                    <a:pt x="729" y="660"/>
                  </a:lnTo>
                  <a:lnTo>
                    <a:pt x="723" y="658"/>
                  </a:lnTo>
                  <a:lnTo>
                    <a:pt x="717" y="655"/>
                  </a:lnTo>
                  <a:lnTo>
                    <a:pt x="713" y="653"/>
                  </a:lnTo>
                  <a:lnTo>
                    <a:pt x="710" y="652"/>
                  </a:lnTo>
                  <a:lnTo>
                    <a:pt x="707" y="654"/>
                  </a:lnTo>
                  <a:lnTo>
                    <a:pt x="704" y="655"/>
                  </a:lnTo>
                  <a:lnTo>
                    <a:pt x="701" y="656"/>
                  </a:lnTo>
                  <a:lnTo>
                    <a:pt x="698" y="656"/>
                  </a:lnTo>
                  <a:lnTo>
                    <a:pt x="694" y="657"/>
                  </a:lnTo>
                  <a:lnTo>
                    <a:pt x="689" y="657"/>
                  </a:lnTo>
                  <a:lnTo>
                    <a:pt x="685" y="657"/>
                  </a:lnTo>
                  <a:lnTo>
                    <a:pt x="682" y="654"/>
                  </a:lnTo>
                  <a:lnTo>
                    <a:pt x="681" y="650"/>
                  </a:lnTo>
                  <a:lnTo>
                    <a:pt x="679" y="647"/>
                  </a:lnTo>
                  <a:lnTo>
                    <a:pt x="675" y="645"/>
                  </a:lnTo>
                  <a:lnTo>
                    <a:pt x="671" y="643"/>
                  </a:lnTo>
                  <a:lnTo>
                    <a:pt x="667" y="641"/>
                  </a:lnTo>
                  <a:lnTo>
                    <a:pt x="667" y="637"/>
                  </a:lnTo>
                  <a:lnTo>
                    <a:pt x="669" y="632"/>
                  </a:lnTo>
                  <a:lnTo>
                    <a:pt x="671" y="628"/>
                  </a:lnTo>
                  <a:lnTo>
                    <a:pt x="670" y="625"/>
                  </a:lnTo>
                  <a:lnTo>
                    <a:pt x="665" y="623"/>
                  </a:lnTo>
                  <a:lnTo>
                    <a:pt x="661" y="620"/>
                  </a:lnTo>
                  <a:lnTo>
                    <a:pt x="657" y="616"/>
                  </a:lnTo>
                  <a:lnTo>
                    <a:pt x="656" y="612"/>
                  </a:lnTo>
                  <a:lnTo>
                    <a:pt x="656" y="608"/>
                  </a:lnTo>
                  <a:lnTo>
                    <a:pt x="656" y="604"/>
                  </a:lnTo>
                  <a:lnTo>
                    <a:pt x="657" y="601"/>
                  </a:lnTo>
                  <a:lnTo>
                    <a:pt x="661" y="599"/>
                  </a:lnTo>
                  <a:lnTo>
                    <a:pt x="667" y="598"/>
                  </a:lnTo>
                  <a:lnTo>
                    <a:pt x="672" y="598"/>
                  </a:lnTo>
                  <a:lnTo>
                    <a:pt x="675" y="596"/>
                  </a:lnTo>
                  <a:lnTo>
                    <a:pt x="676" y="592"/>
                  </a:lnTo>
                  <a:lnTo>
                    <a:pt x="677" y="588"/>
                  </a:lnTo>
                  <a:lnTo>
                    <a:pt x="680" y="585"/>
                  </a:lnTo>
                  <a:lnTo>
                    <a:pt x="685" y="584"/>
                  </a:lnTo>
                  <a:lnTo>
                    <a:pt x="690" y="585"/>
                  </a:lnTo>
                  <a:lnTo>
                    <a:pt x="695" y="584"/>
                  </a:lnTo>
                  <a:lnTo>
                    <a:pt x="699" y="582"/>
                  </a:lnTo>
                  <a:lnTo>
                    <a:pt x="703" y="579"/>
                  </a:lnTo>
                  <a:lnTo>
                    <a:pt x="708" y="577"/>
                  </a:lnTo>
                  <a:lnTo>
                    <a:pt x="713" y="578"/>
                  </a:lnTo>
                  <a:lnTo>
                    <a:pt x="718" y="580"/>
                  </a:lnTo>
                  <a:lnTo>
                    <a:pt x="723" y="582"/>
                  </a:lnTo>
                  <a:lnTo>
                    <a:pt x="727" y="584"/>
                  </a:lnTo>
                  <a:lnTo>
                    <a:pt x="730" y="587"/>
                  </a:lnTo>
                  <a:lnTo>
                    <a:pt x="732" y="591"/>
                  </a:lnTo>
                  <a:lnTo>
                    <a:pt x="733" y="595"/>
                  </a:lnTo>
                  <a:lnTo>
                    <a:pt x="736" y="597"/>
                  </a:lnTo>
                  <a:lnTo>
                    <a:pt x="741" y="597"/>
                  </a:lnTo>
                  <a:lnTo>
                    <a:pt x="748" y="596"/>
                  </a:lnTo>
                  <a:lnTo>
                    <a:pt x="754" y="597"/>
                  </a:lnTo>
                  <a:lnTo>
                    <a:pt x="757" y="600"/>
                  </a:lnTo>
                  <a:lnTo>
                    <a:pt x="756" y="605"/>
                  </a:lnTo>
                  <a:lnTo>
                    <a:pt x="753" y="609"/>
                  </a:lnTo>
                  <a:lnTo>
                    <a:pt x="752" y="613"/>
                  </a:lnTo>
                  <a:lnTo>
                    <a:pt x="753" y="616"/>
                  </a:lnTo>
                  <a:close/>
                </a:path>
              </a:pathLst>
            </a:custGeom>
            <a:solidFill>
              <a:srgbClr val="DE8036">
                <a:alpha val="36000"/>
              </a:srgbClr>
            </a:solidFill>
            <a:ln>
              <a:noFill/>
            </a:ln>
          </p:spPr>
          <p:txBody>
            <a:bodyPr anchor="ctr"/>
            <a:lstStyle/>
            <a:p>
              <a:pPr algn="ctr">
                <a:buNone/>
              </a:pPr>
            </a:p>
          </p:txBody>
        </p:sp>
        <p:sp>
          <p:nvSpPr>
            <p:cNvPr id="3023" name="addition:input:146"/>
            <p:cNvSpPr>
              <a:spLocks noGrp="1"/>
            </p:cNvSpPr>
            <p:nvPr/>
          </p:nvSpPr>
          <p:spPr>
            <a:xfrm>
              <a:off x="209550" y="5438775"/>
              <a:ext cx="1120872" cy="1267176"/>
            </a:xfrm>
            <a:custGeom>
              <a:avLst/>
              <a:gdLst/>
              <a:ahLst/>
              <a:cxnLst/>
              <a:rect l="l" t="t" r="r" b="b"/>
              <a:pathLst>
                <a:path w="681" h="676">
                  <a:moveTo>
                    <a:pt x="0" y="0"/>
                  </a:moveTo>
                  <a:moveTo>
                    <a:pt x="680" y="642"/>
                  </a:moveTo>
                  <a:lnTo>
                    <a:pt x="680" y="645"/>
                  </a:lnTo>
                  <a:lnTo>
                    <a:pt x="677" y="647"/>
                  </a:lnTo>
                  <a:lnTo>
                    <a:pt x="673" y="649"/>
                  </a:lnTo>
                  <a:lnTo>
                    <a:pt x="670" y="651"/>
                  </a:lnTo>
                  <a:lnTo>
                    <a:pt x="670" y="654"/>
                  </a:lnTo>
                  <a:lnTo>
                    <a:pt x="673" y="658"/>
                  </a:lnTo>
                  <a:lnTo>
                    <a:pt x="675" y="663"/>
                  </a:lnTo>
                  <a:lnTo>
                    <a:pt x="674" y="666"/>
                  </a:lnTo>
                  <a:lnTo>
                    <a:pt x="671" y="668"/>
                  </a:lnTo>
                  <a:lnTo>
                    <a:pt x="667" y="669"/>
                  </a:lnTo>
                  <a:lnTo>
                    <a:pt x="663" y="670"/>
                  </a:lnTo>
                  <a:lnTo>
                    <a:pt x="660" y="670"/>
                  </a:lnTo>
                  <a:lnTo>
                    <a:pt x="657" y="670"/>
                  </a:lnTo>
                  <a:lnTo>
                    <a:pt x="653" y="670"/>
                  </a:lnTo>
                  <a:lnTo>
                    <a:pt x="650" y="669"/>
                  </a:lnTo>
                  <a:lnTo>
                    <a:pt x="648" y="670"/>
                  </a:lnTo>
                  <a:lnTo>
                    <a:pt x="645" y="673"/>
                  </a:lnTo>
                  <a:lnTo>
                    <a:pt x="642" y="675"/>
                  </a:lnTo>
                  <a:lnTo>
                    <a:pt x="639" y="676"/>
                  </a:lnTo>
                  <a:lnTo>
                    <a:pt x="635" y="674"/>
                  </a:lnTo>
                  <a:lnTo>
                    <a:pt x="633" y="672"/>
                  </a:lnTo>
                  <a:lnTo>
                    <a:pt x="630" y="671"/>
                  </a:lnTo>
                  <a:lnTo>
                    <a:pt x="625" y="671"/>
                  </a:lnTo>
                  <a:lnTo>
                    <a:pt x="620" y="672"/>
                  </a:lnTo>
                  <a:lnTo>
                    <a:pt x="616" y="670"/>
                  </a:lnTo>
                  <a:lnTo>
                    <a:pt x="614" y="667"/>
                  </a:lnTo>
                  <a:lnTo>
                    <a:pt x="614" y="663"/>
                  </a:lnTo>
                  <a:lnTo>
                    <a:pt x="613" y="659"/>
                  </a:lnTo>
                  <a:lnTo>
                    <a:pt x="612" y="657"/>
                  </a:lnTo>
                  <a:lnTo>
                    <a:pt x="610" y="654"/>
                  </a:lnTo>
                  <a:lnTo>
                    <a:pt x="608" y="652"/>
                  </a:lnTo>
                  <a:lnTo>
                    <a:pt x="606" y="649"/>
                  </a:lnTo>
                  <a:lnTo>
                    <a:pt x="604" y="647"/>
                  </a:lnTo>
                  <a:lnTo>
                    <a:pt x="599" y="645"/>
                  </a:lnTo>
                  <a:lnTo>
                    <a:pt x="594" y="642"/>
                  </a:lnTo>
                  <a:lnTo>
                    <a:pt x="592" y="638"/>
                  </a:lnTo>
                  <a:lnTo>
                    <a:pt x="594" y="635"/>
                  </a:lnTo>
                  <a:lnTo>
                    <a:pt x="598" y="633"/>
                  </a:lnTo>
                  <a:lnTo>
                    <a:pt x="603" y="631"/>
                  </a:lnTo>
                  <a:lnTo>
                    <a:pt x="605" y="629"/>
                  </a:lnTo>
                  <a:lnTo>
                    <a:pt x="606" y="626"/>
                  </a:lnTo>
                  <a:lnTo>
                    <a:pt x="606" y="622"/>
                  </a:lnTo>
                  <a:lnTo>
                    <a:pt x="609" y="620"/>
                  </a:lnTo>
                  <a:lnTo>
                    <a:pt x="613" y="619"/>
                  </a:lnTo>
                  <a:lnTo>
                    <a:pt x="617" y="618"/>
                  </a:lnTo>
                  <a:lnTo>
                    <a:pt x="620" y="617"/>
                  </a:lnTo>
                  <a:lnTo>
                    <a:pt x="622" y="614"/>
                  </a:lnTo>
                  <a:lnTo>
                    <a:pt x="625" y="611"/>
                  </a:lnTo>
                  <a:lnTo>
                    <a:pt x="629" y="610"/>
                  </a:lnTo>
                  <a:lnTo>
                    <a:pt x="633" y="609"/>
                  </a:lnTo>
                  <a:lnTo>
                    <a:pt x="637" y="607"/>
                  </a:lnTo>
                  <a:lnTo>
                    <a:pt x="642" y="605"/>
                  </a:lnTo>
                  <a:lnTo>
                    <a:pt x="646" y="604"/>
                  </a:lnTo>
                  <a:lnTo>
                    <a:pt x="650" y="606"/>
                  </a:lnTo>
                  <a:lnTo>
                    <a:pt x="653" y="610"/>
                  </a:lnTo>
                  <a:lnTo>
                    <a:pt x="655" y="615"/>
                  </a:lnTo>
                  <a:lnTo>
                    <a:pt x="658" y="618"/>
                  </a:lnTo>
                  <a:lnTo>
                    <a:pt x="661" y="617"/>
                  </a:lnTo>
                  <a:lnTo>
                    <a:pt x="666" y="616"/>
                  </a:lnTo>
                  <a:lnTo>
                    <a:pt x="670" y="616"/>
                  </a:lnTo>
                  <a:lnTo>
                    <a:pt x="673" y="617"/>
                  </a:lnTo>
                  <a:lnTo>
                    <a:pt x="675" y="619"/>
                  </a:lnTo>
                  <a:lnTo>
                    <a:pt x="677" y="622"/>
                  </a:lnTo>
                  <a:lnTo>
                    <a:pt x="679" y="624"/>
                  </a:lnTo>
                  <a:lnTo>
                    <a:pt x="681" y="626"/>
                  </a:lnTo>
                  <a:lnTo>
                    <a:pt x="681" y="630"/>
                  </a:lnTo>
                  <a:lnTo>
                    <a:pt x="680" y="633"/>
                  </a:lnTo>
                  <a:lnTo>
                    <a:pt x="679" y="636"/>
                  </a:lnTo>
                  <a:lnTo>
                    <a:pt x="679" y="639"/>
                  </a:lnTo>
                  <a:close/>
                </a:path>
              </a:pathLst>
            </a:custGeom>
            <a:solidFill>
              <a:srgbClr val="DE8036">
                <a:alpha val="36000"/>
              </a:srgbClr>
            </a:solidFill>
            <a:ln>
              <a:noFill/>
            </a:ln>
          </p:spPr>
          <p:txBody>
            <a:bodyPr anchor="ctr"/>
            <a:lstStyle/>
            <a:p>
              <a:pPr algn="ctr">
                <a:buNone/>
              </a:pPr>
            </a:p>
          </p:txBody>
        </p:sp>
        <p:sp>
          <p:nvSpPr>
            <p:cNvPr id="3024" name="addition:input:147"/>
            <p:cNvSpPr>
              <a:spLocks noGrp="1"/>
            </p:cNvSpPr>
            <p:nvPr/>
          </p:nvSpPr>
          <p:spPr>
            <a:xfrm>
              <a:off x="209550" y="5438775"/>
              <a:ext cx="1083015" cy="1152830"/>
            </a:xfrm>
            <a:custGeom>
              <a:avLst/>
              <a:gdLst/>
              <a:ahLst/>
              <a:cxnLst/>
              <a:rect l="l" t="t" r="r" b="b"/>
              <a:pathLst>
                <a:path w="658" h="615">
                  <a:moveTo>
                    <a:pt x="0" y="0"/>
                  </a:moveTo>
                  <a:moveTo>
                    <a:pt x="648" y="584"/>
                  </a:moveTo>
                  <a:lnTo>
                    <a:pt x="651" y="586"/>
                  </a:lnTo>
                  <a:lnTo>
                    <a:pt x="655" y="589"/>
                  </a:lnTo>
                  <a:lnTo>
                    <a:pt x="658" y="593"/>
                  </a:lnTo>
                  <a:lnTo>
                    <a:pt x="658" y="596"/>
                  </a:lnTo>
                  <a:lnTo>
                    <a:pt x="655" y="598"/>
                  </a:lnTo>
                  <a:lnTo>
                    <a:pt x="651" y="599"/>
                  </a:lnTo>
                  <a:lnTo>
                    <a:pt x="648" y="600"/>
                  </a:lnTo>
                  <a:lnTo>
                    <a:pt x="646" y="602"/>
                  </a:lnTo>
                  <a:lnTo>
                    <a:pt x="645" y="603"/>
                  </a:lnTo>
                  <a:lnTo>
                    <a:pt x="642" y="605"/>
                  </a:lnTo>
                  <a:lnTo>
                    <a:pt x="640" y="606"/>
                  </a:lnTo>
                  <a:lnTo>
                    <a:pt x="638" y="607"/>
                  </a:lnTo>
                  <a:lnTo>
                    <a:pt x="636" y="610"/>
                  </a:lnTo>
                  <a:lnTo>
                    <a:pt x="634" y="612"/>
                  </a:lnTo>
                  <a:lnTo>
                    <a:pt x="631" y="614"/>
                  </a:lnTo>
                  <a:lnTo>
                    <a:pt x="627" y="613"/>
                  </a:lnTo>
                  <a:lnTo>
                    <a:pt x="624" y="612"/>
                  </a:lnTo>
                  <a:lnTo>
                    <a:pt x="621" y="612"/>
                  </a:lnTo>
                  <a:lnTo>
                    <a:pt x="617" y="614"/>
                  </a:lnTo>
                  <a:lnTo>
                    <a:pt x="614" y="615"/>
                  </a:lnTo>
                  <a:lnTo>
                    <a:pt x="610" y="615"/>
                  </a:lnTo>
                  <a:lnTo>
                    <a:pt x="607" y="612"/>
                  </a:lnTo>
                  <a:lnTo>
                    <a:pt x="606" y="608"/>
                  </a:lnTo>
                  <a:lnTo>
                    <a:pt x="605" y="604"/>
                  </a:lnTo>
                  <a:lnTo>
                    <a:pt x="603" y="603"/>
                  </a:lnTo>
                  <a:lnTo>
                    <a:pt x="600" y="602"/>
                  </a:lnTo>
                  <a:lnTo>
                    <a:pt x="597" y="601"/>
                  </a:lnTo>
                  <a:lnTo>
                    <a:pt x="594" y="600"/>
                  </a:lnTo>
                  <a:lnTo>
                    <a:pt x="592" y="599"/>
                  </a:lnTo>
                  <a:lnTo>
                    <a:pt x="589" y="597"/>
                  </a:lnTo>
                  <a:lnTo>
                    <a:pt x="586" y="595"/>
                  </a:lnTo>
                  <a:lnTo>
                    <a:pt x="585" y="593"/>
                  </a:lnTo>
                  <a:lnTo>
                    <a:pt x="586" y="589"/>
                  </a:lnTo>
                  <a:lnTo>
                    <a:pt x="589" y="586"/>
                  </a:lnTo>
                  <a:lnTo>
                    <a:pt x="592" y="584"/>
                  </a:lnTo>
                  <a:lnTo>
                    <a:pt x="593" y="581"/>
                  </a:lnTo>
                  <a:lnTo>
                    <a:pt x="592" y="579"/>
                  </a:lnTo>
                  <a:lnTo>
                    <a:pt x="591" y="576"/>
                  </a:lnTo>
                  <a:lnTo>
                    <a:pt x="593" y="573"/>
                  </a:lnTo>
                  <a:lnTo>
                    <a:pt x="596" y="572"/>
                  </a:lnTo>
                  <a:lnTo>
                    <a:pt x="599" y="570"/>
                  </a:lnTo>
                  <a:lnTo>
                    <a:pt x="601" y="568"/>
                  </a:lnTo>
                  <a:lnTo>
                    <a:pt x="601" y="565"/>
                  </a:lnTo>
                  <a:lnTo>
                    <a:pt x="602" y="562"/>
                  </a:lnTo>
                  <a:lnTo>
                    <a:pt x="603" y="559"/>
                  </a:lnTo>
                  <a:lnTo>
                    <a:pt x="605" y="557"/>
                  </a:lnTo>
                  <a:lnTo>
                    <a:pt x="608" y="556"/>
                  </a:lnTo>
                  <a:lnTo>
                    <a:pt x="610" y="554"/>
                  </a:lnTo>
                  <a:lnTo>
                    <a:pt x="613" y="553"/>
                  </a:lnTo>
                  <a:lnTo>
                    <a:pt x="616" y="554"/>
                  </a:lnTo>
                  <a:lnTo>
                    <a:pt x="619" y="557"/>
                  </a:lnTo>
                  <a:lnTo>
                    <a:pt x="622" y="560"/>
                  </a:lnTo>
                  <a:lnTo>
                    <a:pt x="623" y="560"/>
                  </a:lnTo>
                  <a:lnTo>
                    <a:pt x="626" y="558"/>
                  </a:lnTo>
                  <a:lnTo>
                    <a:pt x="628" y="555"/>
                  </a:lnTo>
                  <a:lnTo>
                    <a:pt x="631" y="554"/>
                  </a:lnTo>
                  <a:lnTo>
                    <a:pt x="634" y="555"/>
                  </a:lnTo>
                  <a:lnTo>
                    <a:pt x="636" y="557"/>
                  </a:lnTo>
                  <a:lnTo>
                    <a:pt x="637" y="559"/>
                  </a:lnTo>
                  <a:lnTo>
                    <a:pt x="640" y="560"/>
                  </a:lnTo>
                  <a:lnTo>
                    <a:pt x="642" y="561"/>
                  </a:lnTo>
                  <a:lnTo>
                    <a:pt x="644" y="563"/>
                  </a:lnTo>
                  <a:lnTo>
                    <a:pt x="645" y="566"/>
                  </a:lnTo>
                  <a:lnTo>
                    <a:pt x="646" y="569"/>
                  </a:lnTo>
                  <a:lnTo>
                    <a:pt x="647" y="571"/>
                  </a:lnTo>
                  <a:lnTo>
                    <a:pt x="648" y="574"/>
                  </a:lnTo>
                  <a:lnTo>
                    <a:pt x="649" y="576"/>
                  </a:lnTo>
                  <a:lnTo>
                    <a:pt x="649" y="579"/>
                  </a:lnTo>
                  <a:lnTo>
                    <a:pt x="648" y="581"/>
                  </a:lnTo>
                  <a:close/>
                </a:path>
              </a:pathLst>
            </a:custGeom>
            <a:solidFill>
              <a:srgbClr val="E8A571">
                <a:alpha val="32000"/>
              </a:srgbClr>
            </a:solidFill>
            <a:ln>
              <a:noFill/>
            </a:ln>
          </p:spPr>
          <p:txBody>
            <a:bodyPr anchor="ctr"/>
            <a:lstStyle/>
            <a:p>
              <a:pPr algn="ctr">
                <a:buNone/>
              </a:pPr>
            </a:p>
          </p:txBody>
        </p:sp>
        <p:sp>
          <p:nvSpPr>
            <p:cNvPr id="3025" name="addition:input:148"/>
            <p:cNvSpPr>
              <a:spLocks noGrp="1"/>
            </p:cNvSpPr>
            <p:nvPr/>
          </p:nvSpPr>
          <p:spPr>
            <a:xfrm>
              <a:off x="209550" y="5438775"/>
              <a:ext cx="1201522" cy="1231560"/>
            </a:xfrm>
            <a:custGeom>
              <a:avLst/>
              <a:gdLst/>
              <a:ahLst/>
              <a:cxnLst/>
              <a:rect l="l" t="t" r="r" b="b"/>
              <a:pathLst>
                <a:path w="730" h="657">
                  <a:moveTo>
                    <a:pt x="0" y="0"/>
                  </a:moveTo>
                  <a:moveTo>
                    <a:pt x="729" y="627"/>
                  </a:moveTo>
                  <a:lnTo>
                    <a:pt x="727" y="629"/>
                  </a:lnTo>
                  <a:lnTo>
                    <a:pt x="726" y="631"/>
                  </a:lnTo>
                  <a:lnTo>
                    <a:pt x="726" y="633"/>
                  </a:lnTo>
                  <a:lnTo>
                    <a:pt x="727" y="636"/>
                  </a:lnTo>
                  <a:lnTo>
                    <a:pt x="726" y="638"/>
                  </a:lnTo>
                  <a:lnTo>
                    <a:pt x="723" y="640"/>
                  </a:lnTo>
                  <a:lnTo>
                    <a:pt x="720" y="641"/>
                  </a:lnTo>
                  <a:lnTo>
                    <a:pt x="717" y="642"/>
                  </a:lnTo>
                  <a:lnTo>
                    <a:pt x="715" y="643"/>
                  </a:lnTo>
                  <a:lnTo>
                    <a:pt x="713" y="645"/>
                  </a:lnTo>
                  <a:lnTo>
                    <a:pt x="710" y="646"/>
                  </a:lnTo>
                  <a:lnTo>
                    <a:pt x="708" y="647"/>
                  </a:lnTo>
                  <a:lnTo>
                    <a:pt x="705" y="649"/>
                  </a:lnTo>
                  <a:lnTo>
                    <a:pt x="703" y="652"/>
                  </a:lnTo>
                  <a:lnTo>
                    <a:pt x="700" y="655"/>
                  </a:lnTo>
                  <a:lnTo>
                    <a:pt x="697" y="657"/>
                  </a:lnTo>
                  <a:lnTo>
                    <a:pt x="693" y="656"/>
                  </a:lnTo>
                  <a:lnTo>
                    <a:pt x="690" y="653"/>
                  </a:lnTo>
                  <a:lnTo>
                    <a:pt x="687" y="650"/>
                  </a:lnTo>
                  <a:lnTo>
                    <a:pt x="685" y="648"/>
                  </a:lnTo>
                  <a:lnTo>
                    <a:pt x="682" y="648"/>
                  </a:lnTo>
                  <a:lnTo>
                    <a:pt x="679" y="649"/>
                  </a:lnTo>
                  <a:lnTo>
                    <a:pt x="676" y="649"/>
                  </a:lnTo>
                  <a:lnTo>
                    <a:pt x="674" y="647"/>
                  </a:lnTo>
                  <a:lnTo>
                    <a:pt x="672" y="646"/>
                  </a:lnTo>
                  <a:lnTo>
                    <a:pt x="670" y="645"/>
                  </a:lnTo>
                  <a:lnTo>
                    <a:pt x="667" y="644"/>
                  </a:lnTo>
                  <a:lnTo>
                    <a:pt x="665" y="642"/>
                  </a:lnTo>
                  <a:lnTo>
                    <a:pt x="664" y="640"/>
                  </a:lnTo>
                  <a:lnTo>
                    <a:pt x="664" y="638"/>
                  </a:lnTo>
                  <a:lnTo>
                    <a:pt x="663" y="636"/>
                  </a:lnTo>
                  <a:lnTo>
                    <a:pt x="661" y="634"/>
                  </a:lnTo>
                  <a:lnTo>
                    <a:pt x="660" y="632"/>
                  </a:lnTo>
                  <a:lnTo>
                    <a:pt x="661" y="629"/>
                  </a:lnTo>
                  <a:lnTo>
                    <a:pt x="665" y="627"/>
                  </a:lnTo>
                  <a:lnTo>
                    <a:pt x="669" y="625"/>
                  </a:lnTo>
                  <a:lnTo>
                    <a:pt x="671" y="623"/>
                  </a:lnTo>
                  <a:lnTo>
                    <a:pt x="670" y="621"/>
                  </a:lnTo>
                  <a:lnTo>
                    <a:pt x="667" y="618"/>
                  </a:lnTo>
                  <a:lnTo>
                    <a:pt x="666" y="615"/>
                  </a:lnTo>
                  <a:lnTo>
                    <a:pt x="666" y="612"/>
                  </a:lnTo>
                  <a:lnTo>
                    <a:pt x="668" y="610"/>
                  </a:lnTo>
                  <a:lnTo>
                    <a:pt x="670" y="608"/>
                  </a:lnTo>
                  <a:lnTo>
                    <a:pt x="671" y="606"/>
                  </a:lnTo>
                  <a:lnTo>
                    <a:pt x="673" y="605"/>
                  </a:lnTo>
                  <a:lnTo>
                    <a:pt x="676" y="605"/>
                  </a:lnTo>
                  <a:lnTo>
                    <a:pt x="679" y="605"/>
                  </a:lnTo>
                  <a:lnTo>
                    <a:pt x="682" y="605"/>
                  </a:lnTo>
                  <a:lnTo>
                    <a:pt x="684" y="604"/>
                  </a:lnTo>
                  <a:lnTo>
                    <a:pt x="685" y="602"/>
                  </a:lnTo>
                  <a:lnTo>
                    <a:pt x="688" y="601"/>
                  </a:lnTo>
                  <a:lnTo>
                    <a:pt x="690" y="601"/>
                  </a:lnTo>
                  <a:lnTo>
                    <a:pt x="693" y="603"/>
                  </a:lnTo>
                  <a:lnTo>
                    <a:pt x="695" y="604"/>
                  </a:lnTo>
                  <a:lnTo>
                    <a:pt x="697" y="603"/>
                  </a:lnTo>
                  <a:lnTo>
                    <a:pt x="701" y="601"/>
                  </a:lnTo>
                  <a:lnTo>
                    <a:pt x="705" y="600"/>
                  </a:lnTo>
                  <a:lnTo>
                    <a:pt x="708" y="600"/>
                  </a:lnTo>
                  <a:lnTo>
                    <a:pt x="710" y="603"/>
                  </a:lnTo>
                  <a:lnTo>
                    <a:pt x="712" y="605"/>
                  </a:lnTo>
                  <a:lnTo>
                    <a:pt x="713" y="608"/>
                  </a:lnTo>
                  <a:lnTo>
                    <a:pt x="715" y="610"/>
                  </a:lnTo>
                  <a:lnTo>
                    <a:pt x="716" y="613"/>
                  </a:lnTo>
                  <a:lnTo>
                    <a:pt x="716" y="615"/>
                  </a:lnTo>
                  <a:lnTo>
                    <a:pt x="717" y="617"/>
                  </a:lnTo>
                  <a:lnTo>
                    <a:pt x="719" y="619"/>
                  </a:lnTo>
                  <a:lnTo>
                    <a:pt x="724" y="620"/>
                  </a:lnTo>
                  <a:lnTo>
                    <a:pt x="728" y="622"/>
                  </a:lnTo>
                  <a:lnTo>
                    <a:pt x="730" y="624"/>
                  </a:lnTo>
                  <a:close/>
                </a:path>
              </a:pathLst>
            </a:custGeom>
            <a:solidFill>
              <a:srgbClr val="E8A571">
                <a:alpha val="32000"/>
              </a:srgbClr>
            </a:solidFill>
            <a:ln>
              <a:noFill/>
            </a:ln>
          </p:spPr>
          <p:txBody>
            <a:bodyPr anchor="ctr"/>
            <a:lstStyle/>
            <a:p>
              <a:pPr algn="ctr">
                <a:buNone/>
              </a:pPr>
            </a:p>
          </p:txBody>
        </p:sp>
        <p:sp>
          <p:nvSpPr>
            <p:cNvPr id="3026" name="addition:input:149"/>
            <p:cNvSpPr>
              <a:spLocks noGrp="1"/>
            </p:cNvSpPr>
            <p:nvPr/>
          </p:nvSpPr>
          <p:spPr>
            <a:xfrm>
              <a:off x="209550" y="5438775"/>
              <a:ext cx="1295339" cy="1194069"/>
            </a:xfrm>
            <a:custGeom>
              <a:avLst/>
              <a:gdLst/>
              <a:ahLst/>
              <a:cxnLst/>
              <a:rect l="l" t="t" r="r" b="b"/>
              <a:pathLst>
                <a:path w="787" h="637">
                  <a:moveTo>
                    <a:pt x="0" y="0"/>
                  </a:moveTo>
                  <a:moveTo>
                    <a:pt x="787" y="610"/>
                  </a:moveTo>
                  <a:lnTo>
                    <a:pt x="787" y="612"/>
                  </a:lnTo>
                  <a:lnTo>
                    <a:pt x="786" y="614"/>
                  </a:lnTo>
                  <a:lnTo>
                    <a:pt x="784" y="616"/>
                  </a:lnTo>
                  <a:lnTo>
                    <a:pt x="782" y="618"/>
                  </a:lnTo>
                  <a:lnTo>
                    <a:pt x="781" y="620"/>
                  </a:lnTo>
                  <a:lnTo>
                    <a:pt x="781" y="622"/>
                  </a:lnTo>
                  <a:lnTo>
                    <a:pt x="781" y="625"/>
                  </a:lnTo>
                  <a:lnTo>
                    <a:pt x="779" y="626"/>
                  </a:lnTo>
                  <a:lnTo>
                    <a:pt x="776" y="626"/>
                  </a:lnTo>
                  <a:lnTo>
                    <a:pt x="774" y="626"/>
                  </a:lnTo>
                  <a:lnTo>
                    <a:pt x="772" y="628"/>
                  </a:lnTo>
                  <a:lnTo>
                    <a:pt x="771" y="631"/>
                  </a:lnTo>
                  <a:lnTo>
                    <a:pt x="770" y="633"/>
                  </a:lnTo>
                  <a:lnTo>
                    <a:pt x="768" y="635"/>
                  </a:lnTo>
                  <a:lnTo>
                    <a:pt x="766" y="636"/>
                  </a:lnTo>
                  <a:lnTo>
                    <a:pt x="764" y="636"/>
                  </a:lnTo>
                  <a:lnTo>
                    <a:pt x="761" y="637"/>
                  </a:lnTo>
                  <a:lnTo>
                    <a:pt x="759" y="637"/>
                  </a:lnTo>
                  <a:lnTo>
                    <a:pt x="757" y="635"/>
                  </a:lnTo>
                  <a:lnTo>
                    <a:pt x="755" y="632"/>
                  </a:lnTo>
                  <a:lnTo>
                    <a:pt x="754" y="629"/>
                  </a:lnTo>
                  <a:lnTo>
                    <a:pt x="753" y="628"/>
                  </a:lnTo>
                  <a:lnTo>
                    <a:pt x="751" y="629"/>
                  </a:lnTo>
                  <a:lnTo>
                    <a:pt x="748" y="630"/>
                  </a:lnTo>
                  <a:lnTo>
                    <a:pt x="746" y="630"/>
                  </a:lnTo>
                  <a:lnTo>
                    <a:pt x="745" y="628"/>
                  </a:lnTo>
                  <a:lnTo>
                    <a:pt x="744" y="626"/>
                  </a:lnTo>
                  <a:lnTo>
                    <a:pt x="744" y="624"/>
                  </a:lnTo>
                  <a:lnTo>
                    <a:pt x="742" y="623"/>
                  </a:lnTo>
                  <a:lnTo>
                    <a:pt x="741" y="621"/>
                  </a:lnTo>
                  <a:lnTo>
                    <a:pt x="740" y="619"/>
                  </a:lnTo>
                  <a:lnTo>
                    <a:pt x="741" y="616"/>
                  </a:lnTo>
                  <a:lnTo>
                    <a:pt x="741" y="614"/>
                  </a:lnTo>
                  <a:lnTo>
                    <a:pt x="742" y="612"/>
                  </a:lnTo>
                  <a:lnTo>
                    <a:pt x="742" y="610"/>
                  </a:lnTo>
                  <a:lnTo>
                    <a:pt x="742" y="607"/>
                  </a:lnTo>
                  <a:lnTo>
                    <a:pt x="744" y="606"/>
                  </a:lnTo>
                  <a:lnTo>
                    <a:pt x="746" y="604"/>
                  </a:lnTo>
                  <a:lnTo>
                    <a:pt x="746" y="602"/>
                  </a:lnTo>
                  <a:lnTo>
                    <a:pt x="745" y="599"/>
                  </a:lnTo>
                  <a:lnTo>
                    <a:pt x="743" y="596"/>
                  </a:lnTo>
                  <a:lnTo>
                    <a:pt x="743" y="593"/>
                  </a:lnTo>
                  <a:lnTo>
                    <a:pt x="744" y="591"/>
                  </a:lnTo>
                  <a:lnTo>
                    <a:pt x="746" y="590"/>
                  </a:lnTo>
                  <a:lnTo>
                    <a:pt x="749" y="590"/>
                  </a:lnTo>
                  <a:lnTo>
                    <a:pt x="750" y="590"/>
                  </a:lnTo>
                  <a:lnTo>
                    <a:pt x="752" y="589"/>
                  </a:lnTo>
                  <a:lnTo>
                    <a:pt x="753" y="588"/>
                  </a:lnTo>
                  <a:lnTo>
                    <a:pt x="755" y="588"/>
                  </a:lnTo>
                  <a:lnTo>
                    <a:pt x="756" y="588"/>
                  </a:lnTo>
                  <a:lnTo>
                    <a:pt x="758" y="587"/>
                  </a:lnTo>
                  <a:lnTo>
                    <a:pt x="759" y="586"/>
                  </a:lnTo>
                  <a:lnTo>
                    <a:pt x="761" y="584"/>
                  </a:lnTo>
                  <a:lnTo>
                    <a:pt x="763" y="584"/>
                  </a:lnTo>
                  <a:lnTo>
                    <a:pt x="765" y="586"/>
                  </a:lnTo>
                  <a:lnTo>
                    <a:pt x="766" y="587"/>
                  </a:lnTo>
                  <a:lnTo>
                    <a:pt x="768" y="587"/>
                  </a:lnTo>
                  <a:lnTo>
                    <a:pt x="771" y="586"/>
                  </a:lnTo>
                  <a:lnTo>
                    <a:pt x="774" y="586"/>
                  </a:lnTo>
                  <a:lnTo>
                    <a:pt x="775" y="588"/>
                  </a:lnTo>
                  <a:lnTo>
                    <a:pt x="776" y="591"/>
                  </a:lnTo>
                  <a:lnTo>
                    <a:pt x="776" y="594"/>
                  </a:lnTo>
                  <a:lnTo>
                    <a:pt x="776" y="597"/>
                  </a:lnTo>
                  <a:lnTo>
                    <a:pt x="777" y="599"/>
                  </a:lnTo>
                  <a:lnTo>
                    <a:pt x="779" y="600"/>
                  </a:lnTo>
                  <a:lnTo>
                    <a:pt x="781" y="601"/>
                  </a:lnTo>
                  <a:lnTo>
                    <a:pt x="782" y="603"/>
                  </a:lnTo>
                  <a:lnTo>
                    <a:pt x="784" y="605"/>
                  </a:lnTo>
                  <a:lnTo>
                    <a:pt x="785" y="607"/>
                  </a:lnTo>
                  <a:close/>
                </a:path>
              </a:pathLst>
            </a:custGeom>
            <a:solidFill>
              <a:srgbClr val="ECB78D">
                <a:alpha val="24000"/>
              </a:srgbClr>
            </a:solidFill>
            <a:ln>
              <a:noFill/>
            </a:ln>
          </p:spPr>
          <p:txBody>
            <a:bodyPr anchor="ctr"/>
            <a:lstStyle/>
            <a:p>
              <a:pPr algn="ctr">
                <a:buNone/>
              </a:pPr>
            </a:p>
          </p:txBody>
        </p:sp>
        <p:sp>
          <p:nvSpPr>
            <p:cNvPr id="3027" name="addition:input:150"/>
            <p:cNvSpPr>
              <a:spLocks noGrp="1"/>
            </p:cNvSpPr>
            <p:nvPr/>
          </p:nvSpPr>
          <p:spPr>
            <a:xfrm>
              <a:off x="209550" y="5438775"/>
              <a:ext cx="1232794" cy="1295293"/>
            </a:xfrm>
            <a:custGeom>
              <a:avLst/>
              <a:gdLst/>
              <a:ahLst/>
              <a:cxnLst/>
              <a:rect l="l" t="t" r="r" b="b"/>
              <a:pathLst>
                <a:path w="749" h="691">
                  <a:moveTo>
                    <a:pt x="0" y="0"/>
                  </a:moveTo>
                  <a:moveTo>
                    <a:pt x="741" y="664"/>
                  </a:moveTo>
                  <a:lnTo>
                    <a:pt x="742" y="666"/>
                  </a:lnTo>
                  <a:lnTo>
                    <a:pt x="745" y="668"/>
                  </a:lnTo>
                  <a:lnTo>
                    <a:pt x="748" y="670"/>
                  </a:lnTo>
                  <a:lnTo>
                    <a:pt x="749" y="673"/>
                  </a:lnTo>
                  <a:lnTo>
                    <a:pt x="748" y="675"/>
                  </a:lnTo>
                  <a:lnTo>
                    <a:pt x="745" y="677"/>
                  </a:lnTo>
                  <a:lnTo>
                    <a:pt x="742" y="678"/>
                  </a:lnTo>
                  <a:lnTo>
                    <a:pt x="741" y="679"/>
                  </a:lnTo>
                  <a:lnTo>
                    <a:pt x="741" y="681"/>
                  </a:lnTo>
                  <a:lnTo>
                    <a:pt x="739" y="683"/>
                  </a:lnTo>
                  <a:lnTo>
                    <a:pt x="737" y="684"/>
                  </a:lnTo>
                  <a:lnTo>
                    <a:pt x="734" y="684"/>
                  </a:lnTo>
                  <a:lnTo>
                    <a:pt x="732" y="684"/>
                  </a:lnTo>
                  <a:lnTo>
                    <a:pt x="730" y="685"/>
                  </a:lnTo>
                  <a:lnTo>
                    <a:pt x="728" y="686"/>
                  </a:lnTo>
                  <a:lnTo>
                    <a:pt x="725" y="686"/>
                  </a:lnTo>
                  <a:lnTo>
                    <a:pt x="723" y="686"/>
                  </a:lnTo>
                  <a:lnTo>
                    <a:pt x="720" y="686"/>
                  </a:lnTo>
                  <a:lnTo>
                    <a:pt x="717" y="688"/>
                  </a:lnTo>
                  <a:lnTo>
                    <a:pt x="714" y="690"/>
                  </a:lnTo>
                  <a:lnTo>
                    <a:pt x="710" y="691"/>
                  </a:lnTo>
                  <a:lnTo>
                    <a:pt x="707" y="689"/>
                  </a:lnTo>
                  <a:lnTo>
                    <a:pt x="705" y="686"/>
                  </a:lnTo>
                  <a:lnTo>
                    <a:pt x="705" y="682"/>
                  </a:lnTo>
                  <a:lnTo>
                    <a:pt x="703" y="680"/>
                  </a:lnTo>
                  <a:lnTo>
                    <a:pt x="701" y="679"/>
                  </a:lnTo>
                  <a:lnTo>
                    <a:pt x="698" y="678"/>
                  </a:lnTo>
                  <a:lnTo>
                    <a:pt x="695" y="677"/>
                  </a:lnTo>
                  <a:lnTo>
                    <a:pt x="694" y="675"/>
                  </a:lnTo>
                  <a:lnTo>
                    <a:pt x="692" y="674"/>
                  </a:lnTo>
                  <a:lnTo>
                    <a:pt x="690" y="672"/>
                  </a:lnTo>
                  <a:lnTo>
                    <a:pt x="687" y="670"/>
                  </a:lnTo>
                  <a:lnTo>
                    <a:pt x="686" y="668"/>
                  </a:lnTo>
                  <a:lnTo>
                    <a:pt x="686" y="666"/>
                  </a:lnTo>
                  <a:lnTo>
                    <a:pt x="687" y="664"/>
                  </a:lnTo>
                  <a:lnTo>
                    <a:pt x="687" y="662"/>
                  </a:lnTo>
                  <a:lnTo>
                    <a:pt x="686" y="659"/>
                  </a:lnTo>
                  <a:lnTo>
                    <a:pt x="686" y="657"/>
                  </a:lnTo>
                  <a:lnTo>
                    <a:pt x="687" y="655"/>
                  </a:lnTo>
                  <a:lnTo>
                    <a:pt x="691" y="653"/>
                  </a:lnTo>
                  <a:lnTo>
                    <a:pt x="696" y="653"/>
                  </a:lnTo>
                  <a:lnTo>
                    <a:pt x="699" y="652"/>
                  </a:lnTo>
                  <a:lnTo>
                    <a:pt x="700" y="651"/>
                  </a:lnTo>
                  <a:lnTo>
                    <a:pt x="700" y="648"/>
                  </a:lnTo>
                  <a:lnTo>
                    <a:pt x="701" y="645"/>
                  </a:lnTo>
                  <a:lnTo>
                    <a:pt x="703" y="642"/>
                  </a:lnTo>
                  <a:lnTo>
                    <a:pt x="705" y="641"/>
                  </a:lnTo>
                  <a:lnTo>
                    <a:pt x="708" y="640"/>
                  </a:lnTo>
                  <a:lnTo>
                    <a:pt x="711" y="639"/>
                  </a:lnTo>
                  <a:lnTo>
                    <a:pt x="714" y="638"/>
                  </a:lnTo>
                  <a:lnTo>
                    <a:pt x="717" y="639"/>
                  </a:lnTo>
                  <a:lnTo>
                    <a:pt x="720" y="641"/>
                  </a:lnTo>
                  <a:lnTo>
                    <a:pt x="723" y="643"/>
                  </a:lnTo>
                  <a:lnTo>
                    <a:pt x="725" y="643"/>
                  </a:lnTo>
                  <a:lnTo>
                    <a:pt x="728" y="641"/>
                  </a:lnTo>
                  <a:lnTo>
                    <a:pt x="730" y="641"/>
                  </a:lnTo>
                  <a:lnTo>
                    <a:pt x="733" y="641"/>
                  </a:lnTo>
                  <a:lnTo>
                    <a:pt x="734" y="644"/>
                  </a:lnTo>
                  <a:lnTo>
                    <a:pt x="735" y="646"/>
                  </a:lnTo>
                  <a:lnTo>
                    <a:pt x="737" y="646"/>
                  </a:lnTo>
                  <a:lnTo>
                    <a:pt x="740" y="646"/>
                  </a:lnTo>
                  <a:lnTo>
                    <a:pt x="743" y="647"/>
                  </a:lnTo>
                  <a:lnTo>
                    <a:pt x="746" y="648"/>
                  </a:lnTo>
                  <a:lnTo>
                    <a:pt x="746" y="650"/>
                  </a:lnTo>
                  <a:lnTo>
                    <a:pt x="746" y="653"/>
                  </a:lnTo>
                  <a:lnTo>
                    <a:pt x="746" y="655"/>
                  </a:lnTo>
                  <a:lnTo>
                    <a:pt x="746" y="657"/>
                  </a:lnTo>
                  <a:lnTo>
                    <a:pt x="745" y="660"/>
                  </a:lnTo>
                  <a:lnTo>
                    <a:pt x="743" y="662"/>
                  </a:lnTo>
                  <a:close/>
                </a:path>
              </a:pathLst>
            </a:custGeom>
            <a:solidFill>
              <a:srgbClr val="ECB78D">
                <a:alpha val="24000"/>
              </a:srgbClr>
            </a:solidFill>
            <a:ln>
              <a:noFill/>
            </a:ln>
          </p:spPr>
          <p:txBody>
            <a:bodyPr anchor="ctr"/>
            <a:lstStyle/>
            <a:p>
              <a:pPr algn="ctr">
                <a:buNone/>
              </a:pPr>
            </a:p>
          </p:txBody>
        </p:sp>
        <p:sp>
          <p:nvSpPr>
            <p:cNvPr id="3028" name="addition:input:151"/>
            <p:cNvSpPr>
              <a:spLocks noGrp="1"/>
            </p:cNvSpPr>
            <p:nvPr/>
          </p:nvSpPr>
          <p:spPr>
            <a:xfrm>
              <a:off x="209550" y="5438775"/>
              <a:ext cx="1112642" cy="1321537"/>
            </a:xfrm>
            <a:custGeom>
              <a:avLst/>
              <a:gdLst/>
              <a:ahLst/>
              <a:cxnLst/>
              <a:rect l="l" t="t" r="r" b="b"/>
              <a:pathLst>
                <a:path w="676" h="705">
                  <a:moveTo>
                    <a:pt x="0" y="0"/>
                  </a:moveTo>
                  <a:moveTo>
                    <a:pt x="675" y="681"/>
                  </a:moveTo>
                  <a:lnTo>
                    <a:pt x="675" y="683"/>
                  </a:lnTo>
                  <a:lnTo>
                    <a:pt x="674" y="686"/>
                  </a:lnTo>
                  <a:lnTo>
                    <a:pt x="671" y="687"/>
                  </a:lnTo>
                  <a:lnTo>
                    <a:pt x="668" y="689"/>
                  </a:lnTo>
                  <a:lnTo>
                    <a:pt x="665" y="690"/>
                  </a:lnTo>
                  <a:lnTo>
                    <a:pt x="664" y="691"/>
                  </a:lnTo>
                  <a:lnTo>
                    <a:pt x="664" y="694"/>
                  </a:lnTo>
                  <a:lnTo>
                    <a:pt x="665" y="698"/>
                  </a:lnTo>
                  <a:lnTo>
                    <a:pt x="665" y="700"/>
                  </a:lnTo>
                  <a:lnTo>
                    <a:pt x="662" y="702"/>
                  </a:lnTo>
                  <a:lnTo>
                    <a:pt x="659" y="702"/>
                  </a:lnTo>
                  <a:lnTo>
                    <a:pt x="656" y="702"/>
                  </a:lnTo>
                  <a:lnTo>
                    <a:pt x="654" y="704"/>
                  </a:lnTo>
                  <a:lnTo>
                    <a:pt x="652" y="705"/>
                  </a:lnTo>
                  <a:lnTo>
                    <a:pt x="650" y="705"/>
                  </a:lnTo>
                  <a:lnTo>
                    <a:pt x="648" y="705"/>
                  </a:lnTo>
                  <a:lnTo>
                    <a:pt x="646" y="704"/>
                  </a:lnTo>
                  <a:lnTo>
                    <a:pt x="644" y="704"/>
                  </a:lnTo>
                  <a:lnTo>
                    <a:pt x="642" y="704"/>
                  </a:lnTo>
                  <a:lnTo>
                    <a:pt x="640" y="704"/>
                  </a:lnTo>
                  <a:lnTo>
                    <a:pt x="638" y="702"/>
                  </a:lnTo>
                  <a:lnTo>
                    <a:pt x="637" y="701"/>
                  </a:lnTo>
                  <a:lnTo>
                    <a:pt x="635" y="700"/>
                  </a:lnTo>
                  <a:lnTo>
                    <a:pt x="633" y="701"/>
                  </a:lnTo>
                  <a:lnTo>
                    <a:pt x="629" y="702"/>
                  </a:lnTo>
                  <a:lnTo>
                    <a:pt x="626" y="702"/>
                  </a:lnTo>
                  <a:lnTo>
                    <a:pt x="625" y="700"/>
                  </a:lnTo>
                  <a:lnTo>
                    <a:pt x="625" y="696"/>
                  </a:lnTo>
                  <a:lnTo>
                    <a:pt x="626" y="693"/>
                  </a:lnTo>
                  <a:lnTo>
                    <a:pt x="627" y="691"/>
                  </a:lnTo>
                  <a:lnTo>
                    <a:pt x="626" y="689"/>
                  </a:lnTo>
                  <a:lnTo>
                    <a:pt x="625" y="687"/>
                  </a:lnTo>
                  <a:lnTo>
                    <a:pt x="625" y="685"/>
                  </a:lnTo>
                  <a:lnTo>
                    <a:pt x="624" y="683"/>
                  </a:lnTo>
                  <a:lnTo>
                    <a:pt x="623" y="681"/>
                  </a:lnTo>
                  <a:lnTo>
                    <a:pt x="621" y="679"/>
                  </a:lnTo>
                  <a:lnTo>
                    <a:pt x="620" y="677"/>
                  </a:lnTo>
                  <a:lnTo>
                    <a:pt x="620" y="674"/>
                  </a:lnTo>
                  <a:lnTo>
                    <a:pt x="621" y="672"/>
                  </a:lnTo>
                  <a:lnTo>
                    <a:pt x="623" y="671"/>
                  </a:lnTo>
                  <a:lnTo>
                    <a:pt x="624" y="669"/>
                  </a:lnTo>
                  <a:lnTo>
                    <a:pt x="623" y="666"/>
                  </a:lnTo>
                  <a:lnTo>
                    <a:pt x="623" y="664"/>
                  </a:lnTo>
                  <a:lnTo>
                    <a:pt x="625" y="662"/>
                  </a:lnTo>
                  <a:lnTo>
                    <a:pt x="628" y="662"/>
                  </a:lnTo>
                  <a:lnTo>
                    <a:pt x="631" y="663"/>
                  </a:lnTo>
                  <a:lnTo>
                    <a:pt x="634" y="664"/>
                  </a:lnTo>
                  <a:lnTo>
                    <a:pt x="635" y="663"/>
                  </a:lnTo>
                  <a:lnTo>
                    <a:pt x="637" y="660"/>
                  </a:lnTo>
                  <a:lnTo>
                    <a:pt x="639" y="658"/>
                  </a:lnTo>
                  <a:lnTo>
                    <a:pt x="641" y="657"/>
                  </a:lnTo>
                  <a:lnTo>
                    <a:pt x="643" y="656"/>
                  </a:lnTo>
                  <a:lnTo>
                    <a:pt x="646" y="655"/>
                  </a:lnTo>
                  <a:lnTo>
                    <a:pt x="649" y="654"/>
                  </a:lnTo>
                  <a:lnTo>
                    <a:pt x="652" y="655"/>
                  </a:lnTo>
                  <a:lnTo>
                    <a:pt x="654" y="657"/>
                  </a:lnTo>
                  <a:lnTo>
                    <a:pt x="656" y="660"/>
                  </a:lnTo>
                  <a:lnTo>
                    <a:pt x="657" y="663"/>
                  </a:lnTo>
                  <a:lnTo>
                    <a:pt x="660" y="663"/>
                  </a:lnTo>
                  <a:lnTo>
                    <a:pt x="663" y="663"/>
                  </a:lnTo>
                  <a:lnTo>
                    <a:pt x="666" y="664"/>
                  </a:lnTo>
                  <a:lnTo>
                    <a:pt x="667" y="665"/>
                  </a:lnTo>
                  <a:lnTo>
                    <a:pt x="668" y="668"/>
                  </a:lnTo>
                  <a:lnTo>
                    <a:pt x="668" y="670"/>
                  </a:lnTo>
                  <a:lnTo>
                    <a:pt x="670" y="672"/>
                  </a:lnTo>
                  <a:lnTo>
                    <a:pt x="672" y="673"/>
                  </a:lnTo>
                  <a:lnTo>
                    <a:pt x="675" y="674"/>
                  </a:lnTo>
                  <a:lnTo>
                    <a:pt x="676" y="676"/>
                  </a:lnTo>
                  <a:lnTo>
                    <a:pt x="676" y="679"/>
                  </a:lnTo>
                  <a:close/>
                </a:path>
              </a:pathLst>
            </a:custGeom>
            <a:solidFill>
              <a:srgbClr val="ECB78D">
                <a:alpha val="24000"/>
              </a:srgbClr>
            </a:solidFill>
            <a:ln>
              <a:noFill/>
            </a:ln>
          </p:spPr>
          <p:txBody>
            <a:bodyPr anchor="ctr"/>
            <a:lstStyle/>
            <a:p>
              <a:pPr algn="ctr">
                <a:buNone/>
              </a:pPr>
            </a:p>
          </p:txBody>
        </p:sp>
        <p:sp>
          <p:nvSpPr>
            <p:cNvPr id="3029" name="addition:input:152"/>
            <p:cNvSpPr>
              <a:spLocks noGrp="1"/>
            </p:cNvSpPr>
            <p:nvPr/>
          </p:nvSpPr>
          <p:spPr>
            <a:xfrm>
              <a:off x="209550" y="5438775"/>
              <a:ext cx="994136" cy="1282172"/>
            </a:xfrm>
            <a:custGeom>
              <a:avLst/>
              <a:gdLst/>
              <a:ahLst/>
              <a:cxnLst/>
              <a:rect l="l" t="t" r="r" b="b"/>
              <a:pathLst>
                <a:path w="604" h="684">
                  <a:moveTo>
                    <a:pt x="0" y="0"/>
                  </a:moveTo>
                  <a:moveTo>
                    <a:pt x="600" y="655"/>
                  </a:moveTo>
                  <a:lnTo>
                    <a:pt x="603" y="658"/>
                  </a:lnTo>
                  <a:lnTo>
                    <a:pt x="603" y="660"/>
                  </a:lnTo>
                  <a:lnTo>
                    <a:pt x="604" y="663"/>
                  </a:lnTo>
                  <a:lnTo>
                    <a:pt x="604" y="665"/>
                  </a:lnTo>
                  <a:lnTo>
                    <a:pt x="604" y="668"/>
                  </a:lnTo>
                  <a:lnTo>
                    <a:pt x="602" y="670"/>
                  </a:lnTo>
                  <a:lnTo>
                    <a:pt x="599" y="671"/>
                  </a:lnTo>
                  <a:lnTo>
                    <a:pt x="596" y="671"/>
                  </a:lnTo>
                  <a:lnTo>
                    <a:pt x="594" y="672"/>
                  </a:lnTo>
                  <a:lnTo>
                    <a:pt x="593" y="674"/>
                  </a:lnTo>
                  <a:lnTo>
                    <a:pt x="592" y="677"/>
                  </a:lnTo>
                  <a:lnTo>
                    <a:pt x="590" y="678"/>
                  </a:lnTo>
                  <a:lnTo>
                    <a:pt x="587" y="678"/>
                  </a:lnTo>
                  <a:lnTo>
                    <a:pt x="584" y="677"/>
                  </a:lnTo>
                  <a:lnTo>
                    <a:pt x="582" y="677"/>
                  </a:lnTo>
                  <a:lnTo>
                    <a:pt x="579" y="679"/>
                  </a:lnTo>
                  <a:lnTo>
                    <a:pt x="577" y="682"/>
                  </a:lnTo>
                  <a:lnTo>
                    <a:pt x="574" y="684"/>
                  </a:lnTo>
                  <a:lnTo>
                    <a:pt x="570" y="684"/>
                  </a:lnTo>
                  <a:lnTo>
                    <a:pt x="567" y="683"/>
                  </a:lnTo>
                  <a:lnTo>
                    <a:pt x="564" y="681"/>
                  </a:lnTo>
                  <a:lnTo>
                    <a:pt x="562" y="680"/>
                  </a:lnTo>
                  <a:lnTo>
                    <a:pt x="559" y="678"/>
                  </a:lnTo>
                  <a:lnTo>
                    <a:pt x="558" y="675"/>
                  </a:lnTo>
                  <a:lnTo>
                    <a:pt x="557" y="672"/>
                  </a:lnTo>
                  <a:lnTo>
                    <a:pt x="556" y="671"/>
                  </a:lnTo>
                  <a:lnTo>
                    <a:pt x="553" y="670"/>
                  </a:lnTo>
                  <a:lnTo>
                    <a:pt x="548" y="670"/>
                  </a:lnTo>
                  <a:lnTo>
                    <a:pt x="545" y="670"/>
                  </a:lnTo>
                  <a:lnTo>
                    <a:pt x="543" y="668"/>
                  </a:lnTo>
                  <a:lnTo>
                    <a:pt x="543" y="665"/>
                  </a:lnTo>
                  <a:lnTo>
                    <a:pt x="544" y="662"/>
                  </a:lnTo>
                  <a:lnTo>
                    <a:pt x="544" y="660"/>
                  </a:lnTo>
                  <a:lnTo>
                    <a:pt x="543" y="658"/>
                  </a:lnTo>
                  <a:lnTo>
                    <a:pt x="542" y="655"/>
                  </a:lnTo>
                  <a:lnTo>
                    <a:pt x="543" y="653"/>
                  </a:lnTo>
                  <a:lnTo>
                    <a:pt x="545" y="651"/>
                  </a:lnTo>
                  <a:lnTo>
                    <a:pt x="547" y="649"/>
                  </a:lnTo>
                  <a:lnTo>
                    <a:pt x="549" y="647"/>
                  </a:lnTo>
                  <a:lnTo>
                    <a:pt x="550" y="645"/>
                  </a:lnTo>
                  <a:lnTo>
                    <a:pt x="552" y="643"/>
                  </a:lnTo>
                  <a:lnTo>
                    <a:pt x="554" y="642"/>
                  </a:lnTo>
                  <a:lnTo>
                    <a:pt x="556" y="640"/>
                  </a:lnTo>
                  <a:lnTo>
                    <a:pt x="557" y="638"/>
                  </a:lnTo>
                  <a:lnTo>
                    <a:pt x="557" y="634"/>
                  </a:lnTo>
                  <a:lnTo>
                    <a:pt x="558" y="631"/>
                  </a:lnTo>
                  <a:lnTo>
                    <a:pt x="560" y="629"/>
                  </a:lnTo>
                  <a:lnTo>
                    <a:pt x="563" y="629"/>
                  </a:lnTo>
                  <a:lnTo>
                    <a:pt x="567" y="631"/>
                  </a:lnTo>
                  <a:lnTo>
                    <a:pt x="570" y="633"/>
                  </a:lnTo>
                  <a:lnTo>
                    <a:pt x="572" y="633"/>
                  </a:lnTo>
                  <a:lnTo>
                    <a:pt x="574" y="632"/>
                  </a:lnTo>
                  <a:lnTo>
                    <a:pt x="576" y="631"/>
                  </a:lnTo>
                  <a:lnTo>
                    <a:pt x="578" y="631"/>
                  </a:lnTo>
                  <a:lnTo>
                    <a:pt x="580" y="632"/>
                  </a:lnTo>
                  <a:lnTo>
                    <a:pt x="582" y="632"/>
                  </a:lnTo>
                  <a:lnTo>
                    <a:pt x="585" y="632"/>
                  </a:lnTo>
                  <a:lnTo>
                    <a:pt x="587" y="632"/>
                  </a:lnTo>
                  <a:lnTo>
                    <a:pt x="589" y="633"/>
                  </a:lnTo>
                  <a:lnTo>
                    <a:pt x="591" y="635"/>
                  </a:lnTo>
                  <a:lnTo>
                    <a:pt x="592" y="637"/>
                  </a:lnTo>
                  <a:lnTo>
                    <a:pt x="594" y="638"/>
                  </a:lnTo>
                  <a:lnTo>
                    <a:pt x="597" y="639"/>
                  </a:lnTo>
                  <a:lnTo>
                    <a:pt x="600" y="641"/>
                  </a:lnTo>
                  <a:lnTo>
                    <a:pt x="599" y="644"/>
                  </a:lnTo>
                  <a:lnTo>
                    <a:pt x="597" y="647"/>
                  </a:lnTo>
                  <a:lnTo>
                    <a:pt x="595" y="650"/>
                  </a:lnTo>
                  <a:lnTo>
                    <a:pt x="595" y="652"/>
                  </a:lnTo>
                  <a:lnTo>
                    <a:pt x="597" y="653"/>
                  </a:lnTo>
                  <a:close/>
                </a:path>
              </a:pathLst>
            </a:custGeom>
            <a:solidFill>
              <a:srgbClr val="ECB78D">
                <a:alpha val="24000"/>
              </a:srgbClr>
            </a:solidFill>
            <a:ln>
              <a:noFill/>
            </a:ln>
          </p:spPr>
          <p:txBody>
            <a:bodyPr anchor="ctr"/>
            <a:lstStyle/>
            <a:p>
              <a:pPr algn="ctr">
                <a:buNone/>
              </a:pPr>
            </a:p>
          </p:txBody>
        </p:sp>
        <p:sp>
          <p:nvSpPr>
            <p:cNvPr id="3030" name="addition:input:153"/>
            <p:cNvSpPr>
              <a:spLocks noGrp="1"/>
            </p:cNvSpPr>
            <p:nvPr/>
          </p:nvSpPr>
          <p:spPr>
            <a:xfrm>
              <a:off x="209550" y="5438775"/>
              <a:ext cx="977676" cy="1162202"/>
            </a:xfrm>
            <a:custGeom>
              <a:avLst/>
              <a:gdLst/>
              <a:ahLst/>
              <a:cxnLst/>
              <a:rect l="l" t="t" r="r" b="b"/>
              <a:pathLst>
                <a:path w="594" h="620">
                  <a:moveTo>
                    <a:pt x="0" y="0"/>
                  </a:moveTo>
                  <a:moveTo>
                    <a:pt x="590" y="593"/>
                  </a:moveTo>
                  <a:lnTo>
                    <a:pt x="591" y="596"/>
                  </a:lnTo>
                  <a:lnTo>
                    <a:pt x="592" y="598"/>
                  </a:lnTo>
                  <a:lnTo>
                    <a:pt x="591" y="600"/>
                  </a:lnTo>
                  <a:lnTo>
                    <a:pt x="592" y="602"/>
                  </a:lnTo>
                  <a:lnTo>
                    <a:pt x="593" y="605"/>
                  </a:lnTo>
                  <a:lnTo>
                    <a:pt x="594" y="608"/>
                  </a:lnTo>
                  <a:lnTo>
                    <a:pt x="592" y="610"/>
                  </a:lnTo>
                  <a:lnTo>
                    <a:pt x="589" y="611"/>
                  </a:lnTo>
                  <a:lnTo>
                    <a:pt x="584" y="610"/>
                  </a:lnTo>
                  <a:lnTo>
                    <a:pt x="581" y="610"/>
                  </a:lnTo>
                  <a:lnTo>
                    <a:pt x="579" y="610"/>
                  </a:lnTo>
                  <a:lnTo>
                    <a:pt x="578" y="613"/>
                  </a:lnTo>
                  <a:lnTo>
                    <a:pt x="576" y="615"/>
                  </a:lnTo>
                  <a:lnTo>
                    <a:pt x="574" y="617"/>
                  </a:lnTo>
                  <a:lnTo>
                    <a:pt x="572" y="618"/>
                  </a:lnTo>
                  <a:lnTo>
                    <a:pt x="569" y="619"/>
                  </a:lnTo>
                  <a:lnTo>
                    <a:pt x="566" y="620"/>
                  </a:lnTo>
                  <a:lnTo>
                    <a:pt x="562" y="620"/>
                  </a:lnTo>
                  <a:lnTo>
                    <a:pt x="559" y="620"/>
                  </a:lnTo>
                  <a:lnTo>
                    <a:pt x="556" y="618"/>
                  </a:lnTo>
                  <a:lnTo>
                    <a:pt x="554" y="616"/>
                  </a:lnTo>
                  <a:lnTo>
                    <a:pt x="551" y="615"/>
                  </a:lnTo>
                  <a:lnTo>
                    <a:pt x="547" y="615"/>
                  </a:lnTo>
                  <a:lnTo>
                    <a:pt x="544" y="615"/>
                  </a:lnTo>
                  <a:lnTo>
                    <a:pt x="542" y="613"/>
                  </a:lnTo>
                  <a:lnTo>
                    <a:pt x="542" y="610"/>
                  </a:lnTo>
                  <a:lnTo>
                    <a:pt x="541" y="607"/>
                  </a:lnTo>
                  <a:lnTo>
                    <a:pt x="540" y="606"/>
                  </a:lnTo>
                  <a:lnTo>
                    <a:pt x="536" y="605"/>
                  </a:lnTo>
                  <a:lnTo>
                    <a:pt x="532" y="605"/>
                  </a:lnTo>
                  <a:lnTo>
                    <a:pt x="529" y="603"/>
                  </a:lnTo>
                  <a:lnTo>
                    <a:pt x="528" y="601"/>
                  </a:lnTo>
                  <a:lnTo>
                    <a:pt x="528" y="598"/>
                  </a:lnTo>
                  <a:lnTo>
                    <a:pt x="529" y="596"/>
                  </a:lnTo>
                  <a:lnTo>
                    <a:pt x="530" y="593"/>
                  </a:lnTo>
                  <a:lnTo>
                    <a:pt x="531" y="591"/>
                  </a:lnTo>
                  <a:lnTo>
                    <a:pt x="534" y="589"/>
                  </a:lnTo>
                  <a:lnTo>
                    <a:pt x="538" y="588"/>
                  </a:lnTo>
                  <a:lnTo>
                    <a:pt x="539" y="586"/>
                  </a:lnTo>
                  <a:lnTo>
                    <a:pt x="539" y="584"/>
                  </a:lnTo>
                  <a:lnTo>
                    <a:pt x="538" y="581"/>
                  </a:lnTo>
                  <a:lnTo>
                    <a:pt x="538" y="578"/>
                  </a:lnTo>
                  <a:lnTo>
                    <a:pt x="541" y="576"/>
                  </a:lnTo>
                  <a:lnTo>
                    <a:pt x="544" y="576"/>
                  </a:lnTo>
                  <a:lnTo>
                    <a:pt x="547" y="575"/>
                  </a:lnTo>
                  <a:lnTo>
                    <a:pt x="549" y="573"/>
                  </a:lnTo>
                  <a:lnTo>
                    <a:pt x="550" y="570"/>
                  </a:lnTo>
                  <a:lnTo>
                    <a:pt x="552" y="568"/>
                  </a:lnTo>
                  <a:lnTo>
                    <a:pt x="555" y="568"/>
                  </a:lnTo>
                  <a:lnTo>
                    <a:pt x="558" y="568"/>
                  </a:lnTo>
                  <a:lnTo>
                    <a:pt x="561" y="570"/>
                  </a:lnTo>
                  <a:lnTo>
                    <a:pt x="563" y="570"/>
                  </a:lnTo>
                  <a:lnTo>
                    <a:pt x="565" y="571"/>
                  </a:lnTo>
                  <a:lnTo>
                    <a:pt x="567" y="571"/>
                  </a:lnTo>
                  <a:lnTo>
                    <a:pt x="569" y="573"/>
                  </a:lnTo>
                  <a:lnTo>
                    <a:pt x="571" y="573"/>
                  </a:lnTo>
                  <a:lnTo>
                    <a:pt x="573" y="572"/>
                  </a:lnTo>
                  <a:lnTo>
                    <a:pt x="577" y="570"/>
                  </a:lnTo>
                  <a:lnTo>
                    <a:pt x="581" y="569"/>
                  </a:lnTo>
                  <a:lnTo>
                    <a:pt x="583" y="571"/>
                  </a:lnTo>
                  <a:lnTo>
                    <a:pt x="584" y="574"/>
                  </a:lnTo>
                  <a:lnTo>
                    <a:pt x="583" y="577"/>
                  </a:lnTo>
                  <a:lnTo>
                    <a:pt x="583" y="580"/>
                  </a:lnTo>
                  <a:lnTo>
                    <a:pt x="585" y="581"/>
                  </a:lnTo>
                  <a:lnTo>
                    <a:pt x="587" y="583"/>
                  </a:lnTo>
                  <a:lnTo>
                    <a:pt x="588" y="585"/>
                  </a:lnTo>
                  <a:lnTo>
                    <a:pt x="588" y="587"/>
                  </a:lnTo>
                  <a:lnTo>
                    <a:pt x="588" y="589"/>
                  </a:lnTo>
                  <a:lnTo>
                    <a:pt x="589" y="591"/>
                  </a:lnTo>
                  <a:close/>
                </a:path>
              </a:pathLst>
            </a:custGeom>
            <a:solidFill>
              <a:srgbClr val="ECB78D">
                <a:alpha val="24000"/>
              </a:srgbClr>
            </a:solidFill>
            <a:ln>
              <a:noFill/>
            </a:ln>
          </p:spPr>
          <p:txBody>
            <a:bodyPr anchor="ctr"/>
            <a:lstStyle/>
            <a:p>
              <a:pPr algn="ctr">
                <a:buNone/>
              </a:pPr>
            </a:p>
          </p:txBody>
        </p:sp>
        <p:sp>
          <p:nvSpPr>
            <p:cNvPr id="3031" name="addition:input:154"/>
            <p:cNvSpPr>
              <a:spLocks noGrp="1"/>
            </p:cNvSpPr>
            <p:nvPr/>
          </p:nvSpPr>
          <p:spPr>
            <a:xfrm>
              <a:off x="209550" y="5438775"/>
              <a:ext cx="1022116" cy="1057229"/>
            </a:xfrm>
            <a:custGeom>
              <a:avLst/>
              <a:gdLst/>
              <a:ahLst/>
              <a:cxnLst/>
              <a:rect l="l" t="t" r="r" b="b"/>
              <a:pathLst>
                <a:path w="621" h="564">
                  <a:moveTo>
                    <a:pt x="0" y="0"/>
                  </a:moveTo>
                  <a:moveTo>
                    <a:pt x="618" y="537"/>
                  </a:moveTo>
                  <a:lnTo>
                    <a:pt x="618" y="539"/>
                  </a:lnTo>
                  <a:lnTo>
                    <a:pt x="617" y="542"/>
                  </a:lnTo>
                  <a:lnTo>
                    <a:pt x="615" y="544"/>
                  </a:lnTo>
                  <a:lnTo>
                    <a:pt x="614" y="545"/>
                  </a:lnTo>
                  <a:lnTo>
                    <a:pt x="612" y="547"/>
                  </a:lnTo>
                  <a:lnTo>
                    <a:pt x="612" y="549"/>
                  </a:lnTo>
                  <a:lnTo>
                    <a:pt x="610" y="551"/>
                  </a:lnTo>
                  <a:lnTo>
                    <a:pt x="608" y="553"/>
                  </a:lnTo>
                  <a:lnTo>
                    <a:pt x="607" y="554"/>
                  </a:lnTo>
                  <a:lnTo>
                    <a:pt x="605" y="556"/>
                  </a:lnTo>
                  <a:lnTo>
                    <a:pt x="605" y="559"/>
                  </a:lnTo>
                  <a:lnTo>
                    <a:pt x="604" y="563"/>
                  </a:lnTo>
                  <a:lnTo>
                    <a:pt x="602" y="564"/>
                  </a:lnTo>
                  <a:lnTo>
                    <a:pt x="599" y="563"/>
                  </a:lnTo>
                  <a:lnTo>
                    <a:pt x="596" y="560"/>
                  </a:lnTo>
                  <a:lnTo>
                    <a:pt x="593" y="559"/>
                  </a:lnTo>
                  <a:lnTo>
                    <a:pt x="592" y="558"/>
                  </a:lnTo>
                  <a:lnTo>
                    <a:pt x="590" y="559"/>
                  </a:lnTo>
                  <a:lnTo>
                    <a:pt x="588" y="560"/>
                  </a:lnTo>
                  <a:lnTo>
                    <a:pt x="586" y="560"/>
                  </a:lnTo>
                  <a:lnTo>
                    <a:pt x="584" y="560"/>
                  </a:lnTo>
                  <a:lnTo>
                    <a:pt x="582" y="560"/>
                  </a:lnTo>
                  <a:lnTo>
                    <a:pt x="580" y="560"/>
                  </a:lnTo>
                  <a:lnTo>
                    <a:pt x="578" y="560"/>
                  </a:lnTo>
                  <a:lnTo>
                    <a:pt x="576" y="558"/>
                  </a:lnTo>
                  <a:lnTo>
                    <a:pt x="575" y="555"/>
                  </a:lnTo>
                  <a:lnTo>
                    <a:pt x="575" y="553"/>
                  </a:lnTo>
                  <a:lnTo>
                    <a:pt x="573" y="552"/>
                  </a:lnTo>
                  <a:lnTo>
                    <a:pt x="571" y="550"/>
                  </a:lnTo>
                  <a:lnTo>
                    <a:pt x="569" y="549"/>
                  </a:lnTo>
                  <a:lnTo>
                    <a:pt x="569" y="546"/>
                  </a:lnTo>
                  <a:lnTo>
                    <a:pt x="571" y="543"/>
                  </a:lnTo>
                  <a:lnTo>
                    <a:pt x="572" y="541"/>
                  </a:lnTo>
                  <a:lnTo>
                    <a:pt x="572" y="539"/>
                  </a:lnTo>
                  <a:lnTo>
                    <a:pt x="570" y="537"/>
                  </a:lnTo>
                  <a:lnTo>
                    <a:pt x="567" y="535"/>
                  </a:lnTo>
                  <a:lnTo>
                    <a:pt x="565" y="533"/>
                  </a:lnTo>
                  <a:lnTo>
                    <a:pt x="565" y="530"/>
                  </a:lnTo>
                  <a:lnTo>
                    <a:pt x="565" y="528"/>
                  </a:lnTo>
                  <a:lnTo>
                    <a:pt x="566" y="525"/>
                  </a:lnTo>
                  <a:lnTo>
                    <a:pt x="566" y="523"/>
                  </a:lnTo>
                  <a:lnTo>
                    <a:pt x="569" y="522"/>
                  </a:lnTo>
                  <a:lnTo>
                    <a:pt x="572" y="522"/>
                  </a:lnTo>
                  <a:lnTo>
                    <a:pt x="574" y="522"/>
                  </a:lnTo>
                  <a:lnTo>
                    <a:pt x="576" y="521"/>
                  </a:lnTo>
                  <a:lnTo>
                    <a:pt x="577" y="519"/>
                  </a:lnTo>
                  <a:lnTo>
                    <a:pt x="578" y="516"/>
                  </a:lnTo>
                  <a:lnTo>
                    <a:pt x="579" y="514"/>
                  </a:lnTo>
                  <a:lnTo>
                    <a:pt x="582" y="514"/>
                  </a:lnTo>
                  <a:lnTo>
                    <a:pt x="585" y="515"/>
                  </a:lnTo>
                  <a:lnTo>
                    <a:pt x="587" y="515"/>
                  </a:lnTo>
                  <a:lnTo>
                    <a:pt x="589" y="513"/>
                  </a:lnTo>
                  <a:lnTo>
                    <a:pt x="592" y="511"/>
                  </a:lnTo>
                  <a:lnTo>
                    <a:pt x="595" y="510"/>
                  </a:lnTo>
                  <a:lnTo>
                    <a:pt x="598" y="511"/>
                  </a:lnTo>
                  <a:lnTo>
                    <a:pt x="600" y="512"/>
                  </a:lnTo>
                  <a:lnTo>
                    <a:pt x="603" y="514"/>
                  </a:lnTo>
                  <a:lnTo>
                    <a:pt x="605" y="516"/>
                  </a:lnTo>
                  <a:lnTo>
                    <a:pt x="606" y="518"/>
                  </a:lnTo>
                  <a:lnTo>
                    <a:pt x="608" y="520"/>
                  </a:lnTo>
                  <a:lnTo>
                    <a:pt x="608" y="522"/>
                  </a:lnTo>
                  <a:lnTo>
                    <a:pt x="610" y="524"/>
                  </a:lnTo>
                  <a:lnTo>
                    <a:pt x="612" y="524"/>
                  </a:lnTo>
                  <a:lnTo>
                    <a:pt x="616" y="524"/>
                  </a:lnTo>
                  <a:lnTo>
                    <a:pt x="620" y="525"/>
                  </a:lnTo>
                  <a:lnTo>
                    <a:pt x="621" y="527"/>
                  </a:lnTo>
                  <a:lnTo>
                    <a:pt x="620" y="530"/>
                  </a:lnTo>
                  <a:lnTo>
                    <a:pt x="619" y="533"/>
                  </a:lnTo>
                  <a:lnTo>
                    <a:pt x="618" y="535"/>
                  </a:lnTo>
                  <a:close/>
                </a:path>
              </a:pathLst>
            </a:custGeom>
            <a:solidFill>
              <a:srgbClr val="ECB78D">
                <a:alpha val="24000"/>
              </a:srgbClr>
            </a:solidFill>
            <a:ln>
              <a:noFill/>
            </a:ln>
          </p:spPr>
          <p:txBody>
            <a:bodyPr anchor="ctr"/>
            <a:lstStyle/>
            <a:p>
              <a:pPr algn="ctr">
                <a:buNone/>
              </a:pPr>
            </a:p>
          </p:txBody>
        </p:sp>
        <p:sp>
          <p:nvSpPr>
            <p:cNvPr id="3032" name="addition:input:155"/>
            <p:cNvSpPr>
              <a:spLocks noGrp="1"/>
            </p:cNvSpPr>
            <p:nvPr/>
          </p:nvSpPr>
          <p:spPr>
            <a:xfrm>
              <a:off x="209550" y="5438775"/>
              <a:ext cx="1142268" cy="1014115"/>
            </a:xfrm>
            <a:custGeom>
              <a:avLst/>
              <a:gdLst/>
              <a:ahLst/>
              <a:cxnLst/>
              <a:rect l="l" t="t" r="r" b="b"/>
              <a:pathLst>
                <a:path w="694" h="541">
                  <a:moveTo>
                    <a:pt x="0" y="0"/>
                  </a:moveTo>
                  <a:moveTo>
                    <a:pt x="691" y="515"/>
                  </a:moveTo>
                  <a:lnTo>
                    <a:pt x="691" y="517"/>
                  </a:lnTo>
                  <a:lnTo>
                    <a:pt x="691" y="519"/>
                  </a:lnTo>
                  <a:lnTo>
                    <a:pt x="690" y="521"/>
                  </a:lnTo>
                  <a:lnTo>
                    <a:pt x="688" y="523"/>
                  </a:lnTo>
                  <a:lnTo>
                    <a:pt x="686" y="524"/>
                  </a:lnTo>
                  <a:lnTo>
                    <a:pt x="685" y="526"/>
                  </a:lnTo>
                  <a:lnTo>
                    <a:pt x="684" y="528"/>
                  </a:lnTo>
                  <a:lnTo>
                    <a:pt x="683" y="530"/>
                  </a:lnTo>
                  <a:lnTo>
                    <a:pt x="681" y="531"/>
                  </a:lnTo>
                  <a:lnTo>
                    <a:pt x="679" y="532"/>
                  </a:lnTo>
                  <a:lnTo>
                    <a:pt x="677" y="534"/>
                  </a:lnTo>
                  <a:lnTo>
                    <a:pt x="677" y="537"/>
                  </a:lnTo>
                  <a:lnTo>
                    <a:pt x="675" y="540"/>
                  </a:lnTo>
                  <a:lnTo>
                    <a:pt x="673" y="541"/>
                  </a:lnTo>
                  <a:lnTo>
                    <a:pt x="670" y="540"/>
                  </a:lnTo>
                  <a:lnTo>
                    <a:pt x="668" y="538"/>
                  </a:lnTo>
                  <a:lnTo>
                    <a:pt x="666" y="536"/>
                  </a:lnTo>
                  <a:lnTo>
                    <a:pt x="664" y="535"/>
                  </a:lnTo>
                  <a:lnTo>
                    <a:pt x="662" y="536"/>
                  </a:lnTo>
                  <a:lnTo>
                    <a:pt x="661" y="536"/>
                  </a:lnTo>
                  <a:lnTo>
                    <a:pt x="659" y="536"/>
                  </a:lnTo>
                  <a:lnTo>
                    <a:pt x="657" y="535"/>
                  </a:lnTo>
                  <a:lnTo>
                    <a:pt x="656" y="535"/>
                  </a:lnTo>
                  <a:lnTo>
                    <a:pt x="653" y="535"/>
                  </a:lnTo>
                  <a:lnTo>
                    <a:pt x="651" y="535"/>
                  </a:lnTo>
                  <a:lnTo>
                    <a:pt x="650" y="533"/>
                  </a:lnTo>
                  <a:lnTo>
                    <a:pt x="650" y="530"/>
                  </a:lnTo>
                  <a:lnTo>
                    <a:pt x="650" y="528"/>
                  </a:lnTo>
                  <a:lnTo>
                    <a:pt x="648" y="527"/>
                  </a:lnTo>
                  <a:lnTo>
                    <a:pt x="646" y="526"/>
                  </a:lnTo>
                  <a:lnTo>
                    <a:pt x="645" y="524"/>
                  </a:lnTo>
                  <a:lnTo>
                    <a:pt x="646" y="522"/>
                  </a:lnTo>
                  <a:lnTo>
                    <a:pt x="648" y="519"/>
                  </a:lnTo>
                  <a:lnTo>
                    <a:pt x="649" y="517"/>
                  </a:lnTo>
                  <a:lnTo>
                    <a:pt x="649" y="515"/>
                  </a:lnTo>
                  <a:lnTo>
                    <a:pt x="648" y="513"/>
                  </a:lnTo>
                  <a:lnTo>
                    <a:pt x="646" y="511"/>
                  </a:lnTo>
                  <a:lnTo>
                    <a:pt x="645" y="509"/>
                  </a:lnTo>
                  <a:lnTo>
                    <a:pt x="645" y="507"/>
                  </a:lnTo>
                  <a:lnTo>
                    <a:pt x="645" y="504"/>
                  </a:lnTo>
                  <a:lnTo>
                    <a:pt x="645" y="502"/>
                  </a:lnTo>
                  <a:lnTo>
                    <a:pt x="646" y="500"/>
                  </a:lnTo>
                  <a:lnTo>
                    <a:pt x="648" y="499"/>
                  </a:lnTo>
                  <a:lnTo>
                    <a:pt x="650" y="499"/>
                  </a:lnTo>
                  <a:lnTo>
                    <a:pt x="653" y="499"/>
                  </a:lnTo>
                  <a:lnTo>
                    <a:pt x="654" y="499"/>
                  </a:lnTo>
                  <a:lnTo>
                    <a:pt x="655" y="497"/>
                  </a:lnTo>
                  <a:lnTo>
                    <a:pt x="656" y="494"/>
                  </a:lnTo>
                  <a:lnTo>
                    <a:pt x="658" y="493"/>
                  </a:lnTo>
                  <a:lnTo>
                    <a:pt x="660" y="493"/>
                  </a:lnTo>
                  <a:lnTo>
                    <a:pt x="662" y="494"/>
                  </a:lnTo>
                  <a:lnTo>
                    <a:pt x="664" y="494"/>
                  </a:lnTo>
                  <a:lnTo>
                    <a:pt x="666" y="493"/>
                  </a:lnTo>
                  <a:lnTo>
                    <a:pt x="668" y="491"/>
                  </a:lnTo>
                  <a:lnTo>
                    <a:pt x="671" y="491"/>
                  </a:lnTo>
                  <a:lnTo>
                    <a:pt x="673" y="491"/>
                  </a:lnTo>
                  <a:lnTo>
                    <a:pt x="676" y="493"/>
                  </a:lnTo>
                  <a:lnTo>
                    <a:pt x="678" y="494"/>
                  </a:lnTo>
                  <a:lnTo>
                    <a:pt x="679" y="496"/>
                  </a:lnTo>
                  <a:lnTo>
                    <a:pt x="681" y="498"/>
                  </a:lnTo>
                  <a:lnTo>
                    <a:pt x="682" y="500"/>
                  </a:lnTo>
                  <a:lnTo>
                    <a:pt x="682" y="503"/>
                  </a:lnTo>
                  <a:lnTo>
                    <a:pt x="683" y="504"/>
                  </a:lnTo>
                  <a:lnTo>
                    <a:pt x="685" y="505"/>
                  </a:lnTo>
                  <a:lnTo>
                    <a:pt x="689" y="505"/>
                  </a:lnTo>
                  <a:lnTo>
                    <a:pt x="692" y="506"/>
                  </a:lnTo>
                  <a:lnTo>
                    <a:pt x="694" y="508"/>
                  </a:lnTo>
                  <a:lnTo>
                    <a:pt x="693" y="511"/>
                  </a:lnTo>
                  <a:lnTo>
                    <a:pt x="692" y="513"/>
                  </a:lnTo>
                  <a:close/>
                </a:path>
              </a:pathLst>
            </a:custGeom>
            <a:solidFill>
              <a:srgbClr val="ECB78D">
                <a:alpha val="24000"/>
              </a:srgbClr>
            </a:solidFill>
            <a:ln>
              <a:noFill/>
            </a:ln>
          </p:spPr>
          <p:txBody>
            <a:bodyPr anchor="ctr"/>
            <a:lstStyle/>
            <a:p>
              <a:pPr algn="ctr">
                <a:buNone/>
              </a:pPr>
            </a:p>
          </p:txBody>
        </p:sp>
        <p:sp>
          <p:nvSpPr>
            <p:cNvPr id="3033" name="addition:input:156"/>
            <p:cNvSpPr>
              <a:spLocks noGrp="1"/>
            </p:cNvSpPr>
            <p:nvPr/>
          </p:nvSpPr>
          <p:spPr>
            <a:xfrm>
              <a:off x="209550" y="5438775"/>
              <a:ext cx="1257483" cy="1075974"/>
            </a:xfrm>
            <a:custGeom>
              <a:avLst/>
              <a:gdLst/>
              <a:ahLst/>
              <a:cxnLst/>
              <a:rect l="l" t="t" r="r" b="b"/>
              <a:pathLst>
                <a:path w="764" h="574">
                  <a:moveTo>
                    <a:pt x="0" y="0"/>
                  </a:moveTo>
                  <a:moveTo>
                    <a:pt x="764" y="546"/>
                  </a:moveTo>
                  <a:lnTo>
                    <a:pt x="764" y="548"/>
                  </a:lnTo>
                  <a:lnTo>
                    <a:pt x="763" y="550"/>
                  </a:lnTo>
                  <a:lnTo>
                    <a:pt x="763" y="552"/>
                  </a:lnTo>
                  <a:lnTo>
                    <a:pt x="763" y="555"/>
                  </a:lnTo>
                  <a:lnTo>
                    <a:pt x="762" y="557"/>
                  </a:lnTo>
                  <a:lnTo>
                    <a:pt x="760" y="558"/>
                  </a:lnTo>
                  <a:lnTo>
                    <a:pt x="759" y="559"/>
                  </a:lnTo>
                  <a:lnTo>
                    <a:pt x="757" y="561"/>
                  </a:lnTo>
                  <a:lnTo>
                    <a:pt x="756" y="563"/>
                  </a:lnTo>
                  <a:lnTo>
                    <a:pt x="755" y="564"/>
                  </a:lnTo>
                  <a:lnTo>
                    <a:pt x="752" y="565"/>
                  </a:lnTo>
                  <a:lnTo>
                    <a:pt x="750" y="564"/>
                  </a:lnTo>
                  <a:lnTo>
                    <a:pt x="748" y="564"/>
                  </a:lnTo>
                  <a:lnTo>
                    <a:pt x="746" y="566"/>
                  </a:lnTo>
                  <a:lnTo>
                    <a:pt x="745" y="570"/>
                  </a:lnTo>
                  <a:lnTo>
                    <a:pt x="743" y="573"/>
                  </a:lnTo>
                  <a:lnTo>
                    <a:pt x="740" y="574"/>
                  </a:lnTo>
                  <a:lnTo>
                    <a:pt x="737" y="572"/>
                  </a:lnTo>
                  <a:lnTo>
                    <a:pt x="735" y="570"/>
                  </a:lnTo>
                  <a:lnTo>
                    <a:pt x="733" y="568"/>
                  </a:lnTo>
                  <a:lnTo>
                    <a:pt x="731" y="567"/>
                  </a:lnTo>
                  <a:lnTo>
                    <a:pt x="729" y="566"/>
                  </a:lnTo>
                  <a:lnTo>
                    <a:pt x="728" y="565"/>
                  </a:lnTo>
                  <a:lnTo>
                    <a:pt x="726" y="563"/>
                  </a:lnTo>
                  <a:lnTo>
                    <a:pt x="724" y="562"/>
                  </a:lnTo>
                  <a:lnTo>
                    <a:pt x="722" y="562"/>
                  </a:lnTo>
                  <a:lnTo>
                    <a:pt x="719" y="562"/>
                  </a:lnTo>
                  <a:lnTo>
                    <a:pt x="718" y="561"/>
                  </a:lnTo>
                  <a:lnTo>
                    <a:pt x="717" y="558"/>
                  </a:lnTo>
                  <a:lnTo>
                    <a:pt x="718" y="556"/>
                  </a:lnTo>
                  <a:lnTo>
                    <a:pt x="717" y="554"/>
                  </a:lnTo>
                  <a:lnTo>
                    <a:pt x="716" y="552"/>
                  </a:lnTo>
                  <a:lnTo>
                    <a:pt x="714" y="551"/>
                  </a:lnTo>
                  <a:lnTo>
                    <a:pt x="714" y="548"/>
                  </a:lnTo>
                  <a:lnTo>
                    <a:pt x="715" y="546"/>
                  </a:lnTo>
                  <a:lnTo>
                    <a:pt x="718" y="544"/>
                  </a:lnTo>
                  <a:lnTo>
                    <a:pt x="720" y="542"/>
                  </a:lnTo>
                  <a:lnTo>
                    <a:pt x="721" y="541"/>
                  </a:lnTo>
                  <a:lnTo>
                    <a:pt x="722" y="539"/>
                  </a:lnTo>
                  <a:lnTo>
                    <a:pt x="722" y="537"/>
                  </a:lnTo>
                  <a:lnTo>
                    <a:pt x="722" y="535"/>
                  </a:lnTo>
                  <a:lnTo>
                    <a:pt x="723" y="532"/>
                  </a:lnTo>
                  <a:lnTo>
                    <a:pt x="723" y="530"/>
                  </a:lnTo>
                  <a:lnTo>
                    <a:pt x="723" y="527"/>
                  </a:lnTo>
                  <a:lnTo>
                    <a:pt x="724" y="525"/>
                  </a:lnTo>
                  <a:lnTo>
                    <a:pt x="727" y="524"/>
                  </a:lnTo>
                  <a:lnTo>
                    <a:pt x="730" y="525"/>
                  </a:lnTo>
                  <a:lnTo>
                    <a:pt x="732" y="526"/>
                  </a:lnTo>
                  <a:lnTo>
                    <a:pt x="734" y="526"/>
                  </a:lnTo>
                  <a:lnTo>
                    <a:pt x="735" y="524"/>
                  </a:lnTo>
                  <a:lnTo>
                    <a:pt x="736" y="523"/>
                  </a:lnTo>
                  <a:lnTo>
                    <a:pt x="738" y="522"/>
                  </a:lnTo>
                  <a:lnTo>
                    <a:pt x="740" y="523"/>
                  </a:lnTo>
                  <a:lnTo>
                    <a:pt x="741" y="525"/>
                  </a:lnTo>
                  <a:lnTo>
                    <a:pt x="743" y="525"/>
                  </a:lnTo>
                  <a:lnTo>
                    <a:pt x="745" y="524"/>
                  </a:lnTo>
                  <a:lnTo>
                    <a:pt x="747" y="524"/>
                  </a:lnTo>
                  <a:lnTo>
                    <a:pt x="749" y="524"/>
                  </a:lnTo>
                  <a:lnTo>
                    <a:pt x="751" y="525"/>
                  </a:lnTo>
                  <a:lnTo>
                    <a:pt x="752" y="526"/>
                  </a:lnTo>
                  <a:lnTo>
                    <a:pt x="754" y="527"/>
                  </a:lnTo>
                  <a:lnTo>
                    <a:pt x="756" y="529"/>
                  </a:lnTo>
                  <a:lnTo>
                    <a:pt x="757" y="531"/>
                  </a:lnTo>
                  <a:lnTo>
                    <a:pt x="756" y="535"/>
                  </a:lnTo>
                  <a:lnTo>
                    <a:pt x="755" y="537"/>
                  </a:lnTo>
                  <a:lnTo>
                    <a:pt x="755" y="539"/>
                  </a:lnTo>
                  <a:lnTo>
                    <a:pt x="757" y="541"/>
                  </a:lnTo>
                  <a:lnTo>
                    <a:pt x="760" y="542"/>
                  </a:lnTo>
                  <a:lnTo>
                    <a:pt x="763" y="544"/>
                  </a:lnTo>
                  <a:close/>
                </a:path>
              </a:pathLst>
            </a:custGeom>
            <a:solidFill>
              <a:srgbClr val="ECB78D">
                <a:alpha val="24000"/>
              </a:srgbClr>
            </a:solidFill>
            <a:ln>
              <a:noFill/>
            </a:ln>
          </p:spPr>
          <p:txBody>
            <a:bodyPr anchor="ctr"/>
            <a:lstStyle/>
            <a:p>
              <a:pPr algn="ctr">
                <a:buNone/>
              </a:pPr>
            </a:p>
          </p:txBody>
        </p:sp>
        <p:sp>
          <p:nvSpPr>
            <p:cNvPr id="3034" name="addition:input:157"/>
            <p:cNvSpPr>
              <a:spLocks noGrp="1"/>
            </p:cNvSpPr>
            <p:nvPr/>
          </p:nvSpPr>
          <p:spPr>
            <a:xfrm>
              <a:off x="209550" y="5438775"/>
              <a:ext cx="1665671" cy="834161"/>
            </a:xfrm>
            <a:custGeom>
              <a:avLst/>
              <a:gdLst/>
              <a:ahLst/>
              <a:cxnLst/>
              <a:rect l="l" t="t" r="r" b="b"/>
              <a:pathLst>
                <a:path w="1012" h="445">
                  <a:moveTo>
                    <a:pt x="0" y="0"/>
                  </a:moveTo>
                  <a:moveTo>
                    <a:pt x="1007" y="309"/>
                  </a:moveTo>
                  <a:lnTo>
                    <a:pt x="1001" y="322"/>
                  </a:lnTo>
                  <a:lnTo>
                    <a:pt x="987" y="333"/>
                  </a:lnTo>
                  <a:lnTo>
                    <a:pt x="966" y="342"/>
                  </a:lnTo>
                  <a:lnTo>
                    <a:pt x="947" y="349"/>
                  </a:lnTo>
                  <a:lnTo>
                    <a:pt x="940" y="358"/>
                  </a:lnTo>
                  <a:lnTo>
                    <a:pt x="945" y="373"/>
                  </a:lnTo>
                  <a:lnTo>
                    <a:pt x="954" y="393"/>
                  </a:lnTo>
                  <a:lnTo>
                    <a:pt x="953" y="411"/>
                  </a:lnTo>
                  <a:lnTo>
                    <a:pt x="940" y="421"/>
                  </a:lnTo>
                  <a:lnTo>
                    <a:pt x="921" y="424"/>
                  </a:lnTo>
                  <a:lnTo>
                    <a:pt x="904" y="427"/>
                  </a:lnTo>
                  <a:lnTo>
                    <a:pt x="891" y="433"/>
                  </a:lnTo>
                  <a:lnTo>
                    <a:pt x="879" y="441"/>
                  </a:lnTo>
                  <a:lnTo>
                    <a:pt x="866" y="445"/>
                  </a:lnTo>
                  <a:lnTo>
                    <a:pt x="851" y="444"/>
                  </a:lnTo>
                  <a:lnTo>
                    <a:pt x="837" y="440"/>
                  </a:lnTo>
                  <a:lnTo>
                    <a:pt x="824" y="439"/>
                  </a:lnTo>
                  <a:lnTo>
                    <a:pt x="812" y="442"/>
                  </a:lnTo>
                  <a:lnTo>
                    <a:pt x="800" y="442"/>
                  </a:lnTo>
                  <a:lnTo>
                    <a:pt x="789" y="436"/>
                  </a:lnTo>
                  <a:lnTo>
                    <a:pt x="780" y="428"/>
                  </a:lnTo>
                  <a:lnTo>
                    <a:pt x="769" y="424"/>
                  </a:lnTo>
                  <a:lnTo>
                    <a:pt x="753" y="428"/>
                  </a:lnTo>
                  <a:lnTo>
                    <a:pt x="731" y="436"/>
                  </a:lnTo>
                  <a:lnTo>
                    <a:pt x="710" y="437"/>
                  </a:lnTo>
                  <a:lnTo>
                    <a:pt x="697" y="427"/>
                  </a:lnTo>
                  <a:lnTo>
                    <a:pt x="697" y="409"/>
                  </a:lnTo>
                  <a:lnTo>
                    <a:pt x="702" y="389"/>
                  </a:lnTo>
                  <a:lnTo>
                    <a:pt x="704" y="374"/>
                  </a:lnTo>
                  <a:lnTo>
                    <a:pt x="699" y="363"/>
                  </a:lnTo>
                  <a:lnTo>
                    <a:pt x="690" y="354"/>
                  </a:lnTo>
                  <a:lnTo>
                    <a:pt x="684" y="343"/>
                  </a:lnTo>
                  <a:lnTo>
                    <a:pt x="679" y="332"/>
                  </a:lnTo>
                  <a:lnTo>
                    <a:pt x="671" y="321"/>
                  </a:lnTo>
                  <a:lnTo>
                    <a:pt x="658" y="309"/>
                  </a:lnTo>
                  <a:lnTo>
                    <a:pt x="646" y="296"/>
                  </a:lnTo>
                  <a:lnTo>
                    <a:pt x="643" y="282"/>
                  </a:lnTo>
                  <a:lnTo>
                    <a:pt x="650" y="270"/>
                  </a:lnTo>
                  <a:lnTo>
                    <a:pt x="661" y="261"/>
                  </a:lnTo>
                  <a:lnTo>
                    <a:pt x="666" y="250"/>
                  </a:lnTo>
                  <a:lnTo>
                    <a:pt x="664" y="236"/>
                  </a:lnTo>
                  <a:lnTo>
                    <a:pt x="663" y="220"/>
                  </a:lnTo>
                  <a:lnTo>
                    <a:pt x="671" y="209"/>
                  </a:lnTo>
                  <a:lnTo>
                    <a:pt x="691" y="207"/>
                  </a:lnTo>
                  <a:lnTo>
                    <a:pt x="714" y="210"/>
                  </a:lnTo>
                  <a:lnTo>
                    <a:pt x="732" y="212"/>
                  </a:lnTo>
                  <a:lnTo>
                    <a:pt x="742" y="206"/>
                  </a:lnTo>
                  <a:lnTo>
                    <a:pt x="751" y="193"/>
                  </a:lnTo>
                  <a:lnTo>
                    <a:pt x="761" y="181"/>
                  </a:lnTo>
                  <a:lnTo>
                    <a:pt x="775" y="172"/>
                  </a:lnTo>
                  <a:lnTo>
                    <a:pt x="792" y="165"/>
                  </a:lnTo>
                  <a:lnTo>
                    <a:pt x="809" y="158"/>
                  </a:lnTo>
                  <a:lnTo>
                    <a:pt x="828" y="152"/>
                  </a:lnTo>
                  <a:lnTo>
                    <a:pt x="848" y="153"/>
                  </a:lnTo>
                  <a:lnTo>
                    <a:pt x="865" y="164"/>
                  </a:lnTo>
                  <a:lnTo>
                    <a:pt x="877" y="182"/>
                  </a:lnTo>
                  <a:lnTo>
                    <a:pt x="887" y="197"/>
                  </a:lnTo>
                  <a:lnTo>
                    <a:pt x="901" y="202"/>
                  </a:lnTo>
                  <a:lnTo>
                    <a:pt x="921" y="200"/>
                  </a:lnTo>
                  <a:lnTo>
                    <a:pt x="940" y="200"/>
                  </a:lnTo>
                  <a:lnTo>
                    <a:pt x="954" y="208"/>
                  </a:lnTo>
                  <a:lnTo>
                    <a:pt x="959" y="221"/>
                  </a:lnTo>
                  <a:lnTo>
                    <a:pt x="962" y="234"/>
                  </a:lnTo>
                  <a:lnTo>
                    <a:pt x="971" y="243"/>
                  </a:lnTo>
                  <a:lnTo>
                    <a:pt x="987" y="249"/>
                  </a:lnTo>
                  <a:lnTo>
                    <a:pt x="1003" y="257"/>
                  </a:lnTo>
                  <a:lnTo>
                    <a:pt x="1012" y="269"/>
                  </a:lnTo>
                  <a:lnTo>
                    <a:pt x="1012" y="282"/>
                  </a:lnTo>
                  <a:lnTo>
                    <a:pt x="1010" y="296"/>
                  </a:lnTo>
                  <a:close/>
                </a:path>
              </a:pathLst>
            </a:custGeom>
            <a:solidFill>
              <a:srgbClr val="C5E9DF">
                <a:alpha val="43000"/>
              </a:srgbClr>
            </a:solidFill>
            <a:ln>
              <a:noFill/>
            </a:ln>
          </p:spPr>
          <p:txBody>
            <a:bodyPr anchor="ctr"/>
            <a:lstStyle/>
            <a:p>
              <a:pPr algn="ctr">
                <a:buNone/>
              </a:pPr>
            </a:p>
          </p:txBody>
        </p:sp>
        <p:sp>
          <p:nvSpPr>
            <p:cNvPr id="3035" name="addition:input:158"/>
            <p:cNvSpPr>
              <a:spLocks noGrp="1"/>
            </p:cNvSpPr>
            <p:nvPr/>
          </p:nvSpPr>
          <p:spPr>
            <a:xfrm>
              <a:off x="209550" y="5438775"/>
              <a:ext cx="1614648" cy="847283"/>
            </a:xfrm>
            <a:custGeom>
              <a:avLst/>
              <a:gdLst/>
              <a:ahLst/>
              <a:cxnLst/>
              <a:rect l="l" t="t" r="r" b="b"/>
              <a:pathLst>
                <a:path w="981" h="452">
                  <a:moveTo>
                    <a:pt x="0" y="0"/>
                  </a:moveTo>
                  <a:moveTo>
                    <a:pt x="981" y="314"/>
                  </a:moveTo>
                  <a:lnTo>
                    <a:pt x="976" y="325"/>
                  </a:lnTo>
                  <a:lnTo>
                    <a:pt x="966" y="335"/>
                  </a:lnTo>
                  <a:lnTo>
                    <a:pt x="960" y="345"/>
                  </a:lnTo>
                  <a:lnTo>
                    <a:pt x="962" y="356"/>
                  </a:lnTo>
                  <a:lnTo>
                    <a:pt x="966" y="369"/>
                  </a:lnTo>
                  <a:lnTo>
                    <a:pt x="962" y="380"/>
                  </a:lnTo>
                  <a:lnTo>
                    <a:pt x="948" y="386"/>
                  </a:lnTo>
                  <a:lnTo>
                    <a:pt x="930" y="388"/>
                  </a:lnTo>
                  <a:lnTo>
                    <a:pt x="913" y="389"/>
                  </a:lnTo>
                  <a:lnTo>
                    <a:pt x="903" y="394"/>
                  </a:lnTo>
                  <a:lnTo>
                    <a:pt x="895" y="403"/>
                  </a:lnTo>
                  <a:lnTo>
                    <a:pt x="886" y="412"/>
                  </a:lnTo>
                  <a:lnTo>
                    <a:pt x="875" y="420"/>
                  </a:lnTo>
                  <a:lnTo>
                    <a:pt x="863" y="428"/>
                  </a:lnTo>
                  <a:lnTo>
                    <a:pt x="850" y="438"/>
                  </a:lnTo>
                  <a:lnTo>
                    <a:pt x="836" y="448"/>
                  </a:lnTo>
                  <a:lnTo>
                    <a:pt x="820" y="452"/>
                  </a:lnTo>
                  <a:lnTo>
                    <a:pt x="803" y="446"/>
                  </a:lnTo>
                  <a:lnTo>
                    <a:pt x="789" y="431"/>
                  </a:lnTo>
                  <a:lnTo>
                    <a:pt x="779" y="416"/>
                  </a:lnTo>
                  <a:lnTo>
                    <a:pt x="768" y="411"/>
                  </a:lnTo>
                  <a:lnTo>
                    <a:pt x="753" y="413"/>
                  </a:lnTo>
                  <a:lnTo>
                    <a:pt x="738" y="416"/>
                  </a:lnTo>
                  <a:lnTo>
                    <a:pt x="725" y="413"/>
                  </a:lnTo>
                  <a:lnTo>
                    <a:pt x="717" y="404"/>
                  </a:lnTo>
                  <a:lnTo>
                    <a:pt x="711" y="395"/>
                  </a:lnTo>
                  <a:lnTo>
                    <a:pt x="703" y="388"/>
                  </a:lnTo>
                  <a:lnTo>
                    <a:pt x="691" y="384"/>
                  </a:lnTo>
                  <a:lnTo>
                    <a:pt x="679" y="378"/>
                  </a:lnTo>
                  <a:lnTo>
                    <a:pt x="673" y="369"/>
                  </a:lnTo>
                  <a:lnTo>
                    <a:pt x="670" y="358"/>
                  </a:lnTo>
                  <a:lnTo>
                    <a:pt x="669" y="347"/>
                  </a:lnTo>
                  <a:lnTo>
                    <a:pt x="665" y="337"/>
                  </a:lnTo>
                  <a:lnTo>
                    <a:pt x="664" y="325"/>
                  </a:lnTo>
                  <a:lnTo>
                    <a:pt x="672" y="314"/>
                  </a:lnTo>
                  <a:lnTo>
                    <a:pt x="689" y="304"/>
                  </a:lnTo>
                  <a:lnTo>
                    <a:pt x="707" y="297"/>
                  </a:lnTo>
                  <a:lnTo>
                    <a:pt x="715" y="289"/>
                  </a:lnTo>
                  <a:lnTo>
                    <a:pt x="710" y="278"/>
                  </a:lnTo>
                  <a:lnTo>
                    <a:pt x="699" y="263"/>
                  </a:lnTo>
                  <a:lnTo>
                    <a:pt x="693" y="248"/>
                  </a:lnTo>
                  <a:lnTo>
                    <a:pt x="697" y="236"/>
                  </a:lnTo>
                  <a:lnTo>
                    <a:pt x="709" y="230"/>
                  </a:lnTo>
                  <a:lnTo>
                    <a:pt x="722" y="224"/>
                  </a:lnTo>
                  <a:lnTo>
                    <a:pt x="731" y="218"/>
                  </a:lnTo>
                  <a:lnTo>
                    <a:pt x="741" y="211"/>
                  </a:lnTo>
                  <a:lnTo>
                    <a:pt x="752" y="208"/>
                  </a:lnTo>
                  <a:lnTo>
                    <a:pt x="765" y="208"/>
                  </a:lnTo>
                  <a:lnTo>
                    <a:pt x="777" y="209"/>
                  </a:lnTo>
                  <a:lnTo>
                    <a:pt x="786" y="206"/>
                  </a:lnTo>
                  <a:lnTo>
                    <a:pt x="795" y="200"/>
                  </a:lnTo>
                  <a:lnTo>
                    <a:pt x="806" y="196"/>
                  </a:lnTo>
                  <a:lnTo>
                    <a:pt x="816" y="199"/>
                  </a:lnTo>
                  <a:lnTo>
                    <a:pt x="826" y="207"/>
                  </a:lnTo>
                  <a:lnTo>
                    <a:pt x="836" y="212"/>
                  </a:lnTo>
                  <a:lnTo>
                    <a:pt x="848" y="209"/>
                  </a:lnTo>
                  <a:lnTo>
                    <a:pt x="865" y="200"/>
                  </a:lnTo>
                  <a:lnTo>
                    <a:pt x="883" y="194"/>
                  </a:lnTo>
                  <a:lnTo>
                    <a:pt x="898" y="198"/>
                  </a:lnTo>
                  <a:lnTo>
                    <a:pt x="905" y="211"/>
                  </a:lnTo>
                  <a:lnTo>
                    <a:pt x="907" y="226"/>
                  </a:lnTo>
                  <a:lnTo>
                    <a:pt x="910" y="240"/>
                  </a:lnTo>
                  <a:lnTo>
                    <a:pt x="915" y="250"/>
                  </a:lnTo>
                  <a:lnTo>
                    <a:pt x="922" y="259"/>
                  </a:lnTo>
                  <a:lnTo>
                    <a:pt x="927" y="268"/>
                  </a:lnTo>
                  <a:lnTo>
                    <a:pt x="932" y="277"/>
                  </a:lnTo>
                  <a:lnTo>
                    <a:pt x="942" y="285"/>
                  </a:lnTo>
                  <a:lnTo>
                    <a:pt x="957" y="293"/>
                  </a:lnTo>
                  <a:lnTo>
                    <a:pt x="974" y="303"/>
                  </a:lnTo>
                  <a:close/>
                </a:path>
              </a:pathLst>
            </a:custGeom>
            <a:solidFill>
              <a:srgbClr val="86D1BC">
                <a:alpha val="43000"/>
              </a:srgbClr>
            </a:solidFill>
            <a:ln>
              <a:noFill/>
            </a:ln>
          </p:spPr>
          <p:txBody>
            <a:bodyPr anchor="ctr"/>
            <a:lstStyle/>
            <a:p>
              <a:pPr algn="ctr">
                <a:buNone/>
              </a:pPr>
            </a:p>
          </p:txBody>
        </p:sp>
        <p:sp>
          <p:nvSpPr>
            <p:cNvPr id="3036" name="addition:input:159"/>
            <p:cNvSpPr>
              <a:spLocks noGrp="1"/>
            </p:cNvSpPr>
            <p:nvPr/>
          </p:nvSpPr>
          <p:spPr>
            <a:xfrm>
              <a:off x="209550" y="5438775"/>
              <a:ext cx="1535643" cy="809793"/>
            </a:xfrm>
            <a:custGeom>
              <a:avLst/>
              <a:gdLst/>
              <a:ahLst/>
              <a:cxnLst/>
              <a:rect l="l" t="t" r="r" b="b"/>
              <a:pathLst>
                <a:path w="933" h="432">
                  <a:moveTo>
                    <a:pt x="0" y="0"/>
                  </a:moveTo>
                  <a:moveTo>
                    <a:pt x="924" y="319"/>
                  </a:moveTo>
                  <a:lnTo>
                    <a:pt x="925" y="328"/>
                  </a:lnTo>
                  <a:lnTo>
                    <a:pt x="919" y="337"/>
                  </a:lnTo>
                  <a:lnTo>
                    <a:pt x="910" y="344"/>
                  </a:lnTo>
                  <a:lnTo>
                    <a:pt x="907" y="352"/>
                  </a:lnTo>
                  <a:lnTo>
                    <a:pt x="910" y="362"/>
                  </a:lnTo>
                  <a:lnTo>
                    <a:pt x="913" y="374"/>
                  </a:lnTo>
                  <a:lnTo>
                    <a:pt x="911" y="384"/>
                  </a:lnTo>
                  <a:lnTo>
                    <a:pt x="905" y="392"/>
                  </a:lnTo>
                  <a:lnTo>
                    <a:pt x="898" y="399"/>
                  </a:lnTo>
                  <a:lnTo>
                    <a:pt x="891" y="406"/>
                  </a:lnTo>
                  <a:lnTo>
                    <a:pt x="883" y="412"/>
                  </a:lnTo>
                  <a:lnTo>
                    <a:pt x="872" y="413"/>
                  </a:lnTo>
                  <a:lnTo>
                    <a:pt x="858" y="407"/>
                  </a:lnTo>
                  <a:lnTo>
                    <a:pt x="846" y="400"/>
                  </a:lnTo>
                  <a:lnTo>
                    <a:pt x="838" y="399"/>
                  </a:lnTo>
                  <a:lnTo>
                    <a:pt x="831" y="407"/>
                  </a:lnTo>
                  <a:lnTo>
                    <a:pt x="823" y="420"/>
                  </a:lnTo>
                  <a:lnTo>
                    <a:pt x="812" y="430"/>
                  </a:lnTo>
                  <a:lnTo>
                    <a:pt x="800" y="432"/>
                  </a:lnTo>
                  <a:lnTo>
                    <a:pt x="789" y="426"/>
                  </a:lnTo>
                  <a:lnTo>
                    <a:pt x="779" y="420"/>
                  </a:lnTo>
                  <a:lnTo>
                    <a:pt x="768" y="416"/>
                  </a:lnTo>
                  <a:lnTo>
                    <a:pt x="755" y="413"/>
                  </a:lnTo>
                  <a:lnTo>
                    <a:pt x="744" y="408"/>
                  </a:lnTo>
                  <a:lnTo>
                    <a:pt x="736" y="400"/>
                  </a:lnTo>
                  <a:lnTo>
                    <a:pt x="730" y="391"/>
                  </a:lnTo>
                  <a:lnTo>
                    <a:pt x="722" y="383"/>
                  </a:lnTo>
                  <a:lnTo>
                    <a:pt x="712" y="377"/>
                  </a:lnTo>
                  <a:lnTo>
                    <a:pt x="703" y="371"/>
                  </a:lnTo>
                  <a:lnTo>
                    <a:pt x="699" y="361"/>
                  </a:lnTo>
                  <a:lnTo>
                    <a:pt x="699" y="351"/>
                  </a:lnTo>
                  <a:lnTo>
                    <a:pt x="698" y="343"/>
                  </a:lnTo>
                  <a:lnTo>
                    <a:pt x="688" y="336"/>
                  </a:lnTo>
                  <a:lnTo>
                    <a:pt x="670" y="329"/>
                  </a:lnTo>
                  <a:lnTo>
                    <a:pt x="655" y="319"/>
                  </a:lnTo>
                  <a:lnTo>
                    <a:pt x="651" y="308"/>
                  </a:lnTo>
                  <a:lnTo>
                    <a:pt x="660" y="298"/>
                  </a:lnTo>
                  <a:lnTo>
                    <a:pt x="675" y="291"/>
                  </a:lnTo>
                  <a:lnTo>
                    <a:pt x="688" y="285"/>
                  </a:lnTo>
                  <a:lnTo>
                    <a:pt x="696" y="278"/>
                  </a:lnTo>
                  <a:lnTo>
                    <a:pt x="702" y="270"/>
                  </a:lnTo>
                  <a:lnTo>
                    <a:pt x="710" y="264"/>
                  </a:lnTo>
                  <a:lnTo>
                    <a:pt x="719" y="258"/>
                  </a:lnTo>
                  <a:lnTo>
                    <a:pt x="726" y="251"/>
                  </a:lnTo>
                  <a:lnTo>
                    <a:pt x="731" y="241"/>
                  </a:lnTo>
                  <a:lnTo>
                    <a:pt x="737" y="229"/>
                  </a:lnTo>
                  <a:lnTo>
                    <a:pt x="747" y="221"/>
                  </a:lnTo>
                  <a:lnTo>
                    <a:pt x="761" y="220"/>
                  </a:lnTo>
                  <a:lnTo>
                    <a:pt x="775" y="222"/>
                  </a:lnTo>
                  <a:lnTo>
                    <a:pt x="788" y="221"/>
                  </a:lnTo>
                  <a:lnTo>
                    <a:pt x="800" y="215"/>
                  </a:lnTo>
                  <a:lnTo>
                    <a:pt x="812" y="207"/>
                  </a:lnTo>
                  <a:lnTo>
                    <a:pt x="825" y="204"/>
                  </a:lnTo>
                  <a:lnTo>
                    <a:pt x="837" y="211"/>
                  </a:lnTo>
                  <a:lnTo>
                    <a:pt x="846" y="223"/>
                  </a:lnTo>
                  <a:lnTo>
                    <a:pt x="852" y="234"/>
                  </a:lnTo>
                  <a:lnTo>
                    <a:pt x="860" y="239"/>
                  </a:lnTo>
                  <a:lnTo>
                    <a:pt x="870" y="239"/>
                  </a:lnTo>
                  <a:lnTo>
                    <a:pt x="881" y="239"/>
                  </a:lnTo>
                  <a:lnTo>
                    <a:pt x="891" y="241"/>
                  </a:lnTo>
                  <a:lnTo>
                    <a:pt x="901" y="244"/>
                  </a:lnTo>
                  <a:lnTo>
                    <a:pt x="912" y="247"/>
                  </a:lnTo>
                  <a:lnTo>
                    <a:pt x="924" y="251"/>
                  </a:lnTo>
                  <a:lnTo>
                    <a:pt x="933" y="258"/>
                  </a:lnTo>
                  <a:lnTo>
                    <a:pt x="932" y="269"/>
                  </a:lnTo>
                  <a:lnTo>
                    <a:pt x="923" y="283"/>
                  </a:lnTo>
                  <a:lnTo>
                    <a:pt x="913" y="294"/>
                  </a:lnTo>
                  <a:lnTo>
                    <a:pt x="910" y="303"/>
                  </a:lnTo>
                  <a:lnTo>
                    <a:pt x="917" y="310"/>
                  </a:lnTo>
                  <a:close/>
                </a:path>
              </a:pathLst>
            </a:custGeom>
            <a:solidFill>
              <a:srgbClr val="56BFA2">
                <a:alpha val="35000"/>
              </a:srgbClr>
            </a:solidFill>
            <a:ln>
              <a:noFill/>
            </a:ln>
          </p:spPr>
          <p:txBody>
            <a:bodyPr anchor="ctr"/>
            <a:lstStyle/>
            <a:p>
              <a:pPr algn="ctr">
                <a:buNone/>
              </a:pPr>
            </a:p>
          </p:txBody>
        </p:sp>
        <p:sp>
          <p:nvSpPr>
            <p:cNvPr id="3037" name="addition:input:160"/>
            <p:cNvSpPr>
              <a:spLocks noGrp="1"/>
            </p:cNvSpPr>
            <p:nvPr/>
          </p:nvSpPr>
          <p:spPr>
            <a:xfrm>
              <a:off x="209550" y="5438775"/>
              <a:ext cx="1333195" cy="631713"/>
            </a:xfrm>
            <a:custGeom>
              <a:avLst/>
              <a:gdLst/>
              <a:ahLst/>
              <a:cxnLst/>
              <a:rect l="l" t="t" r="r" b="b"/>
              <a:pathLst>
                <a:path w="810" h="337">
                  <a:moveTo>
                    <a:pt x="0" y="0"/>
                  </a:moveTo>
                  <a:moveTo>
                    <a:pt x="802" y="289"/>
                  </a:moveTo>
                  <a:lnTo>
                    <a:pt x="800" y="292"/>
                  </a:lnTo>
                  <a:lnTo>
                    <a:pt x="803" y="296"/>
                  </a:lnTo>
                  <a:lnTo>
                    <a:pt x="807" y="301"/>
                  </a:lnTo>
                  <a:lnTo>
                    <a:pt x="810" y="306"/>
                  </a:lnTo>
                  <a:lnTo>
                    <a:pt x="810" y="310"/>
                  </a:lnTo>
                  <a:lnTo>
                    <a:pt x="807" y="313"/>
                  </a:lnTo>
                  <a:lnTo>
                    <a:pt x="803" y="316"/>
                  </a:lnTo>
                  <a:lnTo>
                    <a:pt x="799" y="318"/>
                  </a:lnTo>
                  <a:lnTo>
                    <a:pt x="795" y="320"/>
                  </a:lnTo>
                  <a:lnTo>
                    <a:pt x="790" y="320"/>
                  </a:lnTo>
                  <a:lnTo>
                    <a:pt x="784" y="320"/>
                  </a:lnTo>
                  <a:lnTo>
                    <a:pt x="780" y="320"/>
                  </a:lnTo>
                  <a:lnTo>
                    <a:pt x="777" y="323"/>
                  </a:lnTo>
                  <a:lnTo>
                    <a:pt x="775" y="329"/>
                  </a:lnTo>
                  <a:lnTo>
                    <a:pt x="771" y="335"/>
                  </a:lnTo>
                  <a:lnTo>
                    <a:pt x="766" y="337"/>
                  </a:lnTo>
                  <a:lnTo>
                    <a:pt x="760" y="336"/>
                  </a:lnTo>
                  <a:lnTo>
                    <a:pt x="755" y="333"/>
                  </a:lnTo>
                  <a:lnTo>
                    <a:pt x="749" y="331"/>
                  </a:lnTo>
                  <a:lnTo>
                    <a:pt x="744" y="331"/>
                  </a:lnTo>
                  <a:lnTo>
                    <a:pt x="738" y="332"/>
                  </a:lnTo>
                  <a:lnTo>
                    <a:pt x="732" y="331"/>
                  </a:lnTo>
                  <a:lnTo>
                    <a:pt x="728" y="327"/>
                  </a:lnTo>
                  <a:lnTo>
                    <a:pt x="725" y="323"/>
                  </a:lnTo>
                  <a:lnTo>
                    <a:pt x="722" y="320"/>
                  </a:lnTo>
                  <a:lnTo>
                    <a:pt x="718" y="318"/>
                  </a:lnTo>
                  <a:lnTo>
                    <a:pt x="714" y="316"/>
                  </a:lnTo>
                  <a:lnTo>
                    <a:pt x="712" y="312"/>
                  </a:lnTo>
                  <a:lnTo>
                    <a:pt x="710" y="309"/>
                  </a:lnTo>
                  <a:lnTo>
                    <a:pt x="706" y="307"/>
                  </a:lnTo>
                  <a:lnTo>
                    <a:pt x="700" y="305"/>
                  </a:lnTo>
                  <a:lnTo>
                    <a:pt x="693" y="302"/>
                  </a:lnTo>
                  <a:lnTo>
                    <a:pt x="690" y="298"/>
                  </a:lnTo>
                  <a:lnTo>
                    <a:pt x="692" y="293"/>
                  </a:lnTo>
                  <a:lnTo>
                    <a:pt x="699" y="289"/>
                  </a:lnTo>
                  <a:lnTo>
                    <a:pt x="706" y="285"/>
                  </a:lnTo>
                  <a:lnTo>
                    <a:pt x="709" y="282"/>
                  </a:lnTo>
                  <a:lnTo>
                    <a:pt x="710" y="279"/>
                  </a:lnTo>
                  <a:lnTo>
                    <a:pt x="710" y="275"/>
                  </a:lnTo>
                  <a:lnTo>
                    <a:pt x="711" y="271"/>
                  </a:lnTo>
                  <a:lnTo>
                    <a:pt x="714" y="268"/>
                  </a:lnTo>
                  <a:lnTo>
                    <a:pt x="717" y="265"/>
                  </a:lnTo>
                  <a:lnTo>
                    <a:pt x="719" y="261"/>
                  </a:lnTo>
                  <a:lnTo>
                    <a:pt x="721" y="256"/>
                  </a:lnTo>
                  <a:lnTo>
                    <a:pt x="724" y="253"/>
                  </a:lnTo>
                  <a:lnTo>
                    <a:pt x="729" y="252"/>
                  </a:lnTo>
                  <a:lnTo>
                    <a:pt x="734" y="251"/>
                  </a:lnTo>
                  <a:lnTo>
                    <a:pt x="738" y="249"/>
                  </a:lnTo>
                  <a:lnTo>
                    <a:pt x="742" y="245"/>
                  </a:lnTo>
                  <a:lnTo>
                    <a:pt x="746" y="243"/>
                  </a:lnTo>
                  <a:lnTo>
                    <a:pt x="751" y="243"/>
                  </a:lnTo>
                  <a:lnTo>
                    <a:pt x="755" y="248"/>
                  </a:lnTo>
                  <a:lnTo>
                    <a:pt x="759" y="252"/>
                  </a:lnTo>
                  <a:lnTo>
                    <a:pt x="762" y="255"/>
                  </a:lnTo>
                  <a:lnTo>
                    <a:pt x="765" y="253"/>
                  </a:lnTo>
                  <a:lnTo>
                    <a:pt x="770" y="250"/>
                  </a:lnTo>
                  <a:lnTo>
                    <a:pt x="775" y="248"/>
                  </a:lnTo>
                  <a:lnTo>
                    <a:pt x="780" y="249"/>
                  </a:lnTo>
                  <a:lnTo>
                    <a:pt x="784" y="250"/>
                  </a:lnTo>
                  <a:lnTo>
                    <a:pt x="788" y="252"/>
                  </a:lnTo>
                  <a:lnTo>
                    <a:pt x="792" y="255"/>
                  </a:lnTo>
                  <a:lnTo>
                    <a:pt x="794" y="258"/>
                  </a:lnTo>
                  <a:lnTo>
                    <a:pt x="794" y="263"/>
                  </a:lnTo>
                  <a:lnTo>
                    <a:pt x="793" y="268"/>
                  </a:lnTo>
                  <a:lnTo>
                    <a:pt x="793" y="272"/>
                  </a:lnTo>
                  <a:lnTo>
                    <a:pt x="796" y="275"/>
                  </a:lnTo>
                  <a:lnTo>
                    <a:pt x="801" y="278"/>
                  </a:lnTo>
                  <a:lnTo>
                    <a:pt x="804" y="281"/>
                  </a:lnTo>
                  <a:lnTo>
                    <a:pt x="804" y="285"/>
                  </a:lnTo>
                  <a:close/>
                </a:path>
              </a:pathLst>
            </a:custGeom>
            <a:solidFill>
              <a:srgbClr val="86D1BC">
                <a:alpha val="32000"/>
              </a:srgbClr>
            </a:solidFill>
            <a:ln>
              <a:noFill/>
            </a:ln>
          </p:spPr>
          <p:txBody>
            <a:bodyPr anchor="ctr"/>
            <a:lstStyle/>
            <a:p>
              <a:pPr algn="ctr">
                <a:buNone/>
              </a:pPr>
            </a:p>
          </p:txBody>
        </p:sp>
        <p:sp>
          <p:nvSpPr>
            <p:cNvPr id="3038" name="addition:input:161"/>
            <p:cNvSpPr>
              <a:spLocks noGrp="1"/>
            </p:cNvSpPr>
            <p:nvPr/>
          </p:nvSpPr>
          <p:spPr>
            <a:xfrm>
              <a:off x="209550" y="5438775"/>
              <a:ext cx="1397386" cy="556732"/>
            </a:xfrm>
            <a:custGeom>
              <a:avLst/>
              <a:gdLst/>
              <a:ahLst/>
              <a:cxnLst/>
              <a:rect l="l" t="t" r="r" b="b"/>
              <a:pathLst>
                <a:path w="849" h="297">
                  <a:moveTo>
                    <a:pt x="0" y="0"/>
                  </a:moveTo>
                  <a:moveTo>
                    <a:pt x="849" y="254"/>
                  </a:moveTo>
                  <a:lnTo>
                    <a:pt x="845" y="258"/>
                  </a:lnTo>
                  <a:lnTo>
                    <a:pt x="840" y="261"/>
                  </a:lnTo>
                  <a:lnTo>
                    <a:pt x="836" y="264"/>
                  </a:lnTo>
                  <a:lnTo>
                    <a:pt x="834" y="267"/>
                  </a:lnTo>
                  <a:lnTo>
                    <a:pt x="835" y="271"/>
                  </a:lnTo>
                  <a:lnTo>
                    <a:pt x="834" y="275"/>
                  </a:lnTo>
                  <a:lnTo>
                    <a:pt x="833" y="279"/>
                  </a:lnTo>
                  <a:lnTo>
                    <a:pt x="832" y="283"/>
                  </a:lnTo>
                  <a:lnTo>
                    <a:pt x="831" y="287"/>
                  </a:lnTo>
                  <a:lnTo>
                    <a:pt x="829" y="292"/>
                  </a:lnTo>
                  <a:lnTo>
                    <a:pt x="826" y="295"/>
                  </a:lnTo>
                  <a:lnTo>
                    <a:pt x="820" y="295"/>
                  </a:lnTo>
                  <a:lnTo>
                    <a:pt x="814" y="292"/>
                  </a:lnTo>
                  <a:lnTo>
                    <a:pt x="809" y="289"/>
                  </a:lnTo>
                  <a:lnTo>
                    <a:pt x="806" y="289"/>
                  </a:lnTo>
                  <a:lnTo>
                    <a:pt x="803" y="292"/>
                  </a:lnTo>
                  <a:lnTo>
                    <a:pt x="800" y="295"/>
                  </a:lnTo>
                  <a:lnTo>
                    <a:pt x="796" y="297"/>
                  </a:lnTo>
                  <a:lnTo>
                    <a:pt x="793" y="296"/>
                  </a:lnTo>
                  <a:lnTo>
                    <a:pt x="789" y="294"/>
                  </a:lnTo>
                  <a:lnTo>
                    <a:pt x="785" y="293"/>
                  </a:lnTo>
                  <a:lnTo>
                    <a:pt x="781" y="294"/>
                  </a:lnTo>
                  <a:lnTo>
                    <a:pt x="776" y="294"/>
                  </a:lnTo>
                  <a:lnTo>
                    <a:pt x="772" y="292"/>
                  </a:lnTo>
                  <a:lnTo>
                    <a:pt x="769" y="289"/>
                  </a:lnTo>
                  <a:lnTo>
                    <a:pt x="766" y="286"/>
                  </a:lnTo>
                  <a:lnTo>
                    <a:pt x="762" y="283"/>
                  </a:lnTo>
                  <a:lnTo>
                    <a:pt x="758" y="280"/>
                  </a:lnTo>
                  <a:lnTo>
                    <a:pt x="757" y="276"/>
                  </a:lnTo>
                  <a:lnTo>
                    <a:pt x="759" y="271"/>
                  </a:lnTo>
                  <a:lnTo>
                    <a:pt x="761" y="267"/>
                  </a:lnTo>
                  <a:lnTo>
                    <a:pt x="760" y="263"/>
                  </a:lnTo>
                  <a:lnTo>
                    <a:pt x="754" y="261"/>
                  </a:lnTo>
                  <a:lnTo>
                    <a:pt x="747" y="258"/>
                  </a:lnTo>
                  <a:lnTo>
                    <a:pt x="741" y="254"/>
                  </a:lnTo>
                  <a:lnTo>
                    <a:pt x="739" y="250"/>
                  </a:lnTo>
                  <a:lnTo>
                    <a:pt x="741" y="246"/>
                  </a:lnTo>
                  <a:lnTo>
                    <a:pt x="744" y="243"/>
                  </a:lnTo>
                  <a:lnTo>
                    <a:pt x="746" y="239"/>
                  </a:lnTo>
                  <a:lnTo>
                    <a:pt x="748" y="236"/>
                  </a:lnTo>
                  <a:lnTo>
                    <a:pt x="751" y="233"/>
                  </a:lnTo>
                  <a:lnTo>
                    <a:pt x="755" y="231"/>
                  </a:lnTo>
                  <a:lnTo>
                    <a:pt x="759" y="229"/>
                  </a:lnTo>
                  <a:lnTo>
                    <a:pt x="762" y="227"/>
                  </a:lnTo>
                  <a:lnTo>
                    <a:pt x="764" y="223"/>
                  </a:lnTo>
                  <a:lnTo>
                    <a:pt x="767" y="219"/>
                  </a:lnTo>
                  <a:lnTo>
                    <a:pt x="771" y="218"/>
                  </a:lnTo>
                  <a:lnTo>
                    <a:pt x="777" y="218"/>
                  </a:lnTo>
                  <a:lnTo>
                    <a:pt x="782" y="218"/>
                  </a:lnTo>
                  <a:lnTo>
                    <a:pt x="786" y="215"/>
                  </a:lnTo>
                  <a:lnTo>
                    <a:pt x="790" y="210"/>
                  </a:lnTo>
                  <a:lnTo>
                    <a:pt x="795" y="206"/>
                  </a:lnTo>
                  <a:lnTo>
                    <a:pt x="801" y="206"/>
                  </a:lnTo>
                  <a:lnTo>
                    <a:pt x="807" y="209"/>
                  </a:lnTo>
                  <a:lnTo>
                    <a:pt x="811" y="214"/>
                  </a:lnTo>
                  <a:lnTo>
                    <a:pt x="814" y="218"/>
                  </a:lnTo>
                  <a:lnTo>
                    <a:pt x="818" y="220"/>
                  </a:lnTo>
                  <a:lnTo>
                    <a:pt x="822" y="221"/>
                  </a:lnTo>
                  <a:lnTo>
                    <a:pt x="825" y="223"/>
                  </a:lnTo>
                  <a:lnTo>
                    <a:pt x="829" y="225"/>
                  </a:lnTo>
                  <a:lnTo>
                    <a:pt x="833" y="226"/>
                  </a:lnTo>
                  <a:lnTo>
                    <a:pt x="839" y="226"/>
                  </a:lnTo>
                  <a:lnTo>
                    <a:pt x="845" y="227"/>
                  </a:lnTo>
                  <a:lnTo>
                    <a:pt x="848" y="230"/>
                  </a:lnTo>
                  <a:lnTo>
                    <a:pt x="848" y="235"/>
                  </a:lnTo>
                  <a:lnTo>
                    <a:pt x="845" y="240"/>
                  </a:lnTo>
                  <a:lnTo>
                    <a:pt x="844" y="244"/>
                  </a:lnTo>
                  <a:lnTo>
                    <a:pt x="846" y="247"/>
                  </a:lnTo>
                  <a:lnTo>
                    <a:pt x="848" y="251"/>
                  </a:lnTo>
                  <a:close/>
                </a:path>
              </a:pathLst>
            </a:custGeom>
            <a:solidFill>
              <a:srgbClr val="86D1BC">
                <a:alpha val="32000"/>
              </a:srgbClr>
            </a:solidFill>
            <a:ln>
              <a:noFill/>
            </a:ln>
          </p:spPr>
          <p:txBody>
            <a:bodyPr anchor="ctr"/>
            <a:lstStyle/>
            <a:p>
              <a:pPr algn="ctr">
                <a:buNone/>
              </a:pPr>
            </a:p>
          </p:txBody>
        </p:sp>
        <p:sp>
          <p:nvSpPr>
            <p:cNvPr id="3039" name="addition:input:162"/>
            <p:cNvSpPr>
              <a:spLocks noGrp="1"/>
            </p:cNvSpPr>
            <p:nvPr/>
          </p:nvSpPr>
          <p:spPr>
            <a:xfrm>
              <a:off x="209550" y="5438775"/>
              <a:ext cx="1474744" cy="582976"/>
            </a:xfrm>
            <a:custGeom>
              <a:avLst/>
              <a:gdLst/>
              <a:ahLst/>
              <a:cxnLst/>
              <a:rect l="l" t="t" r="r" b="b"/>
              <a:pathLst>
                <a:path w="896" h="311">
                  <a:moveTo>
                    <a:pt x="0" y="0"/>
                  </a:moveTo>
                  <a:moveTo>
                    <a:pt x="890" y="264"/>
                  </a:moveTo>
                  <a:lnTo>
                    <a:pt x="890" y="268"/>
                  </a:lnTo>
                  <a:lnTo>
                    <a:pt x="890" y="271"/>
                  </a:lnTo>
                  <a:lnTo>
                    <a:pt x="890" y="275"/>
                  </a:lnTo>
                  <a:lnTo>
                    <a:pt x="891" y="279"/>
                  </a:lnTo>
                  <a:lnTo>
                    <a:pt x="894" y="285"/>
                  </a:lnTo>
                  <a:lnTo>
                    <a:pt x="896" y="291"/>
                  </a:lnTo>
                  <a:lnTo>
                    <a:pt x="896" y="296"/>
                  </a:lnTo>
                  <a:lnTo>
                    <a:pt x="891" y="298"/>
                  </a:lnTo>
                  <a:lnTo>
                    <a:pt x="884" y="297"/>
                  </a:lnTo>
                  <a:lnTo>
                    <a:pt x="878" y="296"/>
                  </a:lnTo>
                  <a:lnTo>
                    <a:pt x="874" y="297"/>
                  </a:lnTo>
                  <a:lnTo>
                    <a:pt x="872" y="300"/>
                  </a:lnTo>
                  <a:lnTo>
                    <a:pt x="870" y="304"/>
                  </a:lnTo>
                  <a:lnTo>
                    <a:pt x="867" y="306"/>
                  </a:lnTo>
                  <a:lnTo>
                    <a:pt x="863" y="307"/>
                  </a:lnTo>
                  <a:lnTo>
                    <a:pt x="858" y="307"/>
                  </a:lnTo>
                  <a:lnTo>
                    <a:pt x="854" y="308"/>
                  </a:lnTo>
                  <a:lnTo>
                    <a:pt x="850" y="310"/>
                  </a:lnTo>
                  <a:lnTo>
                    <a:pt x="845" y="311"/>
                  </a:lnTo>
                  <a:lnTo>
                    <a:pt x="840" y="310"/>
                  </a:lnTo>
                  <a:lnTo>
                    <a:pt x="835" y="308"/>
                  </a:lnTo>
                  <a:lnTo>
                    <a:pt x="830" y="307"/>
                  </a:lnTo>
                  <a:lnTo>
                    <a:pt x="824" y="307"/>
                  </a:lnTo>
                  <a:lnTo>
                    <a:pt x="818" y="306"/>
                  </a:lnTo>
                  <a:lnTo>
                    <a:pt x="815" y="302"/>
                  </a:lnTo>
                  <a:lnTo>
                    <a:pt x="814" y="295"/>
                  </a:lnTo>
                  <a:lnTo>
                    <a:pt x="815" y="289"/>
                  </a:lnTo>
                  <a:lnTo>
                    <a:pt x="814" y="285"/>
                  </a:lnTo>
                  <a:lnTo>
                    <a:pt x="809" y="284"/>
                  </a:lnTo>
                  <a:lnTo>
                    <a:pt x="801" y="283"/>
                  </a:lnTo>
                  <a:lnTo>
                    <a:pt x="795" y="281"/>
                  </a:lnTo>
                  <a:lnTo>
                    <a:pt x="791" y="277"/>
                  </a:lnTo>
                  <a:lnTo>
                    <a:pt x="790" y="273"/>
                  </a:lnTo>
                  <a:lnTo>
                    <a:pt x="789" y="268"/>
                  </a:lnTo>
                  <a:lnTo>
                    <a:pt x="789" y="264"/>
                  </a:lnTo>
                  <a:lnTo>
                    <a:pt x="790" y="260"/>
                  </a:lnTo>
                  <a:lnTo>
                    <a:pt x="793" y="256"/>
                  </a:lnTo>
                  <a:lnTo>
                    <a:pt x="798" y="252"/>
                  </a:lnTo>
                  <a:lnTo>
                    <a:pt x="801" y="249"/>
                  </a:lnTo>
                  <a:lnTo>
                    <a:pt x="803" y="246"/>
                  </a:lnTo>
                  <a:lnTo>
                    <a:pt x="803" y="241"/>
                  </a:lnTo>
                  <a:lnTo>
                    <a:pt x="805" y="237"/>
                  </a:lnTo>
                  <a:lnTo>
                    <a:pt x="810" y="235"/>
                  </a:lnTo>
                  <a:lnTo>
                    <a:pt x="816" y="234"/>
                  </a:lnTo>
                  <a:lnTo>
                    <a:pt x="821" y="233"/>
                  </a:lnTo>
                  <a:lnTo>
                    <a:pt x="824" y="229"/>
                  </a:lnTo>
                  <a:lnTo>
                    <a:pt x="825" y="223"/>
                  </a:lnTo>
                  <a:lnTo>
                    <a:pt x="828" y="217"/>
                  </a:lnTo>
                  <a:lnTo>
                    <a:pt x="833" y="214"/>
                  </a:lnTo>
                  <a:lnTo>
                    <a:pt x="839" y="215"/>
                  </a:lnTo>
                  <a:lnTo>
                    <a:pt x="845" y="217"/>
                  </a:lnTo>
                  <a:lnTo>
                    <a:pt x="850" y="219"/>
                  </a:lnTo>
                  <a:lnTo>
                    <a:pt x="854" y="220"/>
                  </a:lnTo>
                  <a:lnTo>
                    <a:pt x="858" y="222"/>
                  </a:lnTo>
                  <a:lnTo>
                    <a:pt x="861" y="225"/>
                  </a:lnTo>
                  <a:lnTo>
                    <a:pt x="864" y="228"/>
                  </a:lnTo>
                  <a:lnTo>
                    <a:pt x="868" y="227"/>
                  </a:lnTo>
                  <a:lnTo>
                    <a:pt x="874" y="225"/>
                  </a:lnTo>
                  <a:lnTo>
                    <a:pt x="880" y="223"/>
                  </a:lnTo>
                  <a:lnTo>
                    <a:pt x="884" y="224"/>
                  </a:lnTo>
                  <a:lnTo>
                    <a:pt x="886" y="229"/>
                  </a:lnTo>
                  <a:lnTo>
                    <a:pt x="886" y="234"/>
                  </a:lnTo>
                  <a:lnTo>
                    <a:pt x="887" y="238"/>
                  </a:lnTo>
                  <a:lnTo>
                    <a:pt x="890" y="241"/>
                  </a:lnTo>
                  <a:lnTo>
                    <a:pt x="894" y="243"/>
                  </a:lnTo>
                  <a:lnTo>
                    <a:pt x="896" y="247"/>
                  </a:lnTo>
                  <a:lnTo>
                    <a:pt x="895" y="252"/>
                  </a:lnTo>
                  <a:lnTo>
                    <a:pt x="892" y="256"/>
                  </a:lnTo>
                  <a:lnTo>
                    <a:pt x="890" y="260"/>
                  </a:lnTo>
                  <a:close/>
                </a:path>
              </a:pathLst>
            </a:custGeom>
            <a:solidFill>
              <a:srgbClr val="86D1BC">
                <a:alpha val="32000"/>
              </a:srgbClr>
            </a:solidFill>
            <a:ln>
              <a:noFill/>
            </a:ln>
          </p:spPr>
          <p:txBody>
            <a:bodyPr anchor="ctr"/>
            <a:lstStyle/>
            <a:p>
              <a:pPr algn="ctr">
                <a:buNone/>
              </a:pPr>
            </a:p>
          </p:txBody>
        </p:sp>
        <p:sp>
          <p:nvSpPr>
            <p:cNvPr id="3040" name="addition:input:163"/>
            <p:cNvSpPr>
              <a:spLocks noGrp="1"/>
            </p:cNvSpPr>
            <p:nvPr/>
          </p:nvSpPr>
          <p:spPr>
            <a:xfrm>
              <a:off x="209550" y="5438775"/>
              <a:ext cx="1563624" cy="659831"/>
            </a:xfrm>
            <a:custGeom>
              <a:avLst/>
              <a:gdLst/>
              <a:ahLst/>
              <a:cxnLst/>
              <a:rect l="l" t="t" r="r" b="b"/>
              <a:pathLst>
                <a:path w="950" h="352">
                  <a:moveTo>
                    <a:pt x="0" y="0"/>
                  </a:moveTo>
                  <a:moveTo>
                    <a:pt x="949" y="302"/>
                  </a:moveTo>
                  <a:lnTo>
                    <a:pt x="946" y="307"/>
                  </a:lnTo>
                  <a:lnTo>
                    <a:pt x="943" y="311"/>
                  </a:lnTo>
                  <a:lnTo>
                    <a:pt x="941" y="315"/>
                  </a:lnTo>
                  <a:lnTo>
                    <a:pt x="939" y="319"/>
                  </a:lnTo>
                  <a:lnTo>
                    <a:pt x="935" y="323"/>
                  </a:lnTo>
                  <a:lnTo>
                    <a:pt x="929" y="325"/>
                  </a:lnTo>
                  <a:lnTo>
                    <a:pt x="923" y="326"/>
                  </a:lnTo>
                  <a:lnTo>
                    <a:pt x="920" y="330"/>
                  </a:lnTo>
                  <a:lnTo>
                    <a:pt x="921" y="336"/>
                  </a:lnTo>
                  <a:lnTo>
                    <a:pt x="921" y="344"/>
                  </a:lnTo>
                  <a:lnTo>
                    <a:pt x="919" y="350"/>
                  </a:lnTo>
                  <a:lnTo>
                    <a:pt x="913" y="352"/>
                  </a:lnTo>
                  <a:lnTo>
                    <a:pt x="906" y="351"/>
                  </a:lnTo>
                  <a:lnTo>
                    <a:pt x="900" y="349"/>
                  </a:lnTo>
                  <a:lnTo>
                    <a:pt x="895" y="349"/>
                  </a:lnTo>
                  <a:lnTo>
                    <a:pt x="890" y="349"/>
                  </a:lnTo>
                  <a:lnTo>
                    <a:pt x="886" y="348"/>
                  </a:lnTo>
                  <a:lnTo>
                    <a:pt x="882" y="347"/>
                  </a:lnTo>
                  <a:lnTo>
                    <a:pt x="878" y="346"/>
                  </a:lnTo>
                  <a:lnTo>
                    <a:pt x="874" y="346"/>
                  </a:lnTo>
                  <a:lnTo>
                    <a:pt x="869" y="348"/>
                  </a:lnTo>
                  <a:lnTo>
                    <a:pt x="864" y="349"/>
                  </a:lnTo>
                  <a:lnTo>
                    <a:pt x="861" y="347"/>
                  </a:lnTo>
                  <a:lnTo>
                    <a:pt x="859" y="342"/>
                  </a:lnTo>
                  <a:lnTo>
                    <a:pt x="856" y="339"/>
                  </a:lnTo>
                  <a:lnTo>
                    <a:pt x="852" y="338"/>
                  </a:lnTo>
                  <a:lnTo>
                    <a:pt x="845" y="337"/>
                  </a:lnTo>
                  <a:lnTo>
                    <a:pt x="840" y="335"/>
                  </a:lnTo>
                  <a:lnTo>
                    <a:pt x="838" y="330"/>
                  </a:lnTo>
                  <a:lnTo>
                    <a:pt x="840" y="324"/>
                  </a:lnTo>
                  <a:lnTo>
                    <a:pt x="844" y="318"/>
                  </a:lnTo>
                  <a:lnTo>
                    <a:pt x="845" y="313"/>
                  </a:lnTo>
                  <a:lnTo>
                    <a:pt x="844" y="310"/>
                  </a:lnTo>
                  <a:lnTo>
                    <a:pt x="841" y="306"/>
                  </a:lnTo>
                  <a:lnTo>
                    <a:pt x="839" y="302"/>
                  </a:lnTo>
                  <a:lnTo>
                    <a:pt x="837" y="298"/>
                  </a:lnTo>
                  <a:lnTo>
                    <a:pt x="834" y="293"/>
                  </a:lnTo>
                  <a:lnTo>
                    <a:pt x="831" y="288"/>
                  </a:lnTo>
                  <a:lnTo>
                    <a:pt x="828" y="282"/>
                  </a:lnTo>
                  <a:lnTo>
                    <a:pt x="830" y="278"/>
                  </a:lnTo>
                  <a:lnTo>
                    <a:pt x="835" y="275"/>
                  </a:lnTo>
                  <a:lnTo>
                    <a:pt x="842" y="274"/>
                  </a:lnTo>
                  <a:lnTo>
                    <a:pt x="846" y="272"/>
                  </a:lnTo>
                  <a:lnTo>
                    <a:pt x="848" y="269"/>
                  </a:lnTo>
                  <a:lnTo>
                    <a:pt x="849" y="264"/>
                  </a:lnTo>
                  <a:lnTo>
                    <a:pt x="852" y="260"/>
                  </a:lnTo>
                  <a:lnTo>
                    <a:pt x="857" y="260"/>
                  </a:lnTo>
                  <a:lnTo>
                    <a:pt x="863" y="261"/>
                  </a:lnTo>
                  <a:lnTo>
                    <a:pt x="868" y="261"/>
                  </a:lnTo>
                  <a:lnTo>
                    <a:pt x="872" y="259"/>
                  </a:lnTo>
                  <a:lnTo>
                    <a:pt x="876" y="255"/>
                  </a:lnTo>
                  <a:lnTo>
                    <a:pt x="881" y="251"/>
                  </a:lnTo>
                  <a:lnTo>
                    <a:pt x="887" y="250"/>
                  </a:lnTo>
                  <a:lnTo>
                    <a:pt x="893" y="250"/>
                  </a:lnTo>
                  <a:lnTo>
                    <a:pt x="899" y="250"/>
                  </a:lnTo>
                  <a:lnTo>
                    <a:pt x="905" y="250"/>
                  </a:lnTo>
                  <a:lnTo>
                    <a:pt x="911" y="252"/>
                  </a:lnTo>
                  <a:lnTo>
                    <a:pt x="914" y="258"/>
                  </a:lnTo>
                  <a:lnTo>
                    <a:pt x="916" y="266"/>
                  </a:lnTo>
                  <a:lnTo>
                    <a:pt x="917" y="271"/>
                  </a:lnTo>
                  <a:lnTo>
                    <a:pt x="921" y="273"/>
                  </a:lnTo>
                  <a:lnTo>
                    <a:pt x="929" y="273"/>
                  </a:lnTo>
                  <a:lnTo>
                    <a:pt x="936" y="273"/>
                  </a:lnTo>
                  <a:lnTo>
                    <a:pt x="942" y="275"/>
                  </a:lnTo>
                  <a:lnTo>
                    <a:pt x="944" y="280"/>
                  </a:lnTo>
                  <a:lnTo>
                    <a:pt x="944" y="285"/>
                  </a:lnTo>
                  <a:lnTo>
                    <a:pt x="945" y="289"/>
                  </a:lnTo>
                  <a:lnTo>
                    <a:pt x="948" y="293"/>
                  </a:lnTo>
                  <a:lnTo>
                    <a:pt x="950" y="297"/>
                  </a:lnTo>
                  <a:close/>
                </a:path>
              </a:pathLst>
            </a:custGeom>
            <a:solidFill>
              <a:srgbClr val="86D1BC">
                <a:alpha val="32000"/>
              </a:srgbClr>
            </a:solidFill>
            <a:ln>
              <a:noFill/>
            </a:ln>
          </p:spPr>
          <p:txBody>
            <a:bodyPr anchor="ctr"/>
            <a:lstStyle/>
            <a:p>
              <a:pPr algn="ctr">
                <a:buNone/>
              </a:pPr>
            </a:p>
          </p:txBody>
        </p:sp>
        <p:sp>
          <p:nvSpPr>
            <p:cNvPr id="3041" name="addition:input:164"/>
            <p:cNvSpPr>
              <a:spLocks noGrp="1"/>
            </p:cNvSpPr>
            <p:nvPr/>
          </p:nvSpPr>
          <p:spPr>
            <a:xfrm>
              <a:off x="209550" y="5438775"/>
              <a:ext cx="1524122" cy="742310"/>
            </a:xfrm>
            <a:custGeom>
              <a:avLst/>
              <a:gdLst/>
              <a:ahLst/>
              <a:cxnLst/>
              <a:rect l="l" t="t" r="r" b="b"/>
              <a:pathLst>
                <a:path w="926" h="396">
                  <a:moveTo>
                    <a:pt x="0" y="0"/>
                  </a:moveTo>
                  <a:moveTo>
                    <a:pt x="926" y="344"/>
                  </a:moveTo>
                  <a:lnTo>
                    <a:pt x="925" y="348"/>
                  </a:lnTo>
                  <a:lnTo>
                    <a:pt x="925" y="353"/>
                  </a:lnTo>
                  <a:lnTo>
                    <a:pt x="925" y="358"/>
                  </a:lnTo>
                  <a:lnTo>
                    <a:pt x="924" y="363"/>
                  </a:lnTo>
                  <a:lnTo>
                    <a:pt x="919" y="367"/>
                  </a:lnTo>
                  <a:lnTo>
                    <a:pt x="910" y="369"/>
                  </a:lnTo>
                  <a:lnTo>
                    <a:pt x="900" y="369"/>
                  </a:lnTo>
                  <a:lnTo>
                    <a:pt x="893" y="370"/>
                  </a:lnTo>
                  <a:lnTo>
                    <a:pt x="891" y="374"/>
                  </a:lnTo>
                  <a:lnTo>
                    <a:pt x="891" y="381"/>
                  </a:lnTo>
                  <a:lnTo>
                    <a:pt x="890" y="388"/>
                  </a:lnTo>
                  <a:lnTo>
                    <a:pt x="885" y="393"/>
                  </a:lnTo>
                  <a:lnTo>
                    <a:pt x="877" y="394"/>
                  </a:lnTo>
                  <a:lnTo>
                    <a:pt x="870" y="395"/>
                  </a:lnTo>
                  <a:lnTo>
                    <a:pt x="863" y="396"/>
                  </a:lnTo>
                  <a:lnTo>
                    <a:pt x="856" y="396"/>
                  </a:lnTo>
                  <a:lnTo>
                    <a:pt x="849" y="395"/>
                  </a:lnTo>
                  <a:lnTo>
                    <a:pt x="843" y="392"/>
                  </a:lnTo>
                  <a:lnTo>
                    <a:pt x="837" y="390"/>
                  </a:lnTo>
                  <a:lnTo>
                    <a:pt x="832" y="389"/>
                  </a:lnTo>
                  <a:lnTo>
                    <a:pt x="826" y="390"/>
                  </a:lnTo>
                  <a:lnTo>
                    <a:pt x="820" y="390"/>
                  </a:lnTo>
                  <a:lnTo>
                    <a:pt x="815" y="388"/>
                  </a:lnTo>
                  <a:lnTo>
                    <a:pt x="813" y="383"/>
                  </a:lnTo>
                  <a:lnTo>
                    <a:pt x="811" y="379"/>
                  </a:lnTo>
                  <a:lnTo>
                    <a:pt x="806" y="377"/>
                  </a:lnTo>
                  <a:lnTo>
                    <a:pt x="798" y="377"/>
                  </a:lnTo>
                  <a:lnTo>
                    <a:pt x="790" y="377"/>
                  </a:lnTo>
                  <a:lnTo>
                    <a:pt x="784" y="374"/>
                  </a:lnTo>
                  <a:lnTo>
                    <a:pt x="784" y="368"/>
                  </a:lnTo>
                  <a:lnTo>
                    <a:pt x="787" y="362"/>
                  </a:lnTo>
                  <a:lnTo>
                    <a:pt x="791" y="357"/>
                  </a:lnTo>
                  <a:lnTo>
                    <a:pt x="793" y="352"/>
                  </a:lnTo>
                  <a:lnTo>
                    <a:pt x="794" y="348"/>
                  </a:lnTo>
                  <a:lnTo>
                    <a:pt x="796" y="344"/>
                  </a:lnTo>
                  <a:lnTo>
                    <a:pt x="799" y="340"/>
                  </a:lnTo>
                  <a:lnTo>
                    <a:pt x="798" y="336"/>
                  </a:lnTo>
                  <a:lnTo>
                    <a:pt x="794" y="331"/>
                  </a:lnTo>
                  <a:lnTo>
                    <a:pt x="789" y="325"/>
                  </a:lnTo>
                  <a:lnTo>
                    <a:pt x="788" y="319"/>
                  </a:lnTo>
                  <a:lnTo>
                    <a:pt x="792" y="316"/>
                  </a:lnTo>
                  <a:lnTo>
                    <a:pt x="799" y="314"/>
                  </a:lnTo>
                  <a:lnTo>
                    <a:pt x="804" y="312"/>
                  </a:lnTo>
                  <a:lnTo>
                    <a:pt x="807" y="308"/>
                  </a:lnTo>
                  <a:lnTo>
                    <a:pt x="808" y="303"/>
                  </a:lnTo>
                  <a:lnTo>
                    <a:pt x="811" y="298"/>
                  </a:lnTo>
                  <a:lnTo>
                    <a:pt x="816" y="297"/>
                  </a:lnTo>
                  <a:lnTo>
                    <a:pt x="823" y="299"/>
                  </a:lnTo>
                  <a:lnTo>
                    <a:pt x="829" y="301"/>
                  </a:lnTo>
                  <a:lnTo>
                    <a:pt x="834" y="301"/>
                  </a:lnTo>
                  <a:lnTo>
                    <a:pt x="838" y="299"/>
                  </a:lnTo>
                  <a:lnTo>
                    <a:pt x="843" y="297"/>
                  </a:lnTo>
                  <a:lnTo>
                    <a:pt x="848" y="296"/>
                  </a:lnTo>
                  <a:lnTo>
                    <a:pt x="854" y="295"/>
                  </a:lnTo>
                  <a:lnTo>
                    <a:pt x="861" y="293"/>
                  </a:lnTo>
                  <a:lnTo>
                    <a:pt x="869" y="290"/>
                  </a:lnTo>
                  <a:lnTo>
                    <a:pt x="877" y="289"/>
                  </a:lnTo>
                  <a:lnTo>
                    <a:pt x="883" y="293"/>
                  </a:lnTo>
                  <a:lnTo>
                    <a:pt x="885" y="301"/>
                  </a:lnTo>
                  <a:lnTo>
                    <a:pt x="886" y="308"/>
                  </a:lnTo>
                  <a:lnTo>
                    <a:pt x="889" y="313"/>
                  </a:lnTo>
                  <a:lnTo>
                    <a:pt x="895" y="314"/>
                  </a:lnTo>
                  <a:lnTo>
                    <a:pt x="903" y="315"/>
                  </a:lnTo>
                  <a:lnTo>
                    <a:pt x="909" y="318"/>
                  </a:lnTo>
                  <a:lnTo>
                    <a:pt x="912" y="322"/>
                  </a:lnTo>
                  <a:lnTo>
                    <a:pt x="913" y="327"/>
                  </a:lnTo>
                  <a:lnTo>
                    <a:pt x="916" y="331"/>
                  </a:lnTo>
                  <a:lnTo>
                    <a:pt x="921" y="335"/>
                  </a:lnTo>
                  <a:lnTo>
                    <a:pt x="925" y="339"/>
                  </a:lnTo>
                  <a:close/>
                </a:path>
              </a:pathLst>
            </a:custGeom>
            <a:solidFill>
              <a:srgbClr val="86D1BC">
                <a:alpha val="32000"/>
              </a:srgbClr>
            </a:solidFill>
            <a:ln>
              <a:noFill/>
            </a:ln>
          </p:spPr>
          <p:txBody>
            <a:bodyPr anchor="ctr"/>
            <a:lstStyle/>
            <a:p>
              <a:pPr algn="ctr">
                <a:buNone/>
              </a:pPr>
            </a:p>
          </p:txBody>
        </p:sp>
        <p:sp>
          <p:nvSpPr>
            <p:cNvPr id="3042" name="addition:input:165"/>
            <p:cNvSpPr>
              <a:spLocks noGrp="1"/>
            </p:cNvSpPr>
            <p:nvPr/>
          </p:nvSpPr>
          <p:spPr>
            <a:xfrm>
              <a:off x="209550" y="5438775"/>
              <a:ext cx="1403970" cy="747933"/>
            </a:xfrm>
            <a:custGeom>
              <a:avLst/>
              <a:gdLst/>
              <a:ahLst/>
              <a:cxnLst/>
              <a:rect l="l" t="t" r="r" b="b"/>
              <a:pathLst>
                <a:path w="853" h="399">
                  <a:moveTo>
                    <a:pt x="0" y="0"/>
                  </a:moveTo>
                  <a:moveTo>
                    <a:pt x="852" y="349"/>
                  </a:moveTo>
                  <a:lnTo>
                    <a:pt x="848" y="353"/>
                  </a:lnTo>
                  <a:lnTo>
                    <a:pt x="845" y="357"/>
                  </a:lnTo>
                  <a:lnTo>
                    <a:pt x="844" y="361"/>
                  </a:lnTo>
                  <a:lnTo>
                    <a:pt x="842" y="366"/>
                  </a:lnTo>
                  <a:lnTo>
                    <a:pt x="839" y="370"/>
                  </a:lnTo>
                  <a:lnTo>
                    <a:pt x="833" y="372"/>
                  </a:lnTo>
                  <a:lnTo>
                    <a:pt x="826" y="373"/>
                  </a:lnTo>
                  <a:lnTo>
                    <a:pt x="822" y="376"/>
                  </a:lnTo>
                  <a:lnTo>
                    <a:pt x="821" y="381"/>
                  </a:lnTo>
                  <a:lnTo>
                    <a:pt x="821" y="389"/>
                  </a:lnTo>
                  <a:lnTo>
                    <a:pt x="820" y="396"/>
                  </a:lnTo>
                  <a:lnTo>
                    <a:pt x="815" y="399"/>
                  </a:lnTo>
                  <a:lnTo>
                    <a:pt x="808" y="399"/>
                  </a:lnTo>
                  <a:lnTo>
                    <a:pt x="801" y="397"/>
                  </a:lnTo>
                  <a:lnTo>
                    <a:pt x="795" y="396"/>
                  </a:lnTo>
                  <a:lnTo>
                    <a:pt x="790" y="396"/>
                  </a:lnTo>
                  <a:lnTo>
                    <a:pt x="786" y="395"/>
                  </a:lnTo>
                  <a:lnTo>
                    <a:pt x="781" y="393"/>
                  </a:lnTo>
                  <a:lnTo>
                    <a:pt x="777" y="391"/>
                  </a:lnTo>
                  <a:lnTo>
                    <a:pt x="773" y="392"/>
                  </a:lnTo>
                  <a:lnTo>
                    <a:pt x="768" y="394"/>
                  </a:lnTo>
                  <a:lnTo>
                    <a:pt x="763" y="396"/>
                  </a:lnTo>
                  <a:lnTo>
                    <a:pt x="758" y="394"/>
                  </a:lnTo>
                  <a:lnTo>
                    <a:pt x="756" y="390"/>
                  </a:lnTo>
                  <a:lnTo>
                    <a:pt x="754" y="386"/>
                  </a:lnTo>
                  <a:lnTo>
                    <a:pt x="750" y="383"/>
                  </a:lnTo>
                  <a:lnTo>
                    <a:pt x="745" y="382"/>
                  </a:lnTo>
                  <a:lnTo>
                    <a:pt x="738" y="381"/>
                  </a:lnTo>
                  <a:lnTo>
                    <a:pt x="735" y="377"/>
                  </a:lnTo>
                  <a:lnTo>
                    <a:pt x="736" y="371"/>
                  </a:lnTo>
                  <a:lnTo>
                    <a:pt x="739" y="365"/>
                  </a:lnTo>
                  <a:lnTo>
                    <a:pt x="742" y="360"/>
                  </a:lnTo>
                  <a:lnTo>
                    <a:pt x="741" y="356"/>
                  </a:lnTo>
                  <a:lnTo>
                    <a:pt x="739" y="352"/>
                  </a:lnTo>
                  <a:lnTo>
                    <a:pt x="738" y="349"/>
                  </a:lnTo>
                  <a:lnTo>
                    <a:pt x="736" y="344"/>
                  </a:lnTo>
                  <a:lnTo>
                    <a:pt x="734" y="340"/>
                  </a:lnTo>
                  <a:lnTo>
                    <a:pt x="729" y="335"/>
                  </a:lnTo>
                  <a:lnTo>
                    <a:pt x="726" y="329"/>
                  </a:lnTo>
                  <a:lnTo>
                    <a:pt x="726" y="324"/>
                  </a:lnTo>
                  <a:lnTo>
                    <a:pt x="731" y="321"/>
                  </a:lnTo>
                  <a:lnTo>
                    <a:pt x="738" y="320"/>
                  </a:lnTo>
                  <a:lnTo>
                    <a:pt x="744" y="319"/>
                  </a:lnTo>
                  <a:lnTo>
                    <a:pt x="747" y="316"/>
                  </a:lnTo>
                  <a:lnTo>
                    <a:pt x="748" y="311"/>
                  </a:lnTo>
                  <a:lnTo>
                    <a:pt x="751" y="307"/>
                  </a:lnTo>
                  <a:lnTo>
                    <a:pt x="755" y="305"/>
                  </a:lnTo>
                  <a:lnTo>
                    <a:pt x="761" y="306"/>
                  </a:lnTo>
                  <a:lnTo>
                    <a:pt x="766" y="306"/>
                  </a:lnTo>
                  <a:lnTo>
                    <a:pt x="771" y="305"/>
                  </a:lnTo>
                  <a:lnTo>
                    <a:pt x="775" y="301"/>
                  </a:lnTo>
                  <a:lnTo>
                    <a:pt x="780" y="299"/>
                  </a:lnTo>
                  <a:lnTo>
                    <a:pt x="786" y="297"/>
                  </a:lnTo>
                  <a:lnTo>
                    <a:pt x="792" y="297"/>
                  </a:lnTo>
                  <a:lnTo>
                    <a:pt x="799" y="297"/>
                  </a:lnTo>
                  <a:lnTo>
                    <a:pt x="806" y="297"/>
                  </a:lnTo>
                  <a:lnTo>
                    <a:pt x="812" y="298"/>
                  </a:lnTo>
                  <a:lnTo>
                    <a:pt x="817" y="303"/>
                  </a:lnTo>
                  <a:lnTo>
                    <a:pt x="818" y="310"/>
                  </a:lnTo>
                  <a:lnTo>
                    <a:pt x="819" y="317"/>
                  </a:lnTo>
                  <a:lnTo>
                    <a:pt x="822" y="320"/>
                  </a:lnTo>
                  <a:lnTo>
                    <a:pt x="829" y="320"/>
                  </a:lnTo>
                  <a:lnTo>
                    <a:pt x="837" y="320"/>
                  </a:lnTo>
                  <a:lnTo>
                    <a:pt x="844" y="322"/>
                  </a:lnTo>
                  <a:lnTo>
                    <a:pt x="847" y="326"/>
                  </a:lnTo>
                  <a:lnTo>
                    <a:pt x="848" y="331"/>
                  </a:lnTo>
                  <a:lnTo>
                    <a:pt x="849" y="335"/>
                  </a:lnTo>
                  <a:lnTo>
                    <a:pt x="851" y="339"/>
                  </a:lnTo>
                  <a:lnTo>
                    <a:pt x="853" y="344"/>
                  </a:lnTo>
                  <a:close/>
                </a:path>
              </a:pathLst>
            </a:custGeom>
            <a:solidFill>
              <a:srgbClr val="86D1BC">
                <a:alpha val="32000"/>
              </a:srgbClr>
            </a:solidFill>
            <a:ln>
              <a:noFill/>
            </a:ln>
          </p:spPr>
          <p:txBody>
            <a:bodyPr anchor="ctr"/>
            <a:lstStyle/>
            <a:p>
              <a:pPr algn="ctr">
                <a:buNone/>
              </a:pPr>
            </a:p>
          </p:txBody>
        </p:sp>
        <p:sp>
          <p:nvSpPr>
            <p:cNvPr id="3043" name="addition:input:166"/>
            <p:cNvSpPr>
              <a:spLocks noGrp="1"/>
            </p:cNvSpPr>
            <p:nvPr/>
          </p:nvSpPr>
          <p:spPr>
            <a:xfrm>
              <a:off x="209550" y="5438775"/>
              <a:ext cx="1303569" cy="701070"/>
            </a:xfrm>
            <a:custGeom>
              <a:avLst/>
              <a:gdLst/>
              <a:ahLst/>
              <a:cxnLst/>
              <a:rect l="l" t="t" r="r" b="b"/>
              <a:pathLst>
                <a:path w="792" h="374">
                  <a:moveTo>
                    <a:pt x="0" y="0"/>
                  </a:moveTo>
                  <a:moveTo>
                    <a:pt x="792" y="331"/>
                  </a:moveTo>
                  <a:lnTo>
                    <a:pt x="789" y="335"/>
                  </a:lnTo>
                  <a:lnTo>
                    <a:pt x="783" y="338"/>
                  </a:lnTo>
                  <a:lnTo>
                    <a:pt x="776" y="340"/>
                  </a:lnTo>
                  <a:lnTo>
                    <a:pt x="772" y="343"/>
                  </a:lnTo>
                  <a:lnTo>
                    <a:pt x="771" y="346"/>
                  </a:lnTo>
                  <a:lnTo>
                    <a:pt x="771" y="350"/>
                  </a:lnTo>
                  <a:lnTo>
                    <a:pt x="771" y="355"/>
                  </a:lnTo>
                  <a:lnTo>
                    <a:pt x="769" y="358"/>
                  </a:lnTo>
                  <a:lnTo>
                    <a:pt x="766" y="362"/>
                  </a:lnTo>
                  <a:lnTo>
                    <a:pt x="764" y="366"/>
                  </a:lnTo>
                  <a:lnTo>
                    <a:pt x="761" y="370"/>
                  </a:lnTo>
                  <a:lnTo>
                    <a:pt x="757" y="371"/>
                  </a:lnTo>
                  <a:lnTo>
                    <a:pt x="752" y="371"/>
                  </a:lnTo>
                  <a:lnTo>
                    <a:pt x="747" y="369"/>
                  </a:lnTo>
                  <a:lnTo>
                    <a:pt x="743" y="368"/>
                  </a:lnTo>
                  <a:lnTo>
                    <a:pt x="739" y="370"/>
                  </a:lnTo>
                  <a:lnTo>
                    <a:pt x="736" y="373"/>
                  </a:lnTo>
                  <a:lnTo>
                    <a:pt x="732" y="374"/>
                  </a:lnTo>
                  <a:lnTo>
                    <a:pt x="729" y="371"/>
                  </a:lnTo>
                  <a:lnTo>
                    <a:pt x="726" y="367"/>
                  </a:lnTo>
                  <a:lnTo>
                    <a:pt x="724" y="365"/>
                  </a:lnTo>
                  <a:lnTo>
                    <a:pt x="720" y="365"/>
                  </a:lnTo>
                  <a:lnTo>
                    <a:pt x="716" y="367"/>
                  </a:lnTo>
                  <a:lnTo>
                    <a:pt x="710" y="368"/>
                  </a:lnTo>
                  <a:lnTo>
                    <a:pt x="706" y="367"/>
                  </a:lnTo>
                  <a:lnTo>
                    <a:pt x="704" y="364"/>
                  </a:lnTo>
                  <a:lnTo>
                    <a:pt x="701" y="361"/>
                  </a:lnTo>
                  <a:lnTo>
                    <a:pt x="699" y="357"/>
                  </a:lnTo>
                  <a:lnTo>
                    <a:pt x="698" y="353"/>
                  </a:lnTo>
                  <a:lnTo>
                    <a:pt x="699" y="348"/>
                  </a:lnTo>
                  <a:lnTo>
                    <a:pt x="702" y="343"/>
                  </a:lnTo>
                  <a:lnTo>
                    <a:pt x="703" y="340"/>
                  </a:lnTo>
                  <a:lnTo>
                    <a:pt x="700" y="337"/>
                  </a:lnTo>
                  <a:lnTo>
                    <a:pt x="695" y="334"/>
                  </a:lnTo>
                  <a:lnTo>
                    <a:pt x="689" y="331"/>
                  </a:lnTo>
                  <a:lnTo>
                    <a:pt x="688" y="327"/>
                  </a:lnTo>
                  <a:lnTo>
                    <a:pt x="689" y="323"/>
                  </a:lnTo>
                  <a:lnTo>
                    <a:pt x="692" y="320"/>
                  </a:lnTo>
                  <a:lnTo>
                    <a:pt x="693" y="316"/>
                  </a:lnTo>
                  <a:lnTo>
                    <a:pt x="692" y="312"/>
                  </a:lnTo>
                  <a:lnTo>
                    <a:pt x="691" y="308"/>
                  </a:lnTo>
                  <a:lnTo>
                    <a:pt x="693" y="304"/>
                  </a:lnTo>
                  <a:lnTo>
                    <a:pt x="697" y="302"/>
                  </a:lnTo>
                  <a:lnTo>
                    <a:pt x="701" y="301"/>
                  </a:lnTo>
                  <a:lnTo>
                    <a:pt x="705" y="299"/>
                  </a:lnTo>
                  <a:lnTo>
                    <a:pt x="708" y="298"/>
                  </a:lnTo>
                  <a:lnTo>
                    <a:pt x="712" y="296"/>
                  </a:lnTo>
                  <a:lnTo>
                    <a:pt x="716" y="297"/>
                  </a:lnTo>
                  <a:lnTo>
                    <a:pt x="720" y="296"/>
                  </a:lnTo>
                  <a:lnTo>
                    <a:pt x="724" y="294"/>
                  </a:lnTo>
                  <a:lnTo>
                    <a:pt x="727" y="289"/>
                  </a:lnTo>
                  <a:lnTo>
                    <a:pt x="732" y="283"/>
                  </a:lnTo>
                  <a:lnTo>
                    <a:pt x="737" y="281"/>
                  </a:lnTo>
                  <a:lnTo>
                    <a:pt x="742" y="283"/>
                  </a:lnTo>
                  <a:lnTo>
                    <a:pt x="747" y="288"/>
                  </a:lnTo>
                  <a:lnTo>
                    <a:pt x="750" y="292"/>
                  </a:lnTo>
                  <a:lnTo>
                    <a:pt x="754" y="295"/>
                  </a:lnTo>
                  <a:lnTo>
                    <a:pt x="759" y="296"/>
                  </a:lnTo>
                  <a:lnTo>
                    <a:pt x="763" y="297"/>
                  </a:lnTo>
                  <a:lnTo>
                    <a:pt x="766" y="300"/>
                  </a:lnTo>
                  <a:lnTo>
                    <a:pt x="769" y="303"/>
                  </a:lnTo>
                  <a:lnTo>
                    <a:pt x="772" y="305"/>
                  </a:lnTo>
                  <a:lnTo>
                    <a:pt x="777" y="307"/>
                  </a:lnTo>
                  <a:lnTo>
                    <a:pt x="781" y="309"/>
                  </a:lnTo>
                  <a:lnTo>
                    <a:pt x="783" y="312"/>
                  </a:lnTo>
                  <a:lnTo>
                    <a:pt x="783" y="316"/>
                  </a:lnTo>
                  <a:lnTo>
                    <a:pt x="784" y="320"/>
                  </a:lnTo>
                  <a:lnTo>
                    <a:pt x="787" y="323"/>
                  </a:lnTo>
                  <a:lnTo>
                    <a:pt x="790" y="327"/>
                  </a:lnTo>
                  <a:close/>
                </a:path>
              </a:pathLst>
            </a:custGeom>
            <a:solidFill>
              <a:srgbClr val="86D1BC">
                <a:alpha val="32000"/>
              </a:srgbClr>
            </a:solidFill>
            <a:ln>
              <a:noFill/>
            </a:ln>
          </p:spPr>
          <p:txBody>
            <a:bodyPr anchor="ctr"/>
            <a:lstStyle/>
            <a:p>
              <a:pPr algn="ctr">
                <a:buNone/>
              </a:pPr>
            </a:p>
          </p:txBody>
        </p:sp>
        <p:sp>
          <p:nvSpPr>
            <p:cNvPr id="3044" name="addition:input:167"/>
            <p:cNvSpPr>
              <a:spLocks noGrp="1"/>
            </p:cNvSpPr>
            <p:nvPr/>
          </p:nvSpPr>
          <p:spPr>
            <a:xfrm>
              <a:off x="209550" y="5438775"/>
              <a:ext cx="1476390" cy="721690"/>
            </a:xfrm>
            <a:custGeom>
              <a:avLst/>
              <a:gdLst/>
              <a:ahLst/>
              <a:cxnLst/>
              <a:rect l="l" t="t" r="r" b="b"/>
              <a:pathLst>
                <a:path w="897" h="385">
                  <a:moveTo>
                    <a:pt x="0" y="0"/>
                  </a:moveTo>
                  <a:moveTo>
                    <a:pt x="896" y="324"/>
                  </a:moveTo>
                  <a:lnTo>
                    <a:pt x="896" y="329"/>
                  </a:lnTo>
                  <a:lnTo>
                    <a:pt x="897" y="334"/>
                  </a:lnTo>
                  <a:lnTo>
                    <a:pt x="895" y="339"/>
                  </a:lnTo>
                  <a:lnTo>
                    <a:pt x="891" y="343"/>
                  </a:lnTo>
                  <a:lnTo>
                    <a:pt x="885" y="346"/>
                  </a:lnTo>
                  <a:lnTo>
                    <a:pt x="881" y="350"/>
                  </a:lnTo>
                  <a:lnTo>
                    <a:pt x="879" y="355"/>
                  </a:lnTo>
                  <a:lnTo>
                    <a:pt x="875" y="359"/>
                  </a:lnTo>
                  <a:lnTo>
                    <a:pt x="869" y="361"/>
                  </a:lnTo>
                  <a:lnTo>
                    <a:pt x="860" y="361"/>
                  </a:lnTo>
                  <a:lnTo>
                    <a:pt x="853" y="362"/>
                  </a:lnTo>
                  <a:lnTo>
                    <a:pt x="849" y="366"/>
                  </a:lnTo>
                  <a:lnTo>
                    <a:pt x="846" y="374"/>
                  </a:lnTo>
                  <a:lnTo>
                    <a:pt x="842" y="381"/>
                  </a:lnTo>
                  <a:lnTo>
                    <a:pt x="835" y="385"/>
                  </a:lnTo>
                  <a:lnTo>
                    <a:pt x="826" y="384"/>
                  </a:lnTo>
                  <a:lnTo>
                    <a:pt x="818" y="380"/>
                  </a:lnTo>
                  <a:lnTo>
                    <a:pt x="811" y="377"/>
                  </a:lnTo>
                  <a:lnTo>
                    <a:pt x="805" y="375"/>
                  </a:lnTo>
                  <a:lnTo>
                    <a:pt x="799" y="373"/>
                  </a:lnTo>
                  <a:lnTo>
                    <a:pt x="794" y="370"/>
                  </a:lnTo>
                  <a:lnTo>
                    <a:pt x="789" y="367"/>
                  </a:lnTo>
                  <a:lnTo>
                    <a:pt x="784" y="366"/>
                  </a:lnTo>
                  <a:lnTo>
                    <a:pt x="777" y="366"/>
                  </a:lnTo>
                  <a:lnTo>
                    <a:pt x="769" y="367"/>
                  </a:lnTo>
                  <a:lnTo>
                    <a:pt x="763" y="365"/>
                  </a:lnTo>
                  <a:lnTo>
                    <a:pt x="761" y="361"/>
                  </a:lnTo>
                  <a:lnTo>
                    <a:pt x="761" y="355"/>
                  </a:lnTo>
                  <a:lnTo>
                    <a:pt x="760" y="350"/>
                  </a:lnTo>
                  <a:lnTo>
                    <a:pt x="755" y="347"/>
                  </a:lnTo>
                  <a:lnTo>
                    <a:pt x="749" y="344"/>
                  </a:lnTo>
                  <a:lnTo>
                    <a:pt x="745" y="340"/>
                  </a:lnTo>
                  <a:lnTo>
                    <a:pt x="748" y="334"/>
                  </a:lnTo>
                  <a:lnTo>
                    <a:pt x="754" y="328"/>
                  </a:lnTo>
                  <a:lnTo>
                    <a:pt x="761" y="324"/>
                  </a:lnTo>
                  <a:lnTo>
                    <a:pt x="764" y="319"/>
                  </a:lnTo>
                  <a:lnTo>
                    <a:pt x="764" y="315"/>
                  </a:lnTo>
                  <a:lnTo>
                    <a:pt x="763" y="310"/>
                  </a:lnTo>
                  <a:lnTo>
                    <a:pt x="763" y="306"/>
                  </a:lnTo>
                  <a:lnTo>
                    <a:pt x="763" y="301"/>
                  </a:lnTo>
                  <a:lnTo>
                    <a:pt x="762" y="295"/>
                  </a:lnTo>
                  <a:lnTo>
                    <a:pt x="760" y="288"/>
                  </a:lnTo>
                  <a:lnTo>
                    <a:pt x="761" y="282"/>
                  </a:lnTo>
                  <a:lnTo>
                    <a:pt x="767" y="279"/>
                  </a:lnTo>
                  <a:lnTo>
                    <a:pt x="776" y="280"/>
                  </a:lnTo>
                  <a:lnTo>
                    <a:pt x="785" y="282"/>
                  </a:lnTo>
                  <a:lnTo>
                    <a:pt x="790" y="281"/>
                  </a:lnTo>
                  <a:lnTo>
                    <a:pt x="793" y="277"/>
                  </a:lnTo>
                  <a:lnTo>
                    <a:pt x="796" y="273"/>
                  </a:lnTo>
                  <a:lnTo>
                    <a:pt x="801" y="271"/>
                  </a:lnTo>
                  <a:lnTo>
                    <a:pt x="806" y="272"/>
                  </a:lnTo>
                  <a:lnTo>
                    <a:pt x="812" y="274"/>
                  </a:lnTo>
                  <a:lnTo>
                    <a:pt x="817" y="274"/>
                  </a:lnTo>
                  <a:lnTo>
                    <a:pt x="823" y="272"/>
                  </a:lnTo>
                  <a:lnTo>
                    <a:pt x="829" y="270"/>
                  </a:lnTo>
                  <a:lnTo>
                    <a:pt x="836" y="270"/>
                  </a:lnTo>
                  <a:lnTo>
                    <a:pt x="842" y="271"/>
                  </a:lnTo>
                  <a:lnTo>
                    <a:pt x="849" y="273"/>
                  </a:lnTo>
                  <a:lnTo>
                    <a:pt x="856" y="274"/>
                  </a:lnTo>
                  <a:lnTo>
                    <a:pt x="863" y="277"/>
                  </a:lnTo>
                  <a:lnTo>
                    <a:pt x="867" y="282"/>
                  </a:lnTo>
                  <a:lnTo>
                    <a:pt x="867" y="289"/>
                  </a:lnTo>
                  <a:lnTo>
                    <a:pt x="865" y="297"/>
                  </a:lnTo>
                  <a:lnTo>
                    <a:pt x="866" y="302"/>
                  </a:lnTo>
                  <a:lnTo>
                    <a:pt x="872" y="304"/>
                  </a:lnTo>
                  <a:lnTo>
                    <a:pt x="882" y="306"/>
                  </a:lnTo>
                  <a:lnTo>
                    <a:pt x="892" y="308"/>
                  </a:lnTo>
                  <a:lnTo>
                    <a:pt x="896" y="313"/>
                  </a:lnTo>
                  <a:lnTo>
                    <a:pt x="897" y="318"/>
                  </a:lnTo>
                  <a:close/>
                </a:path>
              </a:pathLst>
            </a:custGeom>
            <a:solidFill>
              <a:srgbClr val="86D1BC">
                <a:alpha val="32000"/>
              </a:srgbClr>
            </a:solidFill>
            <a:ln>
              <a:noFill/>
            </a:ln>
          </p:spPr>
          <p:txBody>
            <a:bodyPr anchor="ctr"/>
            <a:lstStyle/>
            <a:p>
              <a:pPr algn="ctr">
                <a:buNone/>
              </a:pPr>
            </a:p>
          </p:txBody>
        </p:sp>
        <p:sp>
          <p:nvSpPr>
            <p:cNvPr id="3045" name="addition:input:168"/>
            <p:cNvSpPr>
              <a:spLocks noGrp="1"/>
            </p:cNvSpPr>
            <p:nvPr/>
          </p:nvSpPr>
          <p:spPr>
            <a:xfrm>
              <a:off x="209550" y="5438775"/>
              <a:ext cx="1510955" cy="774177"/>
            </a:xfrm>
            <a:custGeom>
              <a:avLst/>
              <a:gdLst/>
              <a:ahLst/>
              <a:cxnLst/>
              <a:rect l="l" t="t" r="r" b="b"/>
              <a:pathLst>
                <a:path w="918" h="413">
                  <a:moveTo>
                    <a:pt x="0" y="0"/>
                  </a:moveTo>
                  <a:moveTo>
                    <a:pt x="914" y="314"/>
                  </a:moveTo>
                  <a:lnTo>
                    <a:pt x="915" y="322"/>
                  </a:lnTo>
                  <a:lnTo>
                    <a:pt x="912" y="329"/>
                  </a:lnTo>
                  <a:lnTo>
                    <a:pt x="909" y="337"/>
                  </a:lnTo>
                  <a:lnTo>
                    <a:pt x="910" y="345"/>
                  </a:lnTo>
                  <a:lnTo>
                    <a:pt x="913" y="354"/>
                  </a:lnTo>
                  <a:lnTo>
                    <a:pt x="912" y="362"/>
                  </a:lnTo>
                  <a:lnTo>
                    <a:pt x="906" y="369"/>
                  </a:lnTo>
                  <a:lnTo>
                    <a:pt x="900" y="374"/>
                  </a:lnTo>
                  <a:lnTo>
                    <a:pt x="895" y="381"/>
                  </a:lnTo>
                  <a:lnTo>
                    <a:pt x="890" y="387"/>
                  </a:lnTo>
                  <a:lnTo>
                    <a:pt x="883" y="392"/>
                  </a:lnTo>
                  <a:lnTo>
                    <a:pt x="872" y="391"/>
                  </a:lnTo>
                  <a:lnTo>
                    <a:pt x="860" y="386"/>
                  </a:lnTo>
                  <a:lnTo>
                    <a:pt x="850" y="382"/>
                  </a:lnTo>
                  <a:lnTo>
                    <a:pt x="844" y="385"/>
                  </a:lnTo>
                  <a:lnTo>
                    <a:pt x="838" y="395"/>
                  </a:lnTo>
                  <a:lnTo>
                    <a:pt x="830" y="407"/>
                  </a:lnTo>
                  <a:lnTo>
                    <a:pt x="819" y="413"/>
                  </a:lnTo>
                  <a:lnTo>
                    <a:pt x="808" y="412"/>
                  </a:lnTo>
                  <a:lnTo>
                    <a:pt x="797" y="407"/>
                  </a:lnTo>
                  <a:lnTo>
                    <a:pt x="787" y="402"/>
                  </a:lnTo>
                  <a:lnTo>
                    <a:pt x="777" y="399"/>
                  </a:lnTo>
                  <a:lnTo>
                    <a:pt x="767" y="394"/>
                  </a:lnTo>
                  <a:lnTo>
                    <a:pt x="760" y="387"/>
                  </a:lnTo>
                  <a:lnTo>
                    <a:pt x="754" y="378"/>
                  </a:lnTo>
                  <a:lnTo>
                    <a:pt x="748" y="372"/>
                  </a:lnTo>
                  <a:lnTo>
                    <a:pt x="738" y="369"/>
                  </a:lnTo>
                  <a:lnTo>
                    <a:pt x="726" y="365"/>
                  </a:lnTo>
                  <a:lnTo>
                    <a:pt x="718" y="360"/>
                  </a:lnTo>
                  <a:lnTo>
                    <a:pt x="716" y="351"/>
                  </a:lnTo>
                  <a:lnTo>
                    <a:pt x="717" y="342"/>
                  </a:lnTo>
                  <a:lnTo>
                    <a:pt x="713" y="335"/>
                  </a:lnTo>
                  <a:lnTo>
                    <a:pt x="703" y="330"/>
                  </a:lnTo>
                  <a:lnTo>
                    <a:pt x="689" y="323"/>
                  </a:lnTo>
                  <a:lnTo>
                    <a:pt x="681" y="314"/>
                  </a:lnTo>
                  <a:lnTo>
                    <a:pt x="684" y="305"/>
                  </a:lnTo>
                  <a:lnTo>
                    <a:pt x="695" y="297"/>
                  </a:lnTo>
                  <a:lnTo>
                    <a:pt x="708" y="291"/>
                  </a:lnTo>
                  <a:lnTo>
                    <a:pt x="717" y="285"/>
                  </a:lnTo>
                  <a:lnTo>
                    <a:pt x="723" y="279"/>
                  </a:lnTo>
                  <a:lnTo>
                    <a:pt x="730" y="273"/>
                  </a:lnTo>
                  <a:lnTo>
                    <a:pt x="738" y="268"/>
                  </a:lnTo>
                  <a:lnTo>
                    <a:pt x="744" y="262"/>
                  </a:lnTo>
                  <a:lnTo>
                    <a:pt x="747" y="253"/>
                  </a:lnTo>
                  <a:lnTo>
                    <a:pt x="749" y="242"/>
                  </a:lnTo>
                  <a:lnTo>
                    <a:pt x="754" y="231"/>
                  </a:lnTo>
                  <a:lnTo>
                    <a:pt x="765" y="227"/>
                  </a:lnTo>
                  <a:lnTo>
                    <a:pt x="778" y="229"/>
                  </a:lnTo>
                  <a:lnTo>
                    <a:pt x="791" y="232"/>
                  </a:lnTo>
                  <a:lnTo>
                    <a:pt x="801" y="231"/>
                  </a:lnTo>
                  <a:lnTo>
                    <a:pt x="810" y="225"/>
                  </a:lnTo>
                  <a:lnTo>
                    <a:pt x="819" y="220"/>
                  </a:lnTo>
                  <a:lnTo>
                    <a:pt x="829" y="221"/>
                  </a:lnTo>
                  <a:lnTo>
                    <a:pt x="838" y="227"/>
                  </a:lnTo>
                  <a:lnTo>
                    <a:pt x="845" y="236"/>
                  </a:lnTo>
                  <a:lnTo>
                    <a:pt x="851" y="241"/>
                  </a:lnTo>
                  <a:lnTo>
                    <a:pt x="859" y="241"/>
                  </a:lnTo>
                  <a:lnTo>
                    <a:pt x="867" y="241"/>
                  </a:lnTo>
                  <a:lnTo>
                    <a:pt x="876" y="243"/>
                  </a:lnTo>
                  <a:lnTo>
                    <a:pt x="883" y="245"/>
                  </a:lnTo>
                  <a:lnTo>
                    <a:pt x="892" y="248"/>
                  </a:lnTo>
                  <a:lnTo>
                    <a:pt x="904" y="249"/>
                  </a:lnTo>
                  <a:lnTo>
                    <a:pt x="914" y="253"/>
                  </a:lnTo>
                  <a:lnTo>
                    <a:pt x="918" y="262"/>
                  </a:lnTo>
                  <a:lnTo>
                    <a:pt x="913" y="273"/>
                  </a:lnTo>
                  <a:lnTo>
                    <a:pt x="903" y="285"/>
                  </a:lnTo>
                  <a:lnTo>
                    <a:pt x="896" y="294"/>
                  </a:lnTo>
                  <a:lnTo>
                    <a:pt x="899" y="300"/>
                  </a:lnTo>
                  <a:lnTo>
                    <a:pt x="907" y="307"/>
                  </a:lnTo>
                  <a:close/>
                </a:path>
              </a:pathLst>
            </a:custGeom>
            <a:solidFill>
              <a:srgbClr val="56BFA2">
                <a:alpha val="37000"/>
              </a:srgbClr>
            </a:solidFill>
            <a:ln>
              <a:noFill/>
            </a:ln>
          </p:spPr>
          <p:txBody>
            <a:bodyPr anchor="ctr"/>
            <a:lstStyle/>
            <a:p>
              <a:pPr algn="ctr">
                <a:buNone/>
              </a:pPr>
            </a:p>
          </p:txBody>
        </p:sp>
        <p:sp>
          <p:nvSpPr>
            <p:cNvPr id="3046" name="addition:input:169"/>
            <p:cNvSpPr>
              <a:spLocks noGrp="1"/>
            </p:cNvSpPr>
            <p:nvPr/>
          </p:nvSpPr>
          <p:spPr>
            <a:xfrm>
              <a:off x="209550" y="5438775"/>
              <a:ext cx="1361176" cy="622341"/>
            </a:xfrm>
            <a:custGeom>
              <a:avLst/>
              <a:gdLst/>
              <a:ahLst/>
              <a:cxnLst/>
              <a:rect l="l" t="t" r="r" b="b"/>
              <a:pathLst>
                <a:path w="827" h="332">
                  <a:moveTo>
                    <a:pt x="0" y="0"/>
                  </a:moveTo>
                  <a:moveTo>
                    <a:pt x="818" y="293"/>
                  </a:moveTo>
                  <a:lnTo>
                    <a:pt x="813" y="296"/>
                  </a:lnTo>
                  <a:lnTo>
                    <a:pt x="811" y="298"/>
                  </a:lnTo>
                  <a:lnTo>
                    <a:pt x="811" y="302"/>
                  </a:lnTo>
                  <a:lnTo>
                    <a:pt x="812" y="306"/>
                  </a:lnTo>
                  <a:lnTo>
                    <a:pt x="812" y="309"/>
                  </a:lnTo>
                  <a:lnTo>
                    <a:pt x="811" y="313"/>
                  </a:lnTo>
                  <a:lnTo>
                    <a:pt x="810" y="317"/>
                  </a:lnTo>
                  <a:lnTo>
                    <a:pt x="809" y="321"/>
                  </a:lnTo>
                  <a:lnTo>
                    <a:pt x="807" y="324"/>
                  </a:lnTo>
                  <a:lnTo>
                    <a:pt x="804" y="326"/>
                  </a:lnTo>
                  <a:lnTo>
                    <a:pt x="799" y="326"/>
                  </a:lnTo>
                  <a:lnTo>
                    <a:pt x="794" y="326"/>
                  </a:lnTo>
                  <a:lnTo>
                    <a:pt x="791" y="327"/>
                  </a:lnTo>
                  <a:lnTo>
                    <a:pt x="789" y="330"/>
                  </a:lnTo>
                  <a:lnTo>
                    <a:pt x="786" y="332"/>
                  </a:lnTo>
                  <a:lnTo>
                    <a:pt x="783" y="332"/>
                  </a:lnTo>
                  <a:lnTo>
                    <a:pt x="779" y="330"/>
                  </a:lnTo>
                  <a:lnTo>
                    <a:pt x="776" y="327"/>
                  </a:lnTo>
                  <a:lnTo>
                    <a:pt x="774" y="326"/>
                  </a:lnTo>
                  <a:lnTo>
                    <a:pt x="770" y="328"/>
                  </a:lnTo>
                  <a:lnTo>
                    <a:pt x="766" y="331"/>
                  </a:lnTo>
                  <a:lnTo>
                    <a:pt x="761" y="332"/>
                  </a:lnTo>
                  <a:lnTo>
                    <a:pt x="757" y="331"/>
                  </a:lnTo>
                  <a:lnTo>
                    <a:pt x="754" y="329"/>
                  </a:lnTo>
                  <a:lnTo>
                    <a:pt x="750" y="326"/>
                  </a:lnTo>
                  <a:lnTo>
                    <a:pt x="747" y="324"/>
                  </a:lnTo>
                  <a:lnTo>
                    <a:pt x="746" y="320"/>
                  </a:lnTo>
                  <a:lnTo>
                    <a:pt x="746" y="315"/>
                  </a:lnTo>
                  <a:lnTo>
                    <a:pt x="747" y="310"/>
                  </a:lnTo>
                  <a:lnTo>
                    <a:pt x="747" y="307"/>
                  </a:lnTo>
                  <a:lnTo>
                    <a:pt x="743" y="305"/>
                  </a:lnTo>
                  <a:lnTo>
                    <a:pt x="737" y="303"/>
                  </a:lnTo>
                  <a:lnTo>
                    <a:pt x="732" y="300"/>
                  </a:lnTo>
                  <a:lnTo>
                    <a:pt x="730" y="296"/>
                  </a:lnTo>
                  <a:lnTo>
                    <a:pt x="732" y="293"/>
                  </a:lnTo>
                  <a:lnTo>
                    <a:pt x="733" y="289"/>
                  </a:lnTo>
                  <a:lnTo>
                    <a:pt x="732" y="286"/>
                  </a:lnTo>
                  <a:lnTo>
                    <a:pt x="730" y="282"/>
                  </a:lnTo>
                  <a:lnTo>
                    <a:pt x="729" y="277"/>
                  </a:lnTo>
                  <a:lnTo>
                    <a:pt x="731" y="274"/>
                  </a:lnTo>
                  <a:lnTo>
                    <a:pt x="735" y="272"/>
                  </a:lnTo>
                  <a:lnTo>
                    <a:pt x="738" y="270"/>
                  </a:lnTo>
                  <a:lnTo>
                    <a:pt x="741" y="267"/>
                  </a:lnTo>
                  <a:lnTo>
                    <a:pt x="745" y="265"/>
                  </a:lnTo>
                  <a:lnTo>
                    <a:pt x="749" y="264"/>
                  </a:lnTo>
                  <a:lnTo>
                    <a:pt x="753" y="264"/>
                  </a:lnTo>
                  <a:lnTo>
                    <a:pt x="757" y="263"/>
                  </a:lnTo>
                  <a:lnTo>
                    <a:pt x="759" y="260"/>
                  </a:lnTo>
                  <a:lnTo>
                    <a:pt x="762" y="254"/>
                  </a:lnTo>
                  <a:lnTo>
                    <a:pt x="765" y="248"/>
                  </a:lnTo>
                  <a:lnTo>
                    <a:pt x="770" y="246"/>
                  </a:lnTo>
                  <a:lnTo>
                    <a:pt x="775" y="248"/>
                  </a:lnTo>
                  <a:lnTo>
                    <a:pt x="780" y="252"/>
                  </a:lnTo>
                  <a:lnTo>
                    <a:pt x="784" y="255"/>
                  </a:lnTo>
                  <a:lnTo>
                    <a:pt x="788" y="256"/>
                  </a:lnTo>
                  <a:lnTo>
                    <a:pt x="793" y="256"/>
                  </a:lnTo>
                  <a:lnTo>
                    <a:pt x="796" y="258"/>
                  </a:lnTo>
                  <a:lnTo>
                    <a:pt x="800" y="260"/>
                  </a:lnTo>
                  <a:lnTo>
                    <a:pt x="802" y="262"/>
                  </a:lnTo>
                  <a:lnTo>
                    <a:pt x="806" y="264"/>
                  </a:lnTo>
                  <a:lnTo>
                    <a:pt x="810" y="265"/>
                  </a:lnTo>
                  <a:lnTo>
                    <a:pt x="813" y="266"/>
                  </a:lnTo>
                  <a:lnTo>
                    <a:pt x="815" y="269"/>
                  </a:lnTo>
                  <a:lnTo>
                    <a:pt x="816" y="273"/>
                  </a:lnTo>
                  <a:lnTo>
                    <a:pt x="818" y="276"/>
                  </a:lnTo>
                  <a:lnTo>
                    <a:pt x="822" y="278"/>
                  </a:lnTo>
                  <a:lnTo>
                    <a:pt x="826" y="281"/>
                  </a:lnTo>
                  <a:lnTo>
                    <a:pt x="827" y="284"/>
                  </a:lnTo>
                  <a:lnTo>
                    <a:pt x="824" y="289"/>
                  </a:lnTo>
                  <a:close/>
                </a:path>
              </a:pathLst>
            </a:custGeom>
            <a:solidFill>
              <a:srgbClr val="41B796">
                <a:alpha val="36000"/>
              </a:srgbClr>
            </a:solidFill>
            <a:ln>
              <a:noFill/>
            </a:ln>
          </p:spPr>
          <p:txBody>
            <a:bodyPr anchor="ctr"/>
            <a:lstStyle/>
            <a:p>
              <a:pPr algn="ctr">
                <a:buNone/>
              </a:pPr>
            </a:p>
          </p:txBody>
        </p:sp>
        <p:sp>
          <p:nvSpPr>
            <p:cNvPr id="3047" name="addition:input:170"/>
            <p:cNvSpPr>
              <a:spLocks noGrp="1"/>
            </p:cNvSpPr>
            <p:nvPr/>
          </p:nvSpPr>
          <p:spPr>
            <a:xfrm>
              <a:off x="209550" y="5438775"/>
              <a:ext cx="1450056" cy="588599"/>
            </a:xfrm>
            <a:custGeom>
              <a:avLst/>
              <a:gdLst/>
              <a:ahLst/>
              <a:cxnLst/>
              <a:rect l="l" t="t" r="r" b="b"/>
              <a:pathLst>
                <a:path w="881" h="314">
                  <a:moveTo>
                    <a:pt x="0" y="0"/>
                  </a:moveTo>
                  <a:moveTo>
                    <a:pt x="879" y="281"/>
                  </a:moveTo>
                  <a:lnTo>
                    <a:pt x="881" y="284"/>
                  </a:lnTo>
                  <a:lnTo>
                    <a:pt x="880" y="287"/>
                  </a:lnTo>
                  <a:lnTo>
                    <a:pt x="877" y="289"/>
                  </a:lnTo>
                  <a:lnTo>
                    <a:pt x="873" y="291"/>
                  </a:lnTo>
                  <a:lnTo>
                    <a:pt x="871" y="293"/>
                  </a:lnTo>
                  <a:lnTo>
                    <a:pt x="871" y="296"/>
                  </a:lnTo>
                  <a:lnTo>
                    <a:pt x="871" y="299"/>
                  </a:lnTo>
                  <a:lnTo>
                    <a:pt x="869" y="301"/>
                  </a:lnTo>
                  <a:lnTo>
                    <a:pt x="865" y="302"/>
                  </a:lnTo>
                  <a:lnTo>
                    <a:pt x="861" y="302"/>
                  </a:lnTo>
                  <a:lnTo>
                    <a:pt x="857" y="302"/>
                  </a:lnTo>
                  <a:lnTo>
                    <a:pt x="855" y="305"/>
                  </a:lnTo>
                  <a:lnTo>
                    <a:pt x="853" y="308"/>
                  </a:lnTo>
                  <a:lnTo>
                    <a:pt x="851" y="311"/>
                  </a:lnTo>
                  <a:lnTo>
                    <a:pt x="847" y="312"/>
                  </a:lnTo>
                  <a:lnTo>
                    <a:pt x="843" y="313"/>
                  </a:lnTo>
                  <a:lnTo>
                    <a:pt x="840" y="314"/>
                  </a:lnTo>
                  <a:lnTo>
                    <a:pt x="836" y="314"/>
                  </a:lnTo>
                  <a:lnTo>
                    <a:pt x="832" y="313"/>
                  </a:lnTo>
                  <a:lnTo>
                    <a:pt x="829" y="309"/>
                  </a:lnTo>
                  <a:lnTo>
                    <a:pt x="827" y="305"/>
                  </a:lnTo>
                  <a:lnTo>
                    <a:pt x="825" y="303"/>
                  </a:lnTo>
                  <a:lnTo>
                    <a:pt x="822" y="303"/>
                  </a:lnTo>
                  <a:lnTo>
                    <a:pt x="818" y="304"/>
                  </a:lnTo>
                  <a:lnTo>
                    <a:pt x="814" y="305"/>
                  </a:lnTo>
                  <a:lnTo>
                    <a:pt x="811" y="304"/>
                  </a:lnTo>
                  <a:lnTo>
                    <a:pt x="810" y="301"/>
                  </a:lnTo>
                  <a:lnTo>
                    <a:pt x="809" y="298"/>
                  </a:lnTo>
                  <a:lnTo>
                    <a:pt x="808" y="296"/>
                  </a:lnTo>
                  <a:lnTo>
                    <a:pt x="805" y="294"/>
                  </a:lnTo>
                  <a:lnTo>
                    <a:pt x="804" y="292"/>
                  </a:lnTo>
                  <a:lnTo>
                    <a:pt x="804" y="289"/>
                  </a:lnTo>
                  <a:lnTo>
                    <a:pt x="805" y="286"/>
                  </a:lnTo>
                  <a:lnTo>
                    <a:pt x="806" y="283"/>
                  </a:lnTo>
                  <a:lnTo>
                    <a:pt x="806" y="281"/>
                  </a:lnTo>
                  <a:lnTo>
                    <a:pt x="807" y="278"/>
                  </a:lnTo>
                  <a:lnTo>
                    <a:pt x="809" y="276"/>
                  </a:lnTo>
                  <a:lnTo>
                    <a:pt x="812" y="274"/>
                  </a:lnTo>
                  <a:lnTo>
                    <a:pt x="815" y="272"/>
                  </a:lnTo>
                  <a:lnTo>
                    <a:pt x="814" y="269"/>
                  </a:lnTo>
                  <a:lnTo>
                    <a:pt x="812" y="265"/>
                  </a:lnTo>
                  <a:lnTo>
                    <a:pt x="810" y="261"/>
                  </a:lnTo>
                  <a:lnTo>
                    <a:pt x="811" y="257"/>
                  </a:lnTo>
                  <a:lnTo>
                    <a:pt x="814" y="256"/>
                  </a:lnTo>
                  <a:lnTo>
                    <a:pt x="818" y="256"/>
                  </a:lnTo>
                  <a:lnTo>
                    <a:pt x="822" y="256"/>
                  </a:lnTo>
                  <a:lnTo>
                    <a:pt x="824" y="255"/>
                  </a:lnTo>
                  <a:lnTo>
                    <a:pt x="827" y="254"/>
                  </a:lnTo>
                  <a:lnTo>
                    <a:pt x="829" y="254"/>
                  </a:lnTo>
                  <a:lnTo>
                    <a:pt x="832" y="254"/>
                  </a:lnTo>
                  <a:lnTo>
                    <a:pt x="834" y="254"/>
                  </a:lnTo>
                  <a:lnTo>
                    <a:pt x="836" y="253"/>
                  </a:lnTo>
                  <a:lnTo>
                    <a:pt x="839" y="251"/>
                  </a:lnTo>
                  <a:lnTo>
                    <a:pt x="842" y="250"/>
                  </a:lnTo>
                  <a:lnTo>
                    <a:pt x="845" y="251"/>
                  </a:lnTo>
                  <a:lnTo>
                    <a:pt x="847" y="253"/>
                  </a:lnTo>
                  <a:lnTo>
                    <a:pt x="850" y="254"/>
                  </a:lnTo>
                  <a:lnTo>
                    <a:pt x="853" y="254"/>
                  </a:lnTo>
                  <a:lnTo>
                    <a:pt x="858" y="253"/>
                  </a:lnTo>
                  <a:lnTo>
                    <a:pt x="862" y="254"/>
                  </a:lnTo>
                  <a:lnTo>
                    <a:pt x="864" y="257"/>
                  </a:lnTo>
                  <a:lnTo>
                    <a:pt x="864" y="261"/>
                  </a:lnTo>
                  <a:lnTo>
                    <a:pt x="863" y="265"/>
                  </a:lnTo>
                  <a:lnTo>
                    <a:pt x="863" y="268"/>
                  </a:lnTo>
                  <a:lnTo>
                    <a:pt x="866" y="269"/>
                  </a:lnTo>
                  <a:lnTo>
                    <a:pt x="869" y="271"/>
                  </a:lnTo>
                  <a:lnTo>
                    <a:pt x="871" y="273"/>
                  </a:lnTo>
                  <a:lnTo>
                    <a:pt x="873" y="276"/>
                  </a:lnTo>
                  <a:lnTo>
                    <a:pt x="876" y="278"/>
                  </a:lnTo>
                  <a:close/>
                </a:path>
              </a:pathLst>
            </a:custGeom>
            <a:solidFill>
              <a:srgbClr val="41B796">
                <a:alpha val="36000"/>
              </a:srgbClr>
            </a:solidFill>
            <a:ln>
              <a:noFill/>
            </a:ln>
          </p:spPr>
          <p:txBody>
            <a:bodyPr anchor="ctr"/>
            <a:lstStyle/>
            <a:p>
              <a:pPr algn="ctr">
                <a:buNone/>
              </a:pPr>
            </a:p>
          </p:txBody>
        </p:sp>
        <p:sp>
          <p:nvSpPr>
            <p:cNvPr id="3048" name="addition:input:171"/>
            <p:cNvSpPr>
              <a:spLocks noGrp="1"/>
            </p:cNvSpPr>
            <p:nvPr/>
          </p:nvSpPr>
          <p:spPr>
            <a:xfrm>
              <a:off x="209550" y="5438775"/>
              <a:ext cx="1519184" cy="708569"/>
            </a:xfrm>
            <a:custGeom>
              <a:avLst/>
              <a:gdLst/>
              <a:ahLst/>
              <a:cxnLst/>
              <a:rect l="l" t="t" r="r" b="b"/>
              <a:pathLst>
                <a:path w="923" h="378">
                  <a:moveTo>
                    <a:pt x="0" y="0"/>
                  </a:moveTo>
                  <a:moveTo>
                    <a:pt x="912" y="333"/>
                  </a:moveTo>
                  <a:lnTo>
                    <a:pt x="918" y="337"/>
                  </a:lnTo>
                  <a:lnTo>
                    <a:pt x="923" y="341"/>
                  </a:lnTo>
                  <a:lnTo>
                    <a:pt x="922" y="345"/>
                  </a:lnTo>
                  <a:lnTo>
                    <a:pt x="917" y="348"/>
                  </a:lnTo>
                  <a:lnTo>
                    <a:pt x="912" y="350"/>
                  </a:lnTo>
                  <a:lnTo>
                    <a:pt x="908" y="352"/>
                  </a:lnTo>
                  <a:lnTo>
                    <a:pt x="906" y="355"/>
                  </a:lnTo>
                  <a:lnTo>
                    <a:pt x="904" y="358"/>
                  </a:lnTo>
                  <a:lnTo>
                    <a:pt x="901" y="360"/>
                  </a:lnTo>
                  <a:lnTo>
                    <a:pt x="897" y="361"/>
                  </a:lnTo>
                  <a:lnTo>
                    <a:pt x="894" y="363"/>
                  </a:lnTo>
                  <a:lnTo>
                    <a:pt x="891" y="367"/>
                  </a:lnTo>
                  <a:lnTo>
                    <a:pt x="888" y="370"/>
                  </a:lnTo>
                  <a:lnTo>
                    <a:pt x="883" y="372"/>
                  </a:lnTo>
                  <a:lnTo>
                    <a:pt x="878" y="371"/>
                  </a:lnTo>
                  <a:lnTo>
                    <a:pt x="873" y="371"/>
                  </a:lnTo>
                  <a:lnTo>
                    <a:pt x="869" y="372"/>
                  </a:lnTo>
                  <a:lnTo>
                    <a:pt x="864" y="376"/>
                  </a:lnTo>
                  <a:lnTo>
                    <a:pt x="858" y="378"/>
                  </a:lnTo>
                  <a:lnTo>
                    <a:pt x="853" y="377"/>
                  </a:lnTo>
                  <a:lnTo>
                    <a:pt x="849" y="372"/>
                  </a:lnTo>
                  <a:lnTo>
                    <a:pt x="847" y="366"/>
                  </a:lnTo>
                  <a:lnTo>
                    <a:pt x="845" y="362"/>
                  </a:lnTo>
                  <a:lnTo>
                    <a:pt x="841" y="361"/>
                  </a:lnTo>
                  <a:lnTo>
                    <a:pt x="837" y="361"/>
                  </a:lnTo>
                  <a:lnTo>
                    <a:pt x="833" y="360"/>
                  </a:lnTo>
                  <a:lnTo>
                    <a:pt x="829" y="358"/>
                  </a:lnTo>
                  <a:lnTo>
                    <a:pt x="825" y="357"/>
                  </a:lnTo>
                  <a:lnTo>
                    <a:pt x="821" y="355"/>
                  </a:lnTo>
                  <a:lnTo>
                    <a:pt x="817" y="352"/>
                  </a:lnTo>
                  <a:lnTo>
                    <a:pt x="815" y="349"/>
                  </a:lnTo>
                  <a:lnTo>
                    <a:pt x="817" y="344"/>
                  </a:lnTo>
                  <a:lnTo>
                    <a:pt x="821" y="340"/>
                  </a:lnTo>
                  <a:lnTo>
                    <a:pt x="824" y="336"/>
                  </a:lnTo>
                  <a:lnTo>
                    <a:pt x="823" y="333"/>
                  </a:lnTo>
                  <a:lnTo>
                    <a:pt x="821" y="330"/>
                  </a:lnTo>
                  <a:lnTo>
                    <a:pt x="821" y="326"/>
                  </a:lnTo>
                  <a:lnTo>
                    <a:pt x="824" y="323"/>
                  </a:lnTo>
                  <a:lnTo>
                    <a:pt x="829" y="320"/>
                  </a:lnTo>
                  <a:lnTo>
                    <a:pt x="833" y="318"/>
                  </a:lnTo>
                  <a:lnTo>
                    <a:pt x="835" y="315"/>
                  </a:lnTo>
                  <a:lnTo>
                    <a:pt x="834" y="311"/>
                  </a:lnTo>
                  <a:lnTo>
                    <a:pt x="834" y="306"/>
                  </a:lnTo>
                  <a:lnTo>
                    <a:pt x="835" y="302"/>
                  </a:lnTo>
                  <a:lnTo>
                    <a:pt x="838" y="299"/>
                  </a:lnTo>
                  <a:lnTo>
                    <a:pt x="842" y="297"/>
                  </a:lnTo>
                  <a:lnTo>
                    <a:pt x="845" y="295"/>
                  </a:lnTo>
                  <a:lnTo>
                    <a:pt x="849" y="294"/>
                  </a:lnTo>
                  <a:lnTo>
                    <a:pt x="854" y="295"/>
                  </a:lnTo>
                  <a:lnTo>
                    <a:pt x="859" y="298"/>
                  </a:lnTo>
                  <a:lnTo>
                    <a:pt x="862" y="301"/>
                  </a:lnTo>
                  <a:lnTo>
                    <a:pt x="865" y="301"/>
                  </a:lnTo>
                  <a:lnTo>
                    <a:pt x="868" y="297"/>
                  </a:lnTo>
                  <a:lnTo>
                    <a:pt x="872" y="293"/>
                  </a:lnTo>
                  <a:lnTo>
                    <a:pt x="876" y="292"/>
                  </a:lnTo>
                  <a:lnTo>
                    <a:pt x="879" y="293"/>
                  </a:lnTo>
                  <a:lnTo>
                    <a:pt x="882" y="296"/>
                  </a:lnTo>
                  <a:lnTo>
                    <a:pt x="885" y="299"/>
                  </a:lnTo>
                  <a:lnTo>
                    <a:pt x="890" y="299"/>
                  </a:lnTo>
                  <a:lnTo>
                    <a:pt x="894" y="300"/>
                  </a:lnTo>
                  <a:lnTo>
                    <a:pt x="898" y="302"/>
                  </a:lnTo>
                  <a:lnTo>
                    <a:pt x="900" y="306"/>
                  </a:lnTo>
                  <a:lnTo>
                    <a:pt x="901" y="310"/>
                  </a:lnTo>
                  <a:lnTo>
                    <a:pt x="903" y="313"/>
                  </a:lnTo>
                  <a:lnTo>
                    <a:pt x="905" y="316"/>
                  </a:lnTo>
                  <a:lnTo>
                    <a:pt x="906" y="320"/>
                  </a:lnTo>
                  <a:lnTo>
                    <a:pt x="906" y="324"/>
                  </a:lnTo>
                  <a:lnTo>
                    <a:pt x="905" y="327"/>
                  </a:lnTo>
                  <a:lnTo>
                    <a:pt x="907" y="330"/>
                  </a:lnTo>
                  <a:close/>
                </a:path>
              </a:pathLst>
            </a:custGeom>
            <a:solidFill>
              <a:srgbClr val="41B796">
                <a:alpha val="36000"/>
              </a:srgbClr>
            </a:solidFill>
            <a:ln>
              <a:noFill/>
            </a:ln>
          </p:spPr>
          <p:txBody>
            <a:bodyPr anchor="ctr"/>
            <a:lstStyle/>
            <a:p>
              <a:pPr algn="ctr">
                <a:buNone/>
              </a:pPr>
            </a:p>
          </p:txBody>
        </p:sp>
        <p:sp>
          <p:nvSpPr>
            <p:cNvPr id="3049" name="addition:input:172"/>
            <p:cNvSpPr>
              <a:spLocks noGrp="1"/>
            </p:cNvSpPr>
            <p:nvPr/>
          </p:nvSpPr>
          <p:spPr>
            <a:xfrm>
              <a:off x="209550" y="5438775"/>
              <a:ext cx="1397386" cy="738561"/>
            </a:xfrm>
            <a:custGeom>
              <a:avLst/>
              <a:gdLst/>
              <a:ahLst/>
              <a:cxnLst/>
              <a:rect l="l" t="t" r="r" b="b"/>
              <a:pathLst>
                <a:path w="849" h="394">
                  <a:moveTo>
                    <a:pt x="0" y="0"/>
                  </a:moveTo>
                  <a:moveTo>
                    <a:pt x="848" y="356"/>
                  </a:moveTo>
                  <a:lnTo>
                    <a:pt x="845" y="359"/>
                  </a:lnTo>
                  <a:lnTo>
                    <a:pt x="844" y="361"/>
                  </a:lnTo>
                  <a:lnTo>
                    <a:pt x="845" y="365"/>
                  </a:lnTo>
                  <a:lnTo>
                    <a:pt x="846" y="368"/>
                  </a:lnTo>
                  <a:lnTo>
                    <a:pt x="844" y="371"/>
                  </a:lnTo>
                  <a:lnTo>
                    <a:pt x="840" y="373"/>
                  </a:lnTo>
                  <a:lnTo>
                    <a:pt x="834" y="374"/>
                  </a:lnTo>
                  <a:lnTo>
                    <a:pt x="829" y="374"/>
                  </a:lnTo>
                  <a:lnTo>
                    <a:pt x="827" y="376"/>
                  </a:lnTo>
                  <a:lnTo>
                    <a:pt x="825" y="380"/>
                  </a:lnTo>
                  <a:lnTo>
                    <a:pt x="823" y="383"/>
                  </a:lnTo>
                  <a:lnTo>
                    <a:pt x="821" y="385"/>
                  </a:lnTo>
                  <a:lnTo>
                    <a:pt x="817" y="388"/>
                  </a:lnTo>
                  <a:lnTo>
                    <a:pt x="814" y="390"/>
                  </a:lnTo>
                  <a:lnTo>
                    <a:pt x="810" y="393"/>
                  </a:lnTo>
                  <a:lnTo>
                    <a:pt x="805" y="394"/>
                  </a:lnTo>
                  <a:lnTo>
                    <a:pt x="801" y="392"/>
                  </a:lnTo>
                  <a:lnTo>
                    <a:pt x="797" y="388"/>
                  </a:lnTo>
                  <a:lnTo>
                    <a:pt x="794" y="384"/>
                  </a:lnTo>
                  <a:lnTo>
                    <a:pt x="790" y="384"/>
                  </a:lnTo>
                  <a:lnTo>
                    <a:pt x="787" y="385"/>
                  </a:lnTo>
                  <a:lnTo>
                    <a:pt x="782" y="386"/>
                  </a:lnTo>
                  <a:lnTo>
                    <a:pt x="779" y="386"/>
                  </a:lnTo>
                  <a:lnTo>
                    <a:pt x="777" y="383"/>
                  </a:lnTo>
                  <a:lnTo>
                    <a:pt x="775" y="380"/>
                  </a:lnTo>
                  <a:lnTo>
                    <a:pt x="773" y="379"/>
                  </a:lnTo>
                  <a:lnTo>
                    <a:pt x="770" y="378"/>
                  </a:lnTo>
                  <a:lnTo>
                    <a:pt x="766" y="377"/>
                  </a:lnTo>
                  <a:lnTo>
                    <a:pt x="764" y="374"/>
                  </a:lnTo>
                  <a:lnTo>
                    <a:pt x="763" y="371"/>
                  </a:lnTo>
                  <a:lnTo>
                    <a:pt x="763" y="368"/>
                  </a:lnTo>
                  <a:lnTo>
                    <a:pt x="762" y="365"/>
                  </a:lnTo>
                  <a:lnTo>
                    <a:pt x="762" y="362"/>
                  </a:lnTo>
                  <a:lnTo>
                    <a:pt x="764" y="359"/>
                  </a:lnTo>
                  <a:lnTo>
                    <a:pt x="768" y="356"/>
                  </a:lnTo>
                  <a:lnTo>
                    <a:pt x="772" y="353"/>
                  </a:lnTo>
                  <a:lnTo>
                    <a:pt x="772" y="351"/>
                  </a:lnTo>
                  <a:lnTo>
                    <a:pt x="769" y="348"/>
                  </a:lnTo>
                  <a:lnTo>
                    <a:pt x="765" y="344"/>
                  </a:lnTo>
                  <a:lnTo>
                    <a:pt x="763" y="339"/>
                  </a:lnTo>
                  <a:lnTo>
                    <a:pt x="765" y="336"/>
                  </a:lnTo>
                  <a:lnTo>
                    <a:pt x="768" y="334"/>
                  </a:lnTo>
                  <a:lnTo>
                    <a:pt x="772" y="333"/>
                  </a:lnTo>
                  <a:lnTo>
                    <a:pt x="774" y="331"/>
                  </a:lnTo>
                  <a:lnTo>
                    <a:pt x="776" y="329"/>
                  </a:lnTo>
                  <a:lnTo>
                    <a:pt x="779" y="327"/>
                  </a:lnTo>
                  <a:lnTo>
                    <a:pt x="782" y="327"/>
                  </a:lnTo>
                  <a:lnTo>
                    <a:pt x="786" y="327"/>
                  </a:lnTo>
                  <a:lnTo>
                    <a:pt x="788" y="326"/>
                  </a:lnTo>
                  <a:lnTo>
                    <a:pt x="791" y="324"/>
                  </a:lnTo>
                  <a:lnTo>
                    <a:pt x="794" y="323"/>
                  </a:lnTo>
                  <a:lnTo>
                    <a:pt x="797" y="323"/>
                  </a:lnTo>
                  <a:lnTo>
                    <a:pt x="800" y="325"/>
                  </a:lnTo>
                  <a:lnTo>
                    <a:pt x="803" y="326"/>
                  </a:lnTo>
                  <a:lnTo>
                    <a:pt x="807" y="324"/>
                  </a:lnTo>
                  <a:lnTo>
                    <a:pt x="812" y="321"/>
                  </a:lnTo>
                  <a:lnTo>
                    <a:pt x="817" y="319"/>
                  </a:lnTo>
                  <a:lnTo>
                    <a:pt x="821" y="321"/>
                  </a:lnTo>
                  <a:lnTo>
                    <a:pt x="824" y="325"/>
                  </a:lnTo>
                  <a:lnTo>
                    <a:pt x="824" y="330"/>
                  </a:lnTo>
                  <a:lnTo>
                    <a:pt x="826" y="334"/>
                  </a:lnTo>
                  <a:lnTo>
                    <a:pt x="828" y="336"/>
                  </a:lnTo>
                  <a:lnTo>
                    <a:pt x="831" y="338"/>
                  </a:lnTo>
                  <a:lnTo>
                    <a:pt x="833" y="340"/>
                  </a:lnTo>
                  <a:lnTo>
                    <a:pt x="836" y="342"/>
                  </a:lnTo>
                  <a:lnTo>
                    <a:pt x="839" y="345"/>
                  </a:lnTo>
                  <a:lnTo>
                    <a:pt x="843" y="347"/>
                  </a:lnTo>
                  <a:lnTo>
                    <a:pt x="847" y="349"/>
                  </a:lnTo>
                  <a:lnTo>
                    <a:pt x="849" y="352"/>
                  </a:lnTo>
                  <a:close/>
                </a:path>
              </a:pathLst>
            </a:custGeom>
            <a:solidFill>
              <a:srgbClr val="41B796">
                <a:alpha val="36000"/>
              </a:srgbClr>
            </a:solidFill>
            <a:ln>
              <a:noFill/>
            </a:ln>
          </p:spPr>
          <p:txBody>
            <a:bodyPr anchor="ctr"/>
            <a:lstStyle/>
            <a:p>
              <a:pPr algn="ctr">
                <a:buNone/>
              </a:pPr>
            </a:p>
          </p:txBody>
        </p:sp>
        <p:sp>
          <p:nvSpPr>
            <p:cNvPr id="3050" name="addition:input:173"/>
            <p:cNvSpPr>
              <a:spLocks noGrp="1"/>
            </p:cNvSpPr>
            <p:nvPr/>
          </p:nvSpPr>
          <p:spPr>
            <a:xfrm>
              <a:off x="209550" y="5438775"/>
              <a:ext cx="1344717" cy="609219"/>
            </a:xfrm>
            <a:custGeom>
              <a:avLst/>
              <a:gdLst/>
              <a:ahLst/>
              <a:cxnLst/>
              <a:rect l="l" t="t" r="r" b="b"/>
              <a:pathLst>
                <a:path w="817" h="325">
                  <a:moveTo>
                    <a:pt x="0" y="0"/>
                  </a:moveTo>
                  <a:moveTo>
                    <a:pt x="812" y="296"/>
                  </a:moveTo>
                  <a:lnTo>
                    <a:pt x="811" y="299"/>
                  </a:lnTo>
                  <a:lnTo>
                    <a:pt x="809" y="301"/>
                  </a:lnTo>
                  <a:lnTo>
                    <a:pt x="806" y="303"/>
                  </a:lnTo>
                  <a:lnTo>
                    <a:pt x="804" y="305"/>
                  </a:lnTo>
                  <a:lnTo>
                    <a:pt x="804" y="307"/>
                  </a:lnTo>
                  <a:lnTo>
                    <a:pt x="805" y="311"/>
                  </a:lnTo>
                  <a:lnTo>
                    <a:pt x="807" y="315"/>
                  </a:lnTo>
                  <a:lnTo>
                    <a:pt x="807" y="319"/>
                  </a:lnTo>
                  <a:lnTo>
                    <a:pt x="804" y="321"/>
                  </a:lnTo>
                  <a:lnTo>
                    <a:pt x="800" y="321"/>
                  </a:lnTo>
                  <a:lnTo>
                    <a:pt x="796" y="320"/>
                  </a:lnTo>
                  <a:lnTo>
                    <a:pt x="794" y="321"/>
                  </a:lnTo>
                  <a:lnTo>
                    <a:pt x="792" y="323"/>
                  </a:lnTo>
                  <a:lnTo>
                    <a:pt x="790" y="325"/>
                  </a:lnTo>
                  <a:lnTo>
                    <a:pt x="788" y="325"/>
                  </a:lnTo>
                  <a:lnTo>
                    <a:pt x="785" y="324"/>
                  </a:lnTo>
                  <a:lnTo>
                    <a:pt x="783" y="323"/>
                  </a:lnTo>
                  <a:lnTo>
                    <a:pt x="781" y="324"/>
                  </a:lnTo>
                  <a:lnTo>
                    <a:pt x="778" y="324"/>
                  </a:lnTo>
                  <a:lnTo>
                    <a:pt x="776" y="324"/>
                  </a:lnTo>
                  <a:lnTo>
                    <a:pt x="774" y="324"/>
                  </a:lnTo>
                  <a:lnTo>
                    <a:pt x="771" y="323"/>
                  </a:lnTo>
                  <a:lnTo>
                    <a:pt x="768" y="323"/>
                  </a:lnTo>
                  <a:lnTo>
                    <a:pt x="764" y="324"/>
                  </a:lnTo>
                  <a:lnTo>
                    <a:pt x="760" y="324"/>
                  </a:lnTo>
                  <a:lnTo>
                    <a:pt x="758" y="321"/>
                  </a:lnTo>
                  <a:lnTo>
                    <a:pt x="759" y="316"/>
                  </a:lnTo>
                  <a:lnTo>
                    <a:pt x="760" y="312"/>
                  </a:lnTo>
                  <a:lnTo>
                    <a:pt x="760" y="309"/>
                  </a:lnTo>
                  <a:lnTo>
                    <a:pt x="758" y="307"/>
                  </a:lnTo>
                  <a:lnTo>
                    <a:pt x="755" y="306"/>
                  </a:lnTo>
                  <a:lnTo>
                    <a:pt x="752" y="304"/>
                  </a:lnTo>
                  <a:lnTo>
                    <a:pt x="750" y="301"/>
                  </a:lnTo>
                  <a:lnTo>
                    <a:pt x="749" y="299"/>
                  </a:lnTo>
                  <a:lnTo>
                    <a:pt x="748" y="296"/>
                  </a:lnTo>
                  <a:lnTo>
                    <a:pt x="746" y="293"/>
                  </a:lnTo>
                  <a:lnTo>
                    <a:pt x="746" y="290"/>
                  </a:lnTo>
                  <a:lnTo>
                    <a:pt x="747" y="288"/>
                  </a:lnTo>
                  <a:lnTo>
                    <a:pt x="749" y="286"/>
                  </a:lnTo>
                  <a:lnTo>
                    <a:pt x="751" y="283"/>
                  </a:lnTo>
                  <a:lnTo>
                    <a:pt x="751" y="281"/>
                  </a:lnTo>
                  <a:lnTo>
                    <a:pt x="751" y="278"/>
                  </a:lnTo>
                  <a:lnTo>
                    <a:pt x="753" y="276"/>
                  </a:lnTo>
                  <a:lnTo>
                    <a:pt x="757" y="275"/>
                  </a:lnTo>
                  <a:lnTo>
                    <a:pt x="761" y="276"/>
                  </a:lnTo>
                  <a:lnTo>
                    <a:pt x="765" y="276"/>
                  </a:lnTo>
                  <a:lnTo>
                    <a:pt x="767" y="274"/>
                  </a:lnTo>
                  <a:lnTo>
                    <a:pt x="768" y="270"/>
                  </a:lnTo>
                  <a:lnTo>
                    <a:pt x="770" y="266"/>
                  </a:lnTo>
                  <a:lnTo>
                    <a:pt x="773" y="264"/>
                  </a:lnTo>
                  <a:lnTo>
                    <a:pt x="776" y="263"/>
                  </a:lnTo>
                  <a:lnTo>
                    <a:pt x="780" y="263"/>
                  </a:lnTo>
                  <a:lnTo>
                    <a:pt x="784" y="264"/>
                  </a:lnTo>
                  <a:lnTo>
                    <a:pt x="787" y="265"/>
                  </a:lnTo>
                  <a:lnTo>
                    <a:pt x="790" y="267"/>
                  </a:lnTo>
                  <a:lnTo>
                    <a:pt x="792" y="270"/>
                  </a:lnTo>
                  <a:lnTo>
                    <a:pt x="794" y="272"/>
                  </a:lnTo>
                  <a:lnTo>
                    <a:pt x="797" y="273"/>
                  </a:lnTo>
                  <a:lnTo>
                    <a:pt x="800" y="273"/>
                  </a:lnTo>
                  <a:lnTo>
                    <a:pt x="804" y="272"/>
                  </a:lnTo>
                  <a:lnTo>
                    <a:pt x="807" y="274"/>
                  </a:lnTo>
                  <a:lnTo>
                    <a:pt x="808" y="277"/>
                  </a:lnTo>
                  <a:lnTo>
                    <a:pt x="808" y="280"/>
                  </a:lnTo>
                  <a:lnTo>
                    <a:pt x="809" y="282"/>
                  </a:lnTo>
                  <a:lnTo>
                    <a:pt x="812" y="283"/>
                  </a:lnTo>
                  <a:lnTo>
                    <a:pt x="815" y="285"/>
                  </a:lnTo>
                  <a:lnTo>
                    <a:pt x="817" y="287"/>
                  </a:lnTo>
                  <a:lnTo>
                    <a:pt x="816" y="290"/>
                  </a:lnTo>
                  <a:lnTo>
                    <a:pt x="814" y="293"/>
                  </a:lnTo>
                  <a:close/>
                </a:path>
              </a:pathLst>
            </a:custGeom>
            <a:solidFill>
              <a:srgbClr val="69C6AD">
                <a:alpha val="32000"/>
              </a:srgbClr>
            </a:solidFill>
            <a:ln>
              <a:noFill/>
            </a:ln>
          </p:spPr>
          <p:txBody>
            <a:bodyPr anchor="ctr"/>
            <a:lstStyle/>
            <a:p>
              <a:pPr algn="ctr">
                <a:buNone/>
              </a:pPr>
            </a:p>
          </p:txBody>
        </p:sp>
        <p:sp>
          <p:nvSpPr>
            <p:cNvPr id="3051" name="addition:input:174"/>
            <p:cNvSpPr>
              <a:spLocks noGrp="1"/>
            </p:cNvSpPr>
            <p:nvPr/>
          </p:nvSpPr>
          <p:spPr>
            <a:xfrm>
              <a:off x="209550" y="5438775"/>
              <a:ext cx="1468161" cy="687949"/>
            </a:xfrm>
            <a:custGeom>
              <a:avLst/>
              <a:gdLst/>
              <a:ahLst/>
              <a:cxnLst/>
              <a:rect l="l" t="t" r="r" b="b"/>
              <a:pathLst>
                <a:path w="892" h="367">
                  <a:moveTo>
                    <a:pt x="0" y="0"/>
                  </a:moveTo>
                  <a:moveTo>
                    <a:pt x="890" y="340"/>
                  </a:moveTo>
                  <a:lnTo>
                    <a:pt x="888" y="343"/>
                  </a:lnTo>
                  <a:lnTo>
                    <a:pt x="886" y="345"/>
                  </a:lnTo>
                  <a:lnTo>
                    <a:pt x="884" y="347"/>
                  </a:lnTo>
                  <a:lnTo>
                    <a:pt x="881" y="348"/>
                  </a:lnTo>
                  <a:lnTo>
                    <a:pt x="878" y="350"/>
                  </a:lnTo>
                  <a:lnTo>
                    <a:pt x="876" y="352"/>
                  </a:lnTo>
                  <a:lnTo>
                    <a:pt x="876" y="354"/>
                  </a:lnTo>
                  <a:lnTo>
                    <a:pt x="877" y="358"/>
                  </a:lnTo>
                  <a:lnTo>
                    <a:pt x="877" y="361"/>
                  </a:lnTo>
                  <a:lnTo>
                    <a:pt x="874" y="363"/>
                  </a:lnTo>
                  <a:lnTo>
                    <a:pt x="870" y="363"/>
                  </a:lnTo>
                  <a:lnTo>
                    <a:pt x="866" y="363"/>
                  </a:lnTo>
                  <a:lnTo>
                    <a:pt x="864" y="364"/>
                  </a:lnTo>
                  <a:lnTo>
                    <a:pt x="861" y="366"/>
                  </a:lnTo>
                  <a:lnTo>
                    <a:pt x="859" y="367"/>
                  </a:lnTo>
                  <a:lnTo>
                    <a:pt x="856" y="367"/>
                  </a:lnTo>
                  <a:lnTo>
                    <a:pt x="853" y="366"/>
                  </a:lnTo>
                  <a:lnTo>
                    <a:pt x="851" y="365"/>
                  </a:lnTo>
                  <a:lnTo>
                    <a:pt x="849" y="364"/>
                  </a:lnTo>
                  <a:lnTo>
                    <a:pt x="846" y="364"/>
                  </a:lnTo>
                  <a:lnTo>
                    <a:pt x="844" y="363"/>
                  </a:lnTo>
                  <a:lnTo>
                    <a:pt x="842" y="362"/>
                  </a:lnTo>
                  <a:lnTo>
                    <a:pt x="840" y="362"/>
                  </a:lnTo>
                  <a:lnTo>
                    <a:pt x="837" y="362"/>
                  </a:lnTo>
                  <a:lnTo>
                    <a:pt x="833" y="363"/>
                  </a:lnTo>
                  <a:lnTo>
                    <a:pt x="829" y="363"/>
                  </a:lnTo>
                  <a:lnTo>
                    <a:pt x="827" y="361"/>
                  </a:lnTo>
                  <a:lnTo>
                    <a:pt x="828" y="357"/>
                  </a:lnTo>
                  <a:lnTo>
                    <a:pt x="830" y="353"/>
                  </a:lnTo>
                  <a:lnTo>
                    <a:pt x="831" y="350"/>
                  </a:lnTo>
                  <a:lnTo>
                    <a:pt x="830" y="348"/>
                  </a:lnTo>
                  <a:lnTo>
                    <a:pt x="828" y="347"/>
                  </a:lnTo>
                  <a:lnTo>
                    <a:pt x="826" y="345"/>
                  </a:lnTo>
                  <a:lnTo>
                    <a:pt x="825" y="342"/>
                  </a:lnTo>
                  <a:lnTo>
                    <a:pt x="825" y="340"/>
                  </a:lnTo>
                  <a:lnTo>
                    <a:pt x="824" y="338"/>
                  </a:lnTo>
                  <a:lnTo>
                    <a:pt x="823" y="335"/>
                  </a:lnTo>
                  <a:lnTo>
                    <a:pt x="822" y="333"/>
                  </a:lnTo>
                  <a:lnTo>
                    <a:pt x="822" y="330"/>
                  </a:lnTo>
                  <a:lnTo>
                    <a:pt x="824" y="329"/>
                  </a:lnTo>
                  <a:lnTo>
                    <a:pt x="825" y="327"/>
                  </a:lnTo>
                  <a:lnTo>
                    <a:pt x="826" y="324"/>
                  </a:lnTo>
                  <a:lnTo>
                    <a:pt x="826" y="321"/>
                  </a:lnTo>
                  <a:lnTo>
                    <a:pt x="828" y="319"/>
                  </a:lnTo>
                  <a:lnTo>
                    <a:pt x="831" y="319"/>
                  </a:lnTo>
                  <a:lnTo>
                    <a:pt x="835" y="320"/>
                  </a:lnTo>
                  <a:lnTo>
                    <a:pt x="839" y="321"/>
                  </a:lnTo>
                  <a:lnTo>
                    <a:pt x="841" y="320"/>
                  </a:lnTo>
                  <a:lnTo>
                    <a:pt x="842" y="318"/>
                  </a:lnTo>
                  <a:lnTo>
                    <a:pt x="844" y="315"/>
                  </a:lnTo>
                  <a:lnTo>
                    <a:pt x="847" y="312"/>
                  </a:lnTo>
                  <a:lnTo>
                    <a:pt x="850" y="312"/>
                  </a:lnTo>
                  <a:lnTo>
                    <a:pt x="854" y="312"/>
                  </a:lnTo>
                  <a:lnTo>
                    <a:pt x="857" y="312"/>
                  </a:lnTo>
                  <a:lnTo>
                    <a:pt x="861" y="312"/>
                  </a:lnTo>
                  <a:lnTo>
                    <a:pt x="864" y="314"/>
                  </a:lnTo>
                  <a:lnTo>
                    <a:pt x="866" y="316"/>
                  </a:lnTo>
                  <a:lnTo>
                    <a:pt x="868" y="319"/>
                  </a:lnTo>
                  <a:lnTo>
                    <a:pt x="870" y="321"/>
                  </a:lnTo>
                  <a:lnTo>
                    <a:pt x="874" y="321"/>
                  </a:lnTo>
                  <a:lnTo>
                    <a:pt x="878" y="321"/>
                  </a:lnTo>
                  <a:lnTo>
                    <a:pt x="880" y="323"/>
                  </a:lnTo>
                  <a:lnTo>
                    <a:pt x="881" y="325"/>
                  </a:lnTo>
                  <a:lnTo>
                    <a:pt x="881" y="328"/>
                  </a:lnTo>
                  <a:lnTo>
                    <a:pt x="882" y="330"/>
                  </a:lnTo>
                  <a:lnTo>
                    <a:pt x="885" y="331"/>
                  </a:lnTo>
                  <a:lnTo>
                    <a:pt x="889" y="333"/>
                  </a:lnTo>
                  <a:lnTo>
                    <a:pt x="892" y="335"/>
                  </a:lnTo>
                  <a:lnTo>
                    <a:pt x="892" y="338"/>
                  </a:lnTo>
                  <a:close/>
                </a:path>
              </a:pathLst>
            </a:custGeom>
            <a:solidFill>
              <a:srgbClr val="69C6AD">
                <a:alpha val="32000"/>
              </a:srgbClr>
            </a:solidFill>
            <a:ln>
              <a:noFill/>
            </a:ln>
          </p:spPr>
          <p:txBody>
            <a:bodyPr anchor="ctr"/>
            <a:lstStyle/>
            <a:p>
              <a:pPr algn="ctr">
                <a:buNone/>
              </a:pPr>
            </a:p>
          </p:txBody>
        </p:sp>
        <p:sp>
          <p:nvSpPr>
            <p:cNvPr id="3052" name="addition:input:175"/>
            <p:cNvSpPr>
              <a:spLocks noGrp="1"/>
            </p:cNvSpPr>
            <p:nvPr/>
          </p:nvSpPr>
          <p:spPr>
            <a:xfrm>
              <a:off x="209550" y="5438775"/>
              <a:ext cx="1543873" cy="657957"/>
            </a:xfrm>
            <a:custGeom>
              <a:avLst/>
              <a:gdLst/>
              <a:ahLst/>
              <a:cxnLst/>
              <a:rect l="l" t="t" r="r" b="b"/>
              <a:pathLst>
                <a:path w="938" h="351">
                  <a:moveTo>
                    <a:pt x="0" y="0"/>
                  </a:moveTo>
                  <a:moveTo>
                    <a:pt x="937" y="322"/>
                  </a:moveTo>
                  <a:lnTo>
                    <a:pt x="936" y="324"/>
                  </a:lnTo>
                  <a:lnTo>
                    <a:pt x="936" y="327"/>
                  </a:lnTo>
                  <a:lnTo>
                    <a:pt x="937" y="329"/>
                  </a:lnTo>
                  <a:lnTo>
                    <a:pt x="937" y="332"/>
                  </a:lnTo>
                  <a:lnTo>
                    <a:pt x="936" y="334"/>
                  </a:lnTo>
                  <a:lnTo>
                    <a:pt x="935" y="336"/>
                  </a:lnTo>
                  <a:lnTo>
                    <a:pt x="934" y="338"/>
                  </a:lnTo>
                  <a:lnTo>
                    <a:pt x="935" y="341"/>
                  </a:lnTo>
                  <a:lnTo>
                    <a:pt x="934" y="345"/>
                  </a:lnTo>
                  <a:lnTo>
                    <a:pt x="933" y="346"/>
                  </a:lnTo>
                  <a:lnTo>
                    <a:pt x="930" y="346"/>
                  </a:lnTo>
                  <a:lnTo>
                    <a:pt x="927" y="344"/>
                  </a:lnTo>
                  <a:lnTo>
                    <a:pt x="925" y="343"/>
                  </a:lnTo>
                  <a:lnTo>
                    <a:pt x="923" y="343"/>
                  </a:lnTo>
                  <a:lnTo>
                    <a:pt x="922" y="346"/>
                  </a:lnTo>
                  <a:lnTo>
                    <a:pt x="921" y="348"/>
                  </a:lnTo>
                  <a:lnTo>
                    <a:pt x="919" y="350"/>
                  </a:lnTo>
                  <a:lnTo>
                    <a:pt x="917" y="350"/>
                  </a:lnTo>
                  <a:lnTo>
                    <a:pt x="915" y="350"/>
                  </a:lnTo>
                  <a:lnTo>
                    <a:pt x="912" y="351"/>
                  </a:lnTo>
                  <a:lnTo>
                    <a:pt x="910" y="351"/>
                  </a:lnTo>
                  <a:lnTo>
                    <a:pt x="908" y="349"/>
                  </a:lnTo>
                  <a:lnTo>
                    <a:pt x="906" y="346"/>
                  </a:lnTo>
                  <a:lnTo>
                    <a:pt x="905" y="344"/>
                  </a:lnTo>
                  <a:lnTo>
                    <a:pt x="903" y="342"/>
                  </a:lnTo>
                  <a:lnTo>
                    <a:pt x="901" y="342"/>
                  </a:lnTo>
                  <a:lnTo>
                    <a:pt x="898" y="341"/>
                  </a:lnTo>
                  <a:lnTo>
                    <a:pt x="897" y="338"/>
                  </a:lnTo>
                  <a:lnTo>
                    <a:pt x="897" y="335"/>
                  </a:lnTo>
                  <a:lnTo>
                    <a:pt x="897" y="332"/>
                  </a:lnTo>
                  <a:lnTo>
                    <a:pt x="896" y="330"/>
                  </a:lnTo>
                  <a:lnTo>
                    <a:pt x="893" y="329"/>
                  </a:lnTo>
                  <a:lnTo>
                    <a:pt x="890" y="327"/>
                  </a:lnTo>
                  <a:lnTo>
                    <a:pt x="888" y="325"/>
                  </a:lnTo>
                  <a:lnTo>
                    <a:pt x="888" y="322"/>
                  </a:lnTo>
                  <a:lnTo>
                    <a:pt x="889" y="320"/>
                  </a:lnTo>
                  <a:lnTo>
                    <a:pt x="890" y="317"/>
                  </a:lnTo>
                  <a:lnTo>
                    <a:pt x="891" y="315"/>
                  </a:lnTo>
                  <a:lnTo>
                    <a:pt x="893" y="313"/>
                  </a:lnTo>
                  <a:lnTo>
                    <a:pt x="895" y="311"/>
                  </a:lnTo>
                  <a:lnTo>
                    <a:pt x="898" y="311"/>
                  </a:lnTo>
                  <a:lnTo>
                    <a:pt x="900" y="309"/>
                  </a:lnTo>
                  <a:lnTo>
                    <a:pt x="900" y="306"/>
                  </a:lnTo>
                  <a:lnTo>
                    <a:pt x="900" y="303"/>
                  </a:lnTo>
                  <a:lnTo>
                    <a:pt x="901" y="299"/>
                  </a:lnTo>
                  <a:lnTo>
                    <a:pt x="903" y="298"/>
                  </a:lnTo>
                  <a:lnTo>
                    <a:pt x="906" y="298"/>
                  </a:lnTo>
                  <a:lnTo>
                    <a:pt x="908" y="298"/>
                  </a:lnTo>
                  <a:lnTo>
                    <a:pt x="910" y="297"/>
                  </a:lnTo>
                  <a:lnTo>
                    <a:pt x="912" y="294"/>
                  </a:lnTo>
                  <a:lnTo>
                    <a:pt x="914" y="293"/>
                  </a:lnTo>
                  <a:lnTo>
                    <a:pt x="917" y="293"/>
                  </a:lnTo>
                  <a:lnTo>
                    <a:pt x="919" y="295"/>
                  </a:lnTo>
                  <a:lnTo>
                    <a:pt x="921" y="296"/>
                  </a:lnTo>
                  <a:lnTo>
                    <a:pt x="923" y="297"/>
                  </a:lnTo>
                  <a:lnTo>
                    <a:pt x="925" y="298"/>
                  </a:lnTo>
                  <a:lnTo>
                    <a:pt x="926" y="300"/>
                  </a:lnTo>
                  <a:lnTo>
                    <a:pt x="927" y="301"/>
                  </a:lnTo>
                  <a:lnTo>
                    <a:pt x="929" y="302"/>
                  </a:lnTo>
                  <a:lnTo>
                    <a:pt x="931" y="302"/>
                  </a:lnTo>
                  <a:lnTo>
                    <a:pt x="934" y="301"/>
                  </a:lnTo>
                  <a:lnTo>
                    <a:pt x="937" y="301"/>
                  </a:lnTo>
                  <a:lnTo>
                    <a:pt x="938" y="303"/>
                  </a:lnTo>
                  <a:lnTo>
                    <a:pt x="938" y="307"/>
                  </a:lnTo>
                  <a:lnTo>
                    <a:pt x="936" y="311"/>
                  </a:lnTo>
                  <a:lnTo>
                    <a:pt x="935" y="313"/>
                  </a:lnTo>
                  <a:lnTo>
                    <a:pt x="936" y="316"/>
                  </a:lnTo>
                  <a:lnTo>
                    <a:pt x="937" y="318"/>
                  </a:lnTo>
                  <a:lnTo>
                    <a:pt x="937" y="320"/>
                  </a:lnTo>
                  <a:close/>
                </a:path>
              </a:pathLst>
            </a:custGeom>
            <a:solidFill>
              <a:srgbClr val="86D1BC">
                <a:alpha val="24000"/>
              </a:srgbClr>
            </a:solidFill>
            <a:ln>
              <a:noFill/>
            </a:ln>
          </p:spPr>
          <p:txBody>
            <a:bodyPr anchor="ctr"/>
            <a:lstStyle/>
            <a:p>
              <a:pPr algn="ctr">
                <a:buNone/>
              </a:pPr>
            </a:p>
          </p:txBody>
        </p:sp>
        <p:sp>
          <p:nvSpPr>
            <p:cNvPr id="3053" name="addition:input:176"/>
            <p:cNvSpPr>
              <a:spLocks noGrp="1"/>
            </p:cNvSpPr>
            <p:nvPr/>
          </p:nvSpPr>
          <p:spPr>
            <a:xfrm>
              <a:off x="209550" y="5438775"/>
              <a:ext cx="1489558" cy="766679"/>
            </a:xfrm>
            <a:custGeom>
              <a:avLst/>
              <a:gdLst/>
              <a:ahLst/>
              <a:cxnLst/>
              <a:rect l="l" t="t" r="r" b="b"/>
              <a:pathLst>
                <a:path w="905" h="409">
                  <a:moveTo>
                    <a:pt x="0" y="0"/>
                  </a:moveTo>
                  <a:moveTo>
                    <a:pt x="904" y="378"/>
                  </a:moveTo>
                  <a:lnTo>
                    <a:pt x="905" y="381"/>
                  </a:lnTo>
                  <a:lnTo>
                    <a:pt x="904" y="383"/>
                  </a:lnTo>
                  <a:lnTo>
                    <a:pt x="902" y="385"/>
                  </a:lnTo>
                  <a:lnTo>
                    <a:pt x="901" y="387"/>
                  </a:lnTo>
                  <a:lnTo>
                    <a:pt x="901" y="390"/>
                  </a:lnTo>
                  <a:lnTo>
                    <a:pt x="901" y="392"/>
                  </a:lnTo>
                  <a:lnTo>
                    <a:pt x="900" y="395"/>
                  </a:lnTo>
                  <a:lnTo>
                    <a:pt x="898" y="396"/>
                  </a:lnTo>
                  <a:lnTo>
                    <a:pt x="896" y="396"/>
                  </a:lnTo>
                  <a:lnTo>
                    <a:pt x="893" y="397"/>
                  </a:lnTo>
                  <a:lnTo>
                    <a:pt x="892" y="398"/>
                  </a:lnTo>
                  <a:lnTo>
                    <a:pt x="891" y="400"/>
                  </a:lnTo>
                  <a:lnTo>
                    <a:pt x="889" y="401"/>
                  </a:lnTo>
                  <a:lnTo>
                    <a:pt x="887" y="403"/>
                  </a:lnTo>
                  <a:lnTo>
                    <a:pt x="885" y="404"/>
                  </a:lnTo>
                  <a:lnTo>
                    <a:pt x="883" y="406"/>
                  </a:lnTo>
                  <a:lnTo>
                    <a:pt x="881" y="409"/>
                  </a:lnTo>
                  <a:lnTo>
                    <a:pt x="878" y="409"/>
                  </a:lnTo>
                  <a:lnTo>
                    <a:pt x="876" y="407"/>
                  </a:lnTo>
                  <a:lnTo>
                    <a:pt x="874" y="404"/>
                  </a:lnTo>
                  <a:lnTo>
                    <a:pt x="873" y="400"/>
                  </a:lnTo>
                  <a:lnTo>
                    <a:pt x="872" y="399"/>
                  </a:lnTo>
                  <a:lnTo>
                    <a:pt x="870" y="399"/>
                  </a:lnTo>
                  <a:lnTo>
                    <a:pt x="867" y="399"/>
                  </a:lnTo>
                  <a:lnTo>
                    <a:pt x="865" y="399"/>
                  </a:lnTo>
                  <a:lnTo>
                    <a:pt x="864" y="397"/>
                  </a:lnTo>
                  <a:lnTo>
                    <a:pt x="863" y="395"/>
                  </a:lnTo>
                  <a:lnTo>
                    <a:pt x="862" y="394"/>
                  </a:lnTo>
                  <a:lnTo>
                    <a:pt x="860" y="392"/>
                  </a:lnTo>
                  <a:lnTo>
                    <a:pt x="859" y="390"/>
                  </a:lnTo>
                  <a:lnTo>
                    <a:pt x="858" y="388"/>
                  </a:lnTo>
                  <a:lnTo>
                    <a:pt x="859" y="386"/>
                  </a:lnTo>
                  <a:lnTo>
                    <a:pt x="858" y="383"/>
                  </a:lnTo>
                  <a:lnTo>
                    <a:pt x="858" y="381"/>
                  </a:lnTo>
                  <a:lnTo>
                    <a:pt x="858" y="378"/>
                  </a:lnTo>
                  <a:lnTo>
                    <a:pt x="859" y="376"/>
                  </a:lnTo>
                  <a:lnTo>
                    <a:pt x="862" y="374"/>
                  </a:lnTo>
                  <a:lnTo>
                    <a:pt x="864" y="373"/>
                  </a:lnTo>
                  <a:lnTo>
                    <a:pt x="865" y="371"/>
                  </a:lnTo>
                  <a:lnTo>
                    <a:pt x="865" y="368"/>
                  </a:lnTo>
                  <a:lnTo>
                    <a:pt x="864" y="365"/>
                  </a:lnTo>
                  <a:lnTo>
                    <a:pt x="863" y="361"/>
                  </a:lnTo>
                  <a:lnTo>
                    <a:pt x="864" y="359"/>
                  </a:lnTo>
                  <a:lnTo>
                    <a:pt x="866" y="357"/>
                  </a:lnTo>
                  <a:lnTo>
                    <a:pt x="867" y="356"/>
                  </a:lnTo>
                  <a:lnTo>
                    <a:pt x="869" y="355"/>
                  </a:lnTo>
                  <a:lnTo>
                    <a:pt x="871" y="354"/>
                  </a:lnTo>
                  <a:lnTo>
                    <a:pt x="873" y="354"/>
                  </a:lnTo>
                  <a:lnTo>
                    <a:pt x="875" y="355"/>
                  </a:lnTo>
                  <a:lnTo>
                    <a:pt x="876" y="355"/>
                  </a:lnTo>
                  <a:lnTo>
                    <a:pt x="878" y="355"/>
                  </a:lnTo>
                  <a:lnTo>
                    <a:pt x="879" y="353"/>
                  </a:lnTo>
                  <a:lnTo>
                    <a:pt x="881" y="352"/>
                  </a:lnTo>
                  <a:lnTo>
                    <a:pt x="882" y="352"/>
                  </a:lnTo>
                  <a:lnTo>
                    <a:pt x="884" y="354"/>
                  </a:lnTo>
                  <a:lnTo>
                    <a:pt x="885" y="356"/>
                  </a:lnTo>
                  <a:lnTo>
                    <a:pt x="887" y="355"/>
                  </a:lnTo>
                  <a:lnTo>
                    <a:pt x="889" y="354"/>
                  </a:lnTo>
                  <a:lnTo>
                    <a:pt x="892" y="353"/>
                  </a:lnTo>
                  <a:lnTo>
                    <a:pt x="894" y="355"/>
                  </a:lnTo>
                  <a:lnTo>
                    <a:pt x="895" y="357"/>
                  </a:lnTo>
                  <a:lnTo>
                    <a:pt x="895" y="361"/>
                  </a:lnTo>
                  <a:lnTo>
                    <a:pt x="895" y="364"/>
                  </a:lnTo>
                  <a:lnTo>
                    <a:pt x="896" y="366"/>
                  </a:lnTo>
                  <a:lnTo>
                    <a:pt x="896" y="368"/>
                  </a:lnTo>
                  <a:lnTo>
                    <a:pt x="897" y="370"/>
                  </a:lnTo>
                  <a:lnTo>
                    <a:pt x="897" y="372"/>
                  </a:lnTo>
                  <a:lnTo>
                    <a:pt x="899" y="374"/>
                  </a:lnTo>
                  <a:lnTo>
                    <a:pt x="902" y="376"/>
                  </a:lnTo>
                  <a:close/>
                </a:path>
              </a:pathLst>
            </a:custGeom>
            <a:solidFill>
              <a:srgbClr val="86D1BC">
                <a:alpha val="24000"/>
              </a:srgbClr>
            </a:solidFill>
            <a:ln>
              <a:noFill/>
            </a:ln>
          </p:spPr>
          <p:txBody>
            <a:bodyPr anchor="ctr"/>
            <a:lstStyle/>
            <a:p>
              <a:pPr algn="ctr">
                <a:buNone/>
              </a:pPr>
            </a:p>
          </p:txBody>
        </p:sp>
        <p:sp>
          <p:nvSpPr>
            <p:cNvPr id="3054" name="addition:input:177"/>
            <p:cNvSpPr>
              <a:spLocks noGrp="1"/>
            </p:cNvSpPr>
            <p:nvPr/>
          </p:nvSpPr>
          <p:spPr>
            <a:xfrm>
              <a:off x="209550" y="5438775"/>
              <a:ext cx="1367760" cy="777926"/>
            </a:xfrm>
            <a:custGeom>
              <a:avLst/>
              <a:gdLst/>
              <a:ahLst/>
              <a:cxnLst/>
              <a:rect l="l" t="t" r="r" b="b"/>
              <a:pathLst>
                <a:path w="831" h="415">
                  <a:moveTo>
                    <a:pt x="0" y="0"/>
                  </a:moveTo>
                  <a:moveTo>
                    <a:pt x="827" y="392"/>
                  </a:moveTo>
                  <a:lnTo>
                    <a:pt x="825" y="394"/>
                  </a:lnTo>
                  <a:lnTo>
                    <a:pt x="824" y="395"/>
                  </a:lnTo>
                  <a:lnTo>
                    <a:pt x="824" y="397"/>
                  </a:lnTo>
                  <a:lnTo>
                    <a:pt x="824" y="399"/>
                  </a:lnTo>
                  <a:lnTo>
                    <a:pt x="824" y="401"/>
                  </a:lnTo>
                  <a:lnTo>
                    <a:pt x="824" y="404"/>
                  </a:lnTo>
                  <a:lnTo>
                    <a:pt x="824" y="406"/>
                  </a:lnTo>
                  <a:lnTo>
                    <a:pt x="824" y="409"/>
                  </a:lnTo>
                  <a:lnTo>
                    <a:pt x="823" y="411"/>
                  </a:lnTo>
                  <a:lnTo>
                    <a:pt x="821" y="412"/>
                  </a:lnTo>
                  <a:lnTo>
                    <a:pt x="818" y="411"/>
                  </a:lnTo>
                  <a:lnTo>
                    <a:pt x="816" y="411"/>
                  </a:lnTo>
                  <a:lnTo>
                    <a:pt x="814" y="411"/>
                  </a:lnTo>
                  <a:lnTo>
                    <a:pt x="813" y="413"/>
                  </a:lnTo>
                  <a:lnTo>
                    <a:pt x="812" y="414"/>
                  </a:lnTo>
                  <a:lnTo>
                    <a:pt x="810" y="415"/>
                  </a:lnTo>
                  <a:lnTo>
                    <a:pt x="808" y="414"/>
                  </a:lnTo>
                  <a:lnTo>
                    <a:pt x="807" y="413"/>
                  </a:lnTo>
                  <a:lnTo>
                    <a:pt x="805" y="412"/>
                  </a:lnTo>
                  <a:lnTo>
                    <a:pt x="803" y="413"/>
                  </a:lnTo>
                  <a:lnTo>
                    <a:pt x="801" y="414"/>
                  </a:lnTo>
                  <a:lnTo>
                    <a:pt x="799" y="415"/>
                  </a:lnTo>
                  <a:lnTo>
                    <a:pt x="797" y="414"/>
                  </a:lnTo>
                  <a:lnTo>
                    <a:pt x="795" y="413"/>
                  </a:lnTo>
                  <a:lnTo>
                    <a:pt x="793" y="412"/>
                  </a:lnTo>
                  <a:lnTo>
                    <a:pt x="791" y="410"/>
                  </a:lnTo>
                  <a:lnTo>
                    <a:pt x="790" y="408"/>
                  </a:lnTo>
                  <a:lnTo>
                    <a:pt x="790" y="405"/>
                  </a:lnTo>
                  <a:lnTo>
                    <a:pt x="791" y="402"/>
                  </a:lnTo>
                  <a:lnTo>
                    <a:pt x="791" y="400"/>
                  </a:lnTo>
                  <a:lnTo>
                    <a:pt x="789" y="399"/>
                  </a:lnTo>
                  <a:lnTo>
                    <a:pt x="786" y="398"/>
                  </a:lnTo>
                  <a:lnTo>
                    <a:pt x="783" y="396"/>
                  </a:lnTo>
                  <a:lnTo>
                    <a:pt x="782" y="394"/>
                  </a:lnTo>
                  <a:lnTo>
                    <a:pt x="782" y="392"/>
                  </a:lnTo>
                  <a:lnTo>
                    <a:pt x="783" y="390"/>
                  </a:lnTo>
                  <a:lnTo>
                    <a:pt x="783" y="388"/>
                  </a:lnTo>
                  <a:lnTo>
                    <a:pt x="782" y="385"/>
                  </a:lnTo>
                  <a:lnTo>
                    <a:pt x="783" y="383"/>
                  </a:lnTo>
                  <a:lnTo>
                    <a:pt x="784" y="382"/>
                  </a:lnTo>
                  <a:lnTo>
                    <a:pt x="786" y="380"/>
                  </a:lnTo>
                  <a:lnTo>
                    <a:pt x="787" y="379"/>
                  </a:lnTo>
                  <a:lnTo>
                    <a:pt x="788" y="377"/>
                  </a:lnTo>
                  <a:lnTo>
                    <a:pt x="790" y="376"/>
                  </a:lnTo>
                  <a:lnTo>
                    <a:pt x="792" y="375"/>
                  </a:lnTo>
                  <a:lnTo>
                    <a:pt x="794" y="375"/>
                  </a:lnTo>
                  <a:lnTo>
                    <a:pt x="797" y="374"/>
                  </a:lnTo>
                  <a:lnTo>
                    <a:pt x="798" y="373"/>
                  </a:lnTo>
                  <a:lnTo>
                    <a:pt x="799" y="369"/>
                  </a:lnTo>
                  <a:lnTo>
                    <a:pt x="801" y="366"/>
                  </a:lnTo>
                  <a:lnTo>
                    <a:pt x="803" y="365"/>
                  </a:lnTo>
                  <a:lnTo>
                    <a:pt x="806" y="366"/>
                  </a:lnTo>
                  <a:lnTo>
                    <a:pt x="809" y="368"/>
                  </a:lnTo>
                  <a:lnTo>
                    <a:pt x="811" y="370"/>
                  </a:lnTo>
                  <a:lnTo>
                    <a:pt x="813" y="371"/>
                  </a:lnTo>
                  <a:lnTo>
                    <a:pt x="815" y="371"/>
                  </a:lnTo>
                  <a:lnTo>
                    <a:pt x="816" y="372"/>
                  </a:lnTo>
                  <a:lnTo>
                    <a:pt x="818" y="373"/>
                  </a:lnTo>
                  <a:lnTo>
                    <a:pt x="820" y="374"/>
                  </a:lnTo>
                  <a:lnTo>
                    <a:pt x="822" y="375"/>
                  </a:lnTo>
                  <a:lnTo>
                    <a:pt x="824" y="375"/>
                  </a:lnTo>
                  <a:lnTo>
                    <a:pt x="826" y="376"/>
                  </a:lnTo>
                  <a:lnTo>
                    <a:pt x="827" y="378"/>
                  </a:lnTo>
                  <a:lnTo>
                    <a:pt x="827" y="380"/>
                  </a:lnTo>
                  <a:lnTo>
                    <a:pt x="827" y="382"/>
                  </a:lnTo>
                  <a:lnTo>
                    <a:pt x="828" y="384"/>
                  </a:lnTo>
                  <a:lnTo>
                    <a:pt x="830" y="385"/>
                  </a:lnTo>
                  <a:lnTo>
                    <a:pt x="831" y="387"/>
                  </a:lnTo>
                  <a:lnTo>
                    <a:pt x="830" y="390"/>
                  </a:lnTo>
                  <a:close/>
                </a:path>
              </a:pathLst>
            </a:custGeom>
            <a:solidFill>
              <a:srgbClr val="86D1BC">
                <a:alpha val="24000"/>
              </a:srgbClr>
            </a:solidFill>
            <a:ln>
              <a:noFill/>
            </a:ln>
          </p:spPr>
          <p:txBody>
            <a:bodyPr anchor="ctr"/>
            <a:lstStyle/>
            <a:p>
              <a:pPr algn="ctr">
                <a:buNone/>
              </a:pPr>
            </a:p>
          </p:txBody>
        </p:sp>
        <p:sp>
          <p:nvSpPr>
            <p:cNvPr id="3055" name="addition:input:178"/>
            <p:cNvSpPr>
              <a:spLocks noGrp="1"/>
            </p:cNvSpPr>
            <p:nvPr/>
          </p:nvSpPr>
          <p:spPr>
            <a:xfrm>
              <a:off x="209550" y="5438775"/>
              <a:ext cx="1262421" cy="736686"/>
            </a:xfrm>
            <a:custGeom>
              <a:avLst/>
              <a:gdLst/>
              <a:ahLst/>
              <a:cxnLst/>
              <a:rect l="l" t="t" r="r" b="b"/>
              <a:pathLst>
                <a:path w="767" h="393">
                  <a:moveTo>
                    <a:pt x="0" y="0"/>
                  </a:moveTo>
                  <a:moveTo>
                    <a:pt x="767" y="368"/>
                  </a:moveTo>
                  <a:lnTo>
                    <a:pt x="766" y="370"/>
                  </a:lnTo>
                  <a:lnTo>
                    <a:pt x="762" y="372"/>
                  </a:lnTo>
                  <a:lnTo>
                    <a:pt x="758" y="373"/>
                  </a:lnTo>
                  <a:lnTo>
                    <a:pt x="756" y="375"/>
                  </a:lnTo>
                  <a:lnTo>
                    <a:pt x="757" y="377"/>
                  </a:lnTo>
                  <a:lnTo>
                    <a:pt x="758" y="381"/>
                  </a:lnTo>
                  <a:lnTo>
                    <a:pt x="759" y="384"/>
                  </a:lnTo>
                  <a:lnTo>
                    <a:pt x="758" y="386"/>
                  </a:lnTo>
                  <a:lnTo>
                    <a:pt x="755" y="388"/>
                  </a:lnTo>
                  <a:lnTo>
                    <a:pt x="753" y="389"/>
                  </a:lnTo>
                  <a:lnTo>
                    <a:pt x="750" y="390"/>
                  </a:lnTo>
                  <a:lnTo>
                    <a:pt x="748" y="391"/>
                  </a:lnTo>
                  <a:lnTo>
                    <a:pt x="746" y="392"/>
                  </a:lnTo>
                  <a:lnTo>
                    <a:pt x="743" y="392"/>
                  </a:lnTo>
                  <a:lnTo>
                    <a:pt x="741" y="391"/>
                  </a:lnTo>
                  <a:lnTo>
                    <a:pt x="739" y="391"/>
                  </a:lnTo>
                  <a:lnTo>
                    <a:pt x="737" y="393"/>
                  </a:lnTo>
                  <a:lnTo>
                    <a:pt x="735" y="393"/>
                  </a:lnTo>
                  <a:lnTo>
                    <a:pt x="733" y="392"/>
                  </a:lnTo>
                  <a:lnTo>
                    <a:pt x="731" y="391"/>
                  </a:lnTo>
                  <a:lnTo>
                    <a:pt x="729" y="389"/>
                  </a:lnTo>
                  <a:lnTo>
                    <a:pt x="727" y="390"/>
                  </a:lnTo>
                  <a:lnTo>
                    <a:pt x="723" y="391"/>
                  </a:lnTo>
                  <a:lnTo>
                    <a:pt x="720" y="392"/>
                  </a:lnTo>
                  <a:lnTo>
                    <a:pt x="717" y="391"/>
                  </a:lnTo>
                  <a:lnTo>
                    <a:pt x="716" y="388"/>
                  </a:lnTo>
                  <a:lnTo>
                    <a:pt x="716" y="385"/>
                  </a:lnTo>
                  <a:lnTo>
                    <a:pt x="716" y="382"/>
                  </a:lnTo>
                  <a:lnTo>
                    <a:pt x="715" y="380"/>
                  </a:lnTo>
                  <a:lnTo>
                    <a:pt x="714" y="378"/>
                  </a:lnTo>
                  <a:lnTo>
                    <a:pt x="713" y="376"/>
                  </a:lnTo>
                  <a:lnTo>
                    <a:pt x="713" y="374"/>
                  </a:lnTo>
                  <a:lnTo>
                    <a:pt x="711" y="372"/>
                  </a:lnTo>
                  <a:lnTo>
                    <a:pt x="708" y="370"/>
                  </a:lnTo>
                  <a:lnTo>
                    <a:pt x="705" y="368"/>
                  </a:lnTo>
                  <a:lnTo>
                    <a:pt x="704" y="365"/>
                  </a:lnTo>
                  <a:lnTo>
                    <a:pt x="705" y="363"/>
                  </a:lnTo>
                  <a:lnTo>
                    <a:pt x="707" y="361"/>
                  </a:lnTo>
                  <a:lnTo>
                    <a:pt x="708" y="359"/>
                  </a:lnTo>
                  <a:lnTo>
                    <a:pt x="708" y="357"/>
                  </a:lnTo>
                  <a:lnTo>
                    <a:pt x="707" y="354"/>
                  </a:lnTo>
                  <a:lnTo>
                    <a:pt x="708" y="351"/>
                  </a:lnTo>
                  <a:lnTo>
                    <a:pt x="711" y="350"/>
                  </a:lnTo>
                  <a:lnTo>
                    <a:pt x="715" y="350"/>
                  </a:lnTo>
                  <a:lnTo>
                    <a:pt x="718" y="350"/>
                  </a:lnTo>
                  <a:lnTo>
                    <a:pt x="720" y="349"/>
                  </a:lnTo>
                  <a:lnTo>
                    <a:pt x="722" y="347"/>
                  </a:lnTo>
                  <a:lnTo>
                    <a:pt x="724" y="346"/>
                  </a:lnTo>
                  <a:lnTo>
                    <a:pt x="726" y="344"/>
                  </a:lnTo>
                  <a:lnTo>
                    <a:pt x="728" y="343"/>
                  </a:lnTo>
                  <a:lnTo>
                    <a:pt x="731" y="341"/>
                  </a:lnTo>
                  <a:lnTo>
                    <a:pt x="734" y="338"/>
                  </a:lnTo>
                  <a:lnTo>
                    <a:pt x="738" y="338"/>
                  </a:lnTo>
                  <a:lnTo>
                    <a:pt x="741" y="339"/>
                  </a:lnTo>
                  <a:lnTo>
                    <a:pt x="743" y="343"/>
                  </a:lnTo>
                  <a:lnTo>
                    <a:pt x="745" y="346"/>
                  </a:lnTo>
                  <a:lnTo>
                    <a:pt x="747" y="347"/>
                  </a:lnTo>
                  <a:lnTo>
                    <a:pt x="750" y="347"/>
                  </a:lnTo>
                  <a:lnTo>
                    <a:pt x="754" y="347"/>
                  </a:lnTo>
                  <a:lnTo>
                    <a:pt x="756" y="348"/>
                  </a:lnTo>
                  <a:lnTo>
                    <a:pt x="758" y="350"/>
                  </a:lnTo>
                  <a:lnTo>
                    <a:pt x="759" y="352"/>
                  </a:lnTo>
                  <a:lnTo>
                    <a:pt x="760" y="353"/>
                  </a:lnTo>
                  <a:lnTo>
                    <a:pt x="763" y="355"/>
                  </a:lnTo>
                  <a:lnTo>
                    <a:pt x="765" y="356"/>
                  </a:lnTo>
                  <a:lnTo>
                    <a:pt x="766" y="358"/>
                  </a:lnTo>
                  <a:lnTo>
                    <a:pt x="767" y="360"/>
                  </a:lnTo>
                  <a:lnTo>
                    <a:pt x="767" y="363"/>
                  </a:lnTo>
                  <a:lnTo>
                    <a:pt x="767" y="365"/>
                  </a:lnTo>
                  <a:close/>
                </a:path>
              </a:pathLst>
            </a:custGeom>
            <a:solidFill>
              <a:srgbClr val="86D1BC">
                <a:alpha val="24000"/>
              </a:srgbClr>
            </a:solidFill>
            <a:ln>
              <a:noFill/>
            </a:ln>
          </p:spPr>
          <p:txBody>
            <a:bodyPr anchor="ctr"/>
            <a:lstStyle/>
            <a:p>
              <a:pPr algn="ctr">
                <a:buNone/>
              </a:pPr>
            </a:p>
          </p:txBody>
        </p:sp>
        <p:sp>
          <p:nvSpPr>
            <p:cNvPr id="3056" name="addition:input:179"/>
            <p:cNvSpPr>
              <a:spLocks noGrp="1"/>
            </p:cNvSpPr>
            <p:nvPr/>
          </p:nvSpPr>
          <p:spPr>
            <a:xfrm>
              <a:off x="209550" y="5438775"/>
              <a:ext cx="1232794" cy="624215"/>
            </a:xfrm>
            <a:custGeom>
              <a:avLst/>
              <a:gdLst/>
              <a:ahLst/>
              <a:cxnLst/>
              <a:rect l="l" t="t" r="r" b="b"/>
              <a:pathLst>
                <a:path w="749" h="333">
                  <a:moveTo>
                    <a:pt x="0" y="0"/>
                  </a:moveTo>
                  <a:moveTo>
                    <a:pt x="749" y="306"/>
                  </a:moveTo>
                  <a:lnTo>
                    <a:pt x="747" y="308"/>
                  </a:lnTo>
                  <a:lnTo>
                    <a:pt x="743" y="310"/>
                  </a:lnTo>
                  <a:lnTo>
                    <a:pt x="740" y="312"/>
                  </a:lnTo>
                  <a:lnTo>
                    <a:pt x="739" y="314"/>
                  </a:lnTo>
                  <a:lnTo>
                    <a:pt x="740" y="316"/>
                  </a:lnTo>
                  <a:lnTo>
                    <a:pt x="742" y="320"/>
                  </a:lnTo>
                  <a:lnTo>
                    <a:pt x="743" y="324"/>
                  </a:lnTo>
                  <a:lnTo>
                    <a:pt x="741" y="326"/>
                  </a:lnTo>
                  <a:lnTo>
                    <a:pt x="739" y="327"/>
                  </a:lnTo>
                  <a:lnTo>
                    <a:pt x="736" y="328"/>
                  </a:lnTo>
                  <a:lnTo>
                    <a:pt x="734" y="329"/>
                  </a:lnTo>
                  <a:lnTo>
                    <a:pt x="732" y="330"/>
                  </a:lnTo>
                  <a:lnTo>
                    <a:pt x="729" y="330"/>
                  </a:lnTo>
                  <a:lnTo>
                    <a:pt x="727" y="330"/>
                  </a:lnTo>
                  <a:lnTo>
                    <a:pt x="725" y="329"/>
                  </a:lnTo>
                  <a:lnTo>
                    <a:pt x="723" y="331"/>
                  </a:lnTo>
                  <a:lnTo>
                    <a:pt x="721" y="332"/>
                  </a:lnTo>
                  <a:lnTo>
                    <a:pt x="719" y="333"/>
                  </a:lnTo>
                  <a:lnTo>
                    <a:pt x="717" y="332"/>
                  </a:lnTo>
                  <a:lnTo>
                    <a:pt x="715" y="330"/>
                  </a:lnTo>
                  <a:lnTo>
                    <a:pt x="713" y="329"/>
                  </a:lnTo>
                  <a:lnTo>
                    <a:pt x="710" y="330"/>
                  </a:lnTo>
                  <a:lnTo>
                    <a:pt x="706" y="331"/>
                  </a:lnTo>
                  <a:lnTo>
                    <a:pt x="703" y="332"/>
                  </a:lnTo>
                  <a:lnTo>
                    <a:pt x="700" y="330"/>
                  </a:lnTo>
                  <a:lnTo>
                    <a:pt x="700" y="327"/>
                  </a:lnTo>
                  <a:lnTo>
                    <a:pt x="699" y="324"/>
                  </a:lnTo>
                  <a:lnTo>
                    <a:pt x="699" y="321"/>
                  </a:lnTo>
                  <a:lnTo>
                    <a:pt x="698" y="319"/>
                  </a:lnTo>
                  <a:lnTo>
                    <a:pt x="697" y="316"/>
                  </a:lnTo>
                  <a:lnTo>
                    <a:pt x="696" y="314"/>
                  </a:lnTo>
                  <a:lnTo>
                    <a:pt x="695" y="312"/>
                  </a:lnTo>
                  <a:lnTo>
                    <a:pt x="692" y="310"/>
                  </a:lnTo>
                  <a:lnTo>
                    <a:pt x="689" y="309"/>
                  </a:lnTo>
                  <a:lnTo>
                    <a:pt x="686" y="306"/>
                  </a:lnTo>
                  <a:lnTo>
                    <a:pt x="685" y="303"/>
                  </a:lnTo>
                  <a:lnTo>
                    <a:pt x="687" y="301"/>
                  </a:lnTo>
                  <a:lnTo>
                    <a:pt x="689" y="299"/>
                  </a:lnTo>
                  <a:lnTo>
                    <a:pt x="691" y="297"/>
                  </a:lnTo>
                  <a:lnTo>
                    <a:pt x="691" y="294"/>
                  </a:lnTo>
                  <a:lnTo>
                    <a:pt x="691" y="292"/>
                  </a:lnTo>
                  <a:lnTo>
                    <a:pt x="692" y="289"/>
                  </a:lnTo>
                  <a:lnTo>
                    <a:pt x="695" y="288"/>
                  </a:lnTo>
                  <a:lnTo>
                    <a:pt x="698" y="288"/>
                  </a:lnTo>
                  <a:lnTo>
                    <a:pt x="701" y="287"/>
                  </a:lnTo>
                  <a:lnTo>
                    <a:pt x="703" y="286"/>
                  </a:lnTo>
                  <a:lnTo>
                    <a:pt x="705" y="284"/>
                  </a:lnTo>
                  <a:lnTo>
                    <a:pt x="707" y="282"/>
                  </a:lnTo>
                  <a:lnTo>
                    <a:pt x="710" y="281"/>
                  </a:lnTo>
                  <a:lnTo>
                    <a:pt x="712" y="279"/>
                  </a:lnTo>
                  <a:lnTo>
                    <a:pt x="715" y="277"/>
                  </a:lnTo>
                  <a:lnTo>
                    <a:pt x="718" y="275"/>
                  </a:lnTo>
                  <a:lnTo>
                    <a:pt x="722" y="275"/>
                  </a:lnTo>
                  <a:lnTo>
                    <a:pt x="725" y="277"/>
                  </a:lnTo>
                  <a:lnTo>
                    <a:pt x="727" y="281"/>
                  </a:lnTo>
                  <a:lnTo>
                    <a:pt x="729" y="284"/>
                  </a:lnTo>
                  <a:lnTo>
                    <a:pt x="731" y="285"/>
                  </a:lnTo>
                  <a:lnTo>
                    <a:pt x="734" y="285"/>
                  </a:lnTo>
                  <a:lnTo>
                    <a:pt x="737" y="284"/>
                  </a:lnTo>
                  <a:lnTo>
                    <a:pt x="739" y="285"/>
                  </a:lnTo>
                  <a:lnTo>
                    <a:pt x="741" y="287"/>
                  </a:lnTo>
                  <a:lnTo>
                    <a:pt x="742" y="289"/>
                  </a:lnTo>
                  <a:lnTo>
                    <a:pt x="744" y="290"/>
                  </a:lnTo>
                  <a:lnTo>
                    <a:pt x="746" y="292"/>
                  </a:lnTo>
                  <a:lnTo>
                    <a:pt x="748" y="294"/>
                  </a:lnTo>
                  <a:lnTo>
                    <a:pt x="748" y="296"/>
                  </a:lnTo>
                  <a:lnTo>
                    <a:pt x="748" y="299"/>
                  </a:lnTo>
                  <a:lnTo>
                    <a:pt x="748" y="301"/>
                  </a:lnTo>
                  <a:lnTo>
                    <a:pt x="749" y="303"/>
                  </a:lnTo>
                  <a:close/>
                </a:path>
              </a:pathLst>
            </a:custGeom>
            <a:solidFill>
              <a:srgbClr val="86D1BC">
                <a:alpha val="24000"/>
              </a:srgbClr>
            </a:solidFill>
            <a:ln>
              <a:noFill/>
            </a:ln>
          </p:spPr>
          <p:txBody>
            <a:bodyPr anchor="ctr"/>
            <a:lstStyle/>
            <a:p>
              <a:pPr algn="ctr">
                <a:buNone/>
              </a:pPr>
            </a:p>
          </p:txBody>
        </p:sp>
        <p:sp>
          <p:nvSpPr>
            <p:cNvPr id="3057" name="addition:input:180"/>
            <p:cNvSpPr>
              <a:spLocks noGrp="1"/>
            </p:cNvSpPr>
            <p:nvPr/>
          </p:nvSpPr>
          <p:spPr>
            <a:xfrm>
              <a:off x="209550" y="5438775"/>
              <a:ext cx="1278880" cy="526740"/>
            </a:xfrm>
            <a:custGeom>
              <a:avLst/>
              <a:gdLst/>
              <a:ahLst/>
              <a:cxnLst/>
              <a:rect l="l" t="t" r="r" b="b"/>
              <a:pathLst>
                <a:path w="777" h="281">
                  <a:moveTo>
                    <a:pt x="0" y="0"/>
                  </a:moveTo>
                  <a:moveTo>
                    <a:pt x="776" y="251"/>
                  </a:moveTo>
                  <a:lnTo>
                    <a:pt x="776" y="253"/>
                  </a:lnTo>
                  <a:lnTo>
                    <a:pt x="776" y="256"/>
                  </a:lnTo>
                  <a:lnTo>
                    <a:pt x="776" y="258"/>
                  </a:lnTo>
                  <a:lnTo>
                    <a:pt x="777" y="261"/>
                  </a:lnTo>
                  <a:lnTo>
                    <a:pt x="777" y="263"/>
                  </a:lnTo>
                  <a:lnTo>
                    <a:pt x="775" y="265"/>
                  </a:lnTo>
                  <a:lnTo>
                    <a:pt x="774" y="267"/>
                  </a:lnTo>
                  <a:lnTo>
                    <a:pt x="773" y="268"/>
                  </a:lnTo>
                  <a:lnTo>
                    <a:pt x="771" y="270"/>
                  </a:lnTo>
                  <a:lnTo>
                    <a:pt x="770" y="271"/>
                  </a:lnTo>
                  <a:lnTo>
                    <a:pt x="767" y="271"/>
                  </a:lnTo>
                  <a:lnTo>
                    <a:pt x="764" y="270"/>
                  </a:lnTo>
                  <a:lnTo>
                    <a:pt x="762" y="271"/>
                  </a:lnTo>
                  <a:lnTo>
                    <a:pt x="761" y="273"/>
                  </a:lnTo>
                  <a:lnTo>
                    <a:pt x="760" y="277"/>
                  </a:lnTo>
                  <a:lnTo>
                    <a:pt x="758" y="280"/>
                  </a:lnTo>
                  <a:lnTo>
                    <a:pt x="755" y="281"/>
                  </a:lnTo>
                  <a:lnTo>
                    <a:pt x="753" y="280"/>
                  </a:lnTo>
                  <a:lnTo>
                    <a:pt x="750" y="278"/>
                  </a:lnTo>
                  <a:lnTo>
                    <a:pt x="748" y="277"/>
                  </a:lnTo>
                  <a:lnTo>
                    <a:pt x="746" y="276"/>
                  </a:lnTo>
                  <a:lnTo>
                    <a:pt x="744" y="274"/>
                  </a:lnTo>
                  <a:lnTo>
                    <a:pt x="742" y="273"/>
                  </a:lnTo>
                  <a:lnTo>
                    <a:pt x="741" y="271"/>
                  </a:lnTo>
                  <a:lnTo>
                    <a:pt x="739" y="270"/>
                  </a:lnTo>
                  <a:lnTo>
                    <a:pt x="736" y="269"/>
                  </a:lnTo>
                  <a:lnTo>
                    <a:pt x="734" y="268"/>
                  </a:lnTo>
                  <a:lnTo>
                    <a:pt x="732" y="267"/>
                  </a:lnTo>
                  <a:lnTo>
                    <a:pt x="732" y="264"/>
                  </a:lnTo>
                  <a:lnTo>
                    <a:pt x="732" y="262"/>
                  </a:lnTo>
                  <a:lnTo>
                    <a:pt x="731" y="260"/>
                  </a:lnTo>
                  <a:lnTo>
                    <a:pt x="728" y="258"/>
                  </a:lnTo>
                  <a:lnTo>
                    <a:pt x="726" y="256"/>
                  </a:lnTo>
                  <a:lnTo>
                    <a:pt x="725" y="254"/>
                  </a:lnTo>
                  <a:lnTo>
                    <a:pt x="727" y="251"/>
                  </a:lnTo>
                  <a:lnTo>
                    <a:pt x="730" y="249"/>
                  </a:lnTo>
                  <a:lnTo>
                    <a:pt x="733" y="247"/>
                  </a:lnTo>
                  <a:lnTo>
                    <a:pt x="734" y="245"/>
                  </a:lnTo>
                  <a:lnTo>
                    <a:pt x="735" y="243"/>
                  </a:lnTo>
                  <a:lnTo>
                    <a:pt x="735" y="241"/>
                  </a:lnTo>
                  <a:lnTo>
                    <a:pt x="736" y="239"/>
                  </a:lnTo>
                  <a:lnTo>
                    <a:pt x="737" y="237"/>
                  </a:lnTo>
                  <a:lnTo>
                    <a:pt x="737" y="234"/>
                  </a:lnTo>
                  <a:lnTo>
                    <a:pt x="737" y="230"/>
                  </a:lnTo>
                  <a:lnTo>
                    <a:pt x="739" y="228"/>
                  </a:lnTo>
                  <a:lnTo>
                    <a:pt x="741" y="227"/>
                  </a:lnTo>
                  <a:lnTo>
                    <a:pt x="744" y="228"/>
                  </a:lnTo>
                  <a:lnTo>
                    <a:pt x="746" y="228"/>
                  </a:lnTo>
                  <a:lnTo>
                    <a:pt x="748" y="228"/>
                  </a:lnTo>
                  <a:lnTo>
                    <a:pt x="750" y="226"/>
                  </a:lnTo>
                  <a:lnTo>
                    <a:pt x="751" y="224"/>
                  </a:lnTo>
                  <a:lnTo>
                    <a:pt x="753" y="225"/>
                  </a:lnTo>
                  <a:lnTo>
                    <a:pt x="755" y="227"/>
                  </a:lnTo>
                  <a:lnTo>
                    <a:pt x="756" y="229"/>
                  </a:lnTo>
                  <a:lnTo>
                    <a:pt x="758" y="229"/>
                  </a:lnTo>
                  <a:lnTo>
                    <a:pt x="760" y="228"/>
                  </a:lnTo>
                  <a:lnTo>
                    <a:pt x="762" y="228"/>
                  </a:lnTo>
                  <a:lnTo>
                    <a:pt x="764" y="228"/>
                  </a:lnTo>
                  <a:lnTo>
                    <a:pt x="765" y="228"/>
                  </a:lnTo>
                  <a:lnTo>
                    <a:pt x="768" y="229"/>
                  </a:lnTo>
                  <a:lnTo>
                    <a:pt x="770" y="230"/>
                  </a:lnTo>
                  <a:lnTo>
                    <a:pt x="772" y="232"/>
                  </a:lnTo>
                  <a:lnTo>
                    <a:pt x="772" y="235"/>
                  </a:lnTo>
                  <a:lnTo>
                    <a:pt x="771" y="238"/>
                  </a:lnTo>
                  <a:lnTo>
                    <a:pt x="769" y="241"/>
                  </a:lnTo>
                  <a:lnTo>
                    <a:pt x="769" y="244"/>
                  </a:lnTo>
                  <a:lnTo>
                    <a:pt x="771" y="245"/>
                  </a:lnTo>
                  <a:lnTo>
                    <a:pt x="774" y="247"/>
                  </a:lnTo>
                  <a:lnTo>
                    <a:pt x="776" y="249"/>
                  </a:lnTo>
                  <a:close/>
                </a:path>
              </a:pathLst>
            </a:custGeom>
            <a:solidFill>
              <a:srgbClr val="86D1BC">
                <a:alpha val="24000"/>
              </a:srgbClr>
            </a:solidFill>
            <a:ln>
              <a:noFill/>
            </a:ln>
          </p:spPr>
          <p:txBody>
            <a:bodyPr anchor="ctr"/>
            <a:lstStyle/>
            <a:p>
              <a:pPr algn="ctr">
                <a:buNone/>
              </a:pPr>
            </a:p>
          </p:txBody>
        </p:sp>
        <p:sp>
          <p:nvSpPr>
            <p:cNvPr id="3058" name="addition:input:181"/>
            <p:cNvSpPr>
              <a:spLocks noGrp="1"/>
            </p:cNvSpPr>
            <p:nvPr/>
          </p:nvSpPr>
          <p:spPr>
            <a:xfrm>
              <a:off x="209550" y="5438775"/>
              <a:ext cx="1408908" cy="478003"/>
            </a:xfrm>
            <a:custGeom>
              <a:avLst/>
              <a:gdLst/>
              <a:ahLst/>
              <a:cxnLst/>
              <a:rect l="l" t="t" r="r" b="b"/>
              <a:pathLst>
                <a:path w="856" h="255">
                  <a:moveTo>
                    <a:pt x="0" y="0"/>
                  </a:moveTo>
                  <a:moveTo>
                    <a:pt x="853" y="226"/>
                  </a:moveTo>
                  <a:lnTo>
                    <a:pt x="853" y="228"/>
                  </a:lnTo>
                  <a:lnTo>
                    <a:pt x="855" y="230"/>
                  </a:lnTo>
                  <a:lnTo>
                    <a:pt x="856" y="233"/>
                  </a:lnTo>
                  <a:lnTo>
                    <a:pt x="855" y="235"/>
                  </a:lnTo>
                  <a:lnTo>
                    <a:pt x="854" y="237"/>
                  </a:lnTo>
                  <a:lnTo>
                    <a:pt x="853" y="240"/>
                  </a:lnTo>
                  <a:lnTo>
                    <a:pt x="853" y="242"/>
                  </a:lnTo>
                  <a:lnTo>
                    <a:pt x="853" y="245"/>
                  </a:lnTo>
                  <a:lnTo>
                    <a:pt x="851" y="247"/>
                  </a:lnTo>
                  <a:lnTo>
                    <a:pt x="848" y="247"/>
                  </a:lnTo>
                  <a:lnTo>
                    <a:pt x="843" y="246"/>
                  </a:lnTo>
                  <a:lnTo>
                    <a:pt x="840" y="245"/>
                  </a:lnTo>
                  <a:lnTo>
                    <a:pt x="839" y="246"/>
                  </a:lnTo>
                  <a:lnTo>
                    <a:pt x="837" y="249"/>
                  </a:lnTo>
                  <a:lnTo>
                    <a:pt x="836" y="252"/>
                  </a:lnTo>
                  <a:lnTo>
                    <a:pt x="833" y="254"/>
                  </a:lnTo>
                  <a:lnTo>
                    <a:pt x="830" y="254"/>
                  </a:lnTo>
                  <a:lnTo>
                    <a:pt x="827" y="254"/>
                  </a:lnTo>
                  <a:lnTo>
                    <a:pt x="824" y="255"/>
                  </a:lnTo>
                  <a:lnTo>
                    <a:pt x="821" y="254"/>
                  </a:lnTo>
                  <a:lnTo>
                    <a:pt x="818" y="253"/>
                  </a:lnTo>
                  <a:lnTo>
                    <a:pt x="816" y="250"/>
                  </a:lnTo>
                  <a:lnTo>
                    <a:pt x="814" y="247"/>
                  </a:lnTo>
                  <a:lnTo>
                    <a:pt x="811" y="246"/>
                  </a:lnTo>
                  <a:lnTo>
                    <a:pt x="808" y="246"/>
                  </a:lnTo>
                  <a:lnTo>
                    <a:pt x="805" y="245"/>
                  </a:lnTo>
                  <a:lnTo>
                    <a:pt x="803" y="243"/>
                  </a:lnTo>
                  <a:lnTo>
                    <a:pt x="802" y="240"/>
                  </a:lnTo>
                  <a:lnTo>
                    <a:pt x="802" y="238"/>
                  </a:lnTo>
                  <a:lnTo>
                    <a:pt x="801" y="236"/>
                  </a:lnTo>
                  <a:lnTo>
                    <a:pt x="797" y="235"/>
                  </a:lnTo>
                  <a:lnTo>
                    <a:pt x="794" y="233"/>
                  </a:lnTo>
                  <a:lnTo>
                    <a:pt x="791" y="231"/>
                  </a:lnTo>
                  <a:lnTo>
                    <a:pt x="791" y="228"/>
                  </a:lnTo>
                  <a:lnTo>
                    <a:pt x="793" y="226"/>
                  </a:lnTo>
                  <a:lnTo>
                    <a:pt x="794" y="223"/>
                  </a:lnTo>
                  <a:lnTo>
                    <a:pt x="796" y="221"/>
                  </a:lnTo>
                  <a:lnTo>
                    <a:pt x="798" y="219"/>
                  </a:lnTo>
                  <a:lnTo>
                    <a:pt x="801" y="217"/>
                  </a:lnTo>
                  <a:lnTo>
                    <a:pt x="804" y="216"/>
                  </a:lnTo>
                  <a:lnTo>
                    <a:pt x="806" y="214"/>
                  </a:lnTo>
                  <a:lnTo>
                    <a:pt x="805" y="211"/>
                  </a:lnTo>
                  <a:lnTo>
                    <a:pt x="805" y="207"/>
                  </a:lnTo>
                  <a:lnTo>
                    <a:pt x="806" y="204"/>
                  </a:lnTo>
                  <a:lnTo>
                    <a:pt x="808" y="203"/>
                  </a:lnTo>
                  <a:lnTo>
                    <a:pt x="812" y="202"/>
                  </a:lnTo>
                  <a:lnTo>
                    <a:pt x="815" y="202"/>
                  </a:lnTo>
                  <a:lnTo>
                    <a:pt x="818" y="201"/>
                  </a:lnTo>
                  <a:lnTo>
                    <a:pt x="820" y="199"/>
                  </a:lnTo>
                  <a:lnTo>
                    <a:pt x="822" y="197"/>
                  </a:lnTo>
                  <a:lnTo>
                    <a:pt x="825" y="197"/>
                  </a:lnTo>
                  <a:lnTo>
                    <a:pt x="828" y="199"/>
                  </a:lnTo>
                  <a:lnTo>
                    <a:pt x="830" y="200"/>
                  </a:lnTo>
                  <a:lnTo>
                    <a:pt x="832" y="201"/>
                  </a:lnTo>
                  <a:lnTo>
                    <a:pt x="834" y="201"/>
                  </a:lnTo>
                  <a:lnTo>
                    <a:pt x="836" y="202"/>
                  </a:lnTo>
                  <a:lnTo>
                    <a:pt x="838" y="203"/>
                  </a:lnTo>
                  <a:lnTo>
                    <a:pt x="840" y="204"/>
                  </a:lnTo>
                  <a:lnTo>
                    <a:pt x="842" y="203"/>
                  </a:lnTo>
                  <a:lnTo>
                    <a:pt x="846" y="202"/>
                  </a:lnTo>
                  <a:lnTo>
                    <a:pt x="850" y="202"/>
                  </a:lnTo>
                  <a:lnTo>
                    <a:pt x="852" y="205"/>
                  </a:lnTo>
                  <a:lnTo>
                    <a:pt x="851" y="208"/>
                  </a:lnTo>
                  <a:lnTo>
                    <a:pt x="849" y="212"/>
                  </a:lnTo>
                  <a:lnTo>
                    <a:pt x="848" y="215"/>
                  </a:lnTo>
                  <a:lnTo>
                    <a:pt x="850" y="217"/>
                  </a:lnTo>
                  <a:lnTo>
                    <a:pt x="852" y="219"/>
                  </a:lnTo>
                  <a:lnTo>
                    <a:pt x="853" y="221"/>
                  </a:lnTo>
                  <a:lnTo>
                    <a:pt x="853" y="223"/>
                  </a:lnTo>
                  <a:close/>
                </a:path>
              </a:pathLst>
            </a:custGeom>
            <a:solidFill>
              <a:srgbClr val="86D1BC">
                <a:alpha val="24000"/>
              </a:srgbClr>
            </a:solidFill>
            <a:ln>
              <a:noFill/>
            </a:ln>
          </p:spPr>
          <p:txBody>
            <a:bodyPr anchor="ctr"/>
            <a:lstStyle/>
            <a:p>
              <a:pPr algn="ctr">
                <a:buNone/>
              </a:pPr>
            </a:p>
          </p:txBody>
        </p:sp>
        <p:sp>
          <p:nvSpPr>
            <p:cNvPr id="3059" name="addition:input:182"/>
            <p:cNvSpPr>
              <a:spLocks noGrp="1"/>
            </p:cNvSpPr>
            <p:nvPr/>
          </p:nvSpPr>
          <p:spPr>
            <a:xfrm>
              <a:off x="209550" y="5438775"/>
              <a:ext cx="1517538" cy="536113"/>
            </a:xfrm>
            <a:custGeom>
              <a:avLst/>
              <a:gdLst/>
              <a:ahLst/>
              <a:cxnLst/>
              <a:rect l="l" t="t" r="r" b="b"/>
              <a:pathLst>
                <a:path w="922" h="286">
                  <a:moveTo>
                    <a:pt x="0" y="0"/>
                  </a:moveTo>
                  <a:moveTo>
                    <a:pt x="920" y="260"/>
                  </a:moveTo>
                  <a:lnTo>
                    <a:pt x="917" y="262"/>
                  </a:lnTo>
                  <a:lnTo>
                    <a:pt x="915" y="264"/>
                  </a:lnTo>
                  <a:lnTo>
                    <a:pt x="914" y="265"/>
                  </a:lnTo>
                  <a:lnTo>
                    <a:pt x="915" y="268"/>
                  </a:lnTo>
                  <a:lnTo>
                    <a:pt x="915" y="270"/>
                  </a:lnTo>
                  <a:lnTo>
                    <a:pt x="914" y="273"/>
                  </a:lnTo>
                  <a:lnTo>
                    <a:pt x="914" y="275"/>
                  </a:lnTo>
                  <a:lnTo>
                    <a:pt x="914" y="278"/>
                  </a:lnTo>
                  <a:lnTo>
                    <a:pt x="913" y="281"/>
                  </a:lnTo>
                  <a:lnTo>
                    <a:pt x="912" y="283"/>
                  </a:lnTo>
                  <a:lnTo>
                    <a:pt x="909" y="283"/>
                  </a:lnTo>
                  <a:lnTo>
                    <a:pt x="906" y="282"/>
                  </a:lnTo>
                  <a:lnTo>
                    <a:pt x="904" y="281"/>
                  </a:lnTo>
                  <a:lnTo>
                    <a:pt x="903" y="282"/>
                  </a:lnTo>
                  <a:lnTo>
                    <a:pt x="902" y="284"/>
                  </a:lnTo>
                  <a:lnTo>
                    <a:pt x="900" y="286"/>
                  </a:lnTo>
                  <a:lnTo>
                    <a:pt x="898" y="285"/>
                  </a:lnTo>
                  <a:lnTo>
                    <a:pt x="897" y="284"/>
                  </a:lnTo>
                  <a:lnTo>
                    <a:pt x="895" y="282"/>
                  </a:lnTo>
                  <a:lnTo>
                    <a:pt x="894" y="282"/>
                  </a:lnTo>
                  <a:lnTo>
                    <a:pt x="892" y="284"/>
                  </a:lnTo>
                  <a:lnTo>
                    <a:pt x="889" y="284"/>
                  </a:lnTo>
                  <a:lnTo>
                    <a:pt x="887" y="284"/>
                  </a:lnTo>
                  <a:lnTo>
                    <a:pt x="885" y="283"/>
                  </a:lnTo>
                  <a:lnTo>
                    <a:pt x="883" y="281"/>
                  </a:lnTo>
                  <a:lnTo>
                    <a:pt x="882" y="280"/>
                  </a:lnTo>
                  <a:lnTo>
                    <a:pt x="880" y="278"/>
                  </a:lnTo>
                  <a:lnTo>
                    <a:pt x="880" y="275"/>
                  </a:lnTo>
                  <a:lnTo>
                    <a:pt x="881" y="271"/>
                  </a:lnTo>
                  <a:lnTo>
                    <a:pt x="881" y="269"/>
                  </a:lnTo>
                  <a:lnTo>
                    <a:pt x="880" y="267"/>
                  </a:lnTo>
                  <a:lnTo>
                    <a:pt x="878" y="266"/>
                  </a:lnTo>
                  <a:lnTo>
                    <a:pt x="874" y="264"/>
                  </a:lnTo>
                  <a:lnTo>
                    <a:pt x="872" y="262"/>
                  </a:lnTo>
                  <a:lnTo>
                    <a:pt x="872" y="260"/>
                  </a:lnTo>
                  <a:lnTo>
                    <a:pt x="873" y="257"/>
                  </a:lnTo>
                  <a:lnTo>
                    <a:pt x="873" y="255"/>
                  </a:lnTo>
                  <a:lnTo>
                    <a:pt x="873" y="253"/>
                  </a:lnTo>
                  <a:lnTo>
                    <a:pt x="873" y="250"/>
                  </a:lnTo>
                  <a:lnTo>
                    <a:pt x="874" y="248"/>
                  </a:lnTo>
                  <a:lnTo>
                    <a:pt x="875" y="246"/>
                  </a:lnTo>
                  <a:lnTo>
                    <a:pt x="877" y="245"/>
                  </a:lnTo>
                  <a:lnTo>
                    <a:pt x="879" y="243"/>
                  </a:lnTo>
                  <a:lnTo>
                    <a:pt x="880" y="242"/>
                  </a:lnTo>
                  <a:lnTo>
                    <a:pt x="882" y="240"/>
                  </a:lnTo>
                  <a:lnTo>
                    <a:pt x="884" y="240"/>
                  </a:lnTo>
                  <a:lnTo>
                    <a:pt x="886" y="240"/>
                  </a:lnTo>
                  <a:lnTo>
                    <a:pt x="888" y="239"/>
                  </a:lnTo>
                  <a:lnTo>
                    <a:pt x="890" y="236"/>
                  </a:lnTo>
                  <a:lnTo>
                    <a:pt x="891" y="232"/>
                  </a:lnTo>
                  <a:lnTo>
                    <a:pt x="893" y="230"/>
                  </a:lnTo>
                  <a:lnTo>
                    <a:pt x="896" y="230"/>
                  </a:lnTo>
                  <a:lnTo>
                    <a:pt x="899" y="232"/>
                  </a:lnTo>
                  <a:lnTo>
                    <a:pt x="901" y="234"/>
                  </a:lnTo>
                  <a:lnTo>
                    <a:pt x="903" y="236"/>
                  </a:lnTo>
                  <a:lnTo>
                    <a:pt x="905" y="237"/>
                  </a:lnTo>
                  <a:lnTo>
                    <a:pt x="907" y="238"/>
                  </a:lnTo>
                  <a:lnTo>
                    <a:pt x="909" y="239"/>
                  </a:lnTo>
                  <a:lnTo>
                    <a:pt x="910" y="240"/>
                  </a:lnTo>
                  <a:lnTo>
                    <a:pt x="912" y="241"/>
                  </a:lnTo>
                  <a:lnTo>
                    <a:pt x="914" y="241"/>
                  </a:lnTo>
                  <a:lnTo>
                    <a:pt x="917" y="242"/>
                  </a:lnTo>
                  <a:lnTo>
                    <a:pt x="918" y="244"/>
                  </a:lnTo>
                  <a:lnTo>
                    <a:pt x="918" y="246"/>
                  </a:lnTo>
                  <a:lnTo>
                    <a:pt x="918" y="249"/>
                  </a:lnTo>
                  <a:lnTo>
                    <a:pt x="919" y="251"/>
                  </a:lnTo>
                  <a:lnTo>
                    <a:pt x="921" y="252"/>
                  </a:lnTo>
                  <a:lnTo>
                    <a:pt x="922" y="254"/>
                  </a:lnTo>
                  <a:lnTo>
                    <a:pt x="922" y="257"/>
                  </a:lnTo>
                  <a:close/>
                </a:path>
              </a:pathLst>
            </a:custGeom>
            <a:solidFill>
              <a:srgbClr val="86D1BC">
                <a:alpha val="24000"/>
              </a:srgbClr>
            </a:solidFill>
            <a:ln>
              <a:noFill/>
            </a:ln>
          </p:spPr>
          <p:txBody>
            <a:bodyPr anchor="ctr"/>
            <a:lstStyle/>
            <a:p>
              <a:pPr algn="ctr">
                <a:buNone/>
              </a:pPr>
            </a:p>
          </p:txBody>
        </p:sp>
        <p:sp>
          <p:nvSpPr>
            <p:cNvPr id="3060" name="addition:input:183"/>
            <p:cNvSpPr>
              <a:spLocks noGrp="1"/>
            </p:cNvSpPr>
            <p:nvPr/>
          </p:nvSpPr>
          <p:spPr>
            <a:xfrm>
              <a:off x="209550" y="5438775"/>
              <a:ext cx="2096902" cy="924138"/>
            </a:xfrm>
            <a:custGeom>
              <a:avLst/>
              <a:gdLst/>
              <a:ahLst/>
              <a:cxnLst/>
              <a:rect l="l" t="t" r="r" b="b"/>
              <a:pathLst>
                <a:path w="1274" h="493">
                  <a:moveTo>
                    <a:pt x="0" y="0"/>
                  </a:moveTo>
                  <a:moveTo>
                    <a:pt x="1267" y="354"/>
                  </a:moveTo>
                  <a:lnTo>
                    <a:pt x="1255" y="367"/>
                  </a:lnTo>
                  <a:lnTo>
                    <a:pt x="1237" y="377"/>
                  </a:lnTo>
                  <a:lnTo>
                    <a:pt x="1218" y="385"/>
                  </a:lnTo>
                  <a:lnTo>
                    <a:pt x="1208" y="394"/>
                  </a:lnTo>
                  <a:lnTo>
                    <a:pt x="1212" y="407"/>
                  </a:lnTo>
                  <a:lnTo>
                    <a:pt x="1220" y="425"/>
                  </a:lnTo>
                  <a:lnTo>
                    <a:pt x="1221" y="442"/>
                  </a:lnTo>
                  <a:lnTo>
                    <a:pt x="1210" y="453"/>
                  </a:lnTo>
                  <a:lnTo>
                    <a:pt x="1193" y="458"/>
                  </a:lnTo>
                  <a:lnTo>
                    <a:pt x="1176" y="462"/>
                  </a:lnTo>
                  <a:lnTo>
                    <a:pt x="1165" y="470"/>
                  </a:lnTo>
                  <a:lnTo>
                    <a:pt x="1156" y="482"/>
                  </a:lnTo>
                  <a:lnTo>
                    <a:pt x="1145" y="491"/>
                  </a:lnTo>
                  <a:lnTo>
                    <a:pt x="1130" y="493"/>
                  </a:lnTo>
                  <a:lnTo>
                    <a:pt x="1115" y="490"/>
                  </a:lnTo>
                  <a:lnTo>
                    <a:pt x="1101" y="486"/>
                  </a:lnTo>
                  <a:lnTo>
                    <a:pt x="1089" y="485"/>
                  </a:lnTo>
                  <a:lnTo>
                    <a:pt x="1077" y="485"/>
                  </a:lnTo>
                  <a:lnTo>
                    <a:pt x="1066" y="480"/>
                  </a:lnTo>
                  <a:lnTo>
                    <a:pt x="1056" y="473"/>
                  </a:lnTo>
                  <a:lnTo>
                    <a:pt x="1046" y="469"/>
                  </a:lnTo>
                  <a:lnTo>
                    <a:pt x="1032" y="474"/>
                  </a:lnTo>
                  <a:lnTo>
                    <a:pt x="1012" y="484"/>
                  </a:lnTo>
                  <a:lnTo>
                    <a:pt x="990" y="490"/>
                  </a:lnTo>
                  <a:lnTo>
                    <a:pt x="975" y="483"/>
                  </a:lnTo>
                  <a:lnTo>
                    <a:pt x="972" y="466"/>
                  </a:lnTo>
                  <a:lnTo>
                    <a:pt x="975" y="446"/>
                  </a:lnTo>
                  <a:lnTo>
                    <a:pt x="975" y="430"/>
                  </a:lnTo>
                  <a:lnTo>
                    <a:pt x="969" y="420"/>
                  </a:lnTo>
                  <a:lnTo>
                    <a:pt x="959" y="411"/>
                  </a:lnTo>
                  <a:lnTo>
                    <a:pt x="951" y="400"/>
                  </a:lnTo>
                  <a:lnTo>
                    <a:pt x="948" y="388"/>
                  </a:lnTo>
                  <a:lnTo>
                    <a:pt x="944" y="377"/>
                  </a:lnTo>
                  <a:lnTo>
                    <a:pt x="936" y="366"/>
                  </a:lnTo>
                  <a:lnTo>
                    <a:pt x="925" y="354"/>
                  </a:lnTo>
                  <a:lnTo>
                    <a:pt x="918" y="341"/>
                  </a:lnTo>
                  <a:lnTo>
                    <a:pt x="920" y="329"/>
                  </a:lnTo>
                  <a:lnTo>
                    <a:pt x="926" y="317"/>
                  </a:lnTo>
                  <a:lnTo>
                    <a:pt x="928" y="305"/>
                  </a:lnTo>
                  <a:lnTo>
                    <a:pt x="923" y="291"/>
                  </a:lnTo>
                  <a:lnTo>
                    <a:pt x="918" y="274"/>
                  </a:lnTo>
                  <a:lnTo>
                    <a:pt x="924" y="261"/>
                  </a:lnTo>
                  <a:lnTo>
                    <a:pt x="943" y="257"/>
                  </a:lnTo>
                  <a:lnTo>
                    <a:pt x="967" y="260"/>
                  </a:lnTo>
                  <a:lnTo>
                    <a:pt x="987" y="263"/>
                  </a:lnTo>
                  <a:lnTo>
                    <a:pt x="999" y="259"/>
                  </a:lnTo>
                  <a:lnTo>
                    <a:pt x="1005" y="247"/>
                  </a:lnTo>
                  <a:lnTo>
                    <a:pt x="1013" y="232"/>
                  </a:lnTo>
                  <a:lnTo>
                    <a:pt x="1025" y="222"/>
                  </a:lnTo>
                  <a:lnTo>
                    <a:pt x="1040" y="215"/>
                  </a:lnTo>
                  <a:lnTo>
                    <a:pt x="1056" y="208"/>
                  </a:lnTo>
                  <a:lnTo>
                    <a:pt x="1074" y="201"/>
                  </a:lnTo>
                  <a:lnTo>
                    <a:pt x="1092" y="198"/>
                  </a:lnTo>
                  <a:lnTo>
                    <a:pt x="1111" y="205"/>
                  </a:lnTo>
                  <a:lnTo>
                    <a:pt x="1126" y="218"/>
                  </a:lnTo>
                  <a:lnTo>
                    <a:pt x="1139" y="232"/>
                  </a:lnTo>
                  <a:lnTo>
                    <a:pt x="1153" y="237"/>
                  </a:lnTo>
                  <a:lnTo>
                    <a:pt x="1171" y="236"/>
                  </a:lnTo>
                  <a:lnTo>
                    <a:pt x="1190" y="236"/>
                  </a:lnTo>
                  <a:lnTo>
                    <a:pt x="1203" y="244"/>
                  </a:lnTo>
                  <a:lnTo>
                    <a:pt x="1208" y="259"/>
                  </a:lnTo>
                  <a:lnTo>
                    <a:pt x="1210" y="274"/>
                  </a:lnTo>
                  <a:lnTo>
                    <a:pt x="1218" y="282"/>
                  </a:lnTo>
                  <a:lnTo>
                    <a:pt x="1235" y="287"/>
                  </a:lnTo>
                  <a:lnTo>
                    <a:pt x="1255" y="291"/>
                  </a:lnTo>
                  <a:lnTo>
                    <a:pt x="1269" y="300"/>
                  </a:lnTo>
                  <a:lnTo>
                    <a:pt x="1274" y="313"/>
                  </a:lnTo>
                  <a:lnTo>
                    <a:pt x="1273" y="327"/>
                  </a:lnTo>
                  <a:lnTo>
                    <a:pt x="1271" y="341"/>
                  </a:lnTo>
                  <a:close/>
                </a:path>
              </a:pathLst>
            </a:custGeom>
            <a:solidFill>
              <a:srgbClr val="EFD4E3">
                <a:alpha val="43000"/>
              </a:srgbClr>
            </a:solidFill>
            <a:ln>
              <a:noFill/>
            </a:ln>
          </p:spPr>
          <p:txBody>
            <a:bodyPr anchor="ctr"/>
            <a:lstStyle/>
            <a:p>
              <a:pPr algn="ctr">
                <a:buNone/>
              </a:pPr>
            </a:p>
          </p:txBody>
        </p:sp>
        <p:sp>
          <p:nvSpPr>
            <p:cNvPr id="3061" name="addition:input:184"/>
            <p:cNvSpPr>
              <a:spLocks noGrp="1"/>
            </p:cNvSpPr>
            <p:nvPr/>
          </p:nvSpPr>
          <p:spPr>
            <a:xfrm>
              <a:off x="209550" y="5438775"/>
              <a:ext cx="2011314" cy="933511"/>
            </a:xfrm>
            <a:custGeom>
              <a:avLst/>
              <a:gdLst/>
              <a:ahLst/>
              <a:cxnLst/>
              <a:rect l="l" t="t" r="r" b="b"/>
              <a:pathLst>
                <a:path w="1222" h="498">
                  <a:moveTo>
                    <a:pt x="0" y="0"/>
                  </a:moveTo>
                  <a:moveTo>
                    <a:pt x="1201" y="359"/>
                  </a:moveTo>
                  <a:lnTo>
                    <a:pt x="1215" y="370"/>
                  </a:lnTo>
                  <a:lnTo>
                    <a:pt x="1222" y="382"/>
                  </a:lnTo>
                  <a:lnTo>
                    <a:pt x="1217" y="392"/>
                  </a:lnTo>
                  <a:lnTo>
                    <a:pt x="1207" y="400"/>
                  </a:lnTo>
                  <a:lnTo>
                    <a:pt x="1200" y="409"/>
                  </a:lnTo>
                  <a:lnTo>
                    <a:pt x="1201" y="420"/>
                  </a:lnTo>
                  <a:lnTo>
                    <a:pt x="1204" y="434"/>
                  </a:lnTo>
                  <a:lnTo>
                    <a:pt x="1201" y="445"/>
                  </a:lnTo>
                  <a:lnTo>
                    <a:pt x="1190" y="451"/>
                  </a:lnTo>
                  <a:lnTo>
                    <a:pt x="1175" y="452"/>
                  </a:lnTo>
                  <a:lnTo>
                    <a:pt x="1162" y="453"/>
                  </a:lnTo>
                  <a:lnTo>
                    <a:pt x="1151" y="455"/>
                  </a:lnTo>
                  <a:lnTo>
                    <a:pt x="1141" y="459"/>
                  </a:lnTo>
                  <a:lnTo>
                    <a:pt x="1130" y="460"/>
                  </a:lnTo>
                  <a:lnTo>
                    <a:pt x="1119" y="460"/>
                  </a:lnTo>
                  <a:lnTo>
                    <a:pt x="1108" y="464"/>
                  </a:lnTo>
                  <a:lnTo>
                    <a:pt x="1097" y="475"/>
                  </a:lnTo>
                  <a:lnTo>
                    <a:pt x="1083" y="490"/>
                  </a:lnTo>
                  <a:lnTo>
                    <a:pt x="1066" y="498"/>
                  </a:lnTo>
                  <a:lnTo>
                    <a:pt x="1051" y="494"/>
                  </a:lnTo>
                  <a:lnTo>
                    <a:pt x="1039" y="480"/>
                  </a:lnTo>
                  <a:lnTo>
                    <a:pt x="1030" y="464"/>
                  </a:lnTo>
                  <a:lnTo>
                    <a:pt x="1021" y="455"/>
                  </a:lnTo>
                  <a:lnTo>
                    <a:pt x="1007" y="451"/>
                  </a:lnTo>
                  <a:lnTo>
                    <a:pt x="992" y="449"/>
                  </a:lnTo>
                  <a:lnTo>
                    <a:pt x="981" y="443"/>
                  </a:lnTo>
                  <a:lnTo>
                    <a:pt x="973" y="433"/>
                  </a:lnTo>
                  <a:lnTo>
                    <a:pt x="967" y="423"/>
                  </a:lnTo>
                  <a:lnTo>
                    <a:pt x="957" y="416"/>
                  </a:lnTo>
                  <a:lnTo>
                    <a:pt x="945" y="409"/>
                  </a:lnTo>
                  <a:lnTo>
                    <a:pt x="936" y="401"/>
                  </a:lnTo>
                  <a:lnTo>
                    <a:pt x="931" y="391"/>
                  </a:lnTo>
                  <a:lnTo>
                    <a:pt x="930" y="380"/>
                  </a:lnTo>
                  <a:lnTo>
                    <a:pt x="924" y="370"/>
                  </a:lnTo>
                  <a:lnTo>
                    <a:pt x="915" y="359"/>
                  </a:lnTo>
                  <a:lnTo>
                    <a:pt x="910" y="347"/>
                  </a:lnTo>
                  <a:lnTo>
                    <a:pt x="915" y="335"/>
                  </a:lnTo>
                  <a:lnTo>
                    <a:pt x="934" y="327"/>
                  </a:lnTo>
                  <a:lnTo>
                    <a:pt x="957" y="322"/>
                  </a:lnTo>
                  <a:lnTo>
                    <a:pt x="974" y="317"/>
                  </a:lnTo>
                  <a:lnTo>
                    <a:pt x="979" y="309"/>
                  </a:lnTo>
                  <a:lnTo>
                    <a:pt x="977" y="296"/>
                  </a:lnTo>
                  <a:lnTo>
                    <a:pt x="978" y="282"/>
                  </a:lnTo>
                  <a:lnTo>
                    <a:pt x="985" y="271"/>
                  </a:lnTo>
                  <a:lnTo>
                    <a:pt x="995" y="263"/>
                  </a:lnTo>
                  <a:lnTo>
                    <a:pt x="1006" y="255"/>
                  </a:lnTo>
                  <a:lnTo>
                    <a:pt x="1017" y="246"/>
                  </a:lnTo>
                  <a:lnTo>
                    <a:pt x="1030" y="240"/>
                  </a:lnTo>
                  <a:lnTo>
                    <a:pt x="1045" y="240"/>
                  </a:lnTo>
                  <a:lnTo>
                    <a:pt x="1060" y="244"/>
                  </a:lnTo>
                  <a:lnTo>
                    <a:pt x="1073" y="248"/>
                  </a:lnTo>
                  <a:lnTo>
                    <a:pt x="1085" y="246"/>
                  </a:lnTo>
                  <a:lnTo>
                    <a:pt x="1096" y="241"/>
                  </a:lnTo>
                  <a:lnTo>
                    <a:pt x="1108" y="239"/>
                  </a:lnTo>
                  <a:lnTo>
                    <a:pt x="1118" y="245"/>
                  </a:lnTo>
                  <a:lnTo>
                    <a:pt x="1125" y="257"/>
                  </a:lnTo>
                  <a:lnTo>
                    <a:pt x="1131" y="267"/>
                  </a:lnTo>
                  <a:lnTo>
                    <a:pt x="1140" y="268"/>
                  </a:lnTo>
                  <a:lnTo>
                    <a:pt x="1155" y="263"/>
                  </a:lnTo>
                  <a:lnTo>
                    <a:pt x="1173" y="259"/>
                  </a:lnTo>
                  <a:lnTo>
                    <a:pt x="1187" y="262"/>
                  </a:lnTo>
                  <a:lnTo>
                    <a:pt x="1194" y="271"/>
                  </a:lnTo>
                  <a:lnTo>
                    <a:pt x="1197" y="283"/>
                  </a:lnTo>
                  <a:lnTo>
                    <a:pt x="1200" y="295"/>
                  </a:lnTo>
                  <a:lnTo>
                    <a:pt x="1201" y="306"/>
                  </a:lnTo>
                  <a:lnTo>
                    <a:pt x="1199" y="318"/>
                  </a:lnTo>
                  <a:lnTo>
                    <a:pt x="1192" y="331"/>
                  </a:lnTo>
                  <a:lnTo>
                    <a:pt x="1186" y="341"/>
                  </a:lnTo>
                  <a:lnTo>
                    <a:pt x="1188" y="350"/>
                  </a:lnTo>
                  <a:close/>
                </a:path>
              </a:pathLst>
            </a:custGeom>
            <a:solidFill>
              <a:srgbClr val="DA9FC0">
                <a:alpha val="43000"/>
              </a:srgbClr>
            </a:solidFill>
            <a:ln>
              <a:noFill/>
            </a:ln>
          </p:spPr>
          <p:txBody>
            <a:bodyPr anchor="ctr"/>
            <a:lstStyle/>
            <a:p>
              <a:pPr algn="ctr">
                <a:buNone/>
              </a:pPr>
            </a:p>
          </p:txBody>
        </p:sp>
        <p:sp>
          <p:nvSpPr>
            <p:cNvPr id="3062" name="addition:input:185"/>
            <p:cNvSpPr>
              <a:spLocks noGrp="1"/>
            </p:cNvSpPr>
            <p:nvPr/>
          </p:nvSpPr>
          <p:spPr>
            <a:xfrm>
              <a:off x="209550" y="5438775"/>
              <a:ext cx="2004731" cy="879150"/>
            </a:xfrm>
            <a:custGeom>
              <a:avLst/>
              <a:gdLst/>
              <a:ahLst/>
              <a:cxnLst/>
              <a:rect l="l" t="t" r="r" b="b"/>
              <a:pathLst>
                <a:path w="1218" h="469">
                  <a:moveTo>
                    <a:pt x="0" y="0"/>
                  </a:moveTo>
                  <a:moveTo>
                    <a:pt x="1194" y="364"/>
                  </a:moveTo>
                  <a:lnTo>
                    <a:pt x="1178" y="372"/>
                  </a:lnTo>
                  <a:lnTo>
                    <a:pt x="1170" y="379"/>
                  </a:lnTo>
                  <a:lnTo>
                    <a:pt x="1170" y="388"/>
                  </a:lnTo>
                  <a:lnTo>
                    <a:pt x="1172" y="397"/>
                  </a:lnTo>
                  <a:lnTo>
                    <a:pt x="1172" y="407"/>
                  </a:lnTo>
                  <a:lnTo>
                    <a:pt x="1168" y="416"/>
                  </a:lnTo>
                  <a:lnTo>
                    <a:pt x="1164" y="425"/>
                  </a:lnTo>
                  <a:lnTo>
                    <a:pt x="1162" y="436"/>
                  </a:lnTo>
                  <a:lnTo>
                    <a:pt x="1157" y="446"/>
                  </a:lnTo>
                  <a:lnTo>
                    <a:pt x="1147" y="452"/>
                  </a:lnTo>
                  <a:lnTo>
                    <a:pt x="1134" y="453"/>
                  </a:lnTo>
                  <a:lnTo>
                    <a:pt x="1122" y="452"/>
                  </a:lnTo>
                  <a:lnTo>
                    <a:pt x="1112" y="455"/>
                  </a:lnTo>
                  <a:lnTo>
                    <a:pt x="1105" y="462"/>
                  </a:lnTo>
                  <a:lnTo>
                    <a:pt x="1098" y="469"/>
                  </a:lnTo>
                  <a:lnTo>
                    <a:pt x="1088" y="469"/>
                  </a:lnTo>
                  <a:lnTo>
                    <a:pt x="1078" y="462"/>
                  </a:lnTo>
                  <a:lnTo>
                    <a:pt x="1069" y="453"/>
                  </a:lnTo>
                  <a:lnTo>
                    <a:pt x="1062" y="449"/>
                  </a:lnTo>
                  <a:lnTo>
                    <a:pt x="1053" y="453"/>
                  </a:lnTo>
                  <a:lnTo>
                    <a:pt x="1042" y="461"/>
                  </a:lnTo>
                  <a:lnTo>
                    <a:pt x="1029" y="465"/>
                  </a:lnTo>
                  <a:lnTo>
                    <a:pt x="1017" y="464"/>
                  </a:lnTo>
                  <a:lnTo>
                    <a:pt x="1008" y="458"/>
                  </a:lnTo>
                  <a:lnTo>
                    <a:pt x="998" y="452"/>
                  </a:lnTo>
                  <a:lnTo>
                    <a:pt x="990" y="446"/>
                  </a:lnTo>
                  <a:lnTo>
                    <a:pt x="985" y="436"/>
                  </a:lnTo>
                  <a:lnTo>
                    <a:pt x="985" y="423"/>
                  </a:lnTo>
                  <a:lnTo>
                    <a:pt x="989" y="410"/>
                  </a:lnTo>
                  <a:lnTo>
                    <a:pt x="988" y="401"/>
                  </a:lnTo>
                  <a:lnTo>
                    <a:pt x="979" y="395"/>
                  </a:lnTo>
                  <a:lnTo>
                    <a:pt x="964" y="390"/>
                  </a:lnTo>
                  <a:lnTo>
                    <a:pt x="951" y="383"/>
                  </a:lnTo>
                  <a:lnTo>
                    <a:pt x="946" y="374"/>
                  </a:lnTo>
                  <a:lnTo>
                    <a:pt x="950" y="364"/>
                  </a:lnTo>
                  <a:lnTo>
                    <a:pt x="953" y="355"/>
                  </a:lnTo>
                  <a:lnTo>
                    <a:pt x="951" y="346"/>
                  </a:lnTo>
                  <a:lnTo>
                    <a:pt x="944" y="335"/>
                  </a:lnTo>
                  <a:lnTo>
                    <a:pt x="940" y="324"/>
                  </a:lnTo>
                  <a:lnTo>
                    <a:pt x="944" y="315"/>
                  </a:lnTo>
                  <a:lnTo>
                    <a:pt x="953" y="308"/>
                  </a:lnTo>
                  <a:lnTo>
                    <a:pt x="964" y="303"/>
                  </a:lnTo>
                  <a:lnTo>
                    <a:pt x="973" y="298"/>
                  </a:lnTo>
                  <a:lnTo>
                    <a:pt x="982" y="293"/>
                  </a:lnTo>
                  <a:lnTo>
                    <a:pt x="993" y="290"/>
                  </a:lnTo>
                  <a:lnTo>
                    <a:pt x="1006" y="290"/>
                  </a:lnTo>
                  <a:lnTo>
                    <a:pt x="1016" y="288"/>
                  </a:lnTo>
                  <a:lnTo>
                    <a:pt x="1023" y="280"/>
                  </a:lnTo>
                  <a:lnTo>
                    <a:pt x="1029" y="266"/>
                  </a:lnTo>
                  <a:lnTo>
                    <a:pt x="1038" y="251"/>
                  </a:lnTo>
                  <a:lnTo>
                    <a:pt x="1051" y="244"/>
                  </a:lnTo>
                  <a:lnTo>
                    <a:pt x="1066" y="248"/>
                  </a:lnTo>
                  <a:lnTo>
                    <a:pt x="1080" y="257"/>
                  </a:lnTo>
                  <a:lnTo>
                    <a:pt x="1092" y="265"/>
                  </a:lnTo>
                  <a:lnTo>
                    <a:pt x="1104" y="268"/>
                  </a:lnTo>
                  <a:lnTo>
                    <a:pt x="1116" y="268"/>
                  </a:lnTo>
                  <a:lnTo>
                    <a:pt x="1128" y="271"/>
                  </a:lnTo>
                  <a:lnTo>
                    <a:pt x="1137" y="278"/>
                  </a:lnTo>
                  <a:lnTo>
                    <a:pt x="1145" y="285"/>
                  </a:lnTo>
                  <a:lnTo>
                    <a:pt x="1154" y="289"/>
                  </a:lnTo>
                  <a:lnTo>
                    <a:pt x="1164" y="293"/>
                  </a:lnTo>
                  <a:lnTo>
                    <a:pt x="1174" y="297"/>
                  </a:lnTo>
                  <a:lnTo>
                    <a:pt x="1180" y="305"/>
                  </a:lnTo>
                  <a:lnTo>
                    <a:pt x="1183" y="313"/>
                  </a:lnTo>
                  <a:lnTo>
                    <a:pt x="1188" y="320"/>
                  </a:lnTo>
                  <a:lnTo>
                    <a:pt x="1199" y="326"/>
                  </a:lnTo>
                  <a:lnTo>
                    <a:pt x="1212" y="333"/>
                  </a:lnTo>
                  <a:lnTo>
                    <a:pt x="1218" y="342"/>
                  </a:lnTo>
                  <a:lnTo>
                    <a:pt x="1211" y="354"/>
                  </a:lnTo>
                  <a:close/>
                </a:path>
              </a:pathLst>
            </a:custGeom>
            <a:solidFill>
              <a:srgbClr val="CC79A7">
                <a:alpha val="35000"/>
              </a:srgbClr>
            </a:solidFill>
            <a:ln>
              <a:noFill/>
            </a:ln>
          </p:spPr>
          <p:txBody>
            <a:bodyPr anchor="ctr"/>
            <a:lstStyle/>
            <a:p>
              <a:pPr algn="ctr">
                <a:buNone/>
              </a:pPr>
            </a:p>
          </p:txBody>
        </p:sp>
        <p:sp>
          <p:nvSpPr>
            <p:cNvPr id="3063" name="addition:input:186"/>
            <p:cNvSpPr>
              <a:spLocks noGrp="1"/>
            </p:cNvSpPr>
            <p:nvPr/>
          </p:nvSpPr>
          <p:spPr>
            <a:xfrm>
              <a:off x="209550" y="5438775"/>
              <a:ext cx="1761134" cy="714192"/>
            </a:xfrm>
            <a:custGeom>
              <a:avLst/>
              <a:gdLst/>
              <a:ahLst/>
              <a:cxnLst/>
              <a:rect l="l" t="t" r="r" b="b"/>
              <a:pathLst>
                <a:path w="1070" h="381">
                  <a:moveTo>
                    <a:pt x="0" y="0"/>
                  </a:moveTo>
                  <a:moveTo>
                    <a:pt x="1066" y="334"/>
                  </a:moveTo>
                  <a:lnTo>
                    <a:pt x="1068" y="338"/>
                  </a:lnTo>
                  <a:lnTo>
                    <a:pt x="1070" y="342"/>
                  </a:lnTo>
                  <a:lnTo>
                    <a:pt x="1070" y="346"/>
                  </a:lnTo>
                  <a:lnTo>
                    <a:pt x="1069" y="349"/>
                  </a:lnTo>
                  <a:lnTo>
                    <a:pt x="1068" y="353"/>
                  </a:lnTo>
                  <a:lnTo>
                    <a:pt x="1068" y="357"/>
                  </a:lnTo>
                  <a:lnTo>
                    <a:pt x="1068" y="362"/>
                  </a:lnTo>
                  <a:lnTo>
                    <a:pt x="1067" y="366"/>
                  </a:lnTo>
                  <a:lnTo>
                    <a:pt x="1061" y="367"/>
                  </a:lnTo>
                  <a:lnTo>
                    <a:pt x="1054" y="366"/>
                  </a:lnTo>
                  <a:lnTo>
                    <a:pt x="1048" y="364"/>
                  </a:lnTo>
                  <a:lnTo>
                    <a:pt x="1044" y="364"/>
                  </a:lnTo>
                  <a:lnTo>
                    <a:pt x="1042" y="368"/>
                  </a:lnTo>
                  <a:lnTo>
                    <a:pt x="1040" y="373"/>
                  </a:lnTo>
                  <a:lnTo>
                    <a:pt x="1036" y="377"/>
                  </a:lnTo>
                  <a:lnTo>
                    <a:pt x="1031" y="379"/>
                  </a:lnTo>
                  <a:lnTo>
                    <a:pt x="1026" y="380"/>
                  </a:lnTo>
                  <a:lnTo>
                    <a:pt x="1020" y="380"/>
                  </a:lnTo>
                  <a:lnTo>
                    <a:pt x="1015" y="381"/>
                  </a:lnTo>
                  <a:lnTo>
                    <a:pt x="1009" y="379"/>
                  </a:lnTo>
                  <a:lnTo>
                    <a:pt x="1005" y="376"/>
                  </a:lnTo>
                  <a:lnTo>
                    <a:pt x="1001" y="372"/>
                  </a:lnTo>
                  <a:lnTo>
                    <a:pt x="997" y="369"/>
                  </a:lnTo>
                  <a:lnTo>
                    <a:pt x="992" y="368"/>
                  </a:lnTo>
                  <a:lnTo>
                    <a:pt x="986" y="368"/>
                  </a:lnTo>
                  <a:lnTo>
                    <a:pt x="982" y="366"/>
                  </a:lnTo>
                  <a:lnTo>
                    <a:pt x="980" y="361"/>
                  </a:lnTo>
                  <a:lnTo>
                    <a:pt x="980" y="356"/>
                  </a:lnTo>
                  <a:lnTo>
                    <a:pt x="978" y="353"/>
                  </a:lnTo>
                  <a:lnTo>
                    <a:pt x="974" y="351"/>
                  </a:lnTo>
                  <a:lnTo>
                    <a:pt x="967" y="350"/>
                  </a:lnTo>
                  <a:lnTo>
                    <a:pt x="961" y="347"/>
                  </a:lnTo>
                  <a:lnTo>
                    <a:pt x="959" y="343"/>
                  </a:lnTo>
                  <a:lnTo>
                    <a:pt x="960" y="338"/>
                  </a:lnTo>
                  <a:lnTo>
                    <a:pt x="963" y="334"/>
                  </a:lnTo>
                  <a:lnTo>
                    <a:pt x="966" y="330"/>
                  </a:lnTo>
                  <a:lnTo>
                    <a:pt x="969" y="326"/>
                  </a:lnTo>
                  <a:lnTo>
                    <a:pt x="973" y="323"/>
                  </a:lnTo>
                  <a:lnTo>
                    <a:pt x="979" y="321"/>
                  </a:lnTo>
                  <a:lnTo>
                    <a:pt x="982" y="318"/>
                  </a:lnTo>
                  <a:lnTo>
                    <a:pt x="983" y="315"/>
                  </a:lnTo>
                  <a:lnTo>
                    <a:pt x="981" y="309"/>
                  </a:lnTo>
                  <a:lnTo>
                    <a:pt x="981" y="304"/>
                  </a:lnTo>
                  <a:lnTo>
                    <a:pt x="985" y="300"/>
                  </a:lnTo>
                  <a:lnTo>
                    <a:pt x="990" y="299"/>
                  </a:lnTo>
                  <a:lnTo>
                    <a:pt x="996" y="299"/>
                  </a:lnTo>
                  <a:lnTo>
                    <a:pt x="1001" y="297"/>
                  </a:lnTo>
                  <a:lnTo>
                    <a:pt x="1004" y="293"/>
                  </a:lnTo>
                  <a:lnTo>
                    <a:pt x="1007" y="290"/>
                  </a:lnTo>
                  <a:lnTo>
                    <a:pt x="1012" y="288"/>
                  </a:lnTo>
                  <a:lnTo>
                    <a:pt x="1017" y="290"/>
                  </a:lnTo>
                  <a:lnTo>
                    <a:pt x="1021" y="293"/>
                  </a:lnTo>
                  <a:lnTo>
                    <a:pt x="1025" y="294"/>
                  </a:lnTo>
                  <a:lnTo>
                    <a:pt x="1029" y="295"/>
                  </a:lnTo>
                  <a:lnTo>
                    <a:pt x="1032" y="296"/>
                  </a:lnTo>
                  <a:lnTo>
                    <a:pt x="1035" y="297"/>
                  </a:lnTo>
                  <a:lnTo>
                    <a:pt x="1038" y="298"/>
                  </a:lnTo>
                  <a:lnTo>
                    <a:pt x="1043" y="298"/>
                  </a:lnTo>
                  <a:lnTo>
                    <a:pt x="1049" y="296"/>
                  </a:lnTo>
                  <a:lnTo>
                    <a:pt x="1055" y="295"/>
                  </a:lnTo>
                  <a:lnTo>
                    <a:pt x="1060" y="297"/>
                  </a:lnTo>
                  <a:lnTo>
                    <a:pt x="1061" y="302"/>
                  </a:lnTo>
                  <a:lnTo>
                    <a:pt x="1059" y="308"/>
                  </a:lnTo>
                  <a:lnTo>
                    <a:pt x="1057" y="314"/>
                  </a:lnTo>
                  <a:lnTo>
                    <a:pt x="1058" y="317"/>
                  </a:lnTo>
                  <a:lnTo>
                    <a:pt x="1061" y="320"/>
                  </a:lnTo>
                  <a:lnTo>
                    <a:pt x="1064" y="323"/>
                  </a:lnTo>
                  <a:lnTo>
                    <a:pt x="1066" y="327"/>
                  </a:lnTo>
                  <a:lnTo>
                    <a:pt x="1065" y="330"/>
                  </a:lnTo>
                  <a:close/>
                </a:path>
              </a:pathLst>
            </a:custGeom>
            <a:solidFill>
              <a:srgbClr val="DA9FC0">
                <a:alpha val="32000"/>
              </a:srgbClr>
            </a:solidFill>
            <a:ln>
              <a:noFill/>
            </a:ln>
          </p:spPr>
          <p:txBody>
            <a:bodyPr anchor="ctr"/>
            <a:lstStyle/>
            <a:p>
              <a:pPr algn="ctr">
                <a:buNone/>
              </a:pPr>
            </a:p>
          </p:txBody>
        </p:sp>
        <p:sp>
          <p:nvSpPr>
            <p:cNvPr id="3064" name="addition:input:187"/>
            <p:cNvSpPr>
              <a:spLocks noGrp="1"/>
            </p:cNvSpPr>
            <p:nvPr/>
          </p:nvSpPr>
          <p:spPr>
            <a:xfrm>
              <a:off x="209550" y="5438775"/>
              <a:ext cx="1828617" cy="648584"/>
            </a:xfrm>
            <a:custGeom>
              <a:avLst/>
              <a:gdLst/>
              <a:ahLst/>
              <a:cxnLst/>
              <a:rect l="l" t="t" r="r" b="b"/>
              <a:pathLst>
                <a:path w="1111" h="346">
                  <a:moveTo>
                    <a:pt x="0" y="0"/>
                  </a:moveTo>
                  <a:moveTo>
                    <a:pt x="1100" y="300"/>
                  </a:moveTo>
                  <a:lnTo>
                    <a:pt x="1104" y="303"/>
                  </a:lnTo>
                  <a:lnTo>
                    <a:pt x="1106" y="307"/>
                  </a:lnTo>
                  <a:lnTo>
                    <a:pt x="1105" y="311"/>
                  </a:lnTo>
                  <a:lnTo>
                    <a:pt x="1103" y="314"/>
                  </a:lnTo>
                  <a:lnTo>
                    <a:pt x="1103" y="318"/>
                  </a:lnTo>
                  <a:lnTo>
                    <a:pt x="1102" y="322"/>
                  </a:lnTo>
                  <a:lnTo>
                    <a:pt x="1101" y="326"/>
                  </a:lnTo>
                  <a:lnTo>
                    <a:pt x="1099" y="329"/>
                  </a:lnTo>
                  <a:lnTo>
                    <a:pt x="1095" y="330"/>
                  </a:lnTo>
                  <a:lnTo>
                    <a:pt x="1092" y="332"/>
                  </a:lnTo>
                  <a:lnTo>
                    <a:pt x="1089" y="335"/>
                  </a:lnTo>
                  <a:lnTo>
                    <a:pt x="1087" y="338"/>
                  </a:lnTo>
                  <a:lnTo>
                    <a:pt x="1083" y="339"/>
                  </a:lnTo>
                  <a:lnTo>
                    <a:pt x="1078" y="337"/>
                  </a:lnTo>
                  <a:lnTo>
                    <a:pt x="1074" y="334"/>
                  </a:lnTo>
                  <a:lnTo>
                    <a:pt x="1070" y="333"/>
                  </a:lnTo>
                  <a:lnTo>
                    <a:pt x="1067" y="336"/>
                  </a:lnTo>
                  <a:lnTo>
                    <a:pt x="1063" y="342"/>
                  </a:lnTo>
                  <a:lnTo>
                    <a:pt x="1058" y="346"/>
                  </a:lnTo>
                  <a:lnTo>
                    <a:pt x="1053" y="346"/>
                  </a:lnTo>
                  <a:lnTo>
                    <a:pt x="1048" y="344"/>
                  </a:lnTo>
                  <a:lnTo>
                    <a:pt x="1044" y="341"/>
                  </a:lnTo>
                  <a:lnTo>
                    <a:pt x="1040" y="338"/>
                  </a:lnTo>
                  <a:lnTo>
                    <a:pt x="1037" y="335"/>
                  </a:lnTo>
                  <a:lnTo>
                    <a:pt x="1034" y="332"/>
                  </a:lnTo>
                  <a:lnTo>
                    <a:pt x="1032" y="327"/>
                  </a:lnTo>
                  <a:lnTo>
                    <a:pt x="1030" y="324"/>
                  </a:lnTo>
                  <a:lnTo>
                    <a:pt x="1026" y="322"/>
                  </a:lnTo>
                  <a:lnTo>
                    <a:pt x="1020" y="320"/>
                  </a:lnTo>
                  <a:lnTo>
                    <a:pt x="1015" y="318"/>
                  </a:lnTo>
                  <a:lnTo>
                    <a:pt x="1013" y="315"/>
                  </a:lnTo>
                  <a:lnTo>
                    <a:pt x="1013" y="310"/>
                  </a:lnTo>
                  <a:lnTo>
                    <a:pt x="1014" y="306"/>
                  </a:lnTo>
                  <a:lnTo>
                    <a:pt x="1012" y="303"/>
                  </a:lnTo>
                  <a:lnTo>
                    <a:pt x="1007" y="300"/>
                  </a:lnTo>
                  <a:lnTo>
                    <a:pt x="1003" y="295"/>
                  </a:lnTo>
                  <a:lnTo>
                    <a:pt x="1003" y="291"/>
                  </a:lnTo>
                  <a:lnTo>
                    <a:pt x="1007" y="287"/>
                  </a:lnTo>
                  <a:lnTo>
                    <a:pt x="1013" y="285"/>
                  </a:lnTo>
                  <a:lnTo>
                    <a:pt x="1018" y="283"/>
                  </a:lnTo>
                  <a:lnTo>
                    <a:pt x="1021" y="280"/>
                  </a:lnTo>
                  <a:lnTo>
                    <a:pt x="1024" y="277"/>
                  </a:lnTo>
                  <a:lnTo>
                    <a:pt x="1028" y="275"/>
                  </a:lnTo>
                  <a:lnTo>
                    <a:pt x="1031" y="273"/>
                  </a:lnTo>
                  <a:lnTo>
                    <a:pt x="1034" y="269"/>
                  </a:lnTo>
                  <a:lnTo>
                    <a:pt x="1035" y="264"/>
                  </a:lnTo>
                  <a:lnTo>
                    <a:pt x="1037" y="258"/>
                  </a:lnTo>
                  <a:lnTo>
                    <a:pt x="1041" y="255"/>
                  </a:lnTo>
                  <a:lnTo>
                    <a:pt x="1047" y="255"/>
                  </a:lnTo>
                  <a:lnTo>
                    <a:pt x="1054" y="258"/>
                  </a:lnTo>
                  <a:lnTo>
                    <a:pt x="1059" y="260"/>
                  </a:lnTo>
                  <a:lnTo>
                    <a:pt x="1063" y="259"/>
                  </a:lnTo>
                  <a:lnTo>
                    <a:pt x="1068" y="257"/>
                  </a:lnTo>
                  <a:lnTo>
                    <a:pt x="1072" y="257"/>
                  </a:lnTo>
                  <a:lnTo>
                    <a:pt x="1076" y="259"/>
                  </a:lnTo>
                  <a:lnTo>
                    <a:pt x="1079" y="262"/>
                  </a:lnTo>
                  <a:lnTo>
                    <a:pt x="1082" y="265"/>
                  </a:lnTo>
                  <a:lnTo>
                    <a:pt x="1085" y="266"/>
                  </a:lnTo>
                  <a:lnTo>
                    <a:pt x="1089" y="267"/>
                  </a:lnTo>
                  <a:lnTo>
                    <a:pt x="1093" y="268"/>
                  </a:lnTo>
                  <a:lnTo>
                    <a:pt x="1096" y="269"/>
                  </a:lnTo>
                  <a:lnTo>
                    <a:pt x="1099" y="271"/>
                  </a:lnTo>
                  <a:lnTo>
                    <a:pt x="1103" y="273"/>
                  </a:lnTo>
                  <a:lnTo>
                    <a:pt x="1108" y="275"/>
                  </a:lnTo>
                  <a:lnTo>
                    <a:pt x="1111" y="278"/>
                  </a:lnTo>
                  <a:lnTo>
                    <a:pt x="1109" y="283"/>
                  </a:lnTo>
                  <a:lnTo>
                    <a:pt x="1104" y="289"/>
                  </a:lnTo>
                  <a:lnTo>
                    <a:pt x="1099" y="293"/>
                  </a:lnTo>
                  <a:lnTo>
                    <a:pt x="1098" y="296"/>
                  </a:lnTo>
                  <a:close/>
                </a:path>
              </a:pathLst>
            </a:custGeom>
            <a:solidFill>
              <a:srgbClr val="DA9FC0">
                <a:alpha val="32000"/>
              </a:srgbClr>
            </a:solidFill>
            <a:ln>
              <a:noFill/>
            </a:ln>
          </p:spPr>
          <p:txBody>
            <a:bodyPr anchor="ctr"/>
            <a:lstStyle/>
            <a:p>
              <a:pPr algn="ctr">
                <a:buNone/>
              </a:pPr>
            </a:p>
          </p:txBody>
        </p:sp>
        <p:sp>
          <p:nvSpPr>
            <p:cNvPr id="3065" name="addition:input:188"/>
            <p:cNvSpPr>
              <a:spLocks noGrp="1"/>
            </p:cNvSpPr>
            <p:nvPr/>
          </p:nvSpPr>
          <p:spPr>
            <a:xfrm>
              <a:off x="209550" y="5438775"/>
              <a:ext cx="1922435" cy="674827"/>
            </a:xfrm>
            <a:custGeom>
              <a:avLst/>
              <a:gdLst/>
              <a:ahLst/>
              <a:cxnLst/>
              <a:rect l="l" t="t" r="r" b="b"/>
              <a:pathLst>
                <a:path w="1168" h="360">
                  <a:moveTo>
                    <a:pt x="0" y="0"/>
                  </a:moveTo>
                  <a:moveTo>
                    <a:pt x="1167" y="309"/>
                  </a:moveTo>
                  <a:lnTo>
                    <a:pt x="1168" y="313"/>
                  </a:lnTo>
                  <a:lnTo>
                    <a:pt x="1166" y="317"/>
                  </a:lnTo>
                  <a:lnTo>
                    <a:pt x="1162" y="321"/>
                  </a:lnTo>
                  <a:lnTo>
                    <a:pt x="1159" y="324"/>
                  </a:lnTo>
                  <a:lnTo>
                    <a:pt x="1157" y="328"/>
                  </a:lnTo>
                  <a:lnTo>
                    <a:pt x="1155" y="332"/>
                  </a:lnTo>
                  <a:lnTo>
                    <a:pt x="1153" y="336"/>
                  </a:lnTo>
                  <a:lnTo>
                    <a:pt x="1148" y="338"/>
                  </a:lnTo>
                  <a:lnTo>
                    <a:pt x="1142" y="338"/>
                  </a:lnTo>
                  <a:lnTo>
                    <a:pt x="1137" y="340"/>
                  </a:lnTo>
                  <a:lnTo>
                    <a:pt x="1135" y="344"/>
                  </a:lnTo>
                  <a:lnTo>
                    <a:pt x="1134" y="351"/>
                  </a:lnTo>
                  <a:lnTo>
                    <a:pt x="1131" y="357"/>
                  </a:lnTo>
                  <a:lnTo>
                    <a:pt x="1126" y="360"/>
                  </a:lnTo>
                  <a:lnTo>
                    <a:pt x="1120" y="359"/>
                  </a:lnTo>
                  <a:lnTo>
                    <a:pt x="1114" y="356"/>
                  </a:lnTo>
                  <a:lnTo>
                    <a:pt x="1109" y="353"/>
                  </a:lnTo>
                  <a:lnTo>
                    <a:pt x="1105" y="352"/>
                  </a:lnTo>
                  <a:lnTo>
                    <a:pt x="1101" y="351"/>
                  </a:lnTo>
                  <a:lnTo>
                    <a:pt x="1098" y="349"/>
                  </a:lnTo>
                  <a:lnTo>
                    <a:pt x="1094" y="347"/>
                  </a:lnTo>
                  <a:lnTo>
                    <a:pt x="1091" y="347"/>
                  </a:lnTo>
                  <a:lnTo>
                    <a:pt x="1086" y="348"/>
                  </a:lnTo>
                  <a:lnTo>
                    <a:pt x="1081" y="349"/>
                  </a:lnTo>
                  <a:lnTo>
                    <a:pt x="1076" y="348"/>
                  </a:lnTo>
                  <a:lnTo>
                    <a:pt x="1075" y="343"/>
                  </a:lnTo>
                  <a:lnTo>
                    <a:pt x="1074" y="339"/>
                  </a:lnTo>
                  <a:lnTo>
                    <a:pt x="1073" y="335"/>
                  </a:lnTo>
                  <a:lnTo>
                    <a:pt x="1069" y="333"/>
                  </a:lnTo>
                  <a:lnTo>
                    <a:pt x="1065" y="330"/>
                  </a:lnTo>
                  <a:lnTo>
                    <a:pt x="1062" y="327"/>
                  </a:lnTo>
                  <a:lnTo>
                    <a:pt x="1064" y="322"/>
                  </a:lnTo>
                  <a:lnTo>
                    <a:pt x="1068" y="317"/>
                  </a:lnTo>
                  <a:lnTo>
                    <a:pt x="1071" y="313"/>
                  </a:lnTo>
                  <a:lnTo>
                    <a:pt x="1072" y="309"/>
                  </a:lnTo>
                  <a:lnTo>
                    <a:pt x="1071" y="305"/>
                  </a:lnTo>
                  <a:lnTo>
                    <a:pt x="1070" y="302"/>
                  </a:lnTo>
                  <a:lnTo>
                    <a:pt x="1069" y="298"/>
                  </a:lnTo>
                  <a:lnTo>
                    <a:pt x="1068" y="293"/>
                  </a:lnTo>
                  <a:lnTo>
                    <a:pt x="1066" y="288"/>
                  </a:lnTo>
                  <a:lnTo>
                    <a:pt x="1064" y="282"/>
                  </a:lnTo>
                  <a:lnTo>
                    <a:pt x="1065" y="278"/>
                  </a:lnTo>
                  <a:lnTo>
                    <a:pt x="1070" y="276"/>
                  </a:lnTo>
                  <a:lnTo>
                    <a:pt x="1076" y="276"/>
                  </a:lnTo>
                  <a:lnTo>
                    <a:pt x="1082" y="277"/>
                  </a:lnTo>
                  <a:lnTo>
                    <a:pt x="1085" y="276"/>
                  </a:lnTo>
                  <a:lnTo>
                    <a:pt x="1087" y="272"/>
                  </a:lnTo>
                  <a:lnTo>
                    <a:pt x="1089" y="268"/>
                  </a:lnTo>
                  <a:lnTo>
                    <a:pt x="1093" y="266"/>
                  </a:lnTo>
                  <a:lnTo>
                    <a:pt x="1097" y="266"/>
                  </a:lnTo>
                  <a:lnTo>
                    <a:pt x="1101" y="267"/>
                  </a:lnTo>
                  <a:lnTo>
                    <a:pt x="1105" y="267"/>
                  </a:lnTo>
                  <a:lnTo>
                    <a:pt x="1109" y="264"/>
                  </a:lnTo>
                  <a:lnTo>
                    <a:pt x="1114" y="262"/>
                  </a:lnTo>
                  <a:lnTo>
                    <a:pt x="1119" y="262"/>
                  </a:lnTo>
                  <a:lnTo>
                    <a:pt x="1124" y="263"/>
                  </a:lnTo>
                  <a:lnTo>
                    <a:pt x="1129" y="265"/>
                  </a:lnTo>
                  <a:lnTo>
                    <a:pt x="1135" y="265"/>
                  </a:lnTo>
                  <a:lnTo>
                    <a:pt x="1140" y="267"/>
                  </a:lnTo>
                  <a:lnTo>
                    <a:pt x="1143" y="272"/>
                  </a:lnTo>
                  <a:lnTo>
                    <a:pt x="1143" y="278"/>
                  </a:lnTo>
                  <a:lnTo>
                    <a:pt x="1143" y="284"/>
                  </a:lnTo>
                  <a:lnTo>
                    <a:pt x="1144" y="288"/>
                  </a:lnTo>
                  <a:lnTo>
                    <a:pt x="1150" y="289"/>
                  </a:lnTo>
                  <a:lnTo>
                    <a:pt x="1158" y="290"/>
                  </a:lnTo>
                  <a:lnTo>
                    <a:pt x="1164" y="292"/>
                  </a:lnTo>
                  <a:lnTo>
                    <a:pt x="1167" y="296"/>
                  </a:lnTo>
                  <a:lnTo>
                    <a:pt x="1167" y="300"/>
                  </a:lnTo>
                  <a:lnTo>
                    <a:pt x="1167" y="305"/>
                  </a:lnTo>
                  <a:close/>
                </a:path>
              </a:pathLst>
            </a:custGeom>
            <a:solidFill>
              <a:srgbClr val="DA9FC0">
                <a:alpha val="32000"/>
              </a:srgbClr>
            </a:solidFill>
            <a:ln>
              <a:noFill/>
            </a:ln>
          </p:spPr>
          <p:txBody>
            <a:bodyPr anchor="ctr"/>
            <a:lstStyle/>
            <a:p>
              <a:pPr algn="ctr">
                <a:buNone/>
              </a:pPr>
            </a:p>
          </p:txBody>
        </p:sp>
        <p:sp>
          <p:nvSpPr>
            <p:cNvPr id="3066" name="addition:input:189"/>
            <p:cNvSpPr>
              <a:spLocks noGrp="1"/>
            </p:cNvSpPr>
            <p:nvPr/>
          </p:nvSpPr>
          <p:spPr>
            <a:xfrm>
              <a:off x="209550" y="5438775"/>
              <a:ext cx="1999793" cy="749808"/>
            </a:xfrm>
            <a:custGeom>
              <a:avLst/>
              <a:gdLst/>
              <a:ahLst/>
              <a:cxnLst/>
              <a:rect l="l" t="t" r="r" b="b"/>
              <a:pathLst>
                <a:path w="1215" h="400">
                  <a:moveTo>
                    <a:pt x="0" y="0"/>
                  </a:moveTo>
                  <a:moveTo>
                    <a:pt x="1205" y="347"/>
                  </a:moveTo>
                  <a:lnTo>
                    <a:pt x="1211" y="352"/>
                  </a:lnTo>
                  <a:lnTo>
                    <a:pt x="1215" y="357"/>
                  </a:lnTo>
                  <a:lnTo>
                    <a:pt x="1214" y="362"/>
                  </a:lnTo>
                  <a:lnTo>
                    <a:pt x="1209" y="366"/>
                  </a:lnTo>
                  <a:lnTo>
                    <a:pt x="1202" y="368"/>
                  </a:lnTo>
                  <a:lnTo>
                    <a:pt x="1197" y="371"/>
                  </a:lnTo>
                  <a:lnTo>
                    <a:pt x="1193" y="373"/>
                  </a:lnTo>
                  <a:lnTo>
                    <a:pt x="1189" y="376"/>
                  </a:lnTo>
                  <a:lnTo>
                    <a:pt x="1185" y="378"/>
                  </a:lnTo>
                  <a:lnTo>
                    <a:pt x="1181" y="381"/>
                  </a:lnTo>
                  <a:lnTo>
                    <a:pt x="1179" y="385"/>
                  </a:lnTo>
                  <a:lnTo>
                    <a:pt x="1177" y="392"/>
                  </a:lnTo>
                  <a:lnTo>
                    <a:pt x="1173" y="398"/>
                  </a:lnTo>
                  <a:lnTo>
                    <a:pt x="1168" y="400"/>
                  </a:lnTo>
                  <a:lnTo>
                    <a:pt x="1161" y="399"/>
                  </a:lnTo>
                  <a:lnTo>
                    <a:pt x="1155" y="396"/>
                  </a:lnTo>
                  <a:lnTo>
                    <a:pt x="1149" y="394"/>
                  </a:lnTo>
                  <a:lnTo>
                    <a:pt x="1144" y="395"/>
                  </a:lnTo>
                  <a:lnTo>
                    <a:pt x="1138" y="397"/>
                  </a:lnTo>
                  <a:lnTo>
                    <a:pt x="1133" y="397"/>
                  </a:lnTo>
                  <a:lnTo>
                    <a:pt x="1129" y="394"/>
                  </a:lnTo>
                  <a:lnTo>
                    <a:pt x="1126" y="389"/>
                  </a:lnTo>
                  <a:lnTo>
                    <a:pt x="1123" y="385"/>
                  </a:lnTo>
                  <a:lnTo>
                    <a:pt x="1119" y="384"/>
                  </a:lnTo>
                  <a:lnTo>
                    <a:pt x="1114" y="383"/>
                  </a:lnTo>
                  <a:lnTo>
                    <a:pt x="1110" y="381"/>
                  </a:lnTo>
                  <a:lnTo>
                    <a:pt x="1107" y="379"/>
                  </a:lnTo>
                  <a:lnTo>
                    <a:pt x="1103" y="377"/>
                  </a:lnTo>
                  <a:lnTo>
                    <a:pt x="1098" y="374"/>
                  </a:lnTo>
                  <a:lnTo>
                    <a:pt x="1093" y="372"/>
                  </a:lnTo>
                  <a:lnTo>
                    <a:pt x="1091" y="367"/>
                  </a:lnTo>
                  <a:lnTo>
                    <a:pt x="1094" y="361"/>
                  </a:lnTo>
                  <a:lnTo>
                    <a:pt x="1100" y="355"/>
                  </a:lnTo>
                  <a:lnTo>
                    <a:pt x="1106" y="351"/>
                  </a:lnTo>
                  <a:lnTo>
                    <a:pt x="1107" y="347"/>
                  </a:lnTo>
                  <a:lnTo>
                    <a:pt x="1105" y="343"/>
                  </a:lnTo>
                  <a:lnTo>
                    <a:pt x="1102" y="339"/>
                  </a:lnTo>
                  <a:lnTo>
                    <a:pt x="1101" y="334"/>
                  </a:lnTo>
                  <a:lnTo>
                    <a:pt x="1103" y="330"/>
                  </a:lnTo>
                  <a:lnTo>
                    <a:pt x="1106" y="326"/>
                  </a:lnTo>
                  <a:lnTo>
                    <a:pt x="1107" y="322"/>
                  </a:lnTo>
                  <a:lnTo>
                    <a:pt x="1108" y="317"/>
                  </a:lnTo>
                  <a:lnTo>
                    <a:pt x="1109" y="313"/>
                  </a:lnTo>
                  <a:lnTo>
                    <a:pt x="1113" y="310"/>
                  </a:lnTo>
                  <a:lnTo>
                    <a:pt x="1117" y="308"/>
                  </a:lnTo>
                  <a:lnTo>
                    <a:pt x="1121" y="305"/>
                  </a:lnTo>
                  <a:lnTo>
                    <a:pt x="1124" y="302"/>
                  </a:lnTo>
                  <a:lnTo>
                    <a:pt x="1127" y="300"/>
                  </a:lnTo>
                  <a:lnTo>
                    <a:pt x="1132" y="300"/>
                  </a:lnTo>
                  <a:lnTo>
                    <a:pt x="1137" y="303"/>
                  </a:lnTo>
                  <a:lnTo>
                    <a:pt x="1141" y="307"/>
                  </a:lnTo>
                  <a:lnTo>
                    <a:pt x="1145" y="307"/>
                  </a:lnTo>
                  <a:lnTo>
                    <a:pt x="1148" y="303"/>
                  </a:lnTo>
                  <a:lnTo>
                    <a:pt x="1153" y="298"/>
                  </a:lnTo>
                  <a:lnTo>
                    <a:pt x="1159" y="294"/>
                  </a:lnTo>
                  <a:lnTo>
                    <a:pt x="1164" y="294"/>
                  </a:lnTo>
                  <a:lnTo>
                    <a:pt x="1169" y="298"/>
                  </a:lnTo>
                  <a:lnTo>
                    <a:pt x="1173" y="301"/>
                  </a:lnTo>
                  <a:lnTo>
                    <a:pt x="1177" y="304"/>
                  </a:lnTo>
                  <a:lnTo>
                    <a:pt x="1181" y="308"/>
                  </a:lnTo>
                  <a:lnTo>
                    <a:pt x="1183" y="312"/>
                  </a:lnTo>
                  <a:lnTo>
                    <a:pt x="1185" y="317"/>
                  </a:lnTo>
                  <a:lnTo>
                    <a:pt x="1187" y="321"/>
                  </a:lnTo>
                  <a:lnTo>
                    <a:pt x="1191" y="324"/>
                  </a:lnTo>
                  <a:lnTo>
                    <a:pt x="1197" y="326"/>
                  </a:lnTo>
                  <a:lnTo>
                    <a:pt x="1202" y="330"/>
                  </a:lnTo>
                  <a:lnTo>
                    <a:pt x="1203" y="334"/>
                  </a:lnTo>
                  <a:lnTo>
                    <a:pt x="1202" y="339"/>
                  </a:lnTo>
                  <a:lnTo>
                    <a:pt x="1202" y="343"/>
                  </a:lnTo>
                  <a:close/>
                </a:path>
              </a:pathLst>
            </a:custGeom>
            <a:solidFill>
              <a:srgbClr val="DA9FC0">
                <a:alpha val="32000"/>
              </a:srgbClr>
            </a:solidFill>
            <a:ln>
              <a:noFill/>
            </a:ln>
          </p:spPr>
          <p:txBody>
            <a:bodyPr anchor="ctr"/>
            <a:lstStyle/>
            <a:p>
              <a:pPr algn="ctr">
                <a:buNone/>
              </a:pPr>
            </a:p>
          </p:txBody>
        </p:sp>
        <p:sp>
          <p:nvSpPr>
            <p:cNvPr id="3067" name="addition:input:190"/>
            <p:cNvSpPr>
              <a:spLocks noGrp="1"/>
            </p:cNvSpPr>
            <p:nvPr/>
          </p:nvSpPr>
          <p:spPr>
            <a:xfrm>
              <a:off x="209550" y="5438775"/>
              <a:ext cx="1968520" cy="836036"/>
            </a:xfrm>
            <a:custGeom>
              <a:avLst/>
              <a:gdLst/>
              <a:ahLst/>
              <a:cxnLst/>
              <a:rect l="l" t="t" r="r" b="b"/>
              <a:pathLst>
                <a:path w="1196" h="446">
                  <a:moveTo>
                    <a:pt x="0" y="0"/>
                  </a:moveTo>
                  <a:moveTo>
                    <a:pt x="1190" y="389"/>
                  </a:moveTo>
                  <a:lnTo>
                    <a:pt x="1184" y="393"/>
                  </a:lnTo>
                  <a:lnTo>
                    <a:pt x="1180" y="397"/>
                  </a:lnTo>
                  <a:lnTo>
                    <a:pt x="1178" y="402"/>
                  </a:lnTo>
                  <a:lnTo>
                    <a:pt x="1177" y="406"/>
                  </a:lnTo>
                  <a:lnTo>
                    <a:pt x="1174" y="410"/>
                  </a:lnTo>
                  <a:lnTo>
                    <a:pt x="1168" y="413"/>
                  </a:lnTo>
                  <a:lnTo>
                    <a:pt x="1164" y="416"/>
                  </a:lnTo>
                  <a:lnTo>
                    <a:pt x="1161" y="420"/>
                  </a:lnTo>
                  <a:lnTo>
                    <a:pt x="1158" y="425"/>
                  </a:lnTo>
                  <a:lnTo>
                    <a:pt x="1153" y="428"/>
                  </a:lnTo>
                  <a:lnTo>
                    <a:pt x="1147" y="430"/>
                  </a:lnTo>
                  <a:lnTo>
                    <a:pt x="1141" y="432"/>
                  </a:lnTo>
                  <a:lnTo>
                    <a:pt x="1136" y="435"/>
                  </a:lnTo>
                  <a:lnTo>
                    <a:pt x="1131" y="441"/>
                  </a:lnTo>
                  <a:lnTo>
                    <a:pt x="1126" y="445"/>
                  </a:lnTo>
                  <a:lnTo>
                    <a:pt x="1119" y="446"/>
                  </a:lnTo>
                  <a:lnTo>
                    <a:pt x="1112" y="441"/>
                  </a:lnTo>
                  <a:lnTo>
                    <a:pt x="1106" y="435"/>
                  </a:lnTo>
                  <a:lnTo>
                    <a:pt x="1102" y="430"/>
                  </a:lnTo>
                  <a:lnTo>
                    <a:pt x="1098" y="430"/>
                  </a:lnTo>
                  <a:lnTo>
                    <a:pt x="1092" y="432"/>
                  </a:lnTo>
                  <a:lnTo>
                    <a:pt x="1087" y="433"/>
                  </a:lnTo>
                  <a:lnTo>
                    <a:pt x="1081" y="433"/>
                  </a:lnTo>
                  <a:lnTo>
                    <a:pt x="1076" y="431"/>
                  </a:lnTo>
                  <a:lnTo>
                    <a:pt x="1071" y="430"/>
                  </a:lnTo>
                  <a:lnTo>
                    <a:pt x="1065" y="428"/>
                  </a:lnTo>
                  <a:lnTo>
                    <a:pt x="1061" y="425"/>
                  </a:lnTo>
                  <a:lnTo>
                    <a:pt x="1060" y="420"/>
                  </a:lnTo>
                  <a:lnTo>
                    <a:pt x="1061" y="414"/>
                  </a:lnTo>
                  <a:lnTo>
                    <a:pt x="1062" y="409"/>
                  </a:lnTo>
                  <a:lnTo>
                    <a:pt x="1060" y="406"/>
                  </a:lnTo>
                  <a:lnTo>
                    <a:pt x="1055" y="402"/>
                  </a:lnTo>
                  <a:lnTo>
                    <a:pt x="1052" y="398"/>
                  </a:lnTo>
                  <a:lnTo>
                    <a:pt x="1054" y="393"/>
                  </a:lnTo>
                  <a:lnTo>
                    <a:pt x="1060" y="389"/>
                  </a:lnTo>
                  <a:lnTo>
                    <a:pt x="1064" y="385"/>
                  </a:lnTo>
                  <a:lnTo>
                    <a:pt x="1063" y="381"/>
                  </a:lnTo>
                  <a:lnTo>
                    <a:pt x="1058" y="376"/>
                  </a:lnTo>
                  <a:lnTo>
                    <a:pt x="1053" y="370"/>
                  </a:lnTo>
                  <a:lnTo>
                    <a:pt x="1051" y="365"/>
                  </a:lnTo>
                  <a:lnTo>
                    <a:pt x="1053" y="360"/>
                  </a:lnTo>
                  <a:lnTo>
                    <a:pt x="1056" y="356"/>
                  </a:lnTo>
                  <a:lnTo>
                    <a:pt x="1060" y="353"/>
                  </a:lnTo>
                  <a:lnTo>
                    <a:pt x="1064" y="350"/>
                  </a:lnTo>
                  <a:lnTo>
                    <a:pt x="1071" y="349"/>
                  </a:lnTo>
                  <a:lnTo>
                    <a:pt x="1078" y="350"/>
                  </a:lnTo>
                  <a:lnTo>
                    <a:pt x="1084" y="352"/>
                  </a:lnTo>
                  <a:lnTo>
                    <a:pt x="1088" y="350"/>
                  </a:lnTo>
                  <a:lnTo>
                    <a:pt x="1091" y="345"/>
                  </a:lnTo>
                  <a:lnTo>
                    <a:pt x="1094" y="339"/>
                  </a:lnTo>
                  <a:lnTo>
                    <a:pt x="1099" y="336"/>
                  </a:lnTo>
                  <a:lnTo>
                    <a:pt x="1106" y="337"/>
                  </a:lnTo>
                  <a:lnTo>
                    <a:pt x="1112" y="339"/>
                  </a:lnTo>
                  <a:lnTo>
                    <a:pt x="1118" y="341"/>
                  </a:lnTo>
                  <a:lnTo>
                    <a:pt x="1125" y="339"/>
                  </a:lnTo>
                  <a:lnTo>
                    <a:pt x="1132" y="338"/>
                  </a:lnTo>
                  <a:lnTo>
                    <a:pt x="1140" y="338"/>
                  </a:lnTo>
                  <a:lnTo>
                    <a:pt x="1145" y="341"/>
                  </a:lnTo>
                  <a:lnTo>
                    <a:pt x="1150" y="346"/>
                  </a:lnTo>
                  <a:lnTo>
                    <a:pt x="1154" y="350"/>
                  </a:lnTo>
                  <a:lnTo>
                    <a:pt x="1158" y="354"/>
                  </a:lnTo>
                  <a:lnTo>
                    <a:pt x="1162" y="358"/>
                  </a:lnTo>
                  <a:lnTo>
                    <a:pt x="1164" y="362"/>
                  </a:lnTo>
                  <a:lnTo>
                    <a:pt x="1165" y="367"/>
                  </a:lnTo>
                  <a:lnTo>
                    <a:pt x="1169" y="370"/>
                  </a:lnTo>
                  <a:lnTo>
                    <a:pt x="1177" y="372"/>
                  </a:lnTo>
                  <a:lnTo>
                    <a:pt x="1188" y="374"/>
                  </a:lnTo>
                  <a:lnTo>
                    <a:pt x="1195" y="378"/>
                  </a:lnTo>
                  <a:lnTo>
                    <a:pt x="1196" y="383"/>
                  </a:lnTo>
                  <a:close/>
                </a:path>
              </a:pathLst>
            </a:custGeom>
            <a:solidFill>
              <a:srgbClr val="DA9FC0">
                <a:alpha val="32000"/>
              </a:srgbClr>
            </a:solidFill>
            <a:ln>
              <a:noFill/>
            </a:ln>
          </p:spPr>
          <p:txBody>
            <a:bodyPr anchor="ctr"/>
            <a:lstStyle/>
            <a:p>
              <a:pPr algn="ctr">
                <a:buNone/>
              </a:pPr>
            </a:p>
          </p:txBody>
        </p:sp>
        <p:sp>
          <p:nvSpPr>
            <p:cNvPr id="3068" name="addition:input:191"/>
            <p:cNvSpPr>
              <a:spLocks noGrp="1"/>
            </p:cNvSpPr>
            <p:nvPr/>
          </p:nvSpPr>
          <p:spPr>
            <a:xfrm>
              <a:off x="209550" y="5438775"/>
              <a:ext cx="1826971" cy="836036"/>
            </a:xfrm>
            <a:custGeom>
              <a:avLst/>
              <a:gdLst/>
              <a:ahLst/>
              <a:cxnLst/>
              <a:rect l="l" t="t" r="r" b="b"/>
              <a:pathLst>
                <a:path w="1110" h="446">
                  <a:moveTo>
                    <a:pt x="0" y="0"/>
                  </a:moveTo>
                  <a:moveTo>
                    <a:pt x="1104" y="394"/>
                  </a:moveTo>
                  <a:lnTo>
                    <a:pt x="1107" y="398"/>
                  </a:lnTo>
                  <a:lnTo>
                    <a:pt x="1110" y="403"/>
                  </a:lnTo>
                  <a:lnTo>
                    <a:pt x="1110" y="407"/>
                  </a:lnTo>
                  <a:lnTo>
                    <a:pt x="1108" y="411"/>
                  </a:lnTo>
                  <a:lnTo>
                    <a:pt x="1106" y="415"/>
                  </a:lnTo>
                  <a:lnTo>
                    <a:pt x="1106" y="420"/>
                  </a:lnTo>
                  <a:lnTo>
                    <a:pt x="1106" y="425"/>
                  </a:lnTo>
                  <a:lnTo>
                    <a:pt x="1103" y="429"/>
                  </a:lnTo>
                  <a:lnTo>
                    <a:pt x="1096" y="430"/>
                  </a:lnTo>
                  <a:lnTo>
                    <a:pt x="1088" y="428"/>
                  </a:lnTo>
                  <a:lnTo>
                    <a:pt x="1082" y="427"/>
                  </a:lnTo>
                  <a:lnTo>
                    <a:pt x="1078" y="428"/>
                  </a:lnTo>
                  <a:lnTo>
                    <a:pt x="1076" y="434"/>
                  </a:lnTo>
                  <a:lnTo>
                    <a:pt x="1073" y="440"/>
                  </a:lnTo>
                  <a:lnTo>
                    <a:pt x="1069" y="445"/>
                  </a:lnTo>
                  <a:lnTo>
                    <a:pt x="1063" y="446"/>
                  </a:lnTo>
                  <a:lnTo>
                    <a:pt x="1057" y="446"/>
                  </a:lnTo>
                  <a:lnTo>
                    <a:pt x="1050" y="446"/>
                  </a:lnTo>
                  <a:lnTo>
                    <a:pt x="1044" y="446"/>
                  </a:lnTo>
                  <a:lnTo>
                    <a:pt x="1038" y="444"/>
                  </a:lnTo>
                  <a:lnTo>
                    <a:pt x="1033" y="440"/>
                  </a:lnTo>
                  <a:lnTo>
                    <a:pt x="1029" y="435"/>
                  </a:lnTo>
                  <a:lnTo>
                    <a:pt x="1025" y="433"/>
                  </a:lnTo>
                  <a:lnTo>
                    <a:pt x="1019" y="432"/>
                  </a:lnTo>
                  <a:lnTo>
                    <a:pt x="1012" y="432"/>
                  </a:lnTo>
                  <a:lnTo>
                    <a:pt x="1008" y="429"/>
                  </a:lnTo>
                  <a:lnTo>
                    <a:pt x="1006" y="424"/>
                  </a:lnTo>
                  <a:lnTo>
                    <a:pt x="1006" y="419"/>
                  </a:lnTo>
                  <a:lnTo>
                    <a:pt x="1004" y="416"/>
                  </a:lnTo>
                  <a:lnTo>
                    <a:pt x="997" y="414"/>
                  </a:lnTo>
                  <a:lnTo>
                    <a:pt x="990" y="412"/>
                  </a:lnTo>
                  <a:lnTo>
                    <a:pt x="985" y="408"/>
                  </a:lnTo>
                  <a:lnTo>
                    <a:pt x="984" y="404"/>
                  </a:lnTo>
                  <a:lnTo>
                    <a:pt x="987" y="398"/>
                  </a:lnTo>
                  <a:lnTo>
                    <a:pt x="991" y="394"/>
                  </a:lnTo>
                  <a:lnTo>
                    <a:pt x="994" y="389"/>
                  </a:lnTo>
                  <a:lnTo>
                    <a:pt x="998" y="385"/>
                  </a:lnTo>
                  <a:lnTo>
                    <a:pt x="1003" y="382"/>
                  </a:lnTo>
                  <a:lnTo>
                    <a:pt x="1007" y="379"/>
                  </a:lnTo>
                  <a:lnTo>
                    <a:pt x="1010" y="375"/>
                  </a:lnTo>
                  <a:lnTo>
                    <a:pt x="1010" y="370"/>
                  </a:lnTo>
                  <a:lnTo>
                    <a:pt x="1008" y="364"/>
                  </a:lnTo>
                  <a:lnTo>
                    <a:pt x="1008" y="358"/>
                  </a:lnTo>
                  <a:lnTo>
                    <a:pt x="1012" y="354"/>
                  </a:lnTo>
                  <a:lnTo>
                    <a:pt x="1019" y="354"/>
                  </a:lnTo>
                  <a:lnTo>
                    <a:pt x="1025" y="353"/>
                  </a:lnTo>
                  <a:lnTo>
                    <a:pt x="1029" y="351"/>
                  </a:lnTo>
                  <a:lnTo>
                    <a:pt x="1033" y="347"/>
                  </a:lnTo>
                  <a:lnTo>
                    <a:pt x="1037" y="343"/>
                  </a:lnTo>
                  <a:lnTo>
                    <a:pt x="1042" y="343"/>
                  </a:lnTo>
                  <a:lnTo>
                    <a:pt x="1047" y="345"/>
                  </a:lnTo>
                  <a:lnTo>
                    <a:pt x="1051" y="348"/>
                  </a:lnTo>
                  <a:lnTo>
                    <a:pt x="1055" y="349"/>
                  </a:lnTo>
                  <a:lnTo>
                    <a:pt x="1059" y="349"/>
                  </a:lnTo>
                  <a:lnTo>
                    <a:pt x="1063" y="350"/>
                  </a:lnTo>
                  <a:lnTo>
                    <a:pt x="1067" y="351"/>
                  </a:lnTo>
                  <a:lnTo>
                    <a:pt x="1071" y="351"/>
                  </a:lnTo>
                  <a:lnTo>
                    <a:pt x="1076" y="351"/>
                  </a:lnTo>
                  <a:lnTo>
                    <a:pt x="1083" y="349"/>
                  </a:lnTo>
                  <a:lnTo>
                    <a:pt x="1090" y="348"/>
                  </a:lnTo>
                  <a:lnTo>
                    <a:pt x="1094" y="352"/>
                  </a:lnTo>
                  <a:lnTo>
                    <a:pt x="1094" y="358"/>
                  </a:lnTo>
                  <a:lnTo>
                    <a:pt x="1092" y="366"/>
                  </a:lnTo>
                  <a:lnTo>
                    <a:pt x="1090" y="371"/>
                  </a:lnTo>
                  <a:lnTo>
                    <a:pt x="1093" y="375"/>
                  </a:lnTo>
                  <a:lnTo>
                    <a:pt x="1097" y="377"/>
                  </a:lnTo>
                  <a:lnTo>
                    <a:pt x="1101" y="381"/>
                  </a:lnTo>
                  <a:lnTo>
                    <a:pt x="1103" y="385"/>
                  </a:lnTo>
                  <a:lnTo>
                    <a:pt x="1103" y="389"/>
                  </a:lnTo>
                  <a:close/>
                </a:path>
              </a:pathLst>
            </a:custGeom>
            <a:solidFill>
              <a:srgbClr val="DA9FC0">
                <a:alpha val="32000"/>
              </a:srgbClr>
            </a:solidFill>
            <a:ln>
              <a:noFill/>
            </a:ln>
          </p:spPr>
          <p:txBody>
            <a:bodyPr anchor="ctr"/>
            <a:lstStyle/>
            <a:p>
              <a:pPr algn="ctr">
                <a:buNone/>
              </a:pPr>
            </a:p>
          </p:txBody>
        </p:sp>
        <p:sp>
          <p:nvSpPr>
            <p:cNvPr id="3069" name="addition:input:192"/>
            <p:cNvSpPr>
              <a:spLocks noGrp="1"/>
            </p:cNvSpPr>
            <p:nvPr/>
          </p:nvSpPr>
          <p:spPr>
            <a:xfrm>
              <a:off x="209550" y="5438775"/>
              <a:ext cx="1723278" cy="794796"/>
            </a:xfrm>
            <a:custGeom>
              <a:avLst/>
              <a:gdLst/>
              <a:ahLst/>
              <a:cxnLst/>
              <a:rect l="l" t="t" r="r" b="b"/>
              <a:pathLst>
                <a:path w="1047" h="424">
                  <a:moveTo>
                    <a:pt x="0" y="0"/>
                  </a:moveTo>
                  <a:moveTo>
                    <a:pt x="1043" y="376"/>
                  </a:moveTo>
                  <a:lnTo>
                    <a:pt x="1046" y="380"/>
                  </a:lnTo>
                  <a:lnTo>
                    <a:pt x="1047" y="384"/>
                  </a:lnTo>
                  <a:lnTo>
                    <a:pt x="1044" y="387"/>
                  </a:lnTo>
                  <a:lnTo>
                    <a:pt x="1042" y="390"/>
                  </a:lnTo>
                  <a:lnTo>
                    <a:pt x="1041" y="393"/>
                  </a:lnTo>
                  <a:lnTo>
                    <a:pt x="1043" y="398"/>
                  </a:lnTo>
                  <a:lnTo>
                    <a:pt x="1044" y="403"/>
                  </a:lnTo>
                  <a:lnTo>
                    <a:pt x="1042" y="407"/>
                  </a:lnTo>
                  <a:lnTo>
                    <a:pt x="1038" y="408"/>
                  </a:lnTo>
                  <a:lnTo>
                    <a:pt x="1032" y="408"/>
                  </a:lnTo>
                  <a:lnTo>
                    <a:pt x="1027" y="407"/>
                  </a:lnTo>
                  <a:lnTo>
                    <a:pt x="1024" y="408"/>
                  </a:lnTo>
                  <a:lnTo>
                    <a:pt x="1021" y="410"/>
                  </a:lnTo>
                  <a:lnTo>
                    <a:pt x="1018" y="411"/>
                  </a:lnTo>
                  <a:lnTo>
                    <a:pt x="1015" y="413"/>
                  </a:lnTo>
                  <a:lnTo>
                    <a:pt x="1011" y="415"/>
                  </a:lnTo>
                  <a:lnTo>
                    <a:pt x="1007" y="419"/>
                  </a:lnTo>
                  <a:lnTo>
                    <a:pt x="1003" y="423"/>
                  </a:lnTo>
                  <a:lnTo>
                    <a:pt x="997" y="424"/>
                  </a:lnTo>
                  <a:lnTo>
                    <a:pt x="993" y="421"/>
                  </a:lnTo>
                  <a:lnTo>
                    <a:pt x="989" y="416"/>
                  </a:lnTo>
                  <a:lnTo>
                    <a:pt x="986" y="412"/>
                  </a:lnTo>
                  <a:lnTo>
                    <a:pt x="982" y="410"/>
                  </a:lnTo>
                  <a:lnTo>
                    <a:pt x="977" y="410"/>
                  </a:lnTo>
                  <a:lnTo>
                    <a:pt x="972" y="409"/>
                  </a:lnTo>
                  <a:lnTo>
                    <a:pt x="969" y="406"/>
                  </a:lnTo>
                  <a:lnTo>
                    <a:pt x="967" y="402"/>
                  </a:lnTo>
                  <a:lnTo>
                    <a:pt x="966" y="398"/>
                  </a:lnTo>
                  <a:lnTo>
                    <a:pt x="963" y="395"/>
                  </a:lnTo>
                  <a:lnTo>
                    <a:pt x="959" y="393"/>
                  </a:lnTo>
                  <a:lnTo>
                    <a:pt x="955" y="390"/>
                  </a:lnTo>
                  <a:lnTo>
                    <a:pt x="953" y="387"/>
                  </a:lnTo>
                  <a:lnTo>
                    <a:pt x="951" y="383"/>
                  </a:lnTo>
                  <a:lnTo>
                    <a:pt x="950" y="380"/>
                  </a:lnTo>
                  <a:lnTo>
                    <a:pt x="948" y="376"/>
                  </a:lnTo>
                  <a:lnTo>
                    <a:pt x="947" y="371"/>
                  </a:lnTo>
                  <a:lnTo>
                    <a:pt x="951" y="368"/>
                  </a:lnTo>
                  <a:lnTo>
                    <a:pt x="958" y="365"/>
                  </a:lnTo>
                  <a:lnTo>
                    <a:pt x="964" y="363"/>
                  </a:lnTo>
                  <a:lnTo>
                    <a:pt x="968" y="361"/>
                  </a:lnTo>
                  <a:lnTo>
                    <a:pt x="968" y="357"/>
                  </a:lnTo>
                  <a:lnTo>
                    <a:pt x="967" y="352"/>
                  </a:lnTo>
                  <a:lnTo>
                    <a:pt x="968" y="347"/>
                  </a:lnTo>
                  <a:lnTo>
                    <a:pt x="971" y="344"/>
                  </a:lnTo>
                  <a:lnTo>
                    <a:pt x="975" y="342"/>
                  </a:lnTo>
                  <a:lnTo>
                    <a:pt x="979" y="340"/>
                  </a:lnTo>
                  <a:lnTo>
                    <a:pt x="982" y="337"/>
                  </a:lnTo>
                  <a:lnTo>
                    <a:pt x="986" y="335"/>
                  </a:lnTo>
                  <a:lnTo>
                    <a:pt x="991" y="334"/>
                  </a:lnTo>
                  <a:lnTo>
                    <a:pt x="995" y="334"/>
                  </a:lnTo>
                  <a:lnTo>
                    <a:pt x="999" y="335"/>
                  </a:lnTo>
                  <a:lnTo>
                    <a:pt x="1003" y="334"/>
                  </a:lnTo>
                  <a:lnTo>
                    <a:pt x="1007" y="333"/>
                  </a:lnTo>
                  <a:lnTo>
                    <a:pt x="1011" y="334"/>
                  </a:lnTo>
                  <a:lnTo>
                    <a:pt x="1014" y="337"/>
                  </a:lnTo>
                  <a:lnTo>
                    <a:pt x="1016" y="341"/>
                  </a:lnTo>
                  <a:lnTo>
                    <a:pt x="1018" y="344"/>
                  </a:lnTo>
                  <a:lnTo>
                    <a:pt x="1022" y="343"/>
                  </a:lnTo>
                  <a:lnTo>
                    <a:pt x="1027" y="340"/>
                  </a:lnTo>
                  <a:lnTo>
                    <a:pt x="1033" y="339"/>
                  </a:lnTo>
                  <a:lnTo>
                    <a:pt x="1037" y="340"/>
                  </a:lnTo>
                  <a:lnTo>
                    <a:pt x="1038" y="345"/>
                  </a:lnTo>
                  <a:lnTo>
                    <a:pt x="1038" y="350"/>
                  </a:lnTo>
                  <a:lnTo>
                    <a:pt x="1039" y="354"/>
                  </a:lnTo>
                  <a:lnTo>
                    <a:pt x="1039" y="358"/>
                  </a:lnTo>
                  <a:lnTo>
                    <a:pt x="1039" y="362"/>
                  </a:lnTo>
                  <a:lnTo>
                    <a:pt x="1038" y="366"/>
                  </a:lnTo>
                  <a:lnTo>
                    <a:pt x="1038" y="369"/>
                  </a:lnTo>
                  <a:lnTo>
                    <a:pt x="1039" y="372"/>
                  </a:lnTo>
                  <a:close/>
                </a:path>
              </a:pathLst>
            </a:custGeom>
            <a:solidFill>
              <a:srgbClr val="DA9FC0">
                <a:alpha val="32000"/>
              </a:srgbClr>
            </a:solidFill>
            <a:ln>
              <a:noFill/>
            </a:ln>
          </p:spPr>
          <p:txBody>
            <a:bodyPr anchor="ctr"/>
            <a:lstStyle/>
            <a:p>
              <a:pPr algn="ctr">
                <a:buNone/>
              </a:pPr>
            </a:p>
          </p:txBody>
        </p:sp>
        <p:sp>
          <p:nvSpPr>
            <p:cNvPr id="3070" name="addition:input:193"/>
            <p:cNvSpPr>
              <a:spLocks noGrp="1"/>
            </p:cNvSpPr>
            <p:nvPr/>
          </p:nvSpPr>
          <p:spPr>
            <a:xfrm>
              <a:off x="209550" y="5438775"/>
              <a:ext cx="1915851" cy="794796"/>
            </a:xfrm>
            <a:custGeom>
              <a:avLst/>
              <a:gdLst/>
              <a:ahLst/>
              <a:cxnLst/>
              <a:rect l="l" t="t" r="r" b="b"/>
              <a:pathLst>
                <a:path w="1164" h="424">
                  <a:moveTo>
                    <a:pt x="0" y="0"/>
                  </a:moveTo>
                  <a:moveTo>
                    <a:pt x="1146" y="369"/>
                  </a:moveTo>
                  <a:lnTo>
                    <a:pt x="1141" y="373"/>
                  </a:lnTo>
                  <a:lnTo>
                    <a:pt x="1141" y="377"/>
                  </a:lnTo>
                  <a:lnTo>
                    <a:pt x="1143" y="382"/>
                  </a:lnTo>
                  <a:lnTo>
                    <a:pt x="1144" y="387"/>
                  </a:lnTo>
                  <a:lnTo>
                    <a:pt x="1140" y="392"/>
                  </a:lnTo>
                  <a:lnTo>
                    <a:pt x="1135" y="395"/>
                  </a:lnTo>
                  <a:lnTo>
                    <a:pt x="1131" y="399"/>
                  </a:lnTo>
                  <a:lnTo>
                    <a:pt x="1129" y="404"/>
                  </a:lnTo>
                  <a:lnTo>
                    <a:pt x="1127" y="409"/>
                  </a:lnTo>
                  <a:lnTo>
                    <a:pt x="1123" y="413"/>
                  </a:lnTo>
                  <a:lnTo>
                    <a:pt x="1117" y="416"/>
                  </a:lnTo>
                  <a:lnTo>
                    <a:pt x="1112" y="418"/>
                  </a:lnTo>
                  <a:lnTo>
                    <a:pt x="1107" y="421"/>
                  </a:lnTo>
                  <a:lnTo>
                    <a:pt x="1102" y="424"/>
                  </a:lnTo>
                  <a:lnTo>
                    <a:pt x="1096" y="424"/>
                  </a:lnTo>
                  <a:lnTo>
                    <a:pt x="1090" y="420"/>
                  </a:lnTo>
                  <a:lnTo>
                    <a:pt x="1084" y="415"/>
                  </a:lnTo>
                  <a:lnTo>
                    <a:pt x="1080" y="411"/>
                  </a:lnTo>
                  <a:lnTo>
                    <a:pt x="1076" y="413"/>
                  </a:lnTo>
                  <a:lnTo>
                    <a:pt x="1070" y="418"/>
                  </a:lnTo>
                  <a:lnTo>
                    <a:pt x="1063" y="423"/>
                  </a:lnTo>
                  <a:lnTo>
                    <a:pt x="1056" y="424"/>
                  </a:lnTo>
                  <a:lnTo>
                    <a:pt x="1051" y="421"/>
                  </a:lnTo>
                  <a:lnTo>
                    <a:pt x="1047" y="416"/>
                  </a:lnTo>
                  <a:lnTo>
                    <a:pt x="1043" y="413"/>
                  </a:lnTo>
                  <a:lnTo>
                    <a:pt x="1039" y="409"/>
                  </a:lnTo>
                  <a:lnTo>
                    <a:pt x="1035" y="405"/>
                  </a:lnTo>
                  <a:lnTo>
                    <a:pt x="1034" y="400"/>
                  </a:lnTo>
                  <a:lnTo>
                    <a:pt x="1033" y="394"/>
                  </a:lnTo>
                  <a:lnTo>
                    <a:pt x="1031" y="390"/>
                  </a:lnTo>
                  <a:lnTo>
                    <a:pt x="1026" y="387"/>
                  </a:lnTo>
                  <a:lnTo>
                    <a:pt x="1020" y="383"/>
                  </a:lnTo>
                  <a:lnTo>
                    <a:pt x="1018" y="378"/>
                  </a:lnTo>
                  <a:lnTo>
                    <a:pt x="1020" y="373"/>
                  </a:lnTo>
                  <a:lnTo>
                    <a:pt x="1022" y="369"/>
                  </a:lnTo>
                  <a:lnTo>
                    <a:pt x="1020" y="364"/>
                  </a:lnTo>
                  <a:lnTo>
                    <a:pt x="1014" y="359"/>
                  </a:lnTo>
                  <a:lnTo>
                    <a:pt x="1007" y="352"/>
                  </a:lnTo>
                  <a:lnTo>
                    <a:pt x="1004" y="346"/>
                  </a:lnTo>
                  <a:lnTo>
                    <a:pt x="1008" y="342"/>
                  </a:lnTo>
                  <a:lnTo>
                    <a:pt x="1016" y="339"/>
                  </a:lnTo>
                  <a:lnTo>
                    <a:pt x="1024" y="338"/>
                  </a:lnTo>
                  <a:lnTo>
                    <a:pt x="1029" y="336"/>
                  </a:lnTo>
                  <a:lnTo>
                    <a:pt x="1034" y="333"/>
                  </a:lnTo>
                  <a:lnTo>
                    <a:pt x="1039" y="331"/>
                  </a:lnTo>
                  <a:lnTo>
                    <a:pt x="1045" y="329"/>
                  </a:lnTo>
                  <a:lnTo>
                    <a:pt x="1049" y="326"/>
                  </a:lnTo>
                  <a:lnTo>
                    <a:pt x="1053" y="321"/>
                  </a:lnTo>
                  <a:lnTo>
                    <a:pt x="1057" y="315"/>
                  </a:lnTo>
                  <a:lnTo>
                    <a:pt x="1063" y="310"/>
                  </a:lnTo>
                  <a:lnTo>
                    <a:pt x="1071" y="310"/>
                  </a:lnTo>
                  <a:lnTo>
                    <a:pt x="1079" y="313"/>
                  </a:lnTo>
                  <a:lnTo>
                    <a:pt x="1086" y="316"/>
                  </a:lnTo>
                  <a:lnTo>
                    <a:pt x="1093" y="316"/>
                  </a:lnTo>
                  <a:lnTo>
                    <a:pt x="1100" y="314"/>
                  </a:lnTo>
                  <a:lnTo>
                    <a:pt x="1108" y="313"/>
                  </a:lnTo>
                  <a:lnTo>
                    <a:pt x="1115" y="316"/>
                  </a:lnTo>
                  <a:lnTo>
                    <a:pt x="1119" y="322"/>
                  </a:lnTo>
                  <a:lnTo>
                    <a:pt x="1121" y="328"/>
                  </a:lnTo>
                  <a:lnTo>
                    <a:pt x="1125" y="332"/>
                  </a:lnTo>
                  <a:lnTo>
                    <a:pt x="1130" y="334"/>
                  </a:lnTo>
                  <a:lnTo>
                    <a:pt x="1136" y="336"/>
                  </a:lnTo>
                  <a:lnTo>
                    <a:pt x="1141" y="338"/>
                  </a:lnTo>
                  <a:lnTo>
                    <a:pt x="1146" y="341"/>
                  </a:lnTo>
                  <a:lnTo>
                    <a:pt x="1152" y="344"/>
                  </a:lnTo>
                  <a:lnTo>
                    <a:pt x="1159" y="347"/>
                  </a:lnTo>
                  <a:lnTo>
                    <a:pt x="1164" y="352"/>
                  </a:lnTo>
                  <a:lnTo>
                    <a:pt x="1163" y="358"/>
                  </a:lnTo>
                  <a:lnTo>
                    <a:pt x="1155" y="364"/>
                  </a:lnTo>
                  <a:close/>
                </a:path>
              </a:pathLst>
            </a:custGeom>
            <a:solidFill>
              <a:srgbClr val="DA9FC0">
                <a:alpha val="32000"/>
              </a:srgbClr>
            </a:solidFill>
            <a:ln>
              <a:noFill/>
            </a:ln>
          </p:spPr>
          <p:txBody>
            <a:bodyPr anchor="ctr"/>
            <a:lstStyle/>
            <a:p>
              <a:pPr algn="ctr">
                <a:buNone/>
              </a:pPr>
            </a:p>
          </p:txBody>
        </p:sp>
        <p:sp>
          <p:nvSpPr>
            <p:cNvPr id="3071" name="addition:input:194"/>
            <p:cNvSpPr>
              <a:spLocks noGrp="1"/>
            </p:cNvSpPr>
            <p:nvPr/>
          </p:nvSpPr>
          <p:spPr>
            <a:xfrm>
              <a:off x="209550" y="5438775"/>
              <a:ext cx="1961937" cy="864154"/>
            </a:xfrm>
            <a:custGeom>
              <a:avLst/>
              <a:gdLst/>
              <a:ahLst/>
              <a:cxnLst/>
              <a:rect l="l" t="t" r="r" b="b"/>
              <a:pathLst>
                <a:path w="1192" h="461">
                  <a:moveTo>
                    <a:pt x="0" y="0"/>
                  </a:moveTo>
                  <a:moveTo>
                    <a:pt x="1191" y="359"/>
                  </a:moveTo>
                  <a:lnTo>
                    <a:pt x="1192" y="367"/>
                  </a:lnTo>
                  <a:lnTo>
                    <a:pt x="1187" y="375"/>
                  </a:lnTo>
                  <a:lnTo>
                    <a:pt x="1182" y="382"/>
                  </a:lnTo>
                  <a:lnTo>
                    <a:pt x="1182" y="390"/>
                  </a:lnTo>
                  <a:lnTo>
                    <a:pt x="1186" y="400"/>
                  </a:lnTo>
                  <a:lnTo>
                    <a:pt x="1188" y="410"/>
                  </a:lnTo>
                  <a:lnTo>
                    <a:pt x="1182" y="417"/>
                  </a:lnTo>
                  <a:lnTo>
                    <a:pt x="1169" y="419"/>
                  </a:lnTo>
                  <a:lnTo>
                    <a:pt x="1155" y="418"/>
                  </a:lnTo>
                  <a:lnTo>
                    <a:pt x="1145" y="418"/>
                  </a:lnTo>
                  <a:lnTo>
                    <a:pt x="1138" y="423"/>
                  </a:lnTo>
                  <a:lnTo>
                    <a:pt x="1133" y="429"/>
                  </a:lnTo>
                  <a:lnTo>
                    <a:pt x="1126" y="435"/>
                  </a:lnTo>
                  <a:lnTo>
                    <a:pt x="1117" y="440"/>
                  </a:lnTo>
                  <a:lnTo>
                    <a:pt x="1108" y="446"/>
                  </a:lnTo>
                  <a:lnTo>
                    <a:pt x="1099" y="454"/>
                  </a:lnTo>
                  <a:lnTo>
                    <a:pt x="1087" y="461"/>
                  </a:lnTo>
                  <a:lnTo>
                    <a:pt x="1075" y="461"/>
                  </a:lnTo>
                  <a:lnTo>
                    <a:pt x="1064" y="453"/>
                  </a:lnTo>
                  <a:lnTo>
                    <a:pt x="1055" y="442"/>
                  </a:lnTo>
                  <a:lnTo>
                    <a:pt x="1047" y="434"/>
                  </a:lnTo>
                  <a:lnTo>
                    <a:pt x="1037" y="433"/>
                  </a:lnTo>
                  <a:lnTo>
                    <a:pt x="1025" y="434"/>
                  </a:lnTo>
                  <a:lnTo>
                    <a:pt x="1014" y="434"/>
                  </a:lnTo>
                  <a:lnTo>
                    <a:pt x="1007" y="428"/>
                  </a:lnTo>
                  <a:lnTo>
                    <a:pt x="1003" y="419"/>
                  </a:lnTo>
                  <a:lnTo>
                    <a:pt x="1000" y="412"/>
                  </a:lnTo>
                  <a:lnTo>
                    <a:pt x="992" y="407"/>
                  </a:lnTo>
                  <a:lnTo>
                    <a:pt x="982" y="404"/>
                  </a:lnTo>
                  <a:lnTo>
                    <a:pt x="973" y="399"/>
                  </a:lnTo>
                  <a:lnTo>
                    <a:pt x="968" y="392"/>
                  </a:lnTo>
                  <a:lnTo>
                    <a:pt x="966" y="384"/>
                  </a:lnTo>
                  <a:lnTo>
                    <a:pt x="964" y="376"/>
                  </a:lnTo>
                  <a:lnTo>
                    <a:pt x="962" y="368"/>
                  </a:lnTo>
                  <a:lnTo>
                    <a:pt x="964" y="359"/>
                  </a:lnTo>
                  <a:lnTo>
                    <a:pt x="974" y="351"/>
                  </a:lnTo>
                  <a:lnTo>
                    <a:pt x="989" y="345"/>
                  </a:lnTo>
                  <a:lnTo>
                    <a:pt x="1001" y="340"/>
                  </a:lnTo>
                  <a:lnTo>
                    <a:pt x="1005" y="334"/>
                  </a:lnTo>
                  <a:lnTo>
                    <a:pt x="1000" y="324"/>
                  </a:lnTo>
                  <a:lnTo>
                    <a:pt x="994" y="313"/>
                  </a:lnTo>
                  <a:lnTo>
                    <a:pt x="995" y="303"/>
                  </a:lnTo>
                  <a:lnTo>
                    <a:pt x="1002" y="296"/>
                  </a:lnTo>
                  <a:lnTo>
                    <a:pt x="1012" y="292"/>
                  </a:lnTo>
                  <a:lnTo>
                    <a:pt x="1021" y="288"/>
                  </a:lnTo>
                  <a:lnTo>
                    <a:pt x="1027" y="282"/>
                  </a:lnTo>
                  <a:lnTo>
                    <a:pt x="1035" y="277"/>
                  </a:lnTo>
                  <a:lnTo>
                    <a:pt x="1044" y="275"/>
                  </a:lnTo>
                  <a:lnTo>
                    <a:pt x="1054" y="276"/>
                  </a:lnTo>
                  <a:lnTo>
                    <a:pt x="1062" y="276"/>
                  </a:lnTo>
                  <a:lnTo>
                    <a:pt x="1070" y="274"/>
                  </a:lnTo>
                  <a:lnTo>
                    <a:pt x="1077" y="272"/>
                  </a:lnTo>
                  <a:lnTo>
                    <a:pt x="1085" y="273"/>
                  </a:lnTo>
                  <a:lnTo>
                    <a:pt x="1092" y="278"/>
                  </a:lnTo>
                  <a:lnTo>
                    <a:pt x="1098" y="284"/>
                  </a:lnTo>
                  <a:lnTo>
                    <a:pt x="1104" y="286"/>
                  </a:lnTo>
                  <a:lnTo>
                    <a:pt x="1115" y="281"/>
                  </a:lnTo>
                  <a:lnTo>
                    <a:pt x="1128" y="274"/>
                  </a:lnTo>
                  <a:lnTo>
                    <a:pt x="1141" y="272"/>
                  </a:lnTo>
                  <a:lnTo>
                    <a:pt x="1149" y="278"/>
                  </a:lnTo>
                  <a:lnTo>
                    <a:pt x="1151" y="289"/>
                  </a:lnTo>
                  <a:lnTo>
                    <a:pt x="1152" y="300"/>
                  </a:lnTo>
                  <a:lnTo>
                    <a:pt x="1153" y="309"/>
                  </a:lnTo>
                  <a:lnTo>
                    <a:pt x="1157" y="316"/>
                  </a:lnTo>
                  <a:lnTo>
                    <a:pt x="1161" y="324"/>
                  </a:lnTo>
                  <a:lnTo>
                    <a:pt x="1162" y="331"/>
                  </a:lnTo>
                  <a:lnTo>
                    <a:pt x="1165" y="338"/>
                  </a:lnTo>
                  <a:lnTo>
                    <a:pt x="1172" y="344"/>
                  </a:lnTo>
                  <a:lnTo>
                    <a:pt x="1183" y="351"/>
                  </a:lnTo>
                  <a:close/>
                </a:path>
              </a:pathLst>
            </a:custGeom>
            <a:solidFill>
              <a:srgbClr val="CC79A7">
                <a:alpha val="37000"/>
              </a:srgbClr>
            </a:solidFill>
            <a:ln>
              <a:noFill/>
            </a:ln>
          </p:spPr>
          <p:txBody>
            <a:bodyPr anchor="ctr"/>
            <a:lstStyle/>
            <a:p>
              <a:pPr algn="ctr">
                <a:buNone/>
              </a:pPr>
            </a:p>
          </p:txBody>
        </p:sp>
        <p:sp>
          <p:nvSpPr>
            <p:cNvPr id="3072" name="addition:input:195"/>
            <p:cNvSpPr>
              <a:spLocks noGrp="1"/>
            </p:cNvSpPr>
            <p:nvPr/>
          </p:nvSpPr>
          <p:spPr>
            <a:xfrm>
              <a:off x="209550" y="5438775"/>
              <a:ext cx="1792407" cy="704820"/>
            </a:xfrm>
            <a:custGeom>
              <a:avLst/>
              <a:gdLst/>
              <a:ahLst/>
              <a:cxnLst/>
              <a:rect l="l" t="t" r="r" b="b"/>
              <a:pathLst>
                <a:path w="1089" h="376">
                  <a:moveTo>
                    <a:pt x="0" y="0"/>
                  </a:moveTo>
                  <a:moveTo>
                    <a:pt x="1087" y="338"/>
                  </a:moveTo>
                  <a:lnTo>
                    <a:pt x="1085" y="341"/>
                  </a:lnTo>
                  <a:lnTo>
                    <a:pt x="1083" y="345"/>
                  </a:lnTo>
                  <a:lnTo>
                    <a:pt x="1082" y="348"/>
                  </a:lnTo>
                  <a:lnTo>
                    <a:pt x="1079" y="351"/>
                  </a:lnTo>
                  <a:lnTo>
                    <a:pt x="1074" y="353"/>
                  </a:lnTo>
                  <a:lnTo>
                    <a:pt x="1070" y="355"/>
                  </a:lnTo>
                  <a:lnTo>
                    <a:pt x="1069" y="358"/>
                  </a:lnTo>
                  <a:lnTo>
                    <a:pt x="1070" y="363"/>
                  </a:lnTo>
                  <a:lnTo>
                    <a:pt x="1071" y="369"/>
                  </a:lnTo>
                  <a:lnTo>
                    <a:pt x="1070" y="374"/>
                  </a:lnTo>
                  <a:lnTo>
                    <a:pt x="1066" y="376"/>
                  </a:lnTo>
                  <a:lnTo>
                    <a:pt x="1060" y="375"/>
                  </a:lnTo>
                  <a:lnTo>
                    <a:pt x="1055" y="374"/>
                  </a:lnTo>
                  <a:lnTo>
                    <a:pt x="1052" y="374"/>
                  </a:lnTo>
                  <a:lnTo>
                    <a:pt x="1048" y="375"/>
                  </a:lnTo>
                  <a:lnTo>
                    <a:pt x="1045" y="375"/>
                  </a:lnTo>
                  <a:lnTo>
                    <a:pt x="1042" y="374"/>
                  </a:lnTo>
                  <a:lnTo>
                    <a:pt x="1039" y="373"/>
                  </a:lnTo>
                  <a:lnTo>
                    <a:pt x="1036" y="374"/>
                  </a:lnTo>
                  <a:lnTo>
                    <a:pt x="1033" y="376"/>
                  </a:lnTo>
                  <a:lnTo>
                    <a:pt x="1029" y="376"/>
                  </a:lnTo>
                  <a:lnTo>
                    <a:pt x="1026" y="375"/>
                  </a:lnTo>
                  <a:lnTo>
                    <a:pt x="1024" y="372"/>
                  </a:lnTo>
                  <a:lnTo>
                    <a:pt x="1021" y="369"/>
                  </a:lnTo>
                  <a:lnTo>
                    <a:pt x="1018" y="369"/>
                  </a:lnTo>
                  <a:lnTo>
                    <a:pt x="1012" y="369"/>
                  </a:lnTo>
                  <a:lnTo>
                    <a:pt x="1008" y="368"/>
                  </a:lnTo>
                  <a:lnTo>
                    <a:pt x="1006" y="364"/>
                  </a:lnTo>
                  <a:lnTo>
                    <a:pt x="1008" y="358"/>
                  </a:lnTo>
                  <a:lnTo>
                    <a:pt x="1010" y="353"/>
                  </a:lnTo>
                  <a:lnTo>
                    <a:pt x="1011" y="349"/>
                  </a:lnTo>
                  <a:lnTo>
                    <a:pt x="1009" y="347"/>
                  </a:lnTo>
                  <a:lnTo>
                    <a:pt x="1006" y="344"/>
                  </a:lnTo>
                  <a:lnTo>
                    <a:pt x="1004" y="341"/>
                  </a:lnTo>
                  <a:lnTo>
                    <a:pt x="1002" y="338"/>
                  </a:lnTo>
                  <a:lnTo>
                    <a:pt x="999" y="334"/>
                  </a:lnTo>
                  <a:lnTo>
                    <a:pt x="996" y="330"/>
                  </a:lnTo>
                  <a:lnTo>
                    <a:pt x="994" y="326"/>
                  </a:lnTo>
                  <a:lnTo>
                    <a:pt x="995" y="322"/>
                  </a:lnTo>
                  <a:lnTo>
                    <a:pt x="999" y="320"/>
                  </a:lnTo>
                  <a:lnTo>
                    <a:pt x="1004" y="318"/>
                  </a:lnTo>
                  <a:lnTo>
                    <a:pt x="1007" y="316"/>
                  </a:lnTo>
                  <a:lnTo>
                    <a:pt x="1008" y="313"/>
                  </a:lnTo>
                  <a:lnTo>
                    <a:pt x="1008" y="309"/>
                  </a:lnTo>
                  <a:lnTo>
                    <a:pt x="1011" y="306"/>
                  </a:lnTo>
                  <a:lnTo>
                    <a:pt x="1015" y="305"/>
                  </a:lnTo>
                  <a:lnTo>
                    <a:pt x="1020" y="306"/>
                  </a:lnTo>
                  <a:lnTo>
                    <a:pt x="1024" y="306"/>
                  </a:lnTo>
                  <a:lnTo>
                    <a:pt x="1027" y="304"/>
                  </a:lnTo>
                  <a:lnTo>
                    <a:pt x="1030" y="300"/>
                  </a:lnTo>
                  <a:lnTo>
                    <a:pt x="1034" y="297"/>
                  </a:lnTo>
                  <a:lnTo>
                    <a:pt x="1038" y="295"/>
                  </a:lnTo>
                  <a:lnTo>
                    <a:pt x="1043" y="295"/>
                  </a:lnTo>
                  <a:lnTo>
                    <a:pt x="1048" y="295"/>
                  </a:lnTo>
                  <a:lnTo>
                    <a:pt x="1053" y="295"/>
                  </a:lnTo>
                  <a:lnTo>
                    <a:pt x="1057" y="297"/>
                  </a:lnTo>
                  <a:lnTo>
                    <a:pt x="1060" y="301"/>
                  </a:lnTo>
                  <a:lnTo>
                    <a:pt x="1062" y="307"/>
                  </a:lnTo>
                  <a:lnTo>
                    <a:pt x="1063" y="311"/>
                  </a:lnTo>
                  <a:lnTo>
                    <a:pt x="1067" y="312"/>
                  </a:lnTo>
                  <a:lnTo>
                    <a:pt x="1072" y="311"/>
                  </a:lnTo>
                  <a:lnTo>
                    <a:pt x="1078" y="311"/>
                  </a:lnTo>
                  <a:lnTo>
                    <a:pt x="1082" y="313"/>
                  </a:lnTo>
                  <a:lnTo>
                    <a:pt x="1083" y="317"/>
                  </a:lnTo>
                  <a:lnTo>
                    <a:pt x="1083" y="320"/>
                  </a:lnTo>
                  <a:lnTo>
                    <a:pt x="1085" y="324"/>
                  </a:lnTo>
                  <a:lnTo>
                    <a:pt x="1087" y="327"/>
                  </a:lnTo>
                  <a:lnTo>
                    <a:pt x="1089" y="330"/>
                  </a:lnTo>
                  <a:lnTo>
                    <a:pt x="1089" y="334"/>
                  </a:lnTo>
                  <a:close/>
                </a:path>
              </a:pathLst>
            </a:custGeom>
            <a:solidFill>
              <a:srgbClr val="CC79A7">
                <a:alpha val="36000"/>
              </a:srgbClr>
            </a:solidFill>
            <a:ln>
              <a:noFill/>
            </a:ln>
          </p:spPr>
          <p:txBody>
            <a:bodyPr anchor="ctr"/>
            <a:lstStyle/>
            <a:p>
              <a:pPr algn="ctr">
                <a:buNone/>
              </a:pPr>
            </a:p>
          </p:txBody>
        </p:sp>
        <p:sp>
          <p:nvSpPr>
            <p:cNvPr id="3073" name="addition:input:196"/>
            <p:cNvSpPr>
              <a:spLocks noGrp="1"/>
            </p:cNvSpPr>
            <p:nvPr/>
          </p:nvSpPr>
          <p:spPr>
            <a:xfrm>
              <a:off x="209550" y="5438775"/>
              <a:ext cx="1877995" cy="671078"/>
            </a:xfrm>
            <a:custGeom>
              <a:avLst/>
              <a:gdLst/>
              <a:ahLst/>
              <a:cxnLst/>
              <a:rect l="l" t="t" r="r" b="b"/>
              <a:pathLst>
                <a:path w="1141" h="358">
                  <a:moveTo>
                    <a:pt x="0" y="0"/>
                  </a:moveTo>
                  <a:moveTo>
                    <a:pt x="1137" y="326"/>
                  </a:moveTo>
                  <a:lnTo>
                    <a:pt x="1139" y="328"/>
                  </a:lnTo>
                  <a:lnTo>
                    <a:pt x="1140" y="331"/>
                  </a:lnTo>
                  <a:lnTo>
                    <a:pt x="1140" y="334"/>
                  </a:lnTo>
                  <a:lnTo>
                    <a:pt x="1141" y="337"/>
                  </a:lnTo>
                  <a:lnTo>
                    <a:pt x="1140" y="340"/>
                  </a:lnTo>
                  <a:lnTo>
                    <a:pt x="1137" y="342"/>
                  </a:lnTo>
                  <a:lnTo>
                    <a:pt x="1132" y="343"/>
                  </a:lnTo>
                  <a:lnTo>
                    <a:pt x="1127" y="343"/>
                  </a:lnTo>
                  <a:lnTo>
                    <a:pt x="1124" y="343"/>
                  </a:lnTo>
                  <a:lnTo>
                    <a:pt x="1123" y="346"/>
                  </a:lnTo>
                  <a:lnTo>
                    <a:pt x="1123" y="349"/>
                  </a:lnTo>
                  <a:lnTo>
                    <a:pt x="1121" y="353"/>
                  </a:lnTo>
                  <a:lnTo>
                    <a:pt x="1118" y="355"/>
                  </a:lnTo>
                  <a:lnTo>
                    <a:pt x="1115" y="355"/>
                  </a:lnTo>
                  <a:lnTo>
                    <a:pt x="1111" y="355"/>
                  </a:lnTo>
                  <a:lnTo>
                    <a:pt x="1108" y="356"/>
                  </a:lnTo>
                  <a:lnTo>
                    <a:pt x="1104" y="357"/>
                  </a:lnTo>
                  <a:lnTo>
                    <a:pt x="1100" y="358"/>
                  </a:lnTo>
                  <a:lnTo>
                    <a:pt x="1097" y="356"/>
                  </a:lnTo>
                  <a:lnTo>
                    <a:pt x="1093" y="355"/>
                  </a:lnTo>
                  <a:lnTo>
                    <a:pt x="1090" y="354"/>
                  </a:lnTo>
                  <a:lnTo>
                    <a:pt x="1087" y="353"/>
                  </a:lnTo>
                  <a:lnTo>
                    <a:pt x="1084" y="352"/>
                  </a:lnTo>
                  <a:lnTo>
                    <a:pt x="1082" y="349"/>
                  </a:lnTo>
                  <a:lnTo>
                    <a:pt x="1082" y="346"/>
                  </a:lnTo>
                  <a:lnTo>
                    <a:pt x="1080" y="344"/>
                  </a:lnTo>
                  <a:lnTo>
                    <a:pt x="1077" y="343"/>
                  </a:lnTo>
                  <a:lnTo>
                    <a:pt x="1072" y="343"/>
                  </a:lnTo>
                  <a:lnTo>
                    <a:pt x="1067" y="343"/>
                  </a:lnTo>
                  <a:lnTo>
                    <a:pt x="1065" y="341"/>
                  </a:lnTo>
                  <a:lnTo>
                    <a:pt x="1065" y="338"/>
                  </a:lnTo>
                  <a:lnTo>
                    <a:pt x="1067" y="334"/>
                  </a:lnTo>
                  <a:lnTo>
                    <a:pt x="1068" y="331"/>
                  </a:lnTo>
                  <a:lnTo>
                    <a:pt x="1069" y="328"/>
                  </a:lnTo>
                  <a:lnTo>
                    <a:pt x="1070" y="326"/>
                  </a:lnTo>
                  <a:lnTo>
                    <a:pt x="1072" y="323"/>
                  </a:lnTo>
                  <a:lnTo>
                    <a:pt x="1074" y="321"/>
                  </a:lnTo>
                  <a:lnTo>
                    <a:pt x="1075" y="319"/>
                  </a:lnTo>
                  <a:lnTo>
                    <a:pt x="1074" y="316"/>
                  </a:lnTo>
                  <a:lnTo>
                    <a:pt x="1074" y="313"/>
                  </a:lnTo>
                  <a:lnTo>
                    <a:pt x="1075" y="310"/>
                  </a:lnTo>
                  <a:lnTo>
                    <a:pt x="1077" y="308"/>
                  </a:lnTo>
                  <a:lnTo>
                    <a:pt x="1081" y="307"/>
                  </a:lnTo>
                  <a:lnTo>
                    <a:pt x="1083" y="305"/>
                  </a:lnTo>
                  <a:lnTo>
                    <a:pt x="1083" y="302"/>
                  </a:lnTo>
                  <a:lnTo>
                    <a:pt x="1084" y="298"/>
                  </a:lnTo>
                  <a:lnTo>
                    <a:pt x="1086" y="295"/>
                  </a:lnTo>
                  <a:lnTo>
                    <a:pt x="1090" y="296"/>
                  </a:lnTo>
                  <a:lnTo>
                    <a:pt x="1093" y="297"/>
                  </a:lnTo>
                  <a:lnTo>
                    <a:pt x="1097" y="299"/>
                  </a:lnTo>
                  <a:lnTo>
                    <a:pt x="1099" y="300"/>
                  </a:lnTo>
                  <a:lnTo>
                    <a:pt x="1101" y="299"/>
                  </a:lnTo>
                  <a:lnTo>
                    <a:pt x="1103" y="299"/>
                  </a:lnTo>
                  <a:lnTo>
                    <a:pt x="1106" y="298"/>
                  </a:lnTo>
                  <a:lnTo>
                    <a:pt x="1108" y="298"/>
                  </a:lnTo>
                  <a:lnTo>
                    <a:pt x="1112" y="297"/>
                  </a:lnTo>
                  <a:lnTo>
                    <a:pt x="1115" y="295"/>
                  </a:lnTo>
                  <a:lnTo>
                    <a:pt x="1119" y="295"/>
                  </a:lnTo>
                  <a:lnTo>
                    <a:pt x="1121" y="298"/>
                  </a:lnTo>
                  <a:lnTo>
                    <a:pt x="1122" y="302"/>
                  </a:lnTo>
                  <a:lnTo>
                    <a:pt x="1122" y="305"/>
                  </a:lnTo>
                  <a:lnTo>
                    <a:pt x="1124" y="307"/>
                  </a:lnTo>
                  <a:lnTo>
                    <a:pt x="1127" y="309"/>
                  </a:lnTo>
                  <a:lnTo>
                    <a:pt x="1131" y="310"/>
                  </a:lnTo>
                  <a:lnTo>
                    <a:pt x="1132" y="313"/>
                  </a:lnTo>
                  <a:lnTo>
                    <a:pt x="1132" y="316"/>
                  </a:lnTo>
                  <a:lnTo>
                    <a:pt x="1131" y="319"/>
                  </a:lnTo>
                  <a:lnTo>
                    <a:pt x="1132" y="321"/>
                  </a:lnTo>
                  <a:lnTo>
                    <a:pt x="1135" y="323"/>
                  </a:lnTo>
                  <a:close/>
                </a:path>
              </a:pathLst>
            </a:custGeom>
            <a:solidFill>
              <a:srgbClr val="CC79A7">
                <a:alpha val="36000"/>
              </a:srgbClr>
            </a:solidFill>
            <a:ln>
              <a:noFill/>
            </a:ln>
          </p:spPr>
          <p:txBody>
            <a:bodyPr anchor="ctr"/>
            <a:lstStyle/>
            <a:p>
              <a:pPr algn="ctr">
                <a:buNone/>
              </a:pPr>
            </a:p>
          </p:txBody>
        </p:sp>
        <p:sp>
          <p:nvSpPr>
            <p:cNvPr id="3074" name="addition:input:197"/>
            <p:cNvSpPr>
              <a:spLocks noGrp="1"/>
            </p:cNvSpPr>
            <p:nvPr/>
          </p:nvSpPr>
          <p:spPr>
            <a:xfrm>
              <a:off x="209550" y="5438775"/>
              <a:ext cx="1940540" cy="792922"/>
            </a:xfrm>
            <a:custGeom>
              <a:avLst/>
              <a:gdLst/>
              <a:ahLst/>
              <a:cxnLst/>
              <a:rect l="l" t="t" r="r" b="b"/>
              <a:pathLst>
                <a:path w="1179" h="423">
                  <a:moveTo>
                    <a:pt x="0" y="0"/>
                  </a:moveTo>
                  <a:moveTo>
                    <a:pt x="1172" y="378"/>
                  </a:moveTo>
                  <a:lnTo>
                    <a:pt x="1172" y="381"/>
                  </a:lnTo>
                  <a:lnTo>
                    <a:pt x="1174" y="385"/>
                  </a:lnTo>
                  <a:lnTo>
                    <a:pt x="1177" y="389"/>
                  </a:lnTo>
                  <a:lnTo>
                    <a:pt x="1179" y="394"/>
                  </a:lnTo>
                  <a:lnTo>
                    <a:pt x="1178" y="397"/>
                  </a:lnTo>
                  <a:lnTo>
                    <a:pt x="1175" y="400"/>
                  </a:lnTo>
                  <a:lnTo>
                    <a:pt x="1171" y="402"/>
                  </a:lnTo>
                  <a:lnTo>
                    <a:pt x="1167" y="404"/>
                  </a:lnTo>
                  <a:lnTo>
                    <a:pt x="1164" y="405"/>
                  </a:lnTo>
                  <a:lnTo>
                    <a:pt x="1159" y="406"/>
                  </a:lnTo>
                  <a:lnTo>
                    <a:pt x="1155" y="406"/>
                  </a:lnTo>
                  <a:lnTo>
                    <a:pt x="1151" y="407"/>
                  </a:lnTo>
                  <a:lnTo>
                    <a:pt x="1149" y="410"/>
                  </a:lnTo>
                  <a:lnTo>
                    <a:pt x="1147" y="416"/>
                  </a:lnTo>
                  <a:lnTo>
                    <a:pt x="1143" y="421"/>
                  </a:lnTo>
                  <a:lnTo>
                    <a:pt x="1138" y="423"/>
                  </a:lnTo>
                  <a:lnTo>
                    <a:pt x="1133" y="421"/>
                  </a:lnTo>
                  <a:lnTo>
                    <a:pt x="1128" y="418"/>
                  </a:lnTo>
                  <a:lnTo>
                    <a:pt x="1123" y="416"/>
                  </a:lnTo>
                  <a:lnTo>
                    <a:pt x="1119" y="416"/>
                  </a:lnTo>
                  <a:lnTo>
                    <a:pt x="1114" y="416"/>
                  </a:lnTo>
                  <a:lnTo>
                    <a:pt x="1109" y="415"/>
                  </a:lnTo>
                  <a:lnTo>
                    <a:pt x="1106" y="412"/>
                  </a:lnTo>
                  <a:lnTo>
                    <a:pt x="1103" y="409"/>
                  </a:lnTo>
                  <a:lnTo>
                    <a:pt x="1100" y="406"/>
                  </a:lnTo>
                  <a:lnTo>
                    <a:pt x="1097" y="405"/>
                  </a:lnTo>
                  <a:lnTo>
                    <a:pt x="1093" y="403"/>
                  </a:lnTo>
                  <a:lnTo>
                    <a:pt x="1091" y="400"/>
                  </a:lnTo>
                  <a:lnTo>
                    <a:pt x="1089" y="397"/>
                  </a:lnTo>
                  <a:lnTo>
                    <a:pt x="1086" y="395"/>
                  </a:lnTo>
                  <a:lnTo>
                    <a:pt x="1081" y="393"/>
                  </a:lnTo>
                  <a:lnTo>
                    <a:pt x="1076" y="390"/>
                  </a:lnTo>
                  <a:lnTo>
                    <a:pt x="1074" y="386"/>
                  </a:lnTo>
                  <a:lnTo>
                    <a:pt x="1077" y="382"/>
                  </a:lnTo>
                  <a:lnTo>
                    <a:pt x="1084" y="378"/>
                  </a:lnTo>
                  <a:lnTo>
                    <a:pt x="1090" y="375"/>
                  </a:lnTo>
                  <a:lnTo>
                    <a:pt x="1092" y="372"/>
                  </a:lnTo>
                  <a:lnTo>
                    <a:pt x="1092" y="369"/>
                  </a:lnTo>
                  <a:lnTo>
                    <a:pt x="1091" y="365"/>
                  </a:lnTo>
                  <a:lnTo>
                    <a:pt x="1092" y="362"/>
                  </a:lnTo>
                  <a:lnTo>
                    <a:pt x="1095" y="358"/>
                  </a:lnTo>
                  <a:lnTo>
                    <a:pt x="1096" y="355"/>
                  </a:lnTo>
                  <a:lnTo>
                    <a:pt x="1097" y="351"/>
                  </a:lnTo>
                  <a:lnTo>
                    <a:pt x="1099" y="347"/>
                  </a:lnTo>
                  <a:lnTo>
                    <a:pt x="1103" y="345"/>
                  </a:lnTo>
                  <a:lnTo>
                    <a:pt x="1107" y="344"/>
                  </a:lnTo>
                  <a:lnTo>
                    <a:pt x="1112" y="344"/>
                  </a:lnTo>
                  <a:lnTo>
                    <a:pt x="1115" y="342"/>
                  </a:lnTo>
                  <a:lnTo>
                    <a:pt x="1118" y="339"/>
                  </a:lnTo>
                  <a:lnTo>
                    <a:pt x="1121" y="337"/>
                  </a:lnTo>
                  <a:lnTo>
                    <a:pt x="1125" y="337"/>
                  </a:lnTo>
                  <a:lnTo>
                    <a:pt x="1129" y="341"/>
                  </a:lnTo>
                  <a:lnTo>
                    <a:pt x="1132" y="345"/>
                  </a:lnTo>
                  <a:lnTo>
                    <a:pt x="1134" y="346"/>
                  </a:lnTo>
                  <a:lnTo>
                    <a:pt x="1138" y="344"/>
                  </a:lnTo>
                  <a:lnTo>
                    <a:pt x="1142" y="341"/>
                  </a:lnTo>
                  <a:lnTo>
                    <a:pt x="1147" y="340"/>
                  </a:lnTo>
                  <a:lnTo>
                    <a:pt x="1151" y="340"/>
                  </a:lnTo>
                  <a:lnTo>
                    <a:pt x="1154" y="342"/>
                  </a:lnTo>
                  <a:lnTo>
                    <a:pt x="1158" y="344"/>
                  </a:lnTo>
                  <a:lnTo>
                    <a:pt x="1161" y="347"/>
                  </a:lnTo>
                  <a:lnTo>
                    <a:pt x="1163" y="350"/>
                  </a:lnTo>
                  <a:lnTo>
                    <a:pt x="1162" y="355"/>
                  </a:lnTo>
                  <a:lnTo>
                    <a:pt x="1161" y="360"/>
                  </a:lnTo>
                  <a:lnTo>
                    <a:pt x="1162" y="363"/>
                  </a:lnTo>
                  <a:lnTo>
                    <a:pt x="1165" y="366"/>
                  </a:lnTo>
                  <a:lnTo>
                    <a:pt x="1170" y="368"/>
                  </a:lnTo>
                  <a:lnTo>
                    <a:pt x="1174" y="371"/>
                  </a:lnTo>
                  <a:lnTo>
                    <a:pt x="1174" y="374"/>
                  </a:lnTo>
                  <a:close/>
                </a:path>
              </a:pathLst>
            </a:custGeom>
            <a:solidFill>
              <a:srgbClr val="CC79A7">
                <a:alpha val="36000"/>
              </a:srgbClr>
            </a:solidFill>
            <a:ln>
              <a:noFill/>
            </a:ln>
          </p:spPr>
          <p:txBody>
            <a:bodyPr anchor="ctr"/>
            <a:lstStyle/>
            <a:p>
              <a:pPr algn="ctr">
                <a:buNone/>
              </a:pPr>
            </a:p>
          </p:txBody>
        </p:sp>
        <p:sp>
          <p:nvSpPr>
            <p:cNvPr id="3075" name="addition:input:198"/>
            <p:cNvSpPr>
              <a:spLocks noGrp="1"/>
            </p:cNvSpPr>
            <p:nvPr/>
          </p:nvSpPr>
          <p:spPr>
            <a:xfrm>
              <a:off x="209550" y="5438775"/>
              <a:ext cx="1828617" cy="822914"/>
            </a:xfrm>
            <a:custGeom>
              <a:avLst/>
              <a:gdLst/>
              <a:ahLst/>
              <a:cxnLst/>
              <a:rect l="l" t="t" r="r" b="b"/>
              <a:pathLst>
                <a:path w="1111" h="439">
                  <a:moveTo>
                    <a:pt x="0" y="0"/>
                  </a:moveTo>
                  <a:moveTo>
                    <a:pt x="1101" y="401"/>
                  </a:moveTo>
                  <a:lnTo>
                    <a:pt x="1107" y="404"/>
                  </a:lnTo>
                  <a:lnTo>
                    <a:pt x="1111" y="408"/>
                  </a:lnTo>
                  <a:lnTo>
                    <a:pt x="1111" y="411"/>
                  </a:lnTo>
                  <a:lnTo>
                    <a:pt x="1108" y="414"/>
                  </a:lnTo>
                  <a:lnTo>
                    <a:pt x="1104" y="415"/>
                  </a:lnTo>
                  <a:lnTo>
                    <a:pt x="1102" y="418"/>
                  </a:lnTo>
                  <a:lnTo>
                    <a:pt x="1100" y="420"/>
                  </a:lnTo>
                  <a:lnTo>
                    <a:pt x="1098" y="422"/>
                  </a:lnTo>
                  <a:lnTo>
                    <a:pt x="1095" y="424"/>
                  </a:lnTo>
                  <a:lnTo>
                    <a:pt x="1092" y="425"/>
                  </a:lnTo>
                  <a:lnTo>
                    <a:pt x="1089" y="426"/>
                  </a:lnTo>
                  <a:lnTo>
                    <a:pt x="1087" y="429"/>
                  </a:lnTo>
                  <a:lnTo>
                    <a:pt x="1084" y="431"/>
                  </a:lnTo>
                  <a:lnTo>
                    <a:pt x="1081" y="432"/>
                  </a:lnTo>
                  <a:lnTo>
                    <a:pt x="1077" y="432"/>
                  </a:lnTo>
                  <a:lnTo>
                    <a:pt x="1073" y="432"/>
                  </a:lnTo>
                  <a:lnTo>
                    <a:pt x="1069" y="434"/>
                  </a:lnTo>
                  <a:lnTo>
                    <a:pt x="1065" y="437"/>
                  </a:lnTo>
                  <a:lnTo>
                    <a:pt x="1060" y="439"/>
                  </a:lnTo>
                  <a:lnTo>
                    <a:pt x="1055" y="439"/>
                  </a:lnTo>
                  <a:lnTo>
                    <a:pt x="1052" y="435"/>
                  </a:lnTo>
                  <a:lnTo>
                    <a:pt x="1049" y="430"/>
                  </a:lnTo>
                  <a:lnTo>
                    <a:pt x="1047" y="426"/>
                  </a:lnTo>
                  <a:lnTo>
                    <a:pt x="1045" y="425"/>
                  </a:lnTo>
                  <a:lnTo>
                    <a:pt x="1041" y="424"/>
                  </a:lnTo>
                  <a:lnTo>
                    <a:pt x="1037" y="423"/>
                  </a:lnTo>
                  <a:lnTo>
                    <a:pt x="1034" y="421"/>
                  </a:lnTo>
                  <a:lnTo>
                    <a:pt x="1031" y="420"/>
                  </a:lnTo>
                  <a:lnTo>
                    <a:pt x="1027" y="418"/>
                  </a:lnTo>
                  <a:lnTo>
                    <a:pt x="1023" y="417"/>
                  </a:lnTo>
                  <a:lnTo>
                    <a:pt x="1021" y="414"/>
                  </a:lnTo>
                  <a:lnTo>
                    <a:pt x="1022" y="410"/>
                  </a:lnTo>
                  <a:lnTo>
                    <a:pt x="1024" y="407"/>
                  </a:lnTo>
                  <a:lnTo>
                    <a:pt x="1026" y="404"/>
                  </a:lnTo>
                  <a:lnTo>
                    <a:pt x="1026" y="401"/>
                  </a:lnTo>
                  <a:lnTo>
                    <a:pt x="1024" y="398"/>
                  </a:lnTo>
                  <a:lnTo>
                    <a:pt x="1024" y="394"/>
                  </a:lnTo>
                  <a:lnTo>
                    <a:pt x="1028" y="392"/>
                  </a:lnTo>
                  <a:lnTo>
                    <a:pt x="1033" y="390"/>
                  </a:lnTo>
                  <a:lnTo>
                    <a:pt x="1037" y="388"/>
                  </a:lnTo>
                  <a:lnTo>
                    <a:pt x="1039" y="386"/>
                  </a:lnTo>
                  <a:lnTo>
                    <a:pt x="1038" y="382"/>
                  </a:lnTo>
                  <a:lnTo>
                    <a:pt x="1038" y="378"/>
                  </a:lnTo>
                  <a:lnTo>
                    <a:pt x="1040" y="375"/>
                  </a:lnTo>
                  <a:lnTo>
                    <a:pt x="1042" y="372"/>
                  </a:lnTo>
                  <a:lnTo>
                    <a:pt x="1045" y="370"/>
                  </a:lnTo>
                  <a:lnTo>
                    <a:pt x="1048" y="368"/>
                  </a:lnTo>
                  <a:lnTo>
                    <a:pt x="1051" y="366"/>
                  </a:lnTo>
                  <a:lnTo>
                    <a:pt x="1055" y="367"/>
                  </a:lnTo>
                  <a:lnTo>
                    <a:pt x="1060" y="370"/>
                  </a:lnTo>
                  <a:lnTo>
                    <a:pt x="1063" y="373"/>
                  </a:lnTo>
                  <a:lnTo>
                    <a:pt x="1066" y="373"/>
                  </a:lnTo>
                  <a:lnTo>
                    <a:pt x="1068" y="370"/>
                  </a:lnTo>
                  <a:lnTo>
                    <a:pt x="1071" y="368"/>
                  </a:lnTo>
                  <a:lnTo>
                    <a:pt x="1075" y="367"/>
                  </a:lnTo>
                  <a:lnTo>
                    <a:pt x="1077" y="368"/>
                  </a:lnTo>
                  <a:lnTo>
                    <a:pt x="1080" y="371"/>
                  </a:lnTo>
                  <a:lnTo>
                    <a:pt x="1082" y="372"/>
                  </a:lnTo>
                  <a:lnTo>
                    <a:pt x="1086" y="372"/>
                  </a:lnTo>
                  <a:lnTo>
                    <a:pt x="1090" y="373"/>
                  </a:lnTo>
                  <a:lnTo>
                    <a:pt x="1093" y="374"/>
                  </a:lnTo>
                  <a:lnTo>
                    <a:pt x="1095" y="377"/>
                  </a:lnTo>
                  <a:lnTo>
                    <a:pt x="1096" y="380"/>
                  </a:lnTo>
                  <a:lnTo>
                    <a:pt x="1097" y="383"/>
                  </a:lnTo>
                  <a:lnTo>
                    <a:pt x="1099" y="386"/>
                  </a:lnTo>
                  <a:lnTo>
                    <a:pt x="1099" y="389"/>
                  </a:lnTo>
                  <a:lnTo>
                    <a:pt x="1098" y="393"/>
                  </a:lnTo>
                  <a:lnTo>
                    <a:pt x="1096" y="396"/>
                  </a:lnTo>
                  <a:lnTo>
                    <a:pt x="1097" y="398"/>
                  </a:lnTo>
                  <a:close/>
                </a:path>
              </a:pathLst>
            </a:custGeom>
            <a:solidFill>
              <a:srgbClr val="CC79A7">
                <a:alpha val="36000"/>
              </a:srgbClr>
            </a:solidFill>
            <a:ln>
              <a:noFill/>
            </a:ln>
          </p:spPr>
          <p:txBody>
            <a:bodyPr anchor="ctr"/>
            <a:lstStyle/>
            <a:p>
              <a:pPr algn="ctr">
                <a:buNone/>
              </a:pPr>
            </a:p>
          </p:txBody>
        </p:sp>
        <p:sp>
          <p:nvSpPr>
            <p:cNvPr id="3076" name="addition:input:199"/>
            <p:cNvSpPr>
              <a:spLocks noGrp="1"/>
            </p:cNvSpPr>
            <p:nvPr/>
          </p:nvSpPr>
          <p:spPr>
            <a:xfrm>
              <a:off x="209550" y="5438775"/>
              <a:ext cx="1772656" cy="701070"/>
            </a:xfrm>
            <a:custGeom>
              <a:avLst/>
              <a:gdLst/>
              <a:ahLst/>
              <a:cxnLst/>
              <a:rect l="l" t="t" r="r" b="b"/>
              <a:pathLst>
                <a:path w="1077" h="374">
                  <a:moveTo>
                    <a:pt x="0" y="0"/>
                  </a:moveTo>
                  <a:moveTo>
                    <a:pt x="1074" y="341"/>
                  </a:moveTo>
                  <a:lnTo>
                    <a:pt x="1072" y="344"/>
                  </a:lnTo>
                  <a:lnTo>
                    <a:pt x="1071" y="346"/>
                  </a:lnTo>
                  <a:lnTo>
                    <a:pt x="1072" y="348"/>
                  </a:lnTo>
                  <a:lnTo>
                    <a:pt x="1075" y="352"/>
                  </a:lnTo>
                  <a:lnTo>
                    <a:pt x="1077" y="356"/>
                  </a:lnTo>
                  <a:lnTo>
                    <a:pt x="1077" y="359"/>
                  </a:lnTo>
                  <a:lnTo>
                    <a:pt x="1075" y="361"/>
                  </a:lnTo>
                  <a:lnTo>
                    <a:pt x="1071" y="362"/>
                  </a:lnTo>
                  <a:lnTo>
                    <a:pt x="1068" y="362"/>
                  </a:lnTo>
                  <a:lnTo>
                    <a:pt x="1066" y="363"/>
                  </a:lnTo>
                  <a:lnTo>
                    <a:pt x="1064" y="364"/>
                  </a:lnTo>
                  <a:lnTo>
                    <a:pt x="1061" y="365"/>
                  </a:lnTo>
                  <a:lnTo>
                    <a:pt x="1059" y="365"/>
                  </a:lnTo>
                  <a:lnTo>
                    <a:pt x="1057" y="367"/>
                  </a:lnTo>
                  <a:lnTo>
                    <a:pt x="1055" y="369"/>
                  </a:lnTo>
                  <a:lnTo>
                    <a:pt x="1053" y="372"/>
                  </a:lnTo>
                  <a:lnTo>
                    <a:pt x="1050" y="374"/>
                  </a:lnTo>
                  <a:lnTo>
                    <a:pt x="1047" y="373"/>
                  </a:lnTo>
                  <a:lnTo>
                    <a:pt x="1044" y="371"/>
                  </a:lnTo>
                  <a:lnTo>
                    <a:pt x="1041" y="369"/>
                  </a:lnTo>
                  <a:lnTo>
                    <a:pt x="1037" y="370"/>
                  </a:lnTo>
                  <a:lnTo>
                    <a:pt x="1034" y="371"/>
                  </a:lnTo>
                  <a:lnTo>
                    <a:pt x="1030" y="370"/>
                  </a:lnTo>
                  <a:lnTo>
                    <a:pt x="1028" y="368"/>
                  </a:lnTo>
                  <a:lnTo>
                    <a:pt x="1027" y="364"/>
                  </a:lnTo>
                  <a:lnTo>
                    <a:pt x="1026" y="360"/>
                  </a:lnTo>
                  <a:lnTo>
                    <a:pt x="1024" y="358"/>
                  </a:lnTo>
                  <a:lnTo>
                    <a:pt x="1022" y="357"/>
                  </a:lnTo>
                  <a:lnTo>
                    <a:pt x="1019" y="355"/>
                  </a:lnTo>
                  <a:lnTo>
                    <a:pt x="1017" y="353"/>
                  </a:lnTo>
                  <a:lnTo>
                    <a:pt x="1015" y="351"/>
                  </a:lnTo>
                  <a:lnTo>
                    <a:pt x="1012" y="349"/>
                  </a:lnTo>
                  <a:lnTo>
                    <a:pt x="1009" y="347"/>
                  </a:lnTo>
                  <a:lnTo>
                    <a:pt x="1007" y="344"/>
                  </a:lnTo>
                  <a:lnTo>
                    <a:pt x="1008" y="341"/>
                  </a:lnTo>
                  <a:lnTo>
                    <a:pt x="1012" y="338"/>
                  </a:lnTo>
                  <a:lnTo>
                    <a:pt x="1016" y="336"/>
                  </a:lnTo>
                  <a:lnTo>
                    <a:pt x="1018" y="334"/>
                  </a:lnTo>
                  <a:lnTo>
                    <a:pt x="1018" y="331"/>
                  </a:lnTo>
                  <a:lnTo>
                    <a:pt x="1017" y="328"/>
                  </a:lnTo>
                  <a:lnTo>
                    <a:pt x="1019" y="326"/>
                  </a:lnTo>
                  <a:lnTo>
                    <a:pt x="1021" y="324"/>
                  </a:lnTo>
                  <a:lnTo>
                    <a:pt x="1025" y="323"/>
                  </a:lnTo>
                  <a:lnTo>
                    <a:pt x="1027" y="321"/>
                  </a:lnTo>
                  <a:lnTo>
                    <a:pt x="1028" y="318"/>
                  </a:lnTo>
                  <a:lnTo>
                    <a:pt x="1030" y="315"/>
                  </a:lnTo>
                  <a:lnTo>
                    <a:pt x="1032" y="313"/>
                  </a:lnTo>
                  <a:lnTo>
                    <a:pt x="1035" y="312"/>
                  </a:lnTo>
                  <a:lnTo>
                    <a:pt x="1038" y="311"/>
                  </a:lnTo>
                  <a:lnTo>
                    <a:pt x="1041" y="310"/>
                  </a:lnTo>
                  <a:lnTo>
                    <a:pt x="1044" y="309"/>
                  </a:lnTo>
                  <a:lnTo>
                    <a:pt x="1047" y="309"/>
                  </a:lnTo>
                  <a:lnTo>
                    <a:pt x="1050" y="312"/>
                  </a:lnTo>
                  <a:lnTo>
                    <a:pt x="1051" y="316"/>
                  </a:lnTo>
                  <a:lnTo>
                    <a:pt x="1053" y="318"/>
                  </a:lnTo>
                  <a:lnTo>
                    <a:pt x="1055" y="317"/>
                  </a:lnTo>
                  <a:lnTo>
                    <a:pt x="1059" y="315"/>
                  </a:lnTo>
                  <a:lnTo>
                    <a:pt x="1062" y="313"/>
                  </a:lnTo>
                  <a:lnTo>
                    <a:pt x="1065" y="314"/>
                  </a:lnTo>
                  <a:lnTo>
                    <a:pt x="1067" y="316"/>
                  </a:lnTo>
                  <a:lnTo>
                    <a:pt x="1068" y="319"/>
                  </a:lnTo>
                  <a:lnTo>
                    <a:pt x="1069" y="321"/>
                  </a:lnTo>
                  <a:lnTo>
                    <a:pt x="1071" y="323"/>
                  </a:lnTo>
                  <a:lnTo>
                    <a:pt x="1072" y="325"/>
                  </a:lnTo>
                  <a:lnTo>
                    <a:pt x="1072" y="328"/>
                  </a:lnTo>
                  <a:lnTo>
                    <a:pt x="1072" y="331"/>
                  </a:lnTo>
                  <a:lnTo>
                    <a:pt x="1072" y="334"/>
                  </a:lnTo>
                  <a:lnTo>
                    <a:pt x="1073" y="336"/>
                  </a:lnTo>
                  <a:lnTo>
                    <a:pt x="1075" y="338"/>
                  </a:lnTo>
                  <a:close/>
                </a:path>
              </a:pathLst>
            </a:custGeom>
            <a:solidFill>
              <a:srgbClr val="CC79A7">
                <a:alpha val="32000"/>
              </a:srgbClr>
            </a:solidFill>
            <a:ln>
              <a:noFill/>
            </a:ln>
          </p:spPr>
          <p:txBody>
            <a:bodyPr anchor="ctr"/>
            <a:lstStyle/>
            <a:p>
              <a:pPr algn="ctr">
                <a:buNone/>
              </a:pPr>
            </a:p>
          </p:txBody>
        </p:sp>
        <p:sp>
          <p:nvSpPr>
            <p:cNvPr id="3077" name="addition:input:200"/>
            <p:cNvSpPr>
              <a:spLocks noGrp="1"/>
            </p:cNvSpPr>
            <p:nvPr/>
          </p:nvSpPr>
          <p:spPr>
            <a:xfrm>
              <a:off x="209550" y="5438775"/>
              <a:ext cx="1894454" cy="776051"/>
            </a:xfrm>
            <a:custGeom>
              <a:avLst/>
              <a:gdLst/>
              <a:ahLst/>
              <a:cxnLst/>
              <a:rect l="l" t="t" r="r" b="b"/>
              <a:pathLst>
                <a:path w="1151" h="414">
                  <a:moveTo>
                    <a:pt x="0" y="0"/>
                  </a:moveTo>
                  <a:moveTo>
                    <a:pt x="1145" y="385"/>
                  </a:moveTo>
                  <a:lnTo>
                    <a:pt x="1146" y="387"/>
                  </a:lnTo>
                  <a:lnTo>
                    <a:pt x="1148" y="390"/>
                  </a:lnTo>
                  <a:lnTo>
                    <a:pt x="1150" y="393"/>
                  </a:lnTo>
                  <a:lnTo>
                    <a:pt x="1151" y="396"/>
                  </a:lnTo>
                  <a:lnTo>
                    <a:pt x="1150" y="398"/>
                  </a:lnTo>
                  <a:lnTo>
                    <a:pt x="1148" y="400"/>
                  </a:lnTo>
                  <a:lnTo>
                    <a:pt x="1145" y="401"/>
                  </a:lnTo>
                  <a:lnTo>
                    <a:pt x="1143" y="403"/>
                  </a:lnTo>
                  <a:lnTo>
                    <a:pt x="1140" y="403"/>
                  </a:lnTo>
                  <a:lnTo>
                    <a:pt x="1137" y="403"/>
                  </a:lnTo>
                  <a:lnTo>
                    <a:pt x="1134" y="403"/>
                  </a:lnTo>
                  <a:lnTo>
                    <a:pt x="1132" y="404"/>
                  </a:lnTo>
                  <a:lnTo>
                    <a:pt x="1130" y="408"/>
                  </a:lnTo>
                  <a:lnTo>
                    <a:pt x="1129" y="411"/>
                  </a:lnTo>
                  <a:lnTo>
                    <a:pt x="1126" y="414"/>
                  </a:lnTo>
                  <a:lnTo>
                    <a:pt x="1123" y="414"/>
                  </a:lnTo>
                  <a:lnTo>
                    <a:pt x="1119" y="413"/>
                  </a:lnTo>
                  <a:lnTo>
                    <a:pt x="1116" y="411"/>
                  </a:lnTo>
                  <a:lnTo>
                    <a:pt x="1113" y="411"/>
                  </a:lnTo>
                  <a:lnTo>
                    <a:pt x="1109" y="411"/>
                  </a:lnTo>
                  <a:lnTo>
                    <a:pt x="1106" y="411"/>
                  </a:lnTo>
                  <a:lnTo>
                    <a:pt x="1103" y="410"/>
                  </a:lnTo>
                  <a:lnTo>
                    <a:pt x="1101" y="407"/>
                  </a:lnTo>
                  <a:lnTo>
                    <a:pt x="1099" y="406"/>
                  </a:lnTo>
                  <a:lnTo>
                    <a:pt x="1096" y="404"/>
                  </a:lnTo>
                  <a:lnTo>
                    <a:pt x="1094" y="403"/>
                  </a:lnTo>
                  <a:lnTo>
                    <a:pt x="1092" y="401"/>
                  </a:lnTo>
                  <a:lnTo>
                    <a:pt x="1091" y="399"/>
                  </a:lnTo>
                  <a:lnTo>
                    <a:pt x="1090" y="398"/>
                  </a:lnTo>
                  <a:lnTo>
                    <a:pt x="1087" y="397"/>
                  </a:lnTo>
                  <a:lnTo>
                    <a:pt x="1082" y="395"/>
                  </a:lnTo>
                  <a:lnTo>
                    <a:pt x="1079" y="393"/>
                  </a:lnTo>
                  <a:lnTo>
                    <a:pt x="1079" y="391"/>
                  </a:lnTo>
                  <a:lnTo>
                    <a:pt x="1082" y="388"/>
                  </a:lnTo>
                  <a:lnTo>
                    <a:pt x="1086" y="385"/>
                  </a:lnTo>
                  <a:lnTo>
                    <a:pt x="1089" y="383"/>
                  </a:lnTo>
                  <a:lnTo>
                    <a:pt x="1090" y="381"/>
                  </a:lnTo>
                  <a:lnTo>
                    <a:pt x="1090" y="379"/>
                  </a:lnTo>
                  <a:lnTo>
                    <a:pt x="1090" y="376"/>
                  </a:lnTo>
                  <a:lnTo>
                    <a:pt x="1092" y="374"/>
                  </a:lnTo>
                  <a:lnTo>
                    <a:pt x="1093" y="372"/>
                  </a:lnTo>
                  <a:lnTo>
                    <a:pt x="1094" y="370"/>
                  </a:lnTo>
                  <a:lnTo>
                    <a:pt x="1094" y="367"/>
                  </a:lnTo>
                  <a:lnTo>
                    <a:pt x="1096" y="365"/>
                  </a:lnTo>
                  <a:lnTo>
                    <a:pt x="1099" y="364"/>
                  </a:lnTo>
                  <a:lnTo>
                    <a:pt x="1102" y="363"/>
                  </a:lnTo>
                  <a:lnTo>
                    <a:pt x="1104" y="362"/>
                  </a:lnTo>
                  <a:lnTo>
                    <a:pt x="1106" y="360"/>
                  </a:lnTo>
                  <a:lnTo>
                    <a:pt x="1108" y="358"/>
                  </a:lnTo>
                  <a:lnTo>
                    <a:pt x="1111" y="357"/>
                  </a:lnTo>
                  <a:lnTo>
                    <a:pt x="1114" y="359"/>
                  </a:lnTo>
                  <a:lnTo>
                    <a:pt x="1116" y="362"/>
                  </a:lnTo>
                  <a:lnTo>
                    <a:pt x="1118" y="364"/>
                  </a:lnTo>
                  <a:lnTo>
                    <a:pt x="1120" y="364"/>
                  </a:lnTo>
                  <a:lnTo>
                    <a:pt x="1123" y="362"/>
                  </a:lnTo>
                  <a:lnTo>
                    <a:pt x="1126" y="360"/>
                  </a:lnTo>
                  <a:lnTo>
                    <a:pt x="1129" y="360"/>
                  </a:lnTo>
                  <a:lnTo>
                    <a:pt x="1131" y="360"/>
                  </a:lnTo>
                  <a:lnTo>
                    <a:pt x="1134" y="361"/>
                  </a:lnTo>
                  <a:lnTo>
                    <a:pt x="1136" y="362"/>
                  </a:lnTo>
                  <a:lnTo>
                    <a:pt x="1139" y="364"/>
                  </a:lnTo>
                  <a:lnTo>
                    <a:pt x="1139" y="367"/>
                  </a:lnTo>
                  <a:lnTo>
                    <a:pt x="1139" y="370"/>
                  </a:lnTo>
                  <a:lnTo>
                    <a:pt x="1138" y="373"/>
                  </a:lnTo>
                  <a:lnTo>
                    <a:pt x="1140" y="375"/>
                  </a:lnTo>
                  <a:lnTo>
                    <a:pt x="1143" y="376"/>
                  </a:lnTo>
                  <a:lnTo>
                    <a:pt x="1146" y="378"/>
                  </a:lnTo>
                  <a:lnTo>
                    <a:pt x="1147" y="380"/>
                  </a:lnTo>
                  <a:lnTo>
                    <a:pt x="1146" y="383"/>
                  </a:lnTo>
                  <a:close/>
                </a:path>
              </a:pathLst>
            </a:custGeom>
            <a:solidFill>
              <a:srgbClr val="CC79A7">
                <a:alpha val="32000"/>
              </a:srgbClr>
            </a:solidFill>
            <a:ln>
              <a:noFill/>
            </a:ln>
          </p:spPr>
          <p:txBody>
            <a:bodyPr anchor="ctr"/>
            <a:lstStyle/>
            <a:p>
              <a:pPr algn="ctr">
                <a:buNone/>
              </a:pPr>
            </a:p>
          </p:txBody>
        </p:sp>
        <p:sp>
          <p:nvSpPr>
            <p:cNvPr id="3078" name="addition:input:201"/>
            <p:cNvSpPr>
              <a:spLocks noGrp="1"/>
            </p:cNvSpPr>
            <p:nvPr/>
          </p:nvSpPr>
          <p:spPr>
            <a:xfrm>
              <a:off x="209550" y="5438775"/>
              <a:ext cx="1978396" cy="734812"/>
            </a:xfrm>
            <a:custGeom>
              <a:avLst/>
              <a:gdLst/>
              <a:ahLst/>
              <a:cxnLst/>
              <a:rect l="l" t="t" r="r" b="b"/>
              <a:pathLst>
                <a:path w="1202" h="392">
                  <a:moveTo>
                    <a:pt x="0" y="0"/>
                  </a:moveTo>
                  <a:moveTo>
                    <a:pt x="1200" y="367"/>
                  </a:moveTo>
                  <a:lnTo>
                    <a:pt x="1200" y="369"/>
                  </a:lnTo>
                  <a:lnTo>
                    <a:pt x="1201" y="371"/>
                  </a:lnTo>
                  <a:lnTo>
                    <a:pt x="1202" y="374"/>
                  </a:lnTo>
                  <a:lnTo>
                    <a:pt x="1201" y="376"/>
                  </a:lnTo>
                  <a:lnTo>
                    <a:pt x="1200" y="377"/>
                  </a:lnTo>
                  <a:lnTo>
                    <a:pt x="1200" y="379"/>
                  </a:lnTo>
                  <a:lnTo>
                    <a:pt x="1200" y="382"/>
                  </a:lnTo>
                  <a:lnTo>
                    <a:pt x="1200" y="384"/>
                  </a:lnTo>
                  <a:lnTo>
                    <a:pt x="1198" y="386"/>
                  </a:lnTo>
                  <a:lnTo>
                    <a:pt x="1195" y="385"/>
                  </a:lnTo>
                  <a:lnTo>
                    <a:pt x="1192" y="384"/>
                  </a:lnTo>
                  <a:lnTo>
                    <a:pt x="1189" y="383"/>
                  </a:lnTo>
                  <a:lnTo>
                    <a:pt x="1188" y="385"/>
                  </a:lnTo>
                  <a:lnTo>
                    <a:pt x="1187" y="387"/>
                  </a:lnTo>
                  <a:lnTo>
                    <a:pt x="1186" y="390"/>
                  </a:lnTo>
                  <a:lnTo>
                    <a:pt x="1183" y="391"/>
                  </a:lnTo>
                  <a:lnTo>
                    <a:pt x="1181" y="392"/>
                  </a:lnTo>
                  <a:lnTo>
                    <a:pt x="1178" y="392"/>
                  </a:lnTo>
                  <a:lnTo>
                    <a:pt x="1176" y="392"/>
                  </a:lnTo>
                  <a:lnTo>
                    <a:pt x="1173" y="392"/>
                  </a:lnTo>
                  <a:lnTo>
                    <a:pt x="1171" y="390"/>
                  </a:lnTo>
                  <a:lnTo>
                    <a:pt x="1169" y="388"/>
                  </a:lnTo>
                  <a:lnTo>
                    <a:pt x="1167" y="386"/>
                  </a:lnTo>
                  <a:lnTo>
                    <a:pt x="1165" y="385"/>
                  </a:lnTo>
                  <a:lnTo>
                    <a:pt x="1163" y="385"/>
                  </a:lnTo>
                  <a:lnTo>
                    <a:pt x="1160" y="384"/>
                  </a:lnTo>
                  <a:lnTo>
                    <a:pt x="1158" y="382"/>
                  </a:lnTo>
                  <a:lnTo>
                    <a:pt x="1158" y="380"/>
                  </a:lnTo>
                  <a:lnTo>
                    <a:pt x="1158" y="378"/>
                  </a:lnTo>
                  <a:lnTo>
                    <a:pt x="1157" y="376"/>
                  </a:lnTo>
                  <a:lnTo>
                    <a:pt x="1154" y="375"/>
                  </a:lnTo>
                  <a:lnTo>
                    <a:pt x="1151" y="374"/>
                  </a:lnTo>
                  <a:lnTo>
                    <a:pt x="1149" y="372"/>
                  </a:lnTo>
                  <a:lnTo>
                    <a:pt x="1149" y="370"/>
                  </a:lnTo>
                  <a:lnTo>
                    <a:pt x="1150" y="367"/>
                  </a:lnTo>
                  <a:lnTo>
                    <a:pt x="1152" y="365"/>
                  </a:lnTo>
                  <a:lnTo>
                    <a:pt x="1153" y="363"/>
                  </a:lnTo>
                  <a:lnTo>
                    <a:pt x="1155" y="361"/>
                  </a:lnTo>
                  <a:lnTo>
                    <a:pt x="1158" y="360"/>
                  </a:lnTo>
                  <a:lnTo>
                    <a:pt x="1160" y="359"/>
                  </a:lnTo>
                  <a:lnTo>
                    <a:pt x="1161" y="357"/>
                  </a:lnTo>
                  <a:lnTo>
                    <a:pt x="1161" y="355"/>
                  </a:lnTo>
                  <a:lnTo>
                    <a:pt x="1160" y="352"/>
                  </a:lnTo>
                  <a:lnTo>
                    <a:pt x="1161" y="349"/>
                  </a:lnTo>
                  <a:lnTo>
                    <a:pt x="1163" y="348"/>
                  </a:lnTo>
                  <a:lnTo>
                    <a:pt x="1166" y="348"/>
                  </a:lnTo>
                  <a:lnTo>
                    <a:pt x="1169" y="347"/>
                  </a:lnTo>
                  <a:lnTo>
                    <a:pt x="1171" y="346"/>
                  </a:lnTo>
                  <a:lnTo>
                    <a:pt x="1172" y="344"/>
                  </a:lnTo>
                  <a:lnTo>
                    <a:pt x="1174" y="343"/>
                  </a:lnTo>
                  <a:lnTo>
                    <a:pt x="1177" y="343"/>
                  </a:lnTo>
                  <a:lnTo>
                    <a:pt x="1179" y="345"/>
                  </a:lnTo>
                  <a:lnTo>
                    <a:pt x="1181" y="346"/>
                  </a:lnTo>
                  <a:lnTo>
                    <a:pt x="1182" y="346"/>
                  </a:lnTo>
                  <a:lnTo>
                    <a:pt x="1184" y="347"/>
                  </a:lnTo>
                  <a:lnTo>
                    <a:pt x="1186" y="347"/>
                  </a:lnTo>
                  <a:lnTo>
                    <a:pt x="1187" y="348"/>
                  </a:lnTo>
                  <a:lnTo>
                    <a:pt x="1189" y="349"/>
                  </a:lnTo>
                  <a:lnTo>
                    <a:pt x="1191" y="348"/>
                  </a:lnTo>
                  <a:lnTo>
                    <a:pt x="1194" y="347"/>
                  </a:lnTo>
                  <a:lnTo>
                    <a:pt x="1197" y="348"/>
                  </a:lnTo>
                  <a:lnTo>
                    <a:pt x="1198" y="350"/>
                  </a:lnTo>
                  <a:lnTo>
                    <a:pt x="1198" y="353"/>
                  </a:lnTo>
                  <a:lnTo>
                    <a:pt x="1196" y="356"/>
                  </a:lnTo>
                  <a:lnTo>
                    <a:pt x="1196" y="358"/>
                  </a:lnTo>
                  <a:lnTo>
                    <a:pt x="1197" y="360"/>
                  </a:lnTo>
                  <a:lnTo>
                    <a:pt x="1198" y="361"/>
                  </a:lnTo>
                  <a:lnTo>
                    <a:pt x="1200" y="363"/>
                  </a:lnTo>
                  <a:lnTo>
                    <a:pt x="1200" y="365"/>
                  </a:lnTo>
                  <a:close/>
                </a:path>
              </a:pathLst>
            </a:custGeom>
            <a:solidFill>
              <a:srgbClr val="DA9FC0">
                <a:alpha val="24000"/>
              </a:srgbClr>
            </a:solidFill>
            <a:ln>
              <a:noFill/>
            </a:ln>
          </p:spPr>
          <p:txBody>
            <a:bodyPr anchor="ctr"/>
            <a:lstStyle/>
            <a:p>
              <a:pPr algn="ctr">
                <a:buNone/>
              </a:pPr>
            </a:p>
          </p:txBody>
        </p:sp>
        <p:sp>
          <p:nvSpPr>
            <p:cNvPr id="3079" name="addition:input:202"/>
            <p:cNvSpPr>
              <a:spLocks noGrp="1"/>
            </p:cNvSpPr>
            <p:nvPr/>
          </p:nvSpPr>
          <p:spPr>
            <a:xfrm>
              <a:off x="209550" y="5438775"/>
              <a:ext cx="1935602" cy="851032"/>
            </a:xfrm>
            <a:custGeom>
              <a:avLst/>
              <a:gdLst/>
              <a:ahLst/>
              <a:cxnLst/>
              <a:rect l="l" t="t" r="r" b="b"/>
              <a:pathLst>
                <a:path w="1176" h="454">
                  <a:moveTo>
                    <a:pt x="0" y="0"/>
                  </a:moveTo>
                  <a:moveTo>
                    <a:pt x="1174" y="426"/>
                  </a:moveTo>
                  <a:lnTo>
                    <a:pt x="1175" y="428"/>
                  </a:lnTo>
                  <a:lnTo>
                    <a:pt x="1175" y="431"/>
                  </a:lnTo>
                  <a:lnTo>
                    <a:pt x="1176" y="434"/>
                  </a:lnTo>
                  <a:lnTo>
                    <a:pt x="1175" y="436"/>
                  </a:lnTo>
                  <a:lnTo>
                    <a:pt x="1173" y="438"/>
                  </a:lnTo>
                  <a:lnTo>
                    <a:pt x="1170" y="439"/>
                  </a:lnTo>
                  <a:lnTo>
                    <a:pt x="1166" y="439"/>
                  </a:lnTo>
                  <a:lnTo>
                    <a:pt x="1164" y="440"/>
                  </a:lnTo>
                  <a:lnTo>
                    <a:pt x="1163" y="442"/>
                  </a:lnTo>
                  <a:lnTo>
                    <a:pt x="1163" y="445"/>
                  </a:lnTo>
                  <a:lnTo>
                    <a:pt x="1162" y="448"/>
                  </a:lnTo>
                  <a:lnTo>
                    <a:pt x="1160" y="450"/>
                  </a:lnTo>
                  <a:lnTo>
                    <a:pt x="1157" y="450"/>
                  </a:lnTo>
                  <a:lnTo>
                    <a:pt x="1154" y="450"/>
                  </a:lnTo>
                  <a:lnTo>
                    <a:pt x="1151" y="451"/>
                  </a:lnTo>
                  <a:lnTo>
                    <a:pt x="1149" y="453"/>
                  </a:lnTo>
                  <a:lnTo>
                    <a:pt x="1146" y="454"/>
                  </a:lnTo>
                  <a:lnTo>
                    <a:pt x="1143" y="454"/>
                  </a:lnTo>
                  <a:lnTo>
                    <a:pt x="1140" y="453"/>
                  </a:lnTo>
                  <a:lnTo>
                    <a:pt x="1138" y="451"/>
                  </a:lnTo>
                  <a:lnTo>
                    <a:pt x="1135" y="451"/>
                  </a:lnTo>
                  <a:lnTo>
                    <a:pt x="1133" y="449"/>
                  </a:lnTo>
                  <a:lnTo>
                    <a:pt x="1131" y="447"/>
                  </a:lnTo>
                  <a:lnTo>
                    <a:pt x="1131" y="444"/>
                  </a:lnTo>
                  <a:lnTo>
                    <a:pt x="1130" y="443"/>
                  </a:lnTo>
                  <a:lnTo>
                    <a:pt x="1127" y="442"/>
                  </a:lnTo>
                  <a:lnTo>
                    <a:pt x="1123" y="443"/>
                  </a:lnTo>
                  <a:lnTo>
                    <a:pt x="1119" y="443"/>
                  </a:lnTo>
                  <a:lnTo>
                    <a:pt x="1117" y="442"/>
                  </a:lnTo>
                  <a:lnTo>
                    <a:pt x="1117" y="439"/>
                  </a:lnTo>
                  <a:lnTo>
                    <a:pt x="1119" y="436"/>
                  </a:lnTo>
                  <a:lnTo>
                    <a:pt x="1120" y="433"/>
                  </a:lnTo>
                  <a:lnTo>
                    <a:pt x="1120" y="430"/>
                  </a:lnTo>
                  <a:lnTo>
                    <a:pt x="1120" y="428"/>
                  </a:lnTo>
                  <a:lnTo>
                    <a:pt x="1121" y="426"/>
                  </a:lnTo>
                  <a:lnTo>
                    <a:pt x="1122" y="424"/>
                  </a:lnTo>
                  <a:lnTo>
                    <a:pt x="1123" y="422"/>
                  </a:lnTo>
                  <a:lnTo>
                    <a:pt x="1123" y="419"/>
                  </a:lnTo>
                  <a:lnTo>
                    <a:pt x="1123" y="417"/>
                  </a:lnTo>
                  <a:lnTo>
                    <a:pt x="1123" y="415"/>
                  </a:lnTo>
                  <a:lnTo>
                    <a:pt x="1125" y="413"/>
                  </a:lnTo>
                  <a:lnTo>
                    <a:pt x="1127" y="411"/>
                  </a:lnTo>
                  <a:lnTo>
                    <a:pt x="1128" y="410"/>
                  </a:lnTo>
                  <a:lnTo>
                    <a:pt x="1128" y="406"/>
                  </a:lnTo>
                  <a:lnTo>
                    <a:pt x="1128" y="403"/>
                  </a:lnTo>
                  <a:lnTo>
                    <a:pt x="1129" y="401"/>
                  </a:lnTo>
                  <a:lnTo>
                    <a:pt x="1132" y="400"/>
                  </a:lnTo>
                  <a:lnTo>
                    <a:pt x="1136" y="402"/>
                  </a:lnTo>
                  <a:lnTo>
                    <a:pt x="1138" y="404"/>
                  </a:lnTo>
                  <a:lnTo>
                    <a:pt x="1140" y="404"/>
                  </a:lnTo>
                  <a:lnTo>
                    <a:pt x="1142" y="403"/>
                  </a:lnTo>
                  <a:lnTo>
                    <a:pt x="1143" y="402"/>
                  </a:lnTo>
                  <a:lnTo>
                    <a:pt x="1145" y="402"/>
                  </a:lnTo>
                  <a:lnTo>
                    <a:pt x="1147" y="401"/>
                  </a:lnTo>
                  <a:lnTo>
                    <a:pt x="1150" y="400"/>
                  </a:lnTo>
                  <a:lnTo>
                    <a:pt x="1152" y="399"/>
                  </a:lnTo>
                  <a:lnTo>
                    <a:pt x="1155" y="399"/>
                  </a:lnTo>
                  <a:lnTo>
                    <a:pt x="1157" y="401"/>
                  </a:lnTo>
                  <a:lnTo>
                    <a:pt x="1158" y="404"/>
                  </a:lnTo>
                  <a:lnTo>
                    <a:pt x="1159" y="406"/>
                  </a:lnTo>
                  <a:lnTo>
                    <a:pt x="1161" y="408"/>
                  </a:lnTo>
                  <a:lnTo>
                    <a:pt x="1164" y="409"/>
                  </a:lnTo>
                  <a:lnTo>
                    <a:pt x="1166" y="410"/>
                  </a:lnTo>
                  <a:lnTo>
                    <a:pt x="1168" y="412"/>
                  </a:lnTo>
                  <a:lnTo>
                    <a:pt x="1167" y="415"/>
                  </a:lnTo>
                  <a:lnTo>
                    <a:pt x="1167" y="418"/>
                  </a:lnTo>
                  <a:lnTo>
                    <a:pt x="1167" y="420"/>
                  </a:lnTo>
                  <a:lnTo>
                    <a:pt x="1169" y="422"/>
                  </a:lnTo>
                  <a:lnTo>
                    <a:pt x="1172" y="424"/>
                  </a:lnTo>
                  <a:close/>
                </a:path>
              </a:pathLst>
            </a:custGeom>
            <a:solidFill>
              <a:srgbClr val="DA9FC0">
                <a:alpha val="24000"/>
              </a:srgbClr>
            </a:solidFill>
            <a:ln>
              <a:noFill/>
            </a:ln>
          </p:spPr>
          <p:txBody>
            <a:bodyPr anchor="ctr"/>
            <a:lstStyle/>
            <a:p>
              <a:pPr algn="ctr">
                <a:buNone/>
              </a:pPr>
            </a:p>
          </p:txBody>
        </p:sp>
        <p:sp>
          <p:nvSpPr>
            <p:cNvPr id="3080" name="addition:input:203"/>
            <p:cNvSpPr>
              <a:spLocks noGrp="1"/>
            </p:cNvSpPr>
            <p:nvPr/>
          </p:nvSpPr>
          <p:spPr>
            <a:xfrm>
              <a:off x="209550" y="5438775"/>
              <a:ext cx="1812158" cy="881024"/>
            </a:xfrm>
            <a:custGeom>
              <a:avLst/>
              <a:gdLst/>
              <a:ahLst/>
              <a:cxnLst/>
              <a:rect l="l" t="t" r="r" b="b"/>
              <a:pathLst>
                <a:path w="1101" h="470">
                  <a:moveTo>
                    <a:pt x="0" y="0"/>
                  </a:moveTo>
                  <a:moveTo>
                    <a:pt x="1094" y="442"/>
                  </a:moveTo>
                  <a:lnTo>
                    <a:pt x="1094" y="444"/>
                  </a:lnTo>
                  <a:lnTo>
                    <a:pt x="1094" y="446"/>
                  </a:lnTo>
                  <a:lnTo>
                    <a:pt x="1093" y="448"/>
                  </a:lnTo>
                  <a:lnTo>
                    <a:pt x="1092" y="450"/>
                  </a:lnTo>
                  <a:lnTo>
                    <a:pt x="1091" y="453"/>
                  </a:lnTo>
                  <a:lnTo>
                    <a:pt x="1091" y="455"/>
                  </a:lnTo>
                  <a:lnTo>
                    <a:pt x="1090" y="458"/>
                  </a:lnTo>
                  <a:lnTo>
                    <a:pt x="1089" y="460"/>
                  </a:lnTo>
                  <a:lnTo>
                    <a:pt x="1087" y="461"/>
                  </a:lnTo>
                  <a:lnTo>
                    <a:pt x="1085" y="463"/>
                  </a:lnTo>
                  <a:lnTo>
                    <a:pt x="1084" y="465"/>
                  </a:lnTo>
                  <a:lnTo>
                    <a:pt x="1083" y="468"/>
                  </a:lnTo>
                  <a:lnTo>
                    <a:pt x="1081" y="470"/>
                  </a:lnTo>
                  <a:lnTo>
                    <a:pt x="1078" y="469"/>
                  </a:lnTo>
                  <a:lnTo>
                    <a:pt x="1075" y="466"/>
                  </a:lnTo>
                  <a:lnTo>
                    <a:pt x="1073" y="464"/>
                  </a:lnTo>
                  <a:lnTo>
                    <a:pt x="1071" y="464"/>
                  </a:lnTo>
                  <a:lnTo>
                    <a:pt x="1070" y="465"/>
                  </a:lnTo>
                  <a:lnTo>
                    <a:pt x="1068" y="467"/>
                  </a:lnTo>
                  <a:lnTo>
                    <a:pt x="1065" y="468"/>
                  </a:lnTo>
                  <a:lnTo>
                    <a:pt x="1063" y="468"/>
                  </a:lnTo>
                  <a:lnTo>
                    <a:pt x="1061" y="468"/>
                  </a:lnTo>
                  <a:lnTo>
                    <a:pt x="1058" y="468"/>
                  </a:lnTo>
                  <a:lnTo>
                    <a:pt x="1056" y="467"/>
                  </a:lnTo>
                  <a:lnTo>
                    <a:pt x="1054" y="464"/>
                  </a:lnTo>
                  <a:lnTo>
                    <a:pt x="1054" y="461"/>
                  </a:lnTo>
                  <a:lnTo>
                    <a:pt x="1053" y="458"/>
                  </a:lnTo>
                  <a:lnTo>
                    <a:pt x="1052" y="456"/>
                  </a:lnTo>
                  <a:lnTo>
                    <a:pt x="1050" y="455"/>
                  </a:lnTo>
                  <a:lnTo>
                    <a:pt x="1047" y="453"/>
                  </a:lnTo>
                  <a:lnTo>
                    <a:pt x="1046" y="451"/>
                  </a:lnTo>
                  <a:lnTo>
                    <a:pt x="1046" y="448"/>
                  </a:lnTo>
                  <a:lnTo>
                    <a:pt x="1047" y="446"/>
                  </a:lnTo>
                  <a:lnTo>
                    <a:pt x="1047" y="444"/>
                  </a:lnTo>
                  <a:lnTo>
                    <a:pt x="1045" y="442"/>
                  </a:lnTo>
                  <a:lnTo>
                    <a:pt x="1042" y="439"/>
                  </a:lnTo>
                  <a:lnTo>
                    <a:pt x="1040" y="436"/>
                  </a:lnTo>
                  <a:lnTo>
                    <a:pt x="1040" y="434"/>
                  </a:lnTo>
                  <a:lnTo>
                    <a:pt x="1041" y="431"/>
                  </a:lnTo>
                  <a:lnTo>
                    <a:pt x="1042" y="429"/>
                  </a:lnTo>
                  <a:lnTo>
                    <a:pt x="1044" y="427"/>
                  </a:lnTo>
                  <a:lnTo>
                    <a:pt x="1046" y="426"/>
                  </a:lnTo>
                  <a:lnTo>
                    <a:pt x="1049" y="425"/>
                  </a:lnTo>
                  <a:lnTo>
                    <a:pt x="1052" y="425"/>
                  </a:lnTo>
                  <a:lnTo>
                    <a:pt x="1055" y="424"/>
                  </a:lnTo>
                  <a:lnTo>
                    <a:pt x="1055" y="422"/>
                  </a:lnTo>
                  <a:lnTo>
                    <a:pt x="1056" y="418"/>
                  </a:lnTo>
                  <a:lnTo>
                    <a:pt x="1057" y="415"/>
                  </a:lnTo>
                  <a:lnTo>
                    <a:pt x="1060" y="413"/>
                  </a:lnTo>
                  <a:lnTo>
                    <a:pt x="1063" y="414"/>
                  </a:lnTo>
                  <a:lnTo>
                    <a:pt x="1066" y="415"/>
                  </a:lnTo>
                  <a:lnTo>
                    <a:pt x="1069" y="415"/>
                  </a:lnTo>
                  <a:lnTo>
                    <a:pt x="1072" y="414"/>
                  </a:lnTo>
                  <a:lnTo>
                    <a:pt x="1075" y="413"/>
                  </a:lnTo>
                  <a:lnTo>
                    <a:pt x="1078" y="414"/>
                  </a:lnTo>
                  <a:lnTo>
                    <a:pt x="1080" y="416"/>
                  </a:lnTo>
                  <a:lnTo>
                    <a:pt x="1082" y="418"/>
                  </a:lnTo>
                  <a:lnTo>
                    <a:pt x="1084" y="419"/>
                  </a:lnTo>
                  <a:lnTo>
                    <a:pt x="1086" y="420"/>
                  </a:lnTo>
                  <a:lnTo>
                    <a:pt x="1088" y="422"/>
                  </a:lnTo>
                  <a:lnTo>
                    <a:pt x="1089" y="424"/>
                  </a:lnTo>
                  <a:lnTo>
                    <a:pt x="1090" y="426"/>
                  </a:lnTo>
                  <a:lnTo>
                    <a:pt x="1092" y="427"/>
                  </a:lnTo>
                  <a:lnTo>
                    <a:pt x="1096" y="427"/>
                  </a:lnTo>
                  <a:lnTo>
                    <a:pt x="1100" y="428"/>
                  </a:lnTo>
                  <a:lnTo>
                    <a:pt x="1101" y="430"/>
                  </a:lnTo>
                  <a:lnTo>
                    <a:pt x="1100" y="434"/>
                  </a:lnTo>
                  <a:lnTo>
                    <a:pt x="1097" y="437"/>
                  </a:lnTo>
                  <a:lnTo>
                    <a:pt x="1095" y="439"/>
                  </a:lnTo>
                  <a:close/>
                </a:path>
              </a:pathLst>
            </a:custGeom>
            <a:solidFill>
              <a:srgbClr val="DA9FC0">
                <a:alpha val="24000"/>
              </a:srgbClr>
            </a:solidFill>
            <a:ln>
              <a:noFill/>
            </a:ln>
          </p:spPr>
          <p:txBody>
            <a:bodyPr anchor="ctr"/>
            <a:lstStyle/>
            <a:p>
              <a:pPr algn="ctr">
                <a:buNone/>
              </a:pPr>
            </a:p>
          </p:txBody>
        </p:sp>
        <p:sp>
          <p:nvSpPr>
            <p:cNvPr id="3081" name="addition:input:204"/>
            <p:cNvSpPr>
              <a:spLocks noGrp="1"/>
            </p:cNvSpPr>
            <p:nvPr/>
          </p:nvSpPr>
          <p:spPr>
            <a:xfrm>
              <a:off x="209550" y="5438775"/>
              <a:ext cx="1692006" cy="828538"/>
            </a:xfrm>
            <a:custGeom>
              <a:avLst/>
              <a:gdLst/>
              <a:ahLst/>
              <a:cxnLst/>
              <a:rect l="l" t="t" r="r" b="b"/>
              <a:pathLst>
                <a:path w="1028" h="442">
                  <a:moveTo>
                    <a:pt x="0" y="0"/>
                  </a:moveTo>
                  <a:moveTo>
                    <a:pt x="1028" y="413"/>
                  </a:moveTo>
                  <a:lnTo>
                    <a:pt x="1028" y="416"/>
                  </a:lnTo>
                  <a:lnTo>
                    <a:pt x="1026" y="418"/>
                  </a:lnTo>
                  <a:lnTo>
                    <a:pt x="1025" y="420"/>
                  </a:lnTo>
                  <a:lnTo>
                    <a:pt x="1025" y="423"/>
                  </a:lnTo>
                  <a:lnTo>
                    <a:pt x="1024" y="425"/>
                  </a:lnTo>
                  <a:lnTo>
                    <a:pt x="1023" y="427"/>
                  </a:lnTo>
                  <a:lnTo>
                    <a:pt x="1020" y="428"/>
                  </a:lnTo>
                  <a:lnTo>
                    <a:pt x="1017" y="429"/>
                  </a:lnTo>
                  <a:lnTo>
                    <a:pt x="1015" y="429"/>
                  </a:lnTo>
                  <a:lnTo>
                    <a:pt x="1014" y="431"/>
                  </a:lnTo>
                  <a:lnTo>
                    <a:pt x="1013" y="435"/>
                  </a:lnTo>
                  <a:lnTo>
                    <a:pt x="1012" y="439"/>
                  </a:lnTo>
                  <a:lnTo>
                    <a:pt x="1011" y="441"/>
                  </a:lnTo>
                  <a:lnTo>
                    <a:pt x="1008" y="442"/>
                  </a:lnTo>
                  <a:lnTo>
                    <a:pt x="1005" y="442"/>
                  </a:lnTo>
                  <a:lnTo>
                    <a:pt x="1003" y="441"/>
                  </a:lnTo>
                  <a:lnTo>
                    <a:pt x="1000" y="441"/>
                  </a:lnTo>
                  <a:lnTo>
                    <a:pt x="998" y="440"/>
                  </a:lnTo>
                  <a:lnTo>
                    <a:pt x="996" y="438"/>
                  </a:lnTo>
                  <a:lnTo>
                    <a:pt x="995" y="436"/>
                  </a:lnTo>
                  <a:lnTo>
                    <a:pt x="993" y="436"/>
                  </a:lnTo>
                  <a:lnTo>
                    <a:pt x="991" y="437"/>
                  </a:lnTo>
                  <a:lnTo>
                    <a:pt x="988" y="437"/>
                  </a:lnTo>
                  <a:lnTo>
                    <a:pt x="986" y="437"/>
                  </a:lnTo>
                  <a:lnTo>
                    <a:pt x="985" y="434"/>
                  </a:lnTo>
                  <a:lnTo>
                    <a:pt x="985" y="432"/>
                  </a:lnTo>
                  <a:lnTo>
                    <a:pt x="984" y="430"/>
                  </a:lnTo>
                  <a:lnTo>
                    <a:pt x="982" y="429"/>
                  </a:lnTo>
                  <a:lnTo>
                    <a:pt x="979" y="429"/>
                  </a:lnTo>
                  <a:lnTo>
                    <a:pt x="978" y="427"/>
                  </a:lnTo>
                  <a:lnTo>
                    <a:pt x="978" y="424"/>
                  </a:lnTo>
                  <a:lnTo>
                    <a:pt x="979" y="420"/>
                  </a:lnTo>
                  <a:lnTo>
                    <a:pt x="981" y="418"/>
                  </a:lnTo>
                  <a:lnTo>
                    <a:pt x="981" y="415"/>
                  </a:lnTo>
                  <a:lnTo>
                    <a:pt x="982" y="413"/>
                  </a:lnTo>
                  <a:lnTo>
                    <a:pt x="982" y="411"/>
                  </a:lnTo>
                  <a:lnTo>
                    <a:pt x="983" y="409"/>
                  </a:lnTo>
                  <a:lnTo>
                    <a:pt x="982" y="407"/>
                  </a:lnTo>
                  <a:lnTo>
                    <a:pt x="981" y="404"/>
                  </a:lnTo>
                  <a:lnTo>
                    <a:pt x="979" y="400"/>
                  </a:lnTo>
                  <a:lnTo>
                    <a:pt x="979" y="397"/>
                  </a:lnTo>
                  <a:lnTo>
                    <a:pt x="980" y="395"/>
                  </a:lnTo>
                  <a:lnTo>
                    <a:pt x="983" y="395"/>
                  </a:lnTo>
                  <a:lnTo>
                    <a:pt x="986" y="394"/>
                  </a:lnTo>
                  <a:lnTo>
                    <a:pt x="987" y="393"/>
                  </a:lnTo>
                  <a:lnTo>
                    <a:pt x="988" y="391"/>
                  </a:lnTo>
                  <a:lnTo>
                    <a:pt x="989" y="389"/>
                  </a:lnTo>
                  <a:lnTo>
                    <a:pt x="991" y="388"/>
                  </a:lnTo>
                  <a:lnTo>
                    <a:pt x="993" y="389"/>
                  </a:lnTo>
                  <a:lnTo>
                    <a:pt x="995" y="389"/>
                  </a:lnTo>
                  <a:lnTo>
                    <a:pt x="996" y="389"/>
                  </a:lnTo>
                  <a:lnTo>
                    <a:pt x="998" y="388"/>
                  </a:lnTo>
                  <a:lnTo>
                    <a:pt x="1000" y="387"/>
                  </a:lnTo>
                  <a:lnTo>
                    <a:pt x="1002" y="387"/>
                  </a:lnTo>
                  <a:lnTo>
                    <a:pt x="1004" y="387"/>
                  </a:lnTo>
                  <a:lnTo>
                    <a:pt x="1007" y="386"/>
                  </a:lnTo>
                  <a:lnTo>
                    <a:pt x="1010" y="385"/>
                  </a:lnTo>
                  <a:lnTo>
                    <a:pt x="1012" y="385"/>
                  </a:lnTo>
                  <a:lnTo>
                    <a:pt x="1014" y="388"/>
                  </a:lnTo>
                  <a:lnTo>
                    <a:pt x="1015" y="392"/>
                  </a:lnTo>
                  <a:lnTo>
                    <a:pt x="1015" y="396"/>
                  </a:lnTo>
                  <a:lnTo>
                    <a:pt x="1015" y="399"/>
                  </a:lnTo>
                  <a:lnTo>
                    <a:pt x="1017" y="400"/>
                  </a:lnTo>
                  <a:lnTo>
                    <a:pt x="1020" y="400"/>
                  </a:lnTo>
                  <a:lnTo>
                    <a:pt x="1023" y="401"/>
                  </a:lnTo>
                  <a:lnTo>
                    <a:pt x="1024" y="404"/>
                  </a:lnTo>
                  <a:lnTo>
                    <a:pt x="1025" y="406"/>
                  </a:lnTo>
                  <a:lnTo>
                    <a:pt x="1026" y="408"/>
                  </a:lnTo>
                  <a:lnTo>
                    <a:pt x="1027" y="411"/>
                  </a:lnTo>
                  <a:close/>
                </a:path>
              </a:pathLst>
            </a:custGeom>
            <a:solidFill>
              <a:srgbClr val="DA9FC0">
                <a:alpha val="24000"/>
              </a:srgbClr>
            </a:solidFill>
            <a:ln>
              <a:noFill/>
            </a:ln>
          </p:spPr>
          <p:txBody>
            <a:bodyPr anchor="ctr"/>
            <a:lstStyle/>
            <a:p>
              <a:pPr algn="ctr">
                <a:buNone/>
              </a:pPr>
            </a:p>
          </p:txBody>
        </p:sp>
        <p:sp>
          <p:nvSpPr>
            <p:cNvPr id="3082" name="addition:input:205"/>
            <p:cNvSpPr>
              <a:spLocks noGrp="1"/>
            </p:cNvSpPr>
            <p:nvPr/>
          </p:nvSpPr>
          <p:spPr>
            <a:xfrm>
              <a:off x="209550" y="5438775"/>
              <a:ext cx="1659087" cy="706694"/>
            </a:xfrm>
            <a:custGeom>
              <a:avLst/>
              <a:gdLst/>
              <a:ahLst/>
              <a:cxnLst/>
              <a:rect l="l" t="t" r="r" b="b"/>
              <a:pathLst>
                <a:path w="1008" h="377">
                  <a:moveTo>
                    <a:pt x="0" y="0"/>
                  </a:moveTo>
                  <a:moveTo>
                    <a:pt x="1006" y="351"/>
                  </a:moveTo>
                  <a:lnTo>
                    <a:pt x="1006" y="353"/>
                  </a:lnTo>
                  <a:lnTo>
                    <a:pt x="1005" y="355"/>
                  </a:lnTo>
                  <a:lnTo>
                    <a:pt x="1004" y="357"/>
                  </a:lnTo>
                  <a:lnTo>
                    <a:pt x="1002" y="359"/>
                  </a:lnTo>
                  <a:lnTo>
                    <a:pt x="1001" y="361"/>
                  </a:lnTo>
                  <a:lnTo>
                    <a:pt x="1000" y="363"/>
                  </a:lnTo>
                  <a:lnTo>
                    <a:pt x="999" y="365"/>
                  </a:lnTo>
                  <a:lnTo>
                    <a:pt x="998" y="366"/>
                  </a:lnTo>
                  <a:lnTo>
                    <a:pt x="996" y="367"/>
                  </a:lnTo>
                  <a:lnTo>
                    <a:pt x="995" y="368"/>
                  </a:lnTo>
                  <a:lnTo>
                    <a:pt x="994" y="371"/>
                  </a:lnTo>
                  <a:lnTo>
                    <a:pt x="993" y="375"/>
                  </a:lnTo>
                  <a:lnTo>
                    <a:pt x="992" y="377"/>
                  </a:lnTo>
                  <a:lnTo>
                    <a:pt x="989" y="377"/>
                  </a:lnTo>
                  <a:lnTo>
                    <a:pt x="987" y="375"/>
                  </a:lnTo>
                  <a:lnTo>
                    <a:pt x="985" y="373"/>
                  </a:lnTo>
                  <a:lnTo>
                    <a:pt x="983" y="372"/>
                  </a:lnTo>
                  <a:lnTo>
                    <a:pt x="982" y="372"/>
                  </a:lnTo>
                  <a:lnTo>
                    <a:pt x="980" y="373"/>
                  </a:lnTo>
                  <a:lnTo>
                    <a:pt x="979" y="373"/>
                  </a:lnTo>
                  <a:lnTo>
                    <a:pt x="977" y="372"/>
                  </a:lnTo>
                  <a:lnTo>
                    <a:pt x="976" y="372"/>
                  </a:lnTo>
                  <a:lnTo>
                    <a:pt x="974" y="373"/>
                  </a:lnTo>
                  <a:lnTo>
                    <a:pt x="972" y="373"/>
                  </a:lnTo>
                  <a:lnTo>
                    <a:pt x="970" y="371"/>
                  </a:lnTo>
                  <a:lnTo>
                    <a:pt x="970" y="369"/>
                  </a:lnTo>
                  <a:lnTo>
                    <a:pt x="970" y="366"/>
                  </a:lnTo>
                  <a:lnTo>
                    <a:pt x="969" y="365"/>
                  </a:lnTo>
                  <a:lnTo>
                    <a:pt x="967" y="364"/>
                  </a:lnTo>
                  <a:lnTo>
                    <a:pt x="965" y="362"/>
                  </a:lnTo>
                  <a:lnTo>
                    <a:pt x="965" y="360"/>
                  </a:lnTo>
                  <a:lnTo>
                    <a:pt x="966" y="357"/>
                  </a:lnTo>
                  <a:lnTo>
                    <a:pt x="967" y="355"/>
                  </a:lnTo>
                  <a:lnTo>
                    <a:pt x="968" y="353"/>
                  </a:lnTo>
                  <a:lnTo>
                    <a:pt x="967" y="351"/>
                  </a:lnTo>
                  <a:lnTo>
                    <a:pt x="965" y="349"/>
                  </a:lnTo>
                  <a:lnTo>
                    <a:pt x="964" y="347"/>
                  </a:lnTo>
                  <a:lnTo>
                    <a:pt x="963" y="344"/>
                  </a:lnTo>
                  <a:lnTo>
                    <a:pt x="963" y="342"/>
                  </a:lnTo>
                  <a:lnTo>
                    <a:pt x="963" y="339"/>
                  </a:lnTo>
                  <a:lnTo>
                    <a:pt x="963" y="337"/>
                  </a:lnTo>
                  <a:lnTo>
                    <a:pt x="964" y="335"/>
                  </a:lnTo>
                  <a:lnTo>
                    <a:pt x="967" y="335"/>
                  </a:lnTo>
                  <a:lnTo>
                    <a:pt x="969" y="335"/>
                  </a:lnTo>
                  <a:lnTo>
                    <a:pt x="971" y="335"/>
                  </a:lnTo>
                  <a:lnTo>
                    <a:pt x="972" y="333"/>
                  </a:lnTo>
                  <a:lnTo>
                    <a:pt x="973" y="331"/>
                  </a:lnTo>
                  <a:lnTo>
                    <a:pt x="974" y="328"/>
                  </a:lnTo>
                  <a:lnTo>
                    <a:pt x="976" y="328"/>
                  </a:lnTo>
                  <a:lnTo>
                    <a:pt x="978" y="328"/>
                  </a:lnTo>
                  <a:lnTo>
                    <a:pt x="980" y="329"/>
                  </a:lnTo>
                  <a:lnTo>
                    <a:pt x="981" y="328"/>
                  </a:lnTo>
                  <a:lnTo>
                    <a:pt x="983" y="326"/>
                  </a:lnTo>
                  <a:lnTo>
                    <a:pt x="986" y="325"/>
                  </a:lnTo>
                  <a:lnTo>
                    <a:pt x="988" y="325"/>
                  </a:lnTo>
                  <a:lnTo>
                    <a:pt x="990" y="326"/>
                  </a:lnTo>
                  <a:lnTo>
                    <a:pt x="992" y="328"/>
                  </a:lnTo>
                  <a:lnTo>
                    <a:pt x="994" y="329"/>
                  </a:lnTo>
                  <a:lnTo>
                    <a:pt x="996" y="331"/>
                  </a:lnTo>
                  <a:lnTo>
                    <a:pt x="997" y="333"/>
                  </a:lnTo>
                  <a:lnTo>
                    <a:pt x="997" y="336"/>
                  </a:lnTo>
                  <a:lnTo>
                    <a:pt x="998" y="338"/>
                  </a:lnTo>
                  <a:lnTo>
                    <a:pt x="999" y="339"/>
                  </a:lnTo>
                  <a:lnTo>
                    <a:pt x="1003" y="339"/>
                  </a:lnTo>
                  <a:lnTo>
                    <a:pt x="1006" y="340"/>
                  </a:lnTo>
                  <a:lnTo>
                    <a:pt x="1008" y="341"/>
                  </a:lnTo>
                  <a:lnTo>
                    <a:pt x="1008" y="344"/>
                  </a:lnTo>
                  <a:lnTo>
                    <a:pt x="1007" y="346"/>
                  </a:lnTo>
                  <a:lnTo>
                    <a:pt x="1006" y="349"/>
                  </a:lnTo>
                  <a:close/>
                </a:path>
              </a:pathLst>
            </a:custGeom>
            <a:solidFill>
              <a:srgbClr val="DA9FC0">
                <a:alpha val="24000"/>
              </a:srgbClr>
            </a:solidFill>
            <a:ln>
              <a:noFill/>
            </a:ln>
          </p:spPr>
          <p:txBody>
            <a:bodyPr anchor="ctr"/>
            <a:lstStyle/>
            <a:p>
              <a:pPr algn="ctr">
                <a:buNone/>
              </a:pPr>
            </a:p>
          </p:txBody>
        </p:sp>
        <p:sp>
          <p:nvSpPr>
            <p:cNvPr id="3083" name="addition:input:206"/>
            <p:cNvSpPr>
              <a:spLocks noGrp="1"/>
            </p:cNvSpPr>
            <p:nvPr/>
          </p:nvSpPr>
          <p:spPr>
            <a:xfrm>
              <a:off x="209550" y="5438775"/>
              <a:ext cx="1721632" cy="597972"/>
            </a:xfrm>
            <a:custGeom>
              <a:avLst/>
              <a:gdLst/>
              <a:ahLst/>
              <a:cxnLst/>
              <a:rect l="l" t="t" r="r" b="b"/>
              <a:pathLst>
                <a:path w="1046" h="319">
                  <a:moveTo>
                    <a:pt x="0" y="0"/>
                  </a:moveTo>
                  <a:moveTo>
                    <a:pt x="1044" y="295"/>
                  </a:moveTo>
                  <a:lnTo>
                    <a:pt x="1043" y="297"/>
                  </a:lnTo>
                  <a:lnTo>
                    <a:pt x="1041" y="299"/>
                  </a:lnTo>
                  <a:lnTo>
                    <a:pt x="1038" y="300"/>
                  </a:lnTo>
                  <a:lnTo>
                    <a:pt x="1037" y="302"/>
                  </a:lnTo>
                  <a:lnTo>
                    <a:pt x="1038" y="304"/>
                  </a:lnTo>
                  <a:lnTo>
                    <a:pt x="1040" y="307"/>
                  </a:lnTo>
                  <a:lnTo>
                    <a:pt x="1041" y="311"/>
                  </a:lnTo>
                  <a:lnTo>
                    <a:pt x="1040" y="313"/>
                  </a:lnTo>
                  <a:lnTo>
                    <a:pt x="1037" y="314"/>
                  </a:lnTo>
                  <a:lnTo>
                    <a:pt x="1034" y="314"/>
                  </a:lnTo>
                  <a:lnTo>
                    <a:pt x="1031" y="315"/>
                  </a:lnTo>
                  <a:lnTo>
                    <a:pt x="1029" y="315"/>
                  </a:lnTo>
                  <a:lnTo>
                    <a:pt x="1028" y="316"/>
                  </a:lnTo>
                  <a:lnTo>
                    <a:pt x="1025" y="317"/>
                  </a:lnTo>
                  <a:lnTo>
                    <a:pt x="1023" y="316"/>
                  </a:lnTo>
                  <a:lnTo>
                    <a:pt x="1021" y="317"/>
                  </a:lnTo>
                  <a:lnTo>
                    <a:pt x="1019" y="318"/>
                  </a:lnTo>
                  <a:lnTo>
                    <a:pt x="1017" y="319"/>
                  </a:lnTo>
                  <a:lnTo>
                    <a:pt x="1015" y="319"/>
                  </a:lnTo>
                  <a:lnTo>
                    <a:pt x="1013" y="318"/>
                  </a:lnTo>
                  <a:lnTo>
                    <a:pt x="1011" y="317"/>
                  </a:lnTo>
                  <a:lnTo>
                    <a:pt x="1008" y="316"/>
                  </a:lnTo>
                  <a:lnTo>
                    <a:pt x="1005" y="317"/>
                  </a:lnTo>
                  <a:lnTo>
                    <a:pt x="1001" y="318"/>
                  </a:lnTo>
                  <a:lnTo>
                    <a:pt x="998" y="317"/>
                  </a:lnTo>
                  <a:lnTo>
                    <a:pt x="997" y="314"/>
                  </a:lnTo>
                  <a:lnTo>
                    <a:pt x="998" y="310"/>
                  </a:lnTo>
                  <a:lnTo>
                    <a:pt x="998" y="307"/>
                  </a:lnTo>
                  <a:lnTo>
                    <a:pt x="997" y="305"/>
                  </a:lnTo>
                  <a:lnTo>
                    <a:pt x="995" y="304"/>
                  </a:lnTo>
                  <a:lnTo>
                    <a:pt x="993" y="302"/>
                  </a:lnTo>
                  <a:lnTo>
                    <a:pt x="991" y="301"/>
                  </a:lnTo>
                  <a:lnTo>
                    <a:pt x="989" y="299"/>
                  </a:lnTo>
                  <a:lnTo>
                    <a:pt x="987" y="297"/>
                  </a:lnTo>
                  <a:lnTo>
                    <a:pt x="984" y="295"/>
                  </a:lnTo>
                  <a:lnTo>
                    <a:pt x="983" y="292"/>
                  </a:lnTo>
                  <a:lnTo>
                    <a:pt x="984" y="290"/>
                  </a:lnTo>
                  <a:lnTo>
                    <a:pt x="987" y="288"/>
                  </a:lnTo>
                  <a:lnTo>
                    <a:pt x="990" y="286"/>
                  </a:lnTo>
                  <a:lnTo>
                    <a:pt x="990" y="285"/>
                  </a:lnTo>
                  <a:lnTo>
                    <a:pt x="990" y="282"/>
                  </a:lnTo>
                  <a:lnTo>
                    <a:pt x="991" y="280"/>
                  </a:lnTo>
                  <a:lnTo>
                    <a:pt x="993" y="278"/>
                  </a:lnTo>
                  <a:lnTo>
                    <a:pt x="997" y="278"/>
                  </a:lnTo>
                  <a:lnTo>
                    <a:pt x="1000" y="278"/>
                  </a:lnTo>
                  <a:lnTo>
                    <a:pt x="1002" y="277"/>
                  </a:lnTo>
                  <a:lnTo>
                    <a:pt x="1004" y="275"/>
                  </a:lnTo>
                  <a:lnTo>
                    <a:pt x="1005" y="272"/>
                  </a:lnTo>
                  <a:lnTo>
                    <a:pt x="1008" y="270"/>
                  </a:lnTo>
                  <a:lnTo>
                    <a:pt x="1011" y="269"/>
                  </a:lnTo>
                  <a:lnTo>
                    <a:pt x="1014" y="268"/>
                  </a:lnTo>
                  <a:lnTo>
                    <a:pt x="1017" y="267"/>
                  </a:lnTo>
                  <a:lnTo>
                    <a:pt x="1020" y="267"/>
                  </a:lnTo>
                  <a:lnTo>
                    <a:pt x="1023" y="269"/>
                  </a:lnTo>
                  <a:lnTo>
                    <a:pt x="1025" y="272"/>
                  </a:lnTo>
                  <a:lnTo>
                    <a:pt x="1027" y="275"/>
                  </a:lnTo>
                  <a:lnTo>
                    <a:pt x="1029" y="276"/>
                  </a:lnTo>
                  <a:lnTo>
                    <a:pt x="1031" y="276"/>
                  </a:lnTo>
                  <a:lnTo>
                    <a:pt x="1035" y="275"/>
                  </a:lnTo>
                  <a:lnTo>
                    <a:pt x="1038" y="275"/>
                  </a:lnTo>
                  <a:lnTo>
                    <a:pt x="1040" y="276"/>
                  </a:lnTo>
                  <a:lnTo>
                    <a:pt x="1040" y="278"/>
                  </a:lnTo>
                  <a:lnTo>
                    <a:pt x="1041" y="280"/>
                  </a:lnTo>
                  <a:lnTo>
                    <a:pt x="1043" y="282"/>
                  </a:lnTo>
                  <a:lnTo>
                    <a:pt x="1045" y="283"/>
                  </a:lnTo>
                  <a:lnTo>
                    <a:pt x="1046" y="285"/>
                  </a:lnTo>
                  <a:lnTo>
                    <a:pt x="1046" y="288"/>
                  </a:lnTo>
                  <a:lnTo>
                    <a:pt x="1045" y="290"/>
                  </a:lnTo>
                  <a:lnTo>
                    <a:pt x="1045" y="292"/>
                  </a:lnTo>
                  <a:close/>
                </a:path>
              </a:pathLst>
            </a:custGeom>
            <a:solidFill>
              <a:srgbClr val="DA9FC0">
                <a:alpha val="24000"/>
              </a:srgbClr>
            </a:solidFill>
            <a:ln>
              <a:noFill/>
            </a:ln>
          </p:spPr>
          <p:txBody>
            <a:bodyPr anchor="ctr"/>
            <a:lstStyle/>
            <a:p>
              <a:pPr algn="ctr">
                <a:buNone/>
              </a:pPr>
            </a:p>
          </p:txBody>
        </p:sp>
        <p:sp>
          <p:nvSpPr>
            <p:cNvPr id="3084" name="addition:input:207"/>
            <p:cNvSpPr>
              <a:spLocks noGrp="1"/>
            </p:cNvSpPr>
            <p:nvPr/>
          </p:nvSpPr>
          <p:spPr>
            <a:xfrm>
              <a:off x="209550" y="5438775"/>
              <a:ext cx="1836847" cy="556732"/>
            </a:xfrm>
            <a:custGeom>
              <a:avLst/>
              <a:gdLst/>
              <a:ahLst/>
              <a:cxnLst/>
              <a:rect l="l" t="t" r="r" b="b"/>
              <a:pathLst>
                <a:path w="1116" h="297">
                  <a:moveTo>
                    <a:pt x="0" y="0"/>
                  </a:moveTo>
                  <a:moveTo>
                    <a:pt x="1114" y="274"/>
                  </a:moveTo>
                  <a:lnTo>
                    <a:pt x="1112" y="276"/>
                  </a:lnTo>
                  <a:lnTo>
                    <a:pt x="1112" y="278"/>
                  </a:lnTo>
                  <a:lnTo>
                    <a:pt x="1112" y="280"/>
                  </a:lnTo>
                  <a:lnTo>
                    <a:pt x="1112" y="282"/>
                  </a:lnTo>
                  <a:lnTo>
                    <a:pt x="1110" y="284"/>
                  </a:lnTo>
                  <a:lnTo>
                    <a:pt x="1107" y="285"/>
                  </a:lnTo>
                  <a:lnTo>
                    <a:pt x="1105" y="286"/>
                  </a:lnTo>
                  <a:lnTo>
                    <a:pt x="1104" y="287"/>
                  </a:lnTo>
                  <a:lnTo>
                    <a:pt x="1104" y="290"/>
                  </a:lnTo>
                  <a:lnTo>
                    <a:pt x="1104" y="293"/>
                  </a:lnTo>
                  <a:lnTo>
                    <a:pt x="1103" y="296"/>
                  </a:lnTo>
                  <a:lnTo>
                    <a:pt x="1100" y="297"/>
                  </a:lnTo>
                  <a:lnTo>
                    <a:pt x="1098" y="297"/>
                  </a:lnTo>
                  <a:lnTo>
                    <a:pt x="1096" y="297"/>
                  </a:lnTo>
                  <a:lnTo>
                    <a:pt x="1094" y="297"/>
                  </a:lnTo>
                  <a:lnTo>
                    <a:pt x="1092" y="296"/>
                  </a:lnTo>
                  <a:lnTo>
                    <a:pt x="1090" y="295"/>
                  </a:lnTo>
                  <a:lnTo>
                    <a:pt x="1088" y="293"/>
                  </a:lnTo>
                  <a:lnTo>
                    <a:pt x="1087" y="293"/>
                  </a:lnTo>
                  <a:lnTo>
                    <a:pt x="1085" y="295"/>
                  </a:lnTo>
                  <a:lnTo>
                    <a:pt x="1083" y="297"/>
                  </a:lnTo>
                  <a:lnTo>
                    <a:pt x="1081" y="297"/>
                  </a:lnTo>
                  <a:lnTo>
                    <a:pt x="1079" y="296"/>
                  </a:lnTo>
                  <a:lnTo>
                    <a:pt x="1079" y="293"/>
                  </a:lnTo>
                  <a:lnTo>
                    <a:pt x="1078" y="292"/>
                  </a:lnTo>
                  <a:lnTo>
                    <a:pt x="1076" y="291"/>
                  </a:lnTo>
                  <a:lnTo>
                    <a:pt x="1074" y="290"/>
                  </a:lnTo>
                  <a:lnTo>
                    <a:pt x="1072" y="289"/>
                  </a:lnTo>
                  <a:lnTo>
                    <a:pt x="1071" y="287"/>
                  </a:lnTo>
                  <a:lnTo>
                    <a:pt x="1072" y="284"/>
                  </a:lnTo>
                  <a:lnTo>
                    <a:pt x="1072" y="282"/>
                  </a:lnTo>
                  <a:lnTo>
                    <a:pt x="1072" y="280"/>
                  </a:lnTo>
                  <a:lnTo>
                    <a:pt x="1071" y="278"/>
                  </a:lnTo>
                  <a:lnTo>
                    <a:pt x="1071" y="276"/>
                  </a:lnTo>
                  <a:lnTo>
                    <a:pt x="1071" y="274"/>
                  </a:lnTo>
                  <a:lnTo>
                    <a:pt x="1071" y="272"/>
                  </a:lnTo>
                  <a:lnTo>
                    <a:pt x="1069" y="270"/>
                  </a:lnTo>
                  <a:lnTo>
                    <a:pt x="1066" y="267"/>
                  </a:lnTo>
                  <a:lnTo>
                    <a:pt x="1065" y="265"/>
                  </a:lnTo>
                  <a:lnTo>
                    <a:pt x="1066" y="263"/>
                  </a:lnTo>
                  <a:lnTo>
                    <a:pt x="1069" y="262"/>
                  </a:lnTo>
                  <a:lnTo>
                    <a:pt x="1071" y="261"/>
                  </a:lnTo>
                  <a:lnTo>
                    <a:pt x="1073" y="260"/>
                  </a:lnTo>
                  <a:lnTo>
                    <a:pt x="1074" y="259"/>
                  </a:lnTo>
                  <a:lnTo>
                    <a:pt x="1075" y="257"/>
                  </a:lnTo>
                  <a:lnTo>
                    <a:pt x="1076" y="256"/>
                  </a:lnTo>
                  <a:lnTo>
                    <a:pt x="1078" y="255"/>
                  </a:lnTo>
                  <a:lnTo>
                    <a:pt x="1080" y="255"/>
                  </a:lnTo>
                  <a:lnTo>
                    <a:pt x="1082" y="254"/>
                  </a:lnTo>
                  <a:lnTo>
                    <a:pt x="1084" y="252"/>
                  </a:lnTo>
                  <a:lnTo>
                    <a:pt x="1086" y="251"/>
                  </a:lnTo>
                  <a:lnTo>
                    <a:pt x="1088" y="251"/>
                  </a:lnTo>
                  <a:lnTo>
                    <a:pt x="1090" y="251"/>
                  </a:lnTo>
                  <a:lnTo>
                    <a:pt x="1093" y="251"/>
                  </a:lnTo>
                  <a:lnTo>
                    <a:pt x="1095" y="250"/>
                  </a:lnTo>
                  <a:lnTo>
                    <a:pt x="1098" y="249"/>
                  </a:lnTo>
                  <a:lnTo>
                    <a:pt x="1100" y="251"/>
                  </a:lnTo>
                  <a:lnTo>
                    <a:pt x="1102" y="254"/>
                  </a:lnTo>
                  <a:lnTo>
                    <a:pt x="1102" y="257"/>
                  </a:lnTo>
                  <a:lnTo>
                    <a:pt x="1103" y="260"/>
                  </a:lnTo>
                  <a:lnTo>
                    <a:pt x="1104" y="261"/>
                  </a:lnTo>
                  <a:lnTo>
                    <a:pt x="1107" y="261"/>
                  </a:lnTo>
                  <a:lnTo>
                    <a:pt x="1110" y="261"/>
                  </a:lnTo>
                  <a:lnTo>
                    <a:pt x="1112" y="262"/>
                  </a:lnTo>
                  <a:lnTo>
                    <a:pt x="1113" y="264"/>
                  </a:lnTo>
                  <a:lnTo>
                    <a:pt x="1114" y="266"/>
                  </a:lnTo>
                  <a:lnTo>
                    <a:pt x="1116" y="268"/>
                  </a:lnTo>
                  <a:lnTo>
                    <a:pt x="1116" y="270"/>
                  </a:lnTo>
                  <a:lnTo>
                    <a:pt x="1115" y="272"/>
                  </a:lnTo>
                  <a:close/>
                </a:path>
              </a:pathLst>
            </a:custGeom>
            <a:solidFill>
              <a:srgbClr val="DA9FC0">
                <a:alpha val="24000"/>
              </a:srgbClr>
            </a:solidFill>
            <a:ln>
              <a:noFill/>
            </a:ln>
          </p:spPr>
          <p:txBody>
            <a:bodyPr anchor="ctr"/>
            <a:lstStyle/>
            <a:p>
              <a:pPr algn="ctr">
                <a:buNone/>
              </a:pPr>
            </a:p>
          </p:txBody>
        </p:sp>
        <p:sp>
          <p:nvSpPr>
            <p:cNvPr id="3085" name="addition:input:208"/>
            <p:cNvSpPr>
              <a:spLocks noGrp="1"/>
            </p:cNvSpPr>
            <p:nvPr/>
          </p:nvSpPr>
          <p:spPr>
            <a:xfrm>
              <a:off x="209550" y="5438775"/>
              <a:ext cx="1958645" cy="620466"/>
            </a:xfrm>
            <a:custGeom>
              <a:avLst/>
              <a:gdLst/>
              <a:ahLst/>
              <a:cxnLst/>
              <a:rect l="l" t="t" r="r" b="b"/>
              <a:pathLst>
                <a:path w="1190" h="331">
                  <a:moveTo>
                    <a:pt x="0" y="0"/>
                  </a:moveTo>
                  <a:moveTo>
                    <a:pt x="1186" y="303"/>
                  </a:moveTo>
                  <a:lnTo>
                    <a:pt x="1185" y="305"/>
                  </a:lnTo>
                  <a:lnTo>
                    <a:pt x="1187" y="307"/>
                  </a:lnTo>
                  <a:lnTo>
                    <a:pt x="1189" y="310"/>
                  </a:lnTo>
                  <a:lnTo>
                    <a:pt x="1190" y="313"/>
                  </a:lnTo>
                  <a:lnTo>
                    <a:pt x="1190" y="315"/>
                  </a:lnTo>
                  <a:lnTo>
                    <a:pt x="1188" y="317"/>
                  </a:lnTo>
                  <a:lnTo>
                    <a:pt x="1185" y="318"/>
                  </a:lnTo>
                  <a:lnTo>
                    <a:pt x="1183" y="319"/>
                  </a:lnTo>
                  <a:lnTo>
                    <a:pt x="1181" y="320"/>
                  </a:lnTo>
                  <a:lnTo>
                    <a:pt x="1179" y="320"/>
                  </a:lnTo>
                  <a:lnTo>
                    <a:pt x="1176" y="321"/>
                  </a:lnTo>
                  <a:lnTo>
                    <a:pt x="1174" y="321"/>
                  </a:lnTo>
                  <a:lnTo>
                    <a:pt x="1173" y="323"/>
                  </a:lnTo>
                  <a:lnTo>
                    <a:pt x="1172" y="327"/>
                  </a:lnTo>
                  <a:lnTo>
                    <a:pt x="1170" y="330"/>
                  </a:lnTo>
                  <a:lnTo>
                    <a:pt x="1167" y="331"/>
                  </a:lnTo>
                  <a:lnTo>
                    <a:pt x="1164" y="330"/>
                  </a:lnTo>
                  <a:lnTo>
                    <a:pt x="1161" y="328"/>
                  </a:lnTo>
                  <a:lnTo>
                    <a:pt x="1159" y="327"/>
                  </a:lnTo>
                  <a:lnTo>
                    <a:pt x="1156" y="327"/>
                  </a:lnTo>
                  <a:lnTo>
                    <a:pt x="1153" y="327"/>
                  </a:lnTo>
                  <a:lnTo>
                    <a:pt x="1151" y="327"/>
                  </a:lnTo>
                  <a:lnTo>
                    <a:pt x="1149" y="325"/>
                  </a:lnTo>
                  <a:lnTo>
                    <a:pt x="1147" y="322"/>
                  </a:lnTo>
                  <a:lnTo>
                    <a:pt x="1146" y="320"/>
                  </a:lnTo>
                  <a:lnTo>
                    <a:pt x="1144" y="319"/>
                  </a:lnTo>
                  <a:lnTo>
                    <a:pt x="1142" y="318"/>
                  </a:lnTo>
                  <a:lnTo>
                    <a:pt x="1140" y="317"/>
                  </a:lnTo>
                  <a:lnTo>
                    <a:pt x="1139" y="315"/>
                  </a:lnTo>
                  <a:lnTo>
                    <a:pt x="1137" y="313"/>
                  </a:lnTo>
                  <a:lnTo>
                    <a:pt x="1135" y="312"/>
                  </a:lnTo>
                  <a:lnTo>
                    <a:pt x="1132" y="310"/>
                  </a:lnTo>
                  <a:lnTo>
                    <a:pt x="1131" y="308"/>
                  </a:lnTo>
                  <a:lnTo>
                    <a:pt x="1133" y="305"/>
                  </a:lnTo>
                  <a:lnTo>
                    <a:pt x="1136" y="303"/>
                  </a:lnTo>
                  <a:lnTo>
                    <a:pt x="1140" y="301"/>
                  </a:lnTo>
                  <a:lnTo>
                    <a:pt x="1141" y="299"/>
                  </a:lnTo>
                  <a:lnTo>
                    <a:pt x="1141" y="297"/>
                  </a:lnTo>
                  <a:lnTo>
                    <a:pt x="1140" y="294"/>
                  </a:lnTo>
                  <a:lnTo>
                    <a:pt x="1141" y="292"/>
                  </a:lnTo>
                  <a:lnTo>
                    <a:pt x="1142" y="290"/>
                  </a:lnTo>
                  <a:lnTo>
                    <a:pt x="1144" y="288"/>
                  </a:lnTo>
                  <a:lnTo>
                    <a:pt x="1145" y="286"/>
                  </a:lnTo>
                  <a:lnTo>
                    <a:pt x="1145" y="284"/>
                  </a:lnTo>
                  <a:lnTo>
                    <a:pt x="1147" y="282"/>
                  </a:lnTo>
                  <a:lnTo>
                    <a:pt x="1149" y="281"/>
                  </a:lnTo>
                  <a:lnTo>
                    <a:pt x="1152" y="281"/>
                  </a:lnTo>
                  <a:lnTo>
                    <a:pt x="1154" y="279"/>
                  </a:lnTo>
                  <a:lnTo>
                    <a:pt x="1155" y="278"/>
                  </a:lnTo>
                  <a:lnTo>
                    <a:pt x="1157" y="277"/>
                  </a:lnTo>
                  <a:lnTo>
                    <a:pt x="1160" y="277"/>
                  </a:lnTo>
                  <a:lnTo>
                    <a:pt x="1162" y="279"/>
                  </a:lnTo>
                  <a:lnTo>
                    <a:pt x="1163" y="282"/>
                  </a:lnTo>
                  <a:lnTo>
                    <a:pt x="1165" y="283"/>
                  </a:lnTo>
                  <a:lnTo>
                    <a:pt x="1167" y="281"/>
                  </a:lnTo>
                  <a:lnTo>
                    <a:pt x="1169" y="279"/>
                  </a:lnTo>
                  <a:lnTo>
                    <a:pt x="1172" y="278"/>
                  </a:lnTo>
                  <a:lnTo>
                    <a:pt x="1174" y="278"/>
                  </a:lnTo>
                  <a:lnTo>
                    <a:pt x="1176" y="280"/>
                  </a:lnTo>
                  <a:lnTo>
                    <a:pt x="1178" y="282"/>
                  </a:lnTo>
                  <a:lnTo>
                    <a:pt x="1179" y="283"/>
                  </a:lnTo>
                  <a:lnTo>
                    <a:pt x="1180" y="285"/>
                  </a:lnTo>
                  <a:lnTo>
                    <a:pt x="1181" y="288"/>
                  </a:lnTo>
                  <a:lnTo>
                    <a:pt x="1180" y="291"/>
                  </a:lnTo>
                  <a:lnTo>
                    <a:pt x="1181" y="293"/>
                  </a:lnTo>
                  <a:lnTo>
                    <a:pt x="1182" y="295"/>
                  </a:lnTo>
                  <a:lnTo>
                    <a:pt x="1185" y="296"/>
                  </a:lnTo>
                  <a:lnTo>
                    <a:pt x="1187" y="298"/>
                  </a:lnTo>
                  <a:lnTo>
                    <a:pt x="1187" y="300"/>
                  </a:lnTo>
                  <a:close/>
                </a:path>
              </a:pathLst>
            </a:custGeom>
            <a:solidFill>
              <a:srgbClr val="DA9FC0">
                <a:alpha val="24000"/>
              </a:srgbClr>
            </a:solidFill>
            <a:ln>
              <a:noFill/>
            </a:ln>
          </p:spPr>
          <p:txBody>
            <a:bodyPr anchor="ctr"/>
            <a:lstStyle/>
            <a:p>
              <a:pPr algn="ctr">
                <a:buNone/>
              </a:pPr>
            </a:p>
          </p:txBody>
        </p:sp>
        <p:sp>
          <p:nvSpPr>
            <p:cNvPr id="3086" name="addition:input:209"/>
            <p:cNvSpPr>
              <a:spLocks noGrp="1"/>
            </p:cNvSpPr>
            <p:nvPr/>
          </p:nvSpPr>
          <p:spPr>
            <a:xfrm>
              <a:off x="209550" y="5438775"/>
              <a:ext cx="1594896" cy="1692692"/>
            </a:xfrm>
            <a:custGeom>
              <a:avLst/>
              <a:gdLst/>
              <a:ahLst/>
              <a:cxnLst/>
              <a:rect l="l" t="t" r="r" b="b"/>
              <a:pathLst>
                <a:path w="969" h="903">
                  <a:moveTo>
                    <a:pt x="0" y="0"/>
                  </a:moveTo>
                  <a:moveTo>
                    <a:pt x="107" y="321"/>
                  </a:moveTo>
                  <a:lnTo>
                    <a:pt x="969" y="321"/>
                  </a:lnTo>
                  <a:lnTo>
                    <a:pt x="969" y="903"/>
                  </a:lnTo>
                  <a:lnTo>
                    <a:pt x="107" y="817"/>
                  </a:lnTo>
                  <a:close/>
                </a:path>
              </a:pathLst>
            </a:custGeom>
            <a:solidFill>
              <a:srgbClr val="EAF7FF">
                <a:alpha val="6000"/>
              </a:srgbClr>
            </a:solidFill>
            <a:ln>
              <a:noFill/>
            </a:ln>
          </p:spPr>
          <p:txBody>
            <a:bodyPr anchor="ctr"/>
            <a:lstStyle/>
            <a:p>
              <a:pPr algn="ctr">
                <a:buNone/>
              </a:pPr>
            </a:p>
          </p:txBody>
        </p:sp>
        <p:sp>
          <p:nvSpPr>
            <p:cNvPr id="3087" name="addition:input:210"/>
            <p:cNvSpPr>
              <a:spLocks noGrp="1"/>
            </p:cNvSpPr>
            <p:nvPr/>
          </p:nvSpPr>
          <p:spPr>
            <a:xfrm>
              <a:off x="544001" y="5937022"/>
              <a:ext cx="0" cy="929762"/>
            </a:xfrm>
            <a:prstGeom prst="line">
              <a:avLst/>
            </a:prstGeom>
            <a:ln w="4286">
              <a:solidFill>
                <a:srgbClr val="56A1CC">
                  <a:alpha val="22000"/>
                </a:srgbClr>
              </a:solidFill>
            </a:ln>
          </p:spPr>
        </p:sp>
        <p:sp>
          <p:nvSpPr>
            <p:cNvPr id="3088" name="addition:input:211"/>
            <p:cNvSpPr>
              <a:spLocks noGrp="1"/>
            </p:cNvSpPr>
            <p:nvPr/>
          </p:nvSpPr>
          <p:spPr>
            <a:xfrm>
              <a:off x="1962784" y="5937022"/>
              <a:ext cx="0" cy="1090971"/>
            </a:xfrm>
            <a:prstGeom prst="line">
              <a:avLst/>
            </a:prstGeom>
            <a:ln w="4286">
              <a:solidFill>
                <a:srgbClr val="56A1CC">
                  <a:alpha val="28000"/>
                </a:srgbClr>
              </a:solidFill>
            </a:ln>
          </p:spPr>
        </p:sp>
        <p:sp>
          <p:nvSpPr>
            <p:cNvPr id="3089" name="addition:input:212"/>
            <p:cNvSpPr>
              <a:spLocks noGrp="1"/>
            </p:cNvSpPr>
            <p:nvPr/>
          </p:nvSpPr>
          <p:spPr>
            <a:xfrm>
              <a:off x="544001" y="5937022"/>
              <a:ext cx="1418783" cy="0"/>
            </a:xfrm>
            <a:prstGeom prst="line">
              <a:avLst/>
            </a:prstGeom>
            <a:ln w="4286">
              <a:solidFill>
                <a:srgbClr val="56A1CC">
                  <a:alpha val="35000"/>
                </a:srgbClr>
              </a:solidFill>
            </a:ln>
          </p:spPr>
        </p:sp>
        <p:sp>
          <p:nvSpPr>
            <p:cNvPr id="3090" name="addition:input:213"/>
            <p:cNvSpPr>
              <a:spLocks noGrp="1"/>
            </p:cNvSpPr>
            <p:nvPr/>
          </p:nvSpPr>
          <p:spPr>
            <a:xfrm>
              <a:off x="702338" y="5833549"/>
              <a:ext cx="0" cy="929762"/>
            </a:xfrm>
            <a:prstGeom prst="line">
              <a:avLst/>
            </a:prstGeom>
            <a:ln w="4286">
              <a:solidFill>
                <a:srgbClr val="56A1CC">
                  <a:alpha val="22000"/>
                </a:srgbClr>
              </a:solidFill>
            </a:ln>
          </p:spPr>
        </p:sp>
        <p:sp>
          <p:nvSpPr>
            <p:cNvPr id="3091" name="addition:input:214"/>
            <p:cNvSpPr>
              <a:spLocks noGrp="1"/>
            </p:cNvSpPr>
            <p:nvPr/>
          </p:nvSpPr>
          <p:spPr>
            <a:xfrm>
              <a:off x="2121121" y="5833549"/>
              <a:ext cx="0" cy="1090971"/>
            </a:xfrm>
            <a:prstGeom prst="line">
              <a:avLst/>
            </a:prstGeom>
            <a:ln w="4286">
              <a:solidFill>
                <a:srgbClr val="56A1CC">
                  <a:alpha val="28000"/>
                </a:srgbClr>
              </a:solidFill>
            </a:ln>
          </p:spPr>
        </p:sp>
        <p:sp>
          <p:nvSpPr>
            <p:cNvPr id="3092" name="addition:input:215"/>
            <p:cNvSpPr>
              <a:spLocks noGrp="1"/>
            </p:cNvSpPr>
            <p:nvPr/>
          </p:nvSpPr>
          <p:spPr>
            <a:xfrm>
              <a:off x="702338" y="5833549"/>
              <a:ext cx="1418783" cy="0"/>
            </a:xfrm>
            <a:prstGeom prst="line">
              <a:avLst/>
            </a:prstGeom>
            <a:ln w="4286">
              <a:solidFill>
                <a:srgbClr val="56A1CC">
                  <a:alpha val="35000"/>
                </a:srgbClr>
              </a:solidFill>
            </a:ln>
          </p:spPr>
        </p:sp>
        <p:sp>
          <p:nvSpPr>
            <p:cNvPr id="3093" name="addition:input:216"/>
            <p:cNvSpPr>
              <a:spLocks noGrp="1"/>
            </p:cNvSpPr>
            <p:nvPr/>
          </p:nvSpPr>
          <p:spPr>
            <a:xfrm>
              <a:off x="860676" y="5730075"/>
              <a:ext cx="0" cy="929762"/>
            </a:xfrm>
            <a:prstGeom prst="line">
              <a:avLst/>
            </a:prstGeom>
            <a:ln w="4286">
              <a:solidFill>
                <a:srgbClr val="56A1CC">
                  <a:alpha val="22000"/>
                </a:srgbClr>
              </a:solidFill>
            </a:ln>
          </p:spPr>
        </p:sp>
        <p:sp>
          <p:nvSpPr>
            <p:cNvPr id="3094" name="addition:input:217"/>
            <p:cNvSpPr>
              <a:spLocks noGrp="1"/>
            </p:cNvSpPr>
            <p:nvPr/>
          </p:nvSpPr>
          <p:spPr>
            <a:xfrm>
              <a:off x="2279459" y="5730075"/>
              <a:ext cx="0" cy="1090971"/>
            </a:xfrm>
            <a:prstGeom prst="line">
              <a:avLst/>
            </a:prstGeom>
            <a:ln w="4286">
              <a:solidFill>
                <a:srgbClr val="56A1CC">
                  <a:alpha val="28000"/>
                </a:srgbClr>
              </a:solidFill>
            </a:ln>
          </p:spPr>
        </p:sp>
        <p:sp>
          <p:nvSpPr>
            <p:cNvPr id="3095" name="addition:input:218"/>
            <p:cNvSpPr>
              <a:spLocks noGrp="1"/>
            </p:cNvSpPr>
            <p:nvPr/>
          </p:nvSpPr>
          <p:spPr>
            <a:xfrm>
              <a:off x="860676" y="5730075"/>
              <a:ext cx="1418783" cy="0"/>
            </a:xfrm>
            <a:prstGeom prst="line">
              <a:avLst/>
            </a:prstGeom>
            <a:ln w="4286">
              <a:solidFill>
                <a:srgbClr val="56A1CC">
                  <a:alpha val="35000"/>
                </a:srgbClr>
              </a:solidFill>
            </a:ln>
          </p:spPr>
        </p:sp>
        <p:sp>
          <p:nvSpPr>
            <p:cNvPr id="3096" name="addition:input:219"/>
            <p:cNvSpPr>
              <a:spLocks noGrp="1"/>
            </p:cNvSpPr>
            <p:nvPr/>
          </p:nvSpPr>
          <p:spPr>
            <a:xfrm>
              <a:off x="1019013" y="5626602"/>
              <a:ext cx="0" cy="929762"/>
            </a:xfrm>
            <a:prstGeom prst="line">
              <a:avLst/>
            </a:prstGeom>
            <a:ln w="4286">
              <a:solidFill>
                <a:srgbClr val="56A1CC">
                  <a:alpha val="22000"/>
                </a:srgbClr>
              </a:solidFill>
            </a:ln>
          </p:spPr>
        </p:sp>
        <p:sp>
          <p:nvSpPr>
            <p:cNvPr id="3097" name="addition:input:220"/>
            <p:cNvSpPr>
              <a:spLocks noGrp="1"/>
            </p:cNvSpPr>
            <p:nvPr/>
          </p:nvSpPr>
          <p:spPr>
            <a:xfrm>
              <a:off x="2437796" y="5626602"/>
              <a:ext cx="0" cy="1090971"/>
            </a:xfrm>
            <a:prstGeom prst="line">
              <a:avLst/>
            </a:prstGeom>
            <a:ln w="4286">
              <a:solidFill>
                <a:srgbClr val="56A1CC">
                  <a:alpha val="28000"/>
                </a:srgbClr>
              </a:solidFill>
            </a:ln>
          </p:spPr>
        </p:sp>
        <p:sp>
          <p:nvSpPr>
            <p:cNvPr id="3098" name="addition:input:221"/>
            <p:cNvSpPr>
              <a:spLocks noGrp="1"/>
            </p:cNvSpPr>
            <p:nvPr/>
          </p:nvSpPr>
          <p:spPr>
            <a:xfrm>
              <a:off x="1019013" y="5626602"/>
              <a:ext cx="1418783" cy="0"/>
            </a:xfrm>
            <a:prstGeom prst="line">
              <a:avLst/>
            </a:prstGeom>
            <a:ln w="4286">
              <a:solidFill>
                <a:srgbClr val="56A1CC">
                  <a:alpha val="35000"/>
                </a:srgbClr>
              </a:solidFill>
            </a:ln>
          </p:spPr>
        </p:sp>
        <p:sp>
          <p:nvSpPr>
            <p:cNvPr id="3099" name="addition:input:222"/>
            <p:cNvSpPr>
              <a:spLocks noGrp="1"/>
            </p:cNvSpPr>
            <p:nvPr/>
          </p:nvSpPr>
          <p:spPr>
            <a:xfrm>
              <a:off x="393893" y="6338020"/>
              <a:ext cx="1402324" cy="51587"/>
            </a:xfrm>
            <a:prstGeom prst="line">
              <a:avLst/>
            </a:prstGeom>
            <a:ln w="4286">
              <a:solidFill>
                <a:srgbClr val="56A1CC">
                  <a:alpha val="20000"/>
                </a:srgbClr>
              </a:solidFill>
            </a:ln>
          </p:spPr>
        </p:sp>
        <p:sp>
          <p:nvSpPr>
            <p:cNvPr id="3100" name="addition:input:223"/>
            <p:cNvSpPr>
              <a:spLocks noGrp="1"/>
            </p:cNvSpPr>
            <p:nvPr/>
          </p:nvSpPr>
          <p:spPr>
            <a:xfrm>
              <a:off x="393893" y="6644841"/>
              <a:ext cx="1402324" cy="104786"/>
            </a:xfrm>
            <a:prstGeom prst="line">
              <a:avLst/>
            </a:prstGeom>
            <a:ln w="4286">
              <a:solidFill>
                <a:srgbClr val="56A1CC">
                  <a:alpha val="20000"/>
                </a:srgbClr>
              </a:solidFill>
            </a:ln>
          </p:spPr>
        </p:sp>
        <p:sp>
          <p:nvSpPr>
            <p:cNvPr id="3101" name="addition:input:224"/>
            <p:cNvSpPr>
              <a:spLocks noGrp="1"/>
            </p:cNvSpPr>
            <p:nvPr/>
          </p:nvSpPr>
          <p:spPr>
            <a:xfrm>
              <a:off x="385663" y="6040496"/>
              <a:ext cx="1418783" cy="0"/>
            </a:xfrm>
            <a:prstGeom prst="line">
              <a:avLst/>
            </a:prstGeom>
            <a:ln w="5258">
              <a:solidFill>
                <a:srgbClr val="0072B2">
                  <a:alpha val="82000"/>
                </a:srgbClr>
              </a:solidFill>
            </a:ln>
          </p:spPr>
        </p:sp>
        <p:sp>
          <p:nvSpPr>
            <p:cNvPr id="3102" name="addition:input:225"/>
            <p:cNvSpPr>
              <a:spLocks noGrp="1"/>
            </p:cNvSpPr>
            <p:nvPr/>
          </p:nvSpPr>
          <p:spPr>
            <a:xfrm>
              <a:off x="1804446" y="6040496"/>
              <a:ext cx="0" cy="1090971"/>
            </a:xfrm>
            <a:prstGeom prst="line">
              <a:avLst/>
            </a:prstGeom>
            <a:ln w="4915">
              <a:solidFill>
                <a:srgbClr val="0072B2">
                  <a:alpha val="82000"/>
                </a:srgbClr>
              </a:solidFill>
            </a:ln>
          </p:spPr>
        </p:sp>
        <p:sp>
          <p:nvSpPr>
            <p:cNvPr id="3103" name="addition:input:226"/>
            <p:cNvSpPr>
              <a:spLocks noGrp="1"/>
            </p:cNvSpPr>
            <p:nvPr/>
          </p:nvSpPr>
          <p:spPr>
            <a:xfrm flipH="1" flipV="1">
              <a:off x="385663" y="6970258"/>
              <a:ext cx="1418783" cy="161209"/>
            </a:xfrm>
            <a:prstGeom prst="line">
              <a:avLst/>
            </a:prstGeom>
            <a:ln w="5258">
              <a:solidFill>
                <a:srgbClr val="0072B2">
                  <a:alpha val="86000"/>
                </a:srgbClr>
              </a:solidFill>
            </a:ln>
          </p:spPr>
        </p:sp>
        <p:sp>
          <p:nvSpPr>
            <p:cNvPr id="3104" name="addition:input:227"/>
            <p:cNvSpPr>
              <a:spLocks noGrp="1"/>
            </p:cNvSpPr>
            <p:nvPr/>
          </p:nvSpPr>
          <p:spPr>
            <a:xfrm flipV="1">
              <a:off x="385663" y="6040496"/>
              <a:ext cx="0" cy="929762"/>
            </a:xfrm>
            <a:prstGeom prst="line">
              <a:avLst/>
            </a:prstGeom>
            <a:ln w="5258">
              <a:solidFill>
                <a:srgbClr val="0072B2">
                  <a:alpha val="82000"/>
                </a:srgbClr>
              </a:solidFill>
            </a:ln>
          </p:spPr>
        </p:sp>
        <p:sp>
          <p:nvSpPr>
            <p:cNvPr id="3105" name="addition:input:228"/>
            <p:cNvSpPr>
              <a:spLocks noGrp="1"/>
            </p:cNvSpPr>
            <p:nvPr/>
          </p:nvSpPr>
          <p:spPr>
            <a:xfrm>
              <a:off x="1271168" y="5525003"/>
              <a:ext cx="1328257" cy="0"/>
            </a:xfrm>
            <a:prstGeom prst="line">
              <a:avLst/>
            </a:prstGeom>
            <a:ln w="5486">
              <a:solidFill>
                <a:srgbClr val="0072B2">
                  <a:alpha val="78000"/>
                </a:srgbClr>
              </a:solidFill>
            </a:ln>
          </p:spPr>
        </p:sp>
        <p:sp>
          <p:nvSpPr>
            <p:cNvPr id="3106" name="addition:input:229"/>
            <p:cNvSpPr>
              <a:spLocks noGrp="1"/>
            </p:cNvSpPr>
            <p:nvPr/>
          </p:nvSpPr>
          <p:spPr>
            <a:xfrm>
              <a:off x="2599426" y="5525003"/>
              <a:ext cx="0" cy="875401"/>
            </a:xfrm>
            <a:prstGeom prst="line">
              <a:avLst/>
            </a:prstGeom>
            <a:ln w="5258">
              <a:solidFill>
                <a:srgbClr val="0072B2">
                  <a:alpha val="78000"/>
                </a:srgbClr>
              </a:solidFill>
            </a:ln>
          </p:spPr>
        </p:sp>
        <p:sp>
          <p:nvSpPr>
            <p:cNvPr id="3107" name="addition:input:230"/>
            <p:cNvSpPr>
              <a:spLocks noGrp="1"/>
            </p:cNvSpPr>
            <p:nvPr/>
          </p:nvSpPr>
          <p:spPr>
            <a:xfrm flipV="1">
              <a:off x="385663" y="5525003"/>
              <a:ext cx="885505" cy="515493"/>
            </a:xfrm>
            <a:prstGeom prst="line">
              <a:avLst/>
            </a:prstGeom>
            <a:ln w="5486">
              <a:solidFill>
                <a:srgbClr val="0072B2">
                  <a:alpha val="84000"/>
                </a:srgbClr>
              </a:solidFill>
            </a:ln>
          </p:spPr>
        </p:sp>
        <p:sp>
          <p:nvSpPr>
            <p:cNvPr id="3108" name="addition:input:231"/>
            <p:cNvSpPr>
              <a:spLocks noGrp="1"/>
            </p:cNvSpPr>
            <p:nvPr/>
          </p:nvSpPr>
          <p:spPr>
            <a:xfrm flipV="1">
              <a:off x="1804446" y="5525003"/>
              <a:ext cx="794979" cy="515493"/>
            </a:xfrm>
            <a:prstGeom prst="line">
              <a:avLst/>
            </a:prstGeom>
            <a:ln w="5486">
              <a:solidFill>
                <a:srgbClr val="0072B2">
                  <a:alpha val="84000"/>
                </a:srgbClr>
              </a:solidFill>
            </a:ln>
          </p:spPr>
        </p:sp>
        <p:sp>
          <p:nvSpPr>
            <p:cNvPr id="3109" name="addition:input:232"/>
            <p:cNvSpPr>
              <a:spLocks noGrp="1"/>
            </p:cNvSpPr>
            <p:nvPr/>
          </p:nvSpPr>
          <p:spPr>
            <a:xfrm flipV="1">
              <a:off x="1804446" y="6400404"/>
              <a:ext cx="794979" cy="731063"/>
            </a:xfrm>
            <a:prstGeom prst="line">
              <a:avLst/>
            </a:prstGeom>
            <a:ln w="5258">
              <a:solidFill>
                <a:srgbClr val="0072B2">
                  <a:alpha val="84000"/>
                </a:srgbClr>
              </a:solidFill>
            </a:ln>
          </p:spPr>
        </p:sp>
        <p:sp>
          <p:nvSpPr>
            <p:cNvPr id="3110" name="addition:input:233"/>
            <p:cNvSpPr>
              <a:spLocks noGrp="1"/>
            </p:cNvSpPr>
            <p:nvPr/>
          </p:nvSpPr>
          <p:spPr>
            <a:xfrm flipV="1">
              <a:off x="385663" y="6452890"/>
              <a:ext cx="885505" cy="517368"/>
            </a:xfrm>
            <a:prstGeom prst="line">
              <a:avLst/>
            </a:prstGeom>
            <a:ln w="4343">
              <a:solidFill>
                <a:srgbClr val="0072B2">
                  <a:alpha val="34000"/>
                </a:srgbClr>
              </a:solidFill>
            </a:ln>
          </p:spPr>
        </p:sp>
        <p:sp>
          <p:nvSpPr>
            <p:cNvPr id="3111" name="addition:input:234"/>
            <p:cNvSpPr>
              <a:spLocks noGrp="1"/>
            </p:cNvSpPr>
            <p:nvPr/>
          </p:nvSpPr>
          <p:spPr>
            <a:xfrm flipV="1">
              <a:off x="1271168" y="6400404"/>
              <a:ext cx="1328257" cy="52487"/>
            </a:xfrm>
            <a:prstGeom prst="line">
              <a:avLst/>
            </a:prstGeom>
            <a:ln w="4286">
              <a:solidFill>
                <a:srgbClr val="0072B2">
                  <a:alpha val="32000"/>
                </a:srgbClr>
              </a:solidFill>
            </a:ln>
          </p:spPr>
        </p:sp>
        <p:sp>
          <p:nvSpPr>
            <p:cNvPr id="3112" name="addition:input:235"/>
            <p:cNvSpPr>
              <a:spLocks noGrp="1"/>
            </p:cNvSpPr>
            <p:nvPr/>
          </p:nvSpPr>
          <p:spPr>
            <a:xfrm>
              <a:off x="1271168" y="5525003"/>
              <a:ext cx="0" cy="927887"/>
            </a:xfrm>
            <a:prstGeom prst="line">
              <a:avLst/>
            </a:prstGeom>
            <a:ln w="4286">
              <a:solidFill>
                <a:srgbClr val="0072B2">
                  <a:alpha val="40000"/>
                </a:srgbClr>
              </a:solidFill>
            </a:ln>
          </p:spPr>
        </p:sp>
        <p:sp>
          <p:nvSpPr>
            <p:cNvPr id="3113" name="addition:input:251"/>
            <p:cNvSpPr>
              <a:spLocks noGrp="1"/>
            </p:cNvSpPr>
            <p:nvPr/>
          </p:nvSpPr>
          <p:spPr>
            <a:xfrm flipV="1">
              <a:off x="2299868" y="6351666"/>
              <a:ext cx="411480" cy="442387"/>
            </a:xfrm>
            <a:prstGeom prst="line">
              <a:avLst/>
            </a:prstGeom>
            <a:ln w="9372">
              <a:solidFill>
                <a:srgbClr val="263238">
                  <a:alpha val="100000"/>
                </a:srgbClr>
              </a:solidFill>
            </a:ln>
          </p:spPr>
        </p:sp>
        <p:sp>
          <p:nvSpPr>
            <p:cNvPr id="3114" name="addition:input:252"/>
            <p:cNvSpPr>
              <a:spLocks noGrp="1"/>
            </p:cNvSpPr>
            <p:nvPr/>
          </p:nvSpPr>
          <p:spPr>
            <a:xfrm>
              <a:off x="209550" y="5438775"/>
              <a:ext cx="2501798" cy="950382"/>
            </a:xfrm>
            <a:custGeom>
              <a:avLst/>
              <a:gdLst/>
              <a:ahLst/>
              <a:cxnLst/>
              <a:rect l="l" t="t" r="r" b="b"/>
              <a:pathLst>
                <a:path w="1520" h="507">
                  <a:moveTo>
                    <a:pt x="0" y="0"/>
                  </a:moveTo>
                  <a:moveTo>
                    <a:pt x="1520" y="487"/>
                  </a:moveTo>
                  <a:lnTo>
                    <a:pt x="1511" y="507"/>
                  </a:lnTo>
                  <a:lnTo>
                    <a:pt x="1500" y="494"/>
                  </a:lnTo>
                  <a:close/>
                </a:path>
              </a:pathLst>
            </a:custGeom>
            <a:solidFill>
              <a:srgbClr val="263238">
                <a:alpha val="100000"/>
              </a:srgbClr>
            </a:solidFill>
            <a:ln>
              <a:noFill/>
            </a:ln>
          </p:spPr>
          <p:txBody>
            <a:bodyPr anchor="ctr"/>
            <a:lstStyle/>
            <a:p>
              <a:pPr algn="ctr">
                <a:buNone/>
              </a:pPr>
            </a:p>
          </p:txBody>
        </p:sp>
        <p:sp>
          <p:nvSpPr>
            <p:cNvPr id="3115" name="addition:input:253"/>
            <p:cNvSpPr>
              <a:spLocks noGrp="1"/>
            </p:cNvSpPr>
            <p:nvPr/>
          </p:nvSpPr>
          <p:spPr>
            <a:xfrm flipH="1">
              <a:off x="2299868" y="6351666"/>
              <a:ext cx="411480" cy="442387"/>
            </a:xfrm>
            <a:prstGeom prst="line">
              <a:avLst/>
            </a:prstGeom>
            <a:ln w="9372">
              <a:solidFill>
                <a:srgbClr val="263238">
                  <a:alpha val="100000"/>
                </a:srgbClr>
              </a:solidFill>
            </a:ln>
          </p:spPr>
        </p:sp>
        <p:sp>
          <p:nvSpPr>
            <p:cNvPr id="3116" name="addition:input:254"/>
            <p:cNvSpPr>
              <a:spLocks noGrp="1"/>
            </p:cNvSpPr>
            <p:nvPr/>
          </p:nvSpPr>
          <p:spPr>
            <a:xfrm>
              <a:off x="209550" y="5438775"/>
              <a:ext cx="2123237" cy="1355278"/>
            </a:xfrm>
            <a:custGeom>
              <a:avLst/>
              <a:gdLst/>
              <a:ahLst/>
              <a:cxnLst/>
              <a:rect l="l" t="t" r="r" b="b"/>
              <a:pathLst>
                <a:path w="1290" h="723">
                  <a:moveTo>
                    <a:pt x="0" y="0"/>
                  </a:moveTo>
                  <a:moveTo>
                    <a:pt x="1270" y="723"/>
                  </a:moveTo>
                  <a:lnTo>
                    <a:pt x="1279" y="703"/>
                  </a:lnTo>
                  <a:lnTo>
                    <a:pt x="1290" y="716"/>
                  </a:lnTo>
                  <a:close/>
                </a:path>
              </a:pathLst>
            </a:custGeom>
            <a:solidFill>
              <a:srgbClr val="263238">
                <a:alpha val="100000"/>
              </a:srgbClr>
            </a:solidFill>
            <a:ln>
              <a:noFill/>
            </a:ln>
          </p:spPr>
          <p:txBody>
            <a:bodyPr anchor="ctr"/>
            <a:lstStyle/>
            <a:p>
              <a:pPr algn="ctr">
                <a:buNone/>
              </a:pPr>
            </a:p>
          </p:txBody>
        </p:sp>
        <p:sp>
          <p:nvSpPr>
            <p:cNvPr id="3117" name="addition:input:t"/>
            <p:cNvSpPr>
              <a:spLocks noGrp="1"/>
            </p:cNvSpPr>
            <p:nvPr/>
          </p:nvSpPr>
          <p:spPr>
            <a:xfrm>
              <a:off x="2562225" y="6534150"/>
              <a:ext cx="171450" cy="266700"/>
            </a:xfrm>
            <a:prstGeom prst="rect">
              <a:avLst/>
            </a:prstGeom>
            <a:noFill/>
            <a:ln w="0">
              <a:noFill/>
            </a:ln>
          </p:spPr>
          <p:txBody>
            <a:bodyPr wrap="none" lIns="0" tIns="0" rIns="0" bIns="0" anchor="ctr"/>
            <a:lstStyle>
              <a:defPPr>
                <a:defRPr sz="1725">
                  <a:solidFill>
                    <a:srgbClr val="263238"/>
                  </a:solidFill>
                  <a:latin typeface="Arial" panose="020B0604020202090204"/>
                  <a:ea typeface="Arial" panose="020B0604020202090204"/>
                  <a:cs typeface="Arial" panose="020B0604020202090204"/>
                </a:defRPr>
              </a:defPPr>
              <a:lvl1pPr>
                <a:defRPr sz="1725">
                  <a:solidFill>
                    <a:srgbClr val="263238"/>
                  </a:solidFill>
                  <a:latin typeface="Arial" panose="020B0604020202090204"/>
                  <a:ea typeface="Arial" panose="020B0604020202090204"/>
                  <a:cs typeface="Arial" panose="020B0604020202090204"/>
                </a:defRPr>
              </a:lvl1pPr>
              <a:lvl2pPr>
                <a:defRPr sz="1725">
                  <a:solidFill>
                    <a:srgbClr val="263238"/>
                  </a:solidFill>
                  <a:latin typeface="Arial" panose="020B0604020202090204"/>
                  <a:ea typeface="Arial" panose="020B0604020202090204"/>
                  <a:cs typeface="Arial" panose="020B0604020202090204"/>
                </a:defRPr>
              </a:lvl2pPr>
              <a:lvl3pPr>
                <a:defRPr sz="1725">
                  <a:solidFill>
                    <a:srgbClr val="263238"/>
                  </a:solidFill>
                  <a:latin typeface="Arial" panose="020B0604020202090204"/>
                  <a:ea typeface="Arial" panose="020B0604020202090204"/>
                  <a:cs typeface="Arial" panose="020B0604020202090204"/>
                </a:defRPr>
              </a:lvl3pPr>
              <a:lvl4pPr>
                <a:defRPr sz="1725">
                  <a:solidFill>
                    <a:srgbClr val="263238"/>
                  </a:solidFill>
                  <a:latin typeface="Arial" panose="020B0604020202090204"/>
                  <a:ea typeface="Arial" panose="020B0604020202090204"/>
                  <a:cs typeface="Arial" panose="020B0604020202090204"/>
                </a:defRPr>
              </a:lvl4pPr>
              <a:lvl5pPr>
                <a:defRPr sz="1725">
                  <a:solidFill>
                    <a:srgbClr val="263238"/>
                  </a:solidFill>
                  <a:latin typeface="Arial" panose="020B0604020202090204"/>
                  <a:ea typeface="Arial" panose="020B0604020202090204"/>
                  <a:cs typeface="Arial" panose="020B0604020202090204"/>
                </a:defRPr>
              </a:lvl5pPr>
              <a:lvl6pPr>
                <a:defRPr sz="1725">
                  <a:solidFill>
                    <a:srgbClr val="263238"/>
                  </a:solidFill>
                  <a:latin typeface="Arial" panose="020B0604020202090204"/>
                  <a:ea typeface="Arial" panose="020B0604020202090204"/>
                  <a:cs typeface="Arial" panose="020B0604020202090204"/>
                </a:defRPr>
              </a:lvl6pPr>
              <a:lvl7pPr>
                <a:defRPr sz="1725">
                  <a:solidFill>
                    <a:srgbClr val="263238"/>
                  </a:solidFill>
                  <a:latin typeface="Arial" panose="020B0604020202090204"/>
                  <a:ea typeface="Arial" panose="020B0604020202090204"/>
                  <a:cs typeface="Arial" panose="020B0604020202090204"/>
                </a:defRPr>
              </a:lvl7pPr>
              <a:lvl8pPr>
                <a:defRPr sz="1725">
                  <a:solidFill>
                    <a:srgbClr val="263238"/>
                  </a:solidFill>
                  <a:latin typeface="Arial" panose="020B0604020202090204"/>
                  <a:ea typeface="Arial" panose="020B0604020202090204"/>
                  <a:cs typeface="Arial" panose="020B0604020202090204"/>
                </a:defRPr>
              </a:lvl8pPr>
              <a:lvl9pPr>
                <a:defRPr sz="1725">
                  <a:solidFill>
                    <a:srgbClr val="263238"/>
                  </a:solidFill>
                  <a:latin typeface="Arial" panose="020B0604020202090204"/>
                  <a:ea typeface="Arial" panose="020B0604020202090204"/>
                  <a:cs typeface="Arial" panose="020B0604020202090204"/>
                </a:defRPr>
              </a:lvl9pPr>
            </a:lstStyle>
            <a:p>
              <a:pPr>
                <a:defRPr sz="1725">
                  <a:solidFill>
                    <a:srgbClr val="263238"/>
                  </a:solidFill>
                  <a:latin typeface="Arial" panose="020B0604020202090204"/>
                  <a:ea typeface="Arial" panose="020B0604020202090204"/>
                  <a:cs typeface="Arial" panose="020B0604020202090204"/>
                </a:defRPr>
              </a:pPr>
              <a:r>
                <a:rPr sz="1725">
                  <a:solidFill>
                    <a:srgbClr val="263238"/>
                  </a:solidFill>
                  <a:latin typeface="Arial" panose="020B0604020202090204"/>
                  <a:ea typeface="Arial" panose="020B0604020202090204"/>
                  <a:cs typeface="Arial" panose="020B0604020202090204"/>
                </a:rPr>
                <a:t>t</a:t>
              </a:r>
              <a:endParaRPr sz="1725">
                <a:solidFill>
                  <a:srgbClr val="263238"/>
                </a:solidFill>
                <a:latin typeface="Arial" panose="020B0604020202090204"/>
                <a:ea typeface="Arial" panose="020B0604020202090204"/>
                <a:cs typeface="Arial" panose="020B0604020202090204"/>
              </a:endParaRPr>
            </a:p>
          </p:txBody>
        </p:sp>
      </p:grpSp>
      <p:sp>
        <p:nvSpPr>
          <p:cNvPr id="3118" name="input:alternative:or"/>
          <p:cNvSpPr>
            <a:spLocks noGrp="1"/>
          </p:cNvSpPr>
          <p:nvPr/>
        </p:nvSpPr>
        <p:spPr>
          <a:xfrm>
            <a:off x="1143000" y="4448175"/>
            <a:ext cx="819150" cy="342900"/>
          </a:xfrm>
          <a:prstGeom prst="rect">
            <a:avLst/>
          </a:prstGeom>
          <a:noFill/>
          <a:ln w="0">
            <a:noFill/>
          </a:ln>
        </p:spPr>
        <p:txBody>
          <a:bodyPr wrap="none" lIns="0" tIns="0" rIns="0" bIns="0" anchor="ctr"/>
          <a:lstStyle>
            <a:defPPr algn="ctr">
              <a:defRPr sz="1800">
                <a:solidFill>
                  <a:srgbClr val="000000"/>
                </a:solidFill>
                <a:latin typeface="Arial" panose="020B0604020202090204"/>
                <a:ea typeface="Arial" panose="020B0604020202090204"/>
                <a:cs typeface="Arial" panose="020B0604020202090204"/>
              </a:defRPr>
            </a:defPPr>
            <a:lvl1pPr algn="ctr">
              <a:defRPr sz="1800">
                <a:solidFill>
                  <a:srgbClr val="000000"/>
                </a:solidFill>
                <a:latin typeface="Arial" panose="020B0604020202090204"/>
                <a:ea typeface="Arial" panose="020B0604020202090204"/>
                <a:cs typeface="Arial" panose="020B0604020202090204"/>
              </a:defRPr>
            </a:lvl1pPr>
            <a:lvl2pPr algn="ctr">
              <a:defRPr sz="1800">
                <a:solidFill>
                  <a:srgbClr val="000000"/>
                </a:solidFill>
                <a:latin typeface="Arial" panose="020B0604020202090204"/>
                <a:ea typeface="Arial" panose="020B0604020202090204"/>
                <a:cs typeface="Arial" panose="020B0604020202090204"/>
              </a:defRPr>
            </a:lvl2pPr>
            <a:lvl3pPr algn="ctr">
              <a:defRPr sz="1800">
                <a:solidFill>
                  <a:srgbClr val="000000"/>
                </a:solidFill>
                <a:latin typeface="Arial" panose="020B0604020202090204"/>
                <a:ea typeface="Arial" panose="020B0604020202090204"/>
                <a:cs typeface="Arial" panose="020B0604020202090204"/>
              </a:defRPr>
            </a:lvl3pPr>
            <a:lvl4pPr algn="ctr">
              <a:defRPr sz="1800">
                <a:solidFill>
                  <a:srgbClr val="000000"/>
                </a:solidFill>
                <a:latin typeface="Arial" panose="020B0604020202090204"/>
                <a:ea typeface="Arial" panose="020B0604020202090204"/>
                <a:cs typeface="Arial" panose="020B0604020202090204"/>
              </a:defRPr>
            </a:lvl4pPr>
            <a:lvl5pPr algn="ctr">
              <a:defRPr sz="1800">
                <a:solidFill>
                  <a:srgbClr val="000000"/>
                </a:solidFill>
                <a:latin typeface="Arial" panose="020B0604020202090204"/>
                <a:ea typeface="Arial" panose="020B0604020202090204"/>
                <a:cs typeface="Arial" panose="020B0604020202090204"/>
              </a:defRPr>
            </a:lvl5pPr>
            <a:lvl6pPr algn="ctr">
              <a:defRPr sz="1800">
                <a:solidFill>
                  <a:srgbClr val="000000"/>
                </a:solidFill>
                <a:latin typeface="Arial" panose="020B0604020202090204"/>
                <a:ea typeface="Arial" panose="020B0604020202090204"/>
                <a:cs typeface="Arial" panose="020B0604020202090204"/>
              </a:defRPr>
            </a:lvl6pPr>
            <a:lvl7pPr algn="ctr">
              <a:defRPr sz="1800">
                <a:solidFill>
                  <a:srgbClr val="000000"/>
                </a:solidFill>
                <a:latin typeface="Arial" panose="020B0604020202090204"/>
                <a:ea typeface="Arial" panose="020B0604020202090204"/>
                <a:cs typeface="Arial" panose="020B0604020202090204"/>
              </a:defRPr>
            </a:lvl7pPr>
            <a:lvl8pPr algn="ctr">
              <a:defRPr sz="1800">
                <a:solidFill>
                  <a:srgbClr val="000000"/>
                </a:solidFill>
                <a:latin typeface="Arial" panose="020B0604020202090204"/>
                <a:ea typeface="Arial" panose="020B0604020202090204"/>
                <a:cs typeface="Arial" panose="020B0604020202090204"/>
              </a:defRPr>
            </a:lvl8pPr>
            <a:lvl9pPr algn="ctr">
              <a:defRPr sz="1800">
                <a:solidFill>
                  <a:srgbClr val="000000"/>
                </a:solidFill>
                <a:latin typeface="Arial" panose="020B0604020202090204"/>
                <a:ea typeface="Arial" panose="020B0604020202090204"/>
                <a:cs typeface="Arial" panose="020B0604020202090204"/>
              </a:defRPr>
            </a:lvl9pPr>
          </a:lstStyle>
          <a:p>
            <a:pPr algn="ctr">
              <a:defRPr sz="1800">
                <a:solidFill>
                  <a:srgbClr val="000000"/>
                </a:solidFill>
                <a:latin typeface="Arial" panose="020B0604020202090204"/>
                <a:ea typeface="Arial" panose="020B0604020202090204"/>
                <a:cs typeface="Arial" panose="020B0604020202090204"/>
              </a:defRPr>
            </a:pPr>
            <a:r>
              <a:rPr sz="1800">
                <a:solidFill>
                  <a:srgbClr val="000000"/>
                </a:solidFill>
                <a:latin typeface="Arial" panose="020B0604020202090204"/>
                <a:ea typeface="Arial" panose="020B0604020202090204"/>
                <a:cs typeface="Arial" panose="020B0604020202090204"/>
              </a:rPr>
              <a:t>or</a:t>
            </a:r>
            <a:endParaRPr sz="1800">
              <a:solidFill>
                <a:srgbClr val="000000"/>
              </a:solidFill>
              <a:latin typeface="Arial" panose="020B0604020202090204"/>
              <a:ea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Words>
  <Application>WPS 演示</Application>
  <PresentationFormat>Converted Presentation</PresentationFormat>
  <Paragraphs>170</Paragraphs>
  <Slides>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vt:i4>
      </vt:variant>
    </vt:vector>
  </HeadingPairs>
  <TitlesOfParts>
    <vt:vector size="13" baseType="lpstr">
      <vt:lpstr>Arial</vt:lpstr>
      <vt:lpstr>宋体</vt:lpstr>
      <vt:lpstr>Wingdings</vt:lpstr>
      <vt:lpstr>Arial</vt:lpstr>
      <vt:lpstr>微软雅黑</vt:lpstr>
      <vt:lpstr>方正雅意黑 GB18030L2</vt:lpstr>
      <vt:lpstr>宋体</vt:lpstr>
      <vt:lpstr>Arial Unicode MS</vt:lpstr>
      <vt:lpstr>汉仪书宋二KW</vt:lpstr>
      <vt:lpstr>Calibri</vt:lpstr>
      <vt:lpstr>Helvetica Neue</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Iris</cp:lastModifiedBy>
  <cp:revision>1</cp:revision>
  <dcterms:created xsi:type="dcterms:W3CDTF">2026-10-26T01:47:49Z</dcterms:created>
  <dcterms:modified xsi:type="dcterms:W3CDTF">2026-10-26T01:47:49Z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1CCAF844B80A5FF145B1DE6A58BCC2BF_42</vt:lpwstr>
  </property>
  <property fmtid="{D5CDD505-2E9C-101B-9397-08002B2CF9AE}" pid="3" name="KSOProductBuildVer">
    <vt:lpwstr>2052-12.1.26046.26046</vt:lpwstr>
  </property>
</Properties>
</file>